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00575" y="752475"/>
            <a:ext cx="2600325" cy="339725"/>
          </a:xfrm>
          <a:prstGeom prst="rect">
            <a:avLst/>
          </a:prstGeom>
          <a:solidFill>
            <a:srgbClr val="4169EE"/>
          </a:solidFill>
          <a:ln>
            <a:solidFill>
              <a:srgbClr val="416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业务板块</a:t>
            </a:r>
            <a:endParaRPr lang="zh-CN" altLang="en-US" sz="12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11275" y="1796415"/>
            <a:ext cx="1607820" cy="339725"/>
          </a:xfrm>
          <a:prstGeom prst="rect">
            <a:avLst/>
          </a:prstGeom>
          <a:solidFill>
            <a:srgbClr val="4169EE"/>
          </a:solidFill>
          <a:ln>
            <a:solidFill>
              <a:srgbClr val="416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主题</a:t>
            </a:r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域</a:t>
            </a:r>
            <a:endParaRPr lang="zh-CN" altLang="en-US" sz="12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66945" y="1796415"/>
            <a:ext cx="1607820" cy="339725"/>
          </a:xfrm>
          <a:prstGeom prst="rect">
            <a:avLst/>
          </a:prstGeom>
          <a:solidFill>
            <a:srgbClr val="4169EE"/>
          </a:solidFill>
          <a:ln>
            <a:solidFill>
              <a:srgbClr val="416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通用统计</a:t>
            </a:r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维度</a:t>
            </a:r>
            <a:endParaRPr lang="zh-CN" altLang="en-US" sz="12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832725" y="1795780"/>
            <a:ext cx="1607820" cy="33972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业务</a:t>
            </a:r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场景</a:t>
            </a:r>
            <a:endParaRPr lang="zh-CN" altLang="en-US" sz="12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34365" y="2614295"/>
            <a:ext cx="1268730" cy="339725"/>
          </a:xfrm>
          <a:prstGeom prst="rect">
            <a:avLst/>
          </a:prstGeom>
          <a:solidFill>
            <a:srgbClr val="4169EE"/>
          </a:solidFill>
          <a:ln>
            <a:solidFill>
              <a:srgbClr val="416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业务</a:t>
            </a:r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模块</a:t>
            </a:r>
            <a:endParaRPr lang="zh-CN" altLang="en-US" sz="12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167890" y="2614295"/>
            <a:ext cx="1268730" cy="339725"/>
          </a:xfrm>
          <a:prstGeom prst="rect">
            <a:avLst/>
          </a:prstGeom>
          <a:solidFill>
            <a:srgbClr val="4169EE"/>
          </a:solidFill>
          <a:ln>
            <a:solidFill>
              <a:srgbClr val="416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业务</a:t>
            </a:r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模块</a:t>
            </a:r>
            <a:endParaRPr lang="zh-CN" altLang="en-US" sz="1200" b="1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11" name="肘形连接符 10"/>
          <p:cNvCxnSpPr>
            <a:stCxn id="3" idx="2"/>
            <a:endCxn id="4" idx="0"/>
          </p:cNvCxnSpPr>
          <p:nvPr/>
        </p:nvCxnSpPr>
        <p:spPr>
          <a:xfrm rot="5400000">
            <a:off x="3656330" y="-448945"/>
            <a:ext cx="704215" cy="378587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肘形连接符 11"/>
          <p:cNvCxnSpPr>
            <a:endCxn id="6" idx="0"/>
          </p:cNvCxnSpPr>
          <p:nvPr/>
        </p:nvCxnSpPr>
        <p:spPr>
          <a:xfrm rot="5400000">
            <a:off x="5387340" y="1275080"/>
            <a:ext cx="704215" cy="337185"/>
          </a:xfrm>
          <a:prstGeom prst="bentConnector3">
            <a:avLst>
              <a:gd name="adj1" fmla="val 5004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/>
          <p:cNvCxnSpPr>
            <a:endCxn id="7" idx="0"/>
          </p:cNvCxnSpPr>
          <p:nvPr/>
        </p:nvCxnSpPr>
        <p:spPr>
          <a:xfrm>
            <a:off x="5906770" y="1445260"/>
            <a:ext cx="2729865" cy="35052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连接符 13"/>
          <p:cNvCxnSpPr>
            <a:stCxn id="4" idx="2"/>
            <a:endCxn id="9" idx="0"/>
          </p:cNvCxnSpPr>
          <p:nvPr/>
        </p:nvCxnSpPr>
        <p:spPr>
          <a:xfrm rot="5400000">
            <a:off x="1452880" y="1951355"/>
            <a:ext cx="478155" cy="846455"/>
          </a:xfrm>
          <a:prstGeom prst="bentConnector3">
            <a:avLst>
              <a:gd name="adj1" fmla="val 5006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/>
          <p:cNvCxnSpPr>
            <a:stCxn id="4" idx="2"/>
            <a:endCxn id="10" idx="0"/>
          </p:cNvCxnSpPr>
          <p:nvPr/>
        </p:nvCxnSpPr>
        <p:spPr>
          <a:xfrm rot="5400000" flipV="1">
            <a:off x="2219960" y="2031365"/>
            <a:ext cx="478155" cy="68707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2167890" y="3363595"/>
            <a:ext cx="1268730" cy="339725"/>
          </a:xfrm>
          <a:prstGeom prst="rect">
            <a:avLst/>
          </a:prstGeom>
          <a:solidFill>
            <a:srgbClr val="4169EE"/>
          </a:solidFill>
          <a:ln>
            <a:solidFill>
              <a:srgbClr val="416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指标</a:t>
            </a:r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类型</a:t>
            </a:r>
            <a:endParaRPr lang="zh-CN" altLang="en-US" sz="12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77310" y="3350260"/>
            <a:ext cx="1268730" cy="339725"/>
          </a:xfrm>
          <a:prstGeom prst="rect">
            <a:avLst/>
          </a:prstGeom>
          <a:solidFill>
            <a:srgbClr val="4169EE"/>
          </a:solidFill>
          <a:ln>
            <a:solidFill>
              <a:srgbClr val="416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业务模块</a:t>
            </a:r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维度</a:t>
            </a:r>
            <a:endParaRPr lang="zh-CN" altLang="en-US" sz="12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167890" y="4031615"/>
            <a:ext cx="1268730" cy="339725"/>
          </a:xfrm>
          <a:prstGeom prst="rect">
            <a:avLst/>
          </a:prstGeom>
          <a:solidFill>
            <a:srgbClr val="4169EE"/>
          </a:solidFill>
          <a:ln>
            <a:solidFill>
              <a:srgbClr val="416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原子</a:t>
            </a:r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指标</a:t>
            </a:r>
            <a:endParaRPr lang="zh-CN" altLang="en-US" sz="12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167890" y="4699635"/>
            <a:ext cx="1268730" cy="339725"/>
          </a:xfrm>
          <a:prstGeom prst="rect">
            <a:avLst/>
          </a:prstGeom>
          <a:solidFill>
            <a:srgbClr val="4169EE"/>
          </a:solidFill>
          <a:ln>
            <a:solidFill>
              <a:srgbClr val="416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派生</a:t>
            </a:r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指标</a:t>
            </a:r>
            <a:endParaRPr lang="zh-CN" altLang="en-US" sz="12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167890" y="5448935"/>
            <a:ext cx="1268730" cy="339725"/>
          </a:xfrm>
          <a:prstGeom prst="rect">
            <a:avLst/>
          </a:prstGeom>
          <a:solidFill>
            <a:srgbClr val="4169EE"/>
          </a:solidFill>
          <a:ln>
            <a:solidFill>
              <a:srgbClr val="416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衍生指标</a:t>
            </a:r>
            <a:endParaRPr lang="zh-CN" altLang="en-US" sz="1200" b="1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21" name="肘形连接符 20"/>
          <p:cNvCxnSpPr>
            <a:stCxn id="10" idx="2"/>
            <a:endCxn id="16" idx="0"/>
          </p:cNvCxnSpPr>
          <p:nvPr/>
        </p:nvCxnSpPr>
        <p:spPr>
          <a:xfrm rot="5400000">
            <a:off x="2597785" y="3158490"/>
            <a:ext cx="409575" cy="317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6" idx="2"/>
            <a:endCxn id="18" idx="0"/>
          </p:cNvCxnSpPr>
          <p:nvPr/>
        </p:nvCxnSpPr>
        <p:spPr>
          <a:xfrm>
            <a:off x="2802255" y="3703320"/>
            <a:ext cx="0" cy="3282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8" idx="2"/>
            <a:endCxn id="19" idx="0"/>
          </p:cNvCxnSpPr>
          <p:nvPr/>
        </p:nvCxnSpPr>
        <p:spPr>
          <a:xfrm>
            <a:off x="2802255" y="4371340"/>
            <a:ext cx="0" cy="3282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9" idx="2"/>
            <a:endCxn id="20" idx="0"/>
          </p:cNvCxnSpPr>
          <p:nvPr/>
        </p:nvCxnSpPr>
        <p:spPr>
          <a:xfrm>
            <a:off x="2802255" y="5039360"/>
            <a:ext cx="0" cy="4095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10" idx="2"/>
            <a:endCxn id="17" idx="0"/>
          </p:cNvCxnSpPr>
          <p:nvPr/>
        </p:nvCxnSpPr>
        <p:spPr>
          <a:xfrm rot="5400000" flipV="1">
            <a:off x="3458845" y="2297430"/>
            <a:ext cx="396240" cy="170942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6" idx="2"/>
            <a:endCxn id="30" idx="1"/>
          </p:cNvCxnSpPr>
          <p:nvPr/>
        </p:nvCxnSpPr>
        <p:spPr>
          <a:xfrm rot="5400000" flipV="1">
            <a:off x="5241290" y="2465070"/>
            <a:ext cx="1384300" cy="725805"/>
          </a:xfrm>
          <a:prstGeom prst="bentConnector2">
            <a:avLst/>
          </a:prstGeom>
          <a:ln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7" idx="3"/>
            <a:endCxn id="27" idx="1"/>
          </p:cNvCxnSpPr>
          <p:nvPr/>
        </p:nvCxnSpPr>
        <p:spPr>
          <a:xfrm>
            <a:off x="5146040" y="3520440"/>
            <a:ext cx="1150620" cy="0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6296660" y="3350260"/>
            <a:ext cx="1607820" cy="33972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维度</a:t>
            </a:r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合集</a:t>
            </a:r>
            <a:endParaRPr lang="zh-CN" altLang="en-US" sz="12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735695" y="3364865"/>
            <a:ext cx="1607820" cy="33972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黑体" panose="02010609060101010101" charset="-122"/>
                <a:ea typeface="黑体" panose="02010609060101010101" charset="-122"/>
              </a:rPr>
              <a:t>指标合集</a:t>
            </a:r>
            <a:endParaRPr lang="zh-CN" altLang="en-US" sz="1200" b="1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32" name="肘形连接符 31"/>
          <p:cNvCxnSpPr>
            <a:stCxn id="7" idx="2"/>
            <a:endCxn id="30" idx="0"/>
          </p:cNvCxnSpPr>
          <p:nvPr/>
        </p:nvCxnSpPr>
        <p:spPr>
          <a:xfrm rot="5400000">
            <a:off x="7261225" y="1974215"/>
            <a:ext cx="1214755" cy="1536065"/>
          </a:xfrm>
          <a:prstGeom prst="bentConnector3">
            <a:avLst>
              <a:gd name="adj1" fmla="val 5002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肘形连接符 32"/>
          <p:cNvCxnSpPr/>
          <p:nvPr/>
        </p:nvCxnSpPr>
        <p:spPr>
          <a:xfrm rot="5400000" flipV="1">
            <a:off x="8463280" y="2312670"/>
            <a:ext cx="1221105" cy="875030"/>
          </a:xfrm>
          <a:prstGeom prst="bentConnector3">
            <a:avLst>
              <a:gd name="adj1" fmla="val 4932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18" idx="3"/>
            <a:endCxn id="31" idx="2"/>
          </p:cNvCxnSpPr>
          <p:nvPr/>
        </p:nvCxnSpPr>
        <p:spPr>
          <a:xfrm flipV="1">
            <a:off x="3436620" y="3704590"/>
            <a:ext cx="6102985" cy="497205"/>
          </a:xfrm>
          <a:prstGeom prst="bentConnector2">
            <a:avLst/>
          </a:prstGeom>
          <a:ln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/>
          <p:cNvCxnSpPr>
            <a:endCxn id="31" idx="2"/>
          </p:cNvCxnSpPr>
          <p:nvPr/>
        </p:nvCxnSpPr>
        <p:spPr>
          <a:xfrm flipV="1">
            <a:off x="3436620" y="3704590"/>
            <a:ext cx="6102985" cy="1184910"/>
          </a:xfrm>
          <a:prstGeom prst="bentConnector2">
            <a:avLst/>
          </a:prstGeom>
          <a:ln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连接符 35"/>
          <p:cNvCxnSpPr/>
          <p:nvPr/>
        </p:nvCxnSpPr>
        <p:spPr>
          <a:xfrm flipV="1">
            <a:off x="3436620" y="3709670"/>
            <a:ext cx="6103620" cy="1983105"/>
          </a:xfrm>
          <a:prstGeom prst="bentConnector3">
            <a:avLst>
              <a:gd name="adj1" fmla="val 100104"/>
            </a:avLst>
          </a:prstGeom>
          <a:ln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WPS 演示</Application>
  <PresentationFormat>宽屏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Calibri</vt:lpstr>
      <vt:lpstr>微软雅黑</vt:lpstr>
      <vt:lpstr>Arial Unicode MS</vt:lpstr>
      <vt:lpstr>黑体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Bear</dc:creator>
  <cp:lastModifiedBy>Rubby</cp:lastModifiedBy>
  <cp:revision>11</cp:revision>
  <dcterms:created xsi:type="dcterms:W3CDTF">2023-09-07T09:48:18Z</dcterms:created>
  <dcterms:modified xsi:type="dcterms:W3CDTF">2023-09-07T09:48:18Z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2052-4.6.1.7467</vt:lpwstr>
  </property>
  <property fmtid="{D5CDD505-2E9C-101B-9397-08002B2CF9AE}" pid="3" name="ICV">
    <vt:lpwstr>D1E2E9AD72D2969EAA99F964F3ECD58D</vt:lpwstr>
  </property>
</Properties>
</file>