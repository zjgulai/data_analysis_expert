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charts/chart1.xml" ContentType="application/vnd.openxmlformats-officedocument.drawingml.chart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charts/chart2.xml" ContentType="application/vnd.openxmlformats-officedocument.drawingml.chart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charts/chart3.xml" ContentType="application/vnd.openxmlformats-officedocument.drawingml.chart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charts/chart4.xml" ContentType="application/vnd.openxmlformats-officedocument.drawingml.chart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tags/tag156.xml" ContentType="application/vnd.openxmlformats-officedocument.presentationml.tags+xml"/>
  <Override PartName="/ppt/charts/chart7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8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charts/chart9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3.xml" ContentType="application/vnd.openxmlformats-officedocument.themeOverride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charts/chart2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2"/>
    <p:sldId id="5230" r:id="rId3"/>
    <p:sldId id="263" r:id="rId4"/>
    <p:sldId id="5231" r:id="rId5"/>
    <p:sldId id="5161" r:id="rId6"/>
    <p:sldId id="256" r:id="rId7"/>
    <p:sldId id="5232" r:id="rId8"/>
    <p:sldId id="257" r:id="rId9"/>
    <p:sldId id="258" r:id="rId10"/>
    <p:sldId id="275" r:id="rId11"/>
    <p:sldId id="5229" r:id="rId12"/>
  </p:sldIdLst>
  <p:sldSz cx="12192000" cy="6858000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486F"/>
    <a:srgbClr val="B7BC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521"/>
    <p:restoredTop sz="97831"/>
  </p:normalViewPr>
  <p:slideViewPr>
    <p:cSldViewPr snapToGrid="0">
      <p:cViewPr varScale="1">
        <p:scale>
          <a:sx n="223" d="100"/>
          <a:sy n="223" d="100"/>
        </p:scale>
        <p:origin x="11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.xlsb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.xlsb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2.xlsb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3.xlsb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4.xlsb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5.xlsb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___.xlsx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___6.xlsx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3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___7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8.xlsb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9.xlsb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0.xlsb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1.xlsb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2.xlsb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3.xlsb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4.xlsb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5.xlsb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6.xlsb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7.xlsb"/></Relationships>
</file>

<file path=ppt/charts/_rels/chart2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8.xlsb"/></Relationships>
</file>

<file path=ppt/charts/_rels/chart2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___19.xlsb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1799591002044997E-3"/>
          <c:y val="6.7173130747700927E-2"/>
          <c:w val="0.98364008179959095"/>
          <c:h val="0.8656537385045981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599360255897640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E72-7B46-A449-348ED25A2DD9}"/>
                </c:ext>
              </c:extLst>
            </c:dLbl>
            <c:dLbl>
              <c:idx val="1"/>
              <c:layout>
                <c:manualLayout>
                  <c:x val="0"/>
                  <c:y val="-1.199520191923230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E72-7B46-A449-348ED25A2DD9}"/>
                </c:ext>
              </c:extLst>
            </c:dLbl>
            <c:dLbl>
              <c:idx val="2"/>
              <c:layout>
                <c:manualLayout>
                  <c:x val="0"/>
                  <c:y val="-1.599360255897640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EE72-7B46-A449-348ED25A2DD9}"/>
                </c:ext>
              </c:extLst>
            </c:dLbl>
            <c:dLbl>
              <c:idx val="3"/>
              <c:layout>
                <c:manualLayout>
                  <c:x val="0"/>
                  <c:y val="-1.599360255897640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E72-7B46-A449-348ED25A2DD9}"/>
                </c:ext>
              </c:extLst>
            </c:dLbl>
            <c:dLbl>
              <c:idx val="4"/>
              <c:layout>
                <c:manualLayout>
                  <c:x val="0"/>
                  <c:y val="-1.199520191923230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E72-7B46-A449-348ED25A2DD9}"/>
                </c:ext>
              </c:extLst>
            </c:dLbl>
            <c:dLbl>
              <c:idx val="5"/>
              <c:layout>
                <c:manualLayout>
                  <c:x val="0"/>
                  <c:y val="-1.199520191923230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E72-7B46-A449-348ED25A2DD9}"/>
                </c:ext>
              </c:extLst>
            </c:dLbl>
            <c:dLbl>
              <c:idx val="6"/>
              <c:layout>
                <c:manualLayout>
                  <c:x val="0"/>
                  <c:y val="-1.199520191923230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EE72-7B46-A449-348ED25A2DD9}"/>
                </c:ext>
              </c:extLst>
            </c:dLbl>
            <c:dLbl>
              <c:idx val="7"/>
              <c:layout>
                <c:manualLayout>
                  <c:x val="0"/>
                  <c:y val="-1.199520191923230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EE72-7B46-A449-348ED25A2DD9}"/>
                </c:ext>
              </c:extLst>
            </c:dLbl>
            <c:dLbl>
              <c:idx val="8"/>
              <c:layout>
                <c:manualLayout>
                  <c:x val="0"/>
                  <c:y val="-1.199520191923230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EE72-7B46-A449-348ED25A2DD9}"/>
                </c:ext>
              </c:extLst>
            </c:dLbl>
            <c:dLbl>
              <c:idx val="9"/>
              <c:layout>
                <c:manualLayout>
                  <c:x val="0"/>
                  <c:y val="-1.199520191923230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EE72-7B46-A449-348ED25A2DD9}"/>
                </c:ext>
              </c:extLst>
            </c:dLbl>
            <c:dLbl>
              <c:idx val="10"/>
              <c:layout>
                <c:manualLayout>
                  <c:x val="0"/>
                  <c:y val="-1.199520191923230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EE72-7B46-A449-348ED25A2DD9}"/>
                </c:ext>
              </c:extLst>
            </c:dLbl>
            <c:dLbl>
              <c:idx val="11"/>
              <c:layout>
                <c:manualLayout>
                  <c:x val="0"/>
                  <c:y val="-1.599360255897640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EE72-7B46-A449-348ED25A2DD9}"/>
                </c:ext>
              </c:extLst>
            </c:dLbl>
            <c:dLbl>
              <c:idx val="12"/>
              <c:layout>
                <c:manualLayout>
                  <c:x val="0"/>
                  <c:y val="-1.199520191923230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EE72-7B46-A449-348ED25A2DD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Sheet1!$A$1:$M$1</c:f>
              <c:numCache>
                <c:formatCode>General</c:formatCode>
                <c:ptCount val="13"/>
                <c:pt idx="0">
                  <c:v>46</c:v>
                </c:pt>
                <c:pt idx="1">
                  <c:v>50</c:v>
                </c:pt>
                <c:pt idx="2">
                  <c:v>48</c:v>
                </c:pt>
                <c:pt idx="3">
                  <c:v>48</c:v>
                </c:pt>
                <c:pt idx="4">
                  <c:v>44</c:v>
                </c:pt>
                <c:pt idx="5">
                  <c:v>38</c:v>
                </c:pt>
                <c:pt idx="6">
                  <c:v>33</c:v>
                </c:pt>
                <c:pt idx="7">
                  <c:v>36</c:v>
                </c:pt>
                <c:pt idx="8">
                  <c:v>44</c:v>
                </c:pt>
                <c:pt idx="9">
                  <c:v>37</c:v>
                </c:pt>
                <c:pt idx="10">
                  <c:v>19</c:v>
                </c:pt>
                <c:pt idx="11">
                  <c:v>93</c:v>
                </c:pt>
                <c:pt idx="12">
                  <c:v>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EE72-7B46-A449-348ED25A2DD9}"/>
            </c:ext>
          </c:extLst>
        </c:ser>
        <c:ser>
          <c:idx val="1"/>
          <c:order val="1"/>
          <c:spPr>
            <a:solidFill>
              <a:srgbClr val="00486F"/>
            </a:solidFill>
            <a:ln>
              <a:noFill/>
            </a:ln>
          </c:spPr>
          <c:invertIfNegative val="0"/>
          <c:val>
            <c:numRef>
              <c:f>Sheet1!$A$2:$M$2</c:f>
              <c:numCache>
                <c:formatCode>General</c:formatCode>
                <c:ptCount val="13"/>
                <c:pt idx="0">
                  <c:v>73</c:v>
                </c:pt>
                <c:pt idx="1">
                  <c:v>81</c:v>
                </c:pt>
                <c:pt idx="2">
                  <c:v>95</c:v>
                </c:pt>
                <c:pt idx="3">
                  <c:v>98</c:v>
                </c:pt>
                <c:pt idx="4">
                  <c:v>95</c:v>
                </c:pt>
                <c:pt idx="5">
                  <c:v>94</c:v>
                </c:pt>
                <c:pt idx="6">
                  <c:v>90</c:v>
                </c:pt>
                <c:pt idx="7">
                  <c:v>102</c:v>
                </c:pt>
                <c:pt idx="8">
                  <c:v>117</c:v>
                </c:pt>
                <c:pt idx="9">
                  <c:v>122</c:v>
                </c:pt>
                <c:pt idx="10">
                  <c:v>73</c:v>
                </c:pt>
                <c:pt idx="11">
                  <c:v>182</c:v>
                </c:pt>
                <c:pt idx="12">
                  <c:v>201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EE72-7B46-A449-348ED25A2DD9}"/>
            </c:ext>
          </c:extLst>
        </c:ser>
        <c:ser>
          <c:idx val="2"/>
          <c:order val="2"/>
          <c:spPr>
            <a:solidFill>
              <a:srgbClr val="B7BCC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1.199520191923230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+mn-cs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EE72-7B46-A449-348ED25A2DD9}"/>
                </c:ext>
              </c:extLst>
            </c:dLbl>
            <c:dLbl>
              <c:idx val="1"/>
              <c:layout>
                <c:manualLayout>
                  <c:x val="0"/>
                  <c:y val="1.599360255897640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EE72-7B46-A449-348ED25A2DD9}"/>
                </c:ext>
              </c:extLst>
            </c:dLbl>
            <c:dLbl>
              <c:idx val="2"/>
              <c:layout>
                <c:manualLayout>
                  <c:x val="0"/>
                  <c:y val="1.199520191923230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EE72-7B46-A449-348ED25A2DD9}"/>
                </c:ext>
              </c:extLst>
            </c:dLbl>
            <c:dLbl>
              <c:idx val="3"/>
              <c:layout>
                <c:manualLayout>
                  <c:x val="0"/>
                  <c:y val="1.199520191923230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EE72-7B46-A449-348ED25A2DD9}"/>
                </c:ext>
              </c:extLst>
            </c:dLbl>
            <c:dLbl>
              <c:idx val="4"/>
              <c:layout>
                <c:manualLayout>
                  <c:x val="0"/>
                  <c:y val="1.199520191923230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EE72-7B46-A449-348ED25A2DD9}"/>
                </c:ext>
              </c:extLst>
            </c:dLbl>
            <c:dLbl>
              <c:idx val="5"/>
              <c:layout>
                <c:manualLayout>
                  <c:x val="0"/>
                  <c:y val="1.599360255897640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EE72-7B46-A449-348ED25A2DD9}"/>
                </c:ext>
              </c:extLst>
            </c:dLbl>
            <c:dLbl>
              <c:idx val="6"/>
              <c:layout>
                <c:manualLayout>
                  <c:x val="0"/>
                  <c:y val="1.199520191923230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EE72-7B46-A449-348ED25A2DD9}"/>
                </c:ext>
              </c:extLst>
            </c:dLbl>
            <c:dLbl>
              <c:idx val="7"/>
              <c:layout>
                <c:manualLayout>
                  <c:x val="0"/>
                  <c:y val="1.199520191923230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EE72-7B46-A449-348ED25A2DD9}"/>
                </c:ext>
              </c:extLst>
            </c:dLbl>
            <c:dLbl>
              <c:idx val="8"/>
              <c:layout>
                <c:manualLayout>
                  <c:x val="0"/>
                  <c:y val="1.199520191923230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7-EE72-7B46-A449-348ED25A2DD9}"/>
                </c:ext>
              </c:extLst>
            </c:dLbl>
            <c:dLbl>
              <c:idx val="9"/>
              <c:layout>
                <c:manualLayout>
                  <c:x val="0"/>
                  <c:y val="1.199520191923230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EE72-7B46-A449-348ED25A2DD9}"/>
                </c:ext>
              </c:extLst>
            </c:dLbl>
            <c:dLbl>
              <c:idx val="10"/>
              <c:layout>
                <c:manualLayout>
                  <c:x val="0"/>
                  <c:y val="1.199520191923230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9-EE72-7B46-A449-348ED25A2DD9}"/>
                </c:ext>
              </c:extLst>
            </c:dLbl>
            <c:dLbl>
              <c:idx val="11"/>
              <c:layout>
                <c:manualLayout>
                  <c:x val="0"/>
                  <c:y val="1.1995201919232307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EE72-7B46-A449-348ED25A2DD9}"/>
                </c:ext>
              </c:extLst>
            </c:dLbl>
            <c:dLbl>
              <c:idx val="12"/>
              <c:layout>
                <c:manualLayout>
                  <c:x val="0"/>
                  <c:y val="1.599360255897640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B-EE72-7B46-A449-348ED25A2DD9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Sheet1!$A$3:$M$3</c:f>
              <c:numCache>
                <c:formatCode>General</c:formatCode>
                <c:ptCount val="13"/>
                <c:pt idx="0">
                  <c:v>-19</c:v>
                </c:pt>
                <c:pt idx="1">
                  <c:v>-30</c:v>
                </c:pt>
                <c:pt idx="2">
                  <c:v>-39</c:v>
                </c:pt>
                <c:pt idx="3">
                  <c:v>-48</c:v>
                </c:pt>
                <c:pt idx="4">
                  <c:v>-53</c:v>
                </c:pt>
                <c:pt idx="5">
                  <c:v>-61</c:v>
                </c:pt>
                <c:pt idx="6">
                  <c:v>-69</c:v>
                </c:pt>
                <c:pt idx="7">
                  <c:v>-62</c:v>
                </c:pt>
                <c:pt idx="8">
                  <c:v>-67</c:v>
                </c:pt>
                <c:pt idx="9">
                  <c:v>-78</c:v>
                </c:pt>
                <c:pt idx="10">
                  <c:v>-172</c:v>
                </c:pt>
                <c:pt idx="11">
                  <c:v>-59</c:v>
                </c:pt>
                <c:pt idx="12">
                  <c:v>-68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C-EE72-7B46-A449-348ED25A2DD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0"/>
        <c:overlap val="100"/>
        <c:axId val="588575472"/>
        <c:axId val="1"/>
      </c:barChart>
      <c:catAx>
        <c:axId val="58857547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At val="0"/>
        <c:auto val="0"/>
        <c:lblAlgn val="ctr"/>
        <c:lblOffset val="100"/>
        <c:noMultiLvlLbl val="0"/>
      </c:catAx>
      <c:valAx>
        <c:axId val="1"/>
        <c:scaling>
          <c:orientation val="minMax"/>
          <c:max val="275"/>
          <c:min val="-172"/>
        </c:scaling>
        <c:delete val="1"/>
        <c:axPos val="l"/>
        <c:numFmt formatCode="General" sourceLinked="1"/>
        <c:majorTickMark val="out"/>
        <c:minorTickMark val="none"/>
        <c:tickLblPos val="nextTo"/>
        <c:crossAx val="58857547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8.5245901639344271E-3"/>
          <c:y val="2.5132914451425809E-2"/>
          <c:w val="0.98295081967213116"/>
          <c:h val="0.94973417109714842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val>
            <c:numRef>
              <c:f>Sheet1!$A$1:$B$1</c:f>
              <c:numCache>
                <c:formatCode>General</c:formatCode>
                <c:ptCount val="2"/>
                <c:pt idx="0">
                  <c:v>330</c:v>
                </c:pt>
                <c:pt idx="1">
                  <c:v>280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42-BE47-B876-9EBE17B698B8}"/>
            </c:ext>
          </c:extLst>
        </c:ser>
        <c:ser>
          <c:idx val="1"/>
          <c:order val="1"/>
          <c:spPr>
            <a:solidFill>
              <a:srgbClr val="00A8F7"/>
            </a:solidFill>
            <a:ln>
              <a:noFill/>
            </a:ln>
          </c:spPr>
          <c:invertIfNegative val="0"/>
          <c:val>
            <c:numRef>
              <c:f>Sheet1!$A$2:$B$2</c:f>
              <c:numCache>
                <c:formatCode>General</c:formatCode>
                <c:ptCount val="2"/>
                <c:pt idx="0">
                  <c:v>60</c:v>
                </c:pt>
                <c:pt idx="1">
                  <c:v>120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042-BE47-B876-9EBE17B698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628537679"/>
        <c:axId val="1"/>
      </c:barChart>
      <c:catAx>
        <c:axId val="628537679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628537679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768150582611294E-3"/>
          <c:y val="2.5909317389138018E-2"/>
          <c:w val="0.98446369883477747"/>
          <c:h val="0.94818136522172392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486F"/>
            </a:solidFill>
            <a:ln>
              <a:noFill/>
            </a:ln>
          </c:spPr>
          <c:invertIfNegative val="0"/>
          <c:val>
            <c:numRef>
              <c:f>Sheet1!$A$1:$AC$1</c:f>
              <c:numCache>
                <c:formatCode>General</c:formatCode>
                <c:ptCount val="29"/>
                <c:pt idx="0">
                  <c:v>19</c:v>
                </c:pt>
                <c:pt idx="1">
                  <c:v>19.899999999999999</c:v>
                </c:pt>
                <c:pt idx="2">
                  <c:v>19.8</c:v>
                </c:pt>
                <c:pt idx="3">
                  <c:v>20.5</c:v>
                </c:pt>
                <c:pt idx="4">
                  <c:v>18.8</c:v>
                </c:pt>
                <c:pt idx="5">
                  <c:v>19.3</c:v>
                </c:pt>
                <c:pt idx="6">
                  <c:v>19.399999999999999</c:v>
                </c:pt>
                <c:pt idx="7">
                  <c:v>20.5</c:v>
                </c:pt>
                <c:pt idx="8">
                  <c:v>19.2</c:v>
                </c:pt>
                <c:pt idx="9">
                  <c:v>19.7</c:v>
                </c:pt>
                <c:pt idx="10">
                  <c:v>19.100000000000001</c:v>
                </c:pt>
                <c:pt idx="11">
                  <c:v>20.399999999999999</c:v>
                </c:pt>
                <c:pt idx="12">
                  <c:v>19.3</c:v>
                </c:pt>
                <c:pt idx="13">
                  <c:v>19.5</c:v>
                </c:pt>
                <c:pt idx="14">
                  <c:v>19.8</c:v>
                </c:pt>
                <c:pt idx="15">
                  <c:v>20.7</c:v>
                </c:pt>
                <c:pt idx="16">
                  <c:v>19.600000000000001</c:v>
                </c:pt>
                <c:pt idx="17">
                  <c:v>20.2</c:v>
                </c:pt>
                <c:pt idx="18">
                  <c:v>21.2</c:v>
                </c:pt>
                <c:pt idx="19">
                  <c:v>22.5</c:v>
                </c:pt>
                <c:pt idx="20">
                  <c:v>21.7</c:v>
                </c:pt>
                <c:pt idx="21">
                  <c:v>20.5</c:v>
                </c:pt>
                <c:pt idx="22">
                  <c:v>19.5</c:v>
                </c:pt>
                <c:pt idx="23">
                  <c:v>20.399999999999999</c:v>
                </c:pt>
                <c:pt idx="24">
                  <c:v>19.600000000000001</c:v>
                </c:pt>
                <c:pt idx="25">
                  <c:v>20.3</c:v>
                </c:pt>
                <c:pt idx="26">
                  <c:v>20.6</c:v>
                </c:pt>
                <c:pt idx="27">
                  <c:v>21.3</c:v>
                </c:pt>
                <c:pt idx="28">
                  <c:v>21.3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792-3A40-874C-A345F9D8B7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33594992"/>
        <c:axId val="1"/>
      </c:barChart>
      <c:catAx>
        <c:axId val="203359499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2.5"/>
          <c:min val="18"/>
        </c:scaling>
        <c:delete val="1"/>
        <c:axPos val="l"/>
        <c:numFmt formatCode="General" sourceLinked="1"/>
        <c:majorTickMark val="out"/>
        <c:minorTickMark val="none"/>
        <c:tickLblPos val="nextTo"/>
        <c:crossAx val="203359499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7310924369747899E-2"/>
          <c:y val="2.7310924369747899E-2"/>
          <c:w val="0.94537815126050417"/>
          <c:h val="0.94537815126050417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rgbClr val="00A8F7"/>
              </a:solidFill>
              <a:ln w="12700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0-E2D9-4847-B5CC-652B29FB1CBB}"/>
              </c:ext>
            </c:extLst>
          </c:dPt>
          <c:dPt>
            <c:idx val="1"/>
            <c:bubble3D val="0"/>
            <c:spPr>
              <a:solidFill>
                <a:srgbClr val="00A8F7"/>
              </a:solidFill>
              <a:ln w="12700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1-E2D9-4847-B5CC-652B29FB1CBB}"/>
              </c:ext>
            </c:extLst>
          </c:dPt>
          <c:dPt>
            <c:idx val="2"/>
            <c:bubble3D val="0"/>
            <c:spPr>
              <a:solidFill>
                <a:srgbClr val="00A8F7"/>
              </a:solidFill>
              <a:ln w="12700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2-E2D9-4847-B5CC-652B29FB1CBB}"/>
              </c:ext>
            </c:extLst>
          </c:dPt>
          <c:dPt>
            <c:idx val="3"/>
            <c:bubble3D val="0"/>
            <c:spPr>
              <a:solidFill>
                <a:srgbClr val="00A8F7"/>
              </a:solidFill>
              <a:ln w="12700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3-E2D9-4847-B5CC-652B29FB1CBB}"/>
              </c:ext>
            </c:extLst>
          </c:dPt>
          <c:dPt>
            <c:idx val="4"/>
            <c:bubble3D val="0"/>
            <c:spPr>
              <a:solidFill>
                <a:srgbClr val="00A8F7"/>
              </a:solidFill>
              <a:ln w="12700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4-E2D9-4847-B5CC-652B29FB1CBB}"/>
              </c:ext>
            </c:extLst>
          </c:dPt>
          <c:dPt>
            <c:idx val="5"/>
            <c:bubble3D val="0"/>
            <c:spPr>
              <a:solidFill>
                <a:schemeClr val="tx1"/>
              </a:solidFill>
              <a:ln w="12700" cmpd="sng" algn="ctr">
                <a:solidFill>
                  <a:schemeClr val="bg1"/>
                </a:solidFill>
                <a:prstDash val="solid"/>
              </a:ln>
            </c:spPr>
            <c:extLst>
              <c:ext xmlns:c16="http://schemas.microsoft.com/office/drawing/2014/chart" uri="{C3380CC4-5D6E-409C-BE32-E72D297353CC}">
                <c16:uniqueId val="{00000005-E2D9-4847-B5CC-652B29FB1CBB}"/>
              </c:ext>
            </c:extLst>
          </c:dPt>
          <c:val>
            <c:numRef>
              <c:f>Sheet1!$A$1:$A$6</c:f>
              <c:numCache>
                <c:formatCode>General</c:formatCode>
                <c:ptCount val="6"/>
                <c:pt idx="0">
                  <c:v>1</c:v>
                </c:pt>
                <c:pt idx="1">
                  <c:v>0.5</c:v>
                </c:pt>
                <c:pt idx="2">
                  <c:v>0.5</c:v>
                </c:pt>
                <c:pt idx="3">
                  <c:v>1.5</c:v>
                </c:pt>
                <c:pt idx="4">
                  <c:v>6.9</c:v>
                </c:pt>
                <c:pt idx="5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2D9-4847-B5CC-652B29FB1CB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5230470645317808E-2"/>
          <c:y val="7.5538160469667326E-2"/>
          <c:w val="0.94953905870936439"/>
          <c:h val="0.84892367906066535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1A9F4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3.3268101761252444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042F-2244-A671-2063055B6F65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193</c:v>
                </c:pt>
                <c:pt idx="1">
                  <c:v>2441</c:v>
                </c:pt>
                <c:pt idx="2">
                  <c:v>41310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42F-2244-A671-2063055B6F6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876789584"/>
        <c:axId val="1"/>
      </c:barChart>
      <c:catAx>
        <c:axId val="187678958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41310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87678958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395224040783472E-2"/>
          <c:y val="6.636863823933975E-2"/>
          <c:w val="0.91816474376173862"/>
          <c:h val="0.8672627235213205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dPt>
            <c:idx val="7"/>
            <c:invertIfNegative val="0"/>
            <c:bubble3D val="0"/>
            <c:spPr>
              <a:solidFill>
                <a:srgbClr val="01A9F4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26C3-704C-86BA-66C5A83A66AE}"/>
              </c:ext>
            </c:extLst>
          </c:dPt>
          <c:dLbls>
            <c:dLbl>
              <c:idx val="0"/>
              <c:layout>
                <c:manualLayout>
                  <c:x val="0.49342634826938558"/>
                  <c:y val="1.031636863823933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26C3-704C-86BA-66C5A83A66AE}"/>
                </c:ext>
              </c:extLst>
            </c:dLbl>
            <c:dLbl>
              <c:idx val="1"/>
              <c:layout>
                <c:manualLayout>
                  <c:x val="0.41373759055540649"/>
                  <c:y val="1.031636863823933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26C3-704C-86BA-66C5A83A66AE}"/>
                </c:ext>
              </c:extLst>
            </c:dLbl>
            <c:dLbl>
              <c:idx val="2"/>
              <c:layout>
                <c:manualLayout>
                  <c:x val="0.3775154279581433"/>
                  <c:y val="1.031636863823933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26C3-704C-86BA-66C5A83A66AE}"/>
                </c:ext>
              </c:extLst>
            </c:dLbl>
            <c:dLbl>
              <c:idx val="3"/>
              <c:layout>
                <c:manualLayout>
                  <c:x val="0.36141668902602631"/>
                  <c:y val="1.031636863823933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26C3-704C-86BA-66C5A83A66AE}"/>
                </c:ext>
              </c:extLst>
            </c:dLbl>
            <c:dLbl>
              <c:idx val="4"/>
              <c:layout>
                <c:manualLayout>
                  <c:x val="0.26616581701100078"/>
                  <c:y val="1.031636863823933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26C3-704C-86BA-66C5A83A66AE}"/>
                </c:ext>
              </c:extLst>
            </c:dLbl>
            <c:dLbl>
              <c:idx val="5"/>
              <c:layout>
                <c:manualLayout>
                  <c:x val="0.13254628387442985"/>
                  <c:y val="1.031636863823933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26C3-704C-86BA-66C5A83A66AE}"/>
                </c:ext>
              </c:extLst>
            </c:dLbl>
            <c:dLbl>
              <c:idx val="6"/>
              <c:layout>
                <c:manualLayout>
                  <c:x val="0.13013147303461228"/>
                  <c:y val="1.031636863823933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26C3-704C-86BA-66C5A83A66AE}"/>
                </c:ext>
              </c:extLst>
            </c:dLbl>
            <c:dLbl>
              <c:idx val="7"/>
              <c:layout>
                <c:manualLayout>
                  <c:x val="0.11913066809766568"/>
                  <c:y val="1.031636863823933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26C3-704C-86BA-66C5A83A66AE}"/>
                </c:ext>
              </c:extLst>
            </c:dLbl>
            <c:dLbl>
              <c:idx val="8"/>
              <c:layout>
                <c:manualLayout>
                  <c:x val="0.11456935873356587"/>
                  <c:y val="1.031636863823933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26C3-704C-86BA-66C5A83A66AE}"/>
                </c:ext>
              </c:extLst>
            </c:dLbl>
            <c:dLbl>
              <c:idx val="9"/>
              <c:layout>
                <c:manualLayout>
                  <c:x val="0.11215454789374832"/>
                  <c:y val="1.0316368638239339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26C3-704C-86BA-66C5A83A66A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Sheet1!$A$1:$J$1</c:f>
              <c:numCache>
                <c:formatCode>General</c:formatCode>
                <c:ptCount val="10"/>
                <c:pt idx="0">
                  <c:v>202</c:v>
                </c:pt>
                <c:pt idx="1">
                  <c:v>167</c:v>
                </c:pt>
                <c:pt idx="2">
                  <c:v>151</c:v>
                </c:pt>
                <c:pt idx="3">
                  <c:v>144</c:v>
                </c:pt>
                <c:pt idx="4">
                  <c:v>102</c:v>
                </c:pt>
                <c:pt idx="5">
                  <c:v>47</c:v>
                </c:pt>
                <c:pt idx="6">
                  <c:v>46</c:v>
                </c:pt>
                <c:pt idx="7">
                  <c:v>41</c:v>
                </c:pt>
                <c:pt idx="8">
                  <c:v>39</c:v>
                </c:pt>
                <c:pt idx="9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26C3-704C-86BA-66C5A83A66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29248320"/>
        <c:axId val="1"/>
      </c:barChart>
      <c:catAx>
        <c:axId val="2029248320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rgbClr val="C0C0C0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02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2029248320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ndard"/>
        <c:varyColors val="0"/>
        <c:ser>
          <c:idx val="1"/>
          <c:order val="1"/>
          <c:spPr>
            <a:solidFill>
              <a:srgbClr val="E6E8EB"/>
            </a:solidFill>
            <a:ln>
              <a:noFill/>
            </a:ln>
            <a:effectLst/>
          </c:spPr>
          <c:cat>
            <c:numRef>
              <c:f>Sheet1!$D$6:$D$7</c:f>
              <c:numCache>
                <c:formatCode>General</c:formatCode>
                <c:ptCount val="2"/>
                <c:pt idx="0">
                  <c:v>2023</c:v>
                </c:pt>
                <c:pt idx="1">
                  <c:v>2030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176</c:v>
                </c:pt>
                <c:pt idx="1">
                  <c:v>319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0A-3B47-A0F5-6E35BE8E84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2837712"/>
        <c:axId val="1012840112"/>
      </c:areaChart>
      <c:lineChart>
        <c:grouping val="standard"/>
        <c:varyColors val="0"/>
        <c:ser>
          <c:idx val="0"/>
          <c:order val="0"/>
          <c:spPr>
            <a:ln w="28575" cap="rnd">
              <a:solidFill>
                <a:sysClr val="windowText" lastClr="00000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bg1"/>
              </a:solidFill>
              <a:ln w="15875">
                <a:solidFill>
                  <a:sysClr val="windowText" lastClr="0000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Sheet1!$D$6:$D$7</c:f>
              <c:numCache>
                <c:formatCode>General</c:formatCode>
                <c:ptCount val="2"/>
                <c:pt idx="0">
                  <c:v>2023</c:v>
                </c:pt>
                <c:pt idx="1">
                  <c:v>2030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176</c:v>
                </c:pt>
                <c:pt idx="1">
                  <c:v>319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B20A-3B47-A0F5-6E35BE8E843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2837712"/>
        <c:axId val="1012840112"/>
      </c:lineChart>
      <c:catAx>
        <c:axId val="101283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012840112"/>
        <c:crosses val="autoZero"/>
        <c:auto val="1"/>
        <c:lblAlgn val="ctr"/>
        <c:lblOffset val="100"/>
        <c:noMultiLvlLbl val="0"/>
      </c:catAx>
      <c:valAx>
        <c:axId val="1012840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12837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思源宋体 CN Heavy" panose="02020900000000000000" pitchFamily="18" charset="-122"/>
          <a:ea typeface="思源宋体 CN Heavy" panose="02020900000000000000" pitchFamily="18" charset="-122"/>
        </a:defRPr>
      </a:pPr>
      <a:endParaRPr lang="zh-CN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ndard"/>
        <c:varyColors val="0"/>
        <c:ser>
          <c:idx val="1"/>
          <c:order val="1"/>
          <c:spPr>
            <a:solidFill>
              <a:srgbClr val="E6E8EB"/>
            </a:solidFill>
            <a:ln>
              <a:noFill/>
            </a:ln>
            <a:effectLst/>
          </c:spPr>
          <c:cat>
            <c:numRef>
              <c:f>Sheet1!$D$6:$D$7</c:f>
              <c:numCache>
                <c:formatCode>General</c:formatCode>
                <c:ptCount val="2"/>
                <c:pt idx="0">
                  <c:v>2023</c:v>
                </c:pt>
                <c:pt idx="1">
                  <c:v>2030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148</c:v>
                </c:pt>
                <c:pt idx="1">
                  <c:v>228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F2-2445-8314-FC28BF71B5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2837712"/>
        <c:axId val="1012840112"/>
      </c:areaChart>
      <c:lineChart>
        <c:grouping val="standard"/>
        <c:varyColors val="0"/>
        <c:ser>
          <c:idx val="0"/>
          <c:order val="0"/>
          <c:spPr>
            <a:ln w="28575" cap="rnd">
              <a:solidFill>
                <a:sysClr val="windowText" lastClr="00000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bg1"/>
              </a:solidFill>
              <a:ln w="15875">
                <a:solidFill>
                  <a:sysClr val="windowText" lastClr="0000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Sheet1!$D$6:$D$7</c:f>
              <c:numCache>
                <c:formatCode>General</c:formatCode>
                <c:ptCount val="2"/>
                <c:pt idx="0">
                  <c:v>2023</c:v>
                </c:pt>
                <c:pt idx="1">
                  <c:v>2030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148</c:v>
                </c:pt>
                <c:pt idx="1">
                  <c:v>228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3F2-2445-8314-FC28BF71B5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2837712"/>
        <c:axId val="1012840112"/>
      </c:lineChart>
      <c:catAx>
        <c:axId val="101283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012840112"/>
        <c:crosses val="autoZero"/>
        <c:auto val="1"/>
        <c:lblAlgn val="ctr"/>
        <c:lblOffset val="100"/>
        <c:noMultiLvlLbl val="0"/>
      </c:catAx>
      <c:valAx>
        <c:axId val="1012840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12837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思源宋体 CN Heavy" panose="02020900000000000000" pitchFamily="18" charset="-122"/>
          <a:ea typeface="思源宋体 CN Heavy" panose="02020900000000000000" pitchFamily="18" charset="-122"/>
        </a:defRPr>
      </a:pPr>
      <a:endParaRPr lang="zh-CN"/>
    </a:p>
  </c:txPr>
  <c:externalData r:id="rId4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areaChart>
        <c:grouping val="standard"/>
        <c:varyColors val="0"/>
        <c:ser>
          <c:idx val="1"/>
          <c:order val="1"/>
          <c:spPr>
            <a:solidFill>
              <a:srgbClr val="E6E8EB"/>
            </a:solidFill>
            <a:ln>
              <a:noFill/>
            </a:ln>
            <a:effectLst/>
          </c:spPr>
          <c:cat>
            <c:numRef>
              <c:f>Sheet1!$D$6:$D$7</c:f>
              <c:numCache>
                <c:formatCode>General</c:formatCode>
                <c:ptCount val="2"/>
                <c:pt idx="0">
                  <c:v>2023</c:v>
                </c:pt>
                <c:pt idx="1">
                  <c:v>2030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217</c:v>
                </c:pt>
                <c:pt idx="1">
                  <c:v>369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76-474B-9698-78618DDEC7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12837712"/>
        <c:axId val="1012840112"/>
      </c:areaChart>
      <c:lineChart>
        <c:grouping val="standard"/>
        <c:varyColors val="0"/>
        <c:ser>
          <c:idx val="0"/>
          <c:order val="0"/>
          <c:spPr>
            <a:ln w="28575" cap="rnd">
              <a:solidFill>
                <a:sysClr val="windowText" lastClr="000000"/>
              </a:solidFill>
              <a:round/>
            </a:ln>
            <a:effectLst/>
          </c:spPr>
          <c:marker>
            <c:symbol val="circle"/>
            <c:size val="8"/>
            <c:spPr>
              <a:solidFill>
                <a:schemeClr val="bg1"/>
              </a:solidFill>
              <a:ln w="15875">
                <a:solidFill>
                  <a:sysClr val="windowText" lastClr="000000"/>
                </a:solidFill>
              </a:ln>
              <a:effectLst/>
            </c:spPr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HarmonyOS Sans SC" pitchFamily="2" charset="-122"/>
                    <a:ea typeface="HarmonyOS Sans SC" pitchFamily="2" charset="-122"/>
                    <a:cs typeface="+mn-cs"/>
                  </a:defRPr>
                </a:pPr>
                <a:endParaRPr lang="zh-CN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Sheet1!$D$6:$D$7</c:f>
              <c:numCache>
                <c:formatCode>General</c:formatCode>
                <c:ptCount val="2"/>
                <c:pt idx="0">
                  <c:v>2023</c:v>
                </c:pt>
                <c:pt idx="1">
                  <c:v>2030</c:v>
                </c:pt>
              </c:numCache>
            </c:numRef>
          </c:cat>
          <c:val>
            <c:numRef>
              <c:f>Sheet1!$E$6:$E$7</c:f>
              <c:numCache>
                <c:formatCode>General</c:formatCode>
                <c:ptCount val="2"/>
                <c:pt idx="0">
                  <c:v>217</c:v>
                </c:pt>
                <c:pt idx="1">
                  <c:v>369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D76-474B-9698-78618DDEC7F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012837712"/>
        <c:axId val="1012840112"/>
      </c:lineChart>
      <c:catAx>
        <c:axId val="10128377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noFill/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HarmonyOS Sans SC" pitchFamily="2" charset="-122"/>
                <a:ea typeface="HarmonyOS Sans SC" pitchFamily="2" charset="-122"/>
                <a:cs typeface="+mn-cs"/>
              </a:defRPr>
            </a:pPr>
            <a:endParaRPr lang="zh-CN"/>
          </a:p>
        </c:txPr>
        <c:crossAx val="1012840112"/>
        <c:crosses val="autoZero"/>
        <c:auto val="1"/>
        <c:lblAlgn val="ctr"/>
        <c:lblOffset val="100"/>
        <c:noMultiLvlLbl val="0"/>
      </c:catAx>
      <c:valAx>
        <c:axId val="1012840112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1012837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latin typeface="思源宋体 CN Heavy" panose="02020900000000000000" pitchFamily="18" charset="-122"/>
          <a:ea typeface="思源宋体 CN Heavy" panose="02020900000000000000" pitchFamily="18" charset="-122"/>
        </a:defRPr>
      </a:pPr>
      <a:endParaRPr lang="zh-CN"/>
    </a:p>
  </c:txPr>
  <c:externalData r:id="rId4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9809523809523808E-2"/>
          <c:y val="1.9809523809523808E-2"/>
          <c:w val="0.96038095238095234"/>
          <c:h val="0.96038095238095234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rgbClr val="00207E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329D-4945-9704-07B33AD899AC}"/>
              </c:ext>
            </c:extLst>
          </c:dPt>
          <c:dPt>
            <c:idx val="1"/>
            <c:bubble3D val="0"/>
            <c:spPr>
              <a:solidFill>
                <a:srgbClr val="00A8F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329D-4945-9704-07B33AD899AC}"/>
              </c:ext>
            </c:extLst>
          </c:dPt>
          <c:dPt>
            <c:idx val="2"/>
            <c:bubble3D val="0"/>
            <c:spPr>
              <a:solidFill>
                <a:srgbClr val="29F4E8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2-329D-4945-9704-07B33AD899AC}"/>
              </c:ext>
            </c:extLst>
          </c:dPt>
          <c:val>
            <c:numRef>
              <c:f>Sheet1!$A$1:$A$3</c:f>
              <c:numCache>
                <c:formatCode>General</c:formatCode>
                <c:ptCount val="3"/>
                <c:pt idx="0">
                  <c:v>8</c:v>
                </c:pt>
                <c:pt idx="1">
                  <c:v>77</c:v>
                </c:pt>
                <c:pt idx="2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329D-4945-9704-07B33AD899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80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9287833827893175E-2"/>
          <c:y val="7.4435090828533446E-2"/>
          <c:w val="0.96142433234421365"/>
          <c:h val="0.85112981834293311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0A8F7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329198050509526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43D4-2849-94F0-AAB8388216E8}"/>
                </c:ext>
              </c:extLst>
            </c:dLbl>
            <c:dLbl>
              <c:idx val="1"/>
              <c:layout>
                <c:manualLayout>
                  <c:x val="0"/>
                  <c:y val="-1.772264067346034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43D4-2849-94F0-AAB8388216E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Sheet1!$A$1:$C$1</c:f>
              <c:numCache>
                <c:formatCode>General</c:formatCode>
                <c:ptCount val="3"/>
                <c:pt idx="0">
                  <c:v>23</c:v>
                </c:pt>
                <c:pt idx="1">
                  <c:v>44</c:v>
                </c:pt>
                <c:pt idx="2">
                  <c:v>100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43D4-2849-94F0-AAB8388216E8}"/>
            </c:ext>
          </c:extLst>
        </c:ser>
        <c:ser>
          <c:idx val="1"/>
          <c:order val="1"/>
          <c:spPr>
            <a:solidFill>
              <a:srgbClr val="00207E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772264067346034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43D4-2849-94F0-AAB8388216E8}"/>
                </c:ext>
              </c:extLst>
            </c:dLbl>
            <c:dLbl>
              <c:idx val="1"/>
              <c:layout>
                <c:manualLayout>
                  <c:x val="0"/>
                  <c:y val="-1.7722640673460345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43D4-2849-94F0-AAB8388216E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Sheet1!$A$2:$C$2</c:f>
              <c:numCache>
                <c:formatCode>General</c:formatCode>
                <c:ptCount val="3"/>
                <c:pt idx="0">
                  <c:v>6</c:v>
                </c:pt>
                <c:pt idx="1">
                  <c:v>13</c:v>
                </c:pt>
                <c:pt idx="2">
                  <c:v>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43D4-2849-94F0-AAB8388216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652573184"/>
        <c:axId val="1"/>
      </c:barChart>
      <c:catAx>
        <c:axId val="652573184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652573184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7.2829131652661066E-3"/>
          <c:y val="0.19444444444444445"/>
          <c:w val="0.98543417366946784"/>
          <c:h val="0.61111111111111116"/>
        </c:manualLayout>
      </c:layout>
      <c:barChart>
        <c:barDir val="bar"/>
        <c:grouping val="stack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3.47222222222222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681C-4C44-87BD-F38D42B5E04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</c:f>
              <c:numCache>
                <c:formatCode>General</c:formatCode>
                <c:ptCount val="1"/>
                <c:pt idx="0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81C-4C44-87BD-F38D42B5E040}"/>
            </c:ext>
          </c:extLst>
        </c:ser>
        <c:ser>
          <c:idx val="1"/>
          <c:order val="1"/>
          <c:spPr>
            <a:solidFill>
              <a:srgbClr val="00A8F7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3.47222222222222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681C-4C44-87BD-F38D42B5E04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</c:f>
              <c:numCache>
                <c:formatCode>General</c:formatCode>
                <c:ptCount val="1"/>
                <c:pt idx="0">
                  <c:v>23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681C-4C44-87BD-F38D42B5E040}"/>
            </c:ext>
          </c:extLst>
        </c:ser>
        <c:ser>
          <c:idx val="2"/>
          <c:order val="2"/>
          <c:spPr>
            <a:solidFill>
              <a:srgbClr val="0352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-1.4005602240896358E-4"/>
                  <c:y val="3.47222222222222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681C-4C44-87BD-F38D42B5E04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</c:f>
              <c:numCache>
                <c:formatCode>General</c:formatCode>
                <c:ptCount val="1"/>
                <c:pt idx="0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5-681C-4C44-87BD-F38D42B5E040}"/>
            </c:ext>
          </c:extLst>
        </c:ser>
        <c:ser>
          <c:idx val="3"/>
          <c:order val="3"/>
          <c:spPr>
            <a:solidFill>
              <a:srgbClr val="00BBAB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-1.4005602240896358E-4"/>
                  <c:y val="3.472222222222222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2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681C-4C44-87BD-F38D42B5E040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</c:f>
              <c:numCache>
                <c:formatCode>General</c:formatCode>
                <c:ptCount val="1"/>
                <c:pt idx="0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681C-4C44-87BD-F38D42B5E0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839624863"/>
        <c:axId val="1"/>
      </c:barChart>
      <c:catAx>
        <c:axId val="839624863"/>
        <c:scaling>
          <c:orientation val="maxMin"/>
        </c:scaling>
        <c:delete val="0"/>
        <c:axPos val="l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bg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00"/>
          <c:min val="0"/>
        </c:scaling>
        <c:delete val="1"/>
        <c:axPos val="t"/>
        <c:numFmt formatCode="General" sourceLinked="1"/>
        <c:majorTickMark val="out"/>
        <c:minorTickMark val="none"/>
        <c:tickLblPos val="nextTo"/>
        <c:crossAx val="83962486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0878859857482184E-2"/>
          <c:y val="3.0878859857482184E-2"/>
          <c:w val="0.93824228028503565"/>
          <c:h val="0.93824228028503565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863D-3B43-A60E-7610823A3FA6}"/>
              </c:ext>
            </c:extLst>
          </c:dPt>
          <c:dPt>
            <c:idx val="1"/>
            <c:bubble3D val="0"/>
            <c:spPr>
              <a:solidFill>
                <a:srgbClr val="CCCCC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863D-3B43-A60E-7610823A3FA6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49</c:v>
                </c:pt>
                <c:pt idx="1">
                  <c:v>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863D-3B43-A60E-7610823A3FA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0878859857482184E-2"/>
          <c:y val="3.0878859857482184E-2"/>
          <c:w val="0.93824228028503565"/>
          <c:h val="0.93824228028503565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rgbClr val="00A8F7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3323-6041-A48B-6B8F24854F52}"/>
              </c:ext>
            </c:extLst>
          </c:dPt>
          <c:dPt>
            <c:idx val="1"/>
            <c:bubble3D val="0"/>
            <c:spPr>
              <a:solidFill>
                <a:srgbClr val="CCCCC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3323-6041-A48B-6B8F24854F52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56.000000000000007</c:v>
                </c:pt>
                <c:pt idx="1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323-6041-A48B-6B8F24854F5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0878859857482184E-2"/>
          <c:y val="3.0878859857482184E-2"/>
          <c:w val="0.93824228028503565"/>
          <c:h val="0.93824228028503565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rgbClr val="0352FF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919A-4C42-A5E7-5CBC9133929B}"/>
              </c:ext>
            </c:extLst>
          </c:dPt>
          <c:dPt>
            <c:idx val="1"/>
            <c:bubble3D val="0"/>
            <c:spPr>
              <a:solidFill>
                <a:srgbClr val="CCCCC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19A-4C42-A5E7-5CBC9133929B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63</c:v>
                </c:pt>
                <c:pt idx="1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19A-4C42-A5E7-5CBC9133929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3.0878859857482184E-2"/>
          <c:y val="3.0878859857482184E-2"/>
          <c:w val="0.93824228028503565"/>
          <c:h val="0.93824228028503565"/>
        </c:manualLayout>
      </c:layout>
      <c:doughnutChart>
        <c:varyColors val="0"/>
        <c:ser>
          <c:idx val="0"/>
          <c:order val="0"/>
          <c:dPt>
            <c:idx val="0"/>
            <c:bubble3D val="0"/>
            <c:spPr>
              <a:solidFill>
                <a:srgbClr val="00BBAB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9029-5C4C-B446-A364E5189DE8}"/>
              </c:ext>
            </c:extLst>
          </c:dPt>
          <c:dPt>
            <c:idx val="1"/>
            <c:bubble3D val="0"/>
            <c:spPr>
              <a:solidFill>
                <a:srgbClr val="CCCCCC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1-9029-5C4C-B446-A364E5189DE8}"/>
              </c:ext>
            </c:extLst>
          </c:dPt>
          <c:val>
            <c:numRef>
              <c:f>Sheet1!$A$1:$A$2</c:f>
              <c:numCache>
                <c:formatCode>General</c:formatCode>
                <c:ptCount val="2"/>
                <c:pt idx="0">
                  <c:v>26</c:v>
                </c:pt>
                <c:pt idx="1">
                  <c:v>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029-5C4C-B446-A364E5189D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75"/>
      </c:doughnutChart>
    </c:plotArea>
    <c:plotVisOnly val="0"/>
    <c:dispBlanksAs val="gap"/>
    <c:showDLblsOverMax val="1"/>
  </c:chart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1129622104835433E-2"/>
          <c:y val="0.29770992366412213"/>
          <c:w val="0.95774075579032913"/>
          <c:h val="0.4918211559432933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2213740458015267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BBA-CB48-88B4-B4B99B2C3648}"/>
                </c:ext>
              </c:extLst>
            </c:dLbl>
            <c:dLbl>
              <c:idx val="1"/>
              <c:layout>
                <c:manualLayout>
                  <c:x val="0"/>
                  <c:y val="-0.3336968375136313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BBA-CB48-88B4-B4B99B2C3648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298</c:v>
                </c:pt>
                <c:pt idx="1">
                  <c:v>548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BBA-CB48-88B4-B4B99B2C36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55520112"/>
        <c:axId val="1"/>
      </c:barChart>
      <c:catAx>
        <c:axId val="2055520112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54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055520112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1129622104835433E-2"/>
          <c:y val="0.30099228224917307"/>
          <c:w val="0.95774075579032913"/>
          <c:h val="0.4862183020948180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chemeClr val="tx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0.1289966923925027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Source Han Serif CN Medium"/>
                      <a:ea typeface="Source Han Serif CN Medium"/>
                      <a:cs typeface="Source Han Serif CN Medium"/>
                      <a:sym typeface="Source Han Serif CN Medium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F8DE-384E-B432-9A09B2ECD59F}"/>
                </c:ext>
              </c:extLst>
            </c:dLbl>
            <c:dLbl>
              <c:idx val="1"/>
              <c:layout>
                <c:manualLayout>
                  <c:x val="0"/>
                  <c:y val="-0.3307607497243660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Source Han Serif CN Medium"/>
                      <a:ea typeface="Source Han Serif CN Medium"/>
                      <a:cs typeface="Source Han Serif CN Medium"/>
                      <a:sym typeface="Source Han Serif CN Medium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F8DE-384E-B432-9A09B2ECD59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2</c:v>
                </c:pt>
                <c:pt idx="1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8DE-384E-B432-9A09B2ECD5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915476656"/>
        <c:axId val="1"/>
      </c:barChart>
      <c:catAx>
        <c:axId val="191547665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12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91547665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1121039805036556E-2"/>
          <c:y val="0.29770992366412213"/>
          <c:w val="0.95775792038992691"/>
          <c:h val="0.49182115594329334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1A9F4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1B15-384B-8000-41F78A8B6A0D}"/>
              </c:ext>
            </c:extLst>
          </c:dPt>
          <c:dLbls>
            <c:dLbl>
              <c:idx val="0"/>
              <c:layout>
                <c:manualLayout>
                  <c:x val="0"/>
                  <c:y val="-0.17448200654307525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1B15-384B-8000-41F78A8B6A0D}"/>
                </c:ext>
              </c:extLst>
            </c:dLbl>
            <c:dLbl>
              <c:idx val="1"/>
              <c:layout>
                <c:manualLayout>
                  <c:x val="0"/>
                  <c:y val="-0.33369683751363138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1B15-384B-8000-41F78A8B6A0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85</c:v>
                </c:pt>
                <c:pt idx="1">
                  <c:v>239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1B15-384B-8000-41F78A8B6A0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1662633136"/>
        <c:axId val="1"/>
      </c:barChart>
      <c:catAx>
        <c:axId val="1662633136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39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662633136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2.1121039805036556E-2"/>
          <c:y val="0.30099228224917307"/>
          <c:w val="0.95775792038992691"/>
          <c:h val="0.4862183020948180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1A9F4"/>
            </a:solidFill>
            <a:ln>
              <a:noFill/>
            </a:ln>
          </c:spPr>
          <c:invertIfNegative val="0"/>
          <c:dPt>
            <c:idx val="0"/>
            <c:invertIfNegative val="0"/>
            <c:bubble3D val="0"/>
            <c:spPr>
              <a:solidFill>
                <a:schemeClr val="tx1"/>
              </a:solidFill>
              <a:ln>
                <a:noFill/>
              </a:ln>
            </c:spPr>
            <c:extLst>
              <c:ext xmlns:c16="http://schemas.microsoft.com/office/drawing/2014/chart" uri="{C3380CC4-5D6E-409C-BE32-E72D297353CC}">
                <c16:uniqueId val="{00000000-ED5C-4E49-92E7-75994B60015E}"/>
              </c:ext>
            </c:extLst>
          </c:dPt>
          <c:dLbls>
            <c:dLbl>
              <c:idx val="0"/>
              <c:layout>
                <c:manualLayout>
                  <c:x val="0"/>
                  <c:y val="-9.5920617420066148E-2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Source Han Serif CN Medium"/>
                      <a:ea typeface="Source Han Serif CN Medium"/>
                      <a:cs typeface="Source Han Serif CN Medium"/>
                      <a:sym typeface="Source Han Serif CN Medium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D5C-4E49-92E7-75994B60015E}"/>
                </c:ext>
              </c:extLst>
            </c:dLbl>
            <c:dLbl>
              <c:idx val="1"/>
              <c:layout>
                <c:manualLayout>
                  <c:x val="0"/>
                  <c:y val="-0.3307607497243660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kumimoji="1" sz="1400" kern="1200">
                      <a:solidFill>
                        <a:schemeClr val="tx1"/>
                      </a:solidFill>
                      <a:latin typeface="Source Han Serif CN Medium"/>
                      <a:ea typeface="Source Han Serif CN Medium"/>
                      <a:cs typeface="Source Han Serif CN Medium"/>
                      <a:sym typeface="Source Han Serif CN Medium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D5C-4E49-92E7-75994B60015E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Sheet1!$A$1:$B$1</c:f>
              <c:numCache>
                <c:formatCode>General</c:formatCode>
                <c:ptCount val="2"/>
                <c:pt idx="0">
                  <c:v>3</c:v>
                </c:pt>
                <c:pt idx="1">
                  <c:v>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ED5C-4E49-92E7-75994B6001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overlap val="100"/>
        <c:axId val="2055577328"/>
        <c:axId val="1"/>
      </c:barChart>
      <c:catAx>
        <c:axId val="2055577328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88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2055577328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0"/>
    <c:plotArea>
      <c:layout>
        <c:manualLayout>
          <c:layoutTarget val="inner"/>
          <c:xMode val="edge"/>
          <c:yMode val="edge"/>
          <c:x val="1.0422930446983364E-2"/>
          <c:y val="4.9667715984610006E-2"/>
          <c:w val="0.97915413910603333"/>
          <c:h val="0.90066456803077999"/>
        </c:manualLayout>
      </c:layout>
      <c:barChart>
        <c:barDir val="col"/>
        <c:grouping val="stacked"/>
        <c:varyColors val="0"/>
        <c:ser>
          <c:idx val="0"/>
          <c:order val="0"/>
          <c:spPr>
            <a:solidFill>
              <a:srgbClr val="0352FF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0-EAE9-464E-8B63-83F123E7335C}"/>
                </c:ext>
              </c:extLst>
            </c:dLbl>
            <c:dLbl>
              <c:idx val="1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1-EAE9-464E-8B63-83F123E7335C}"/>
                </c:ext>
              </c:extLst>
            </c:dLbl>
            <c:dLbl>
              <c:idx val="2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2-EAE9-464E-8B63-83F123E7335C}"/>
                </c:ext>
              </c:extLst>
            </c:dLbl>
            <c:dLbl>
              <c:idx val="3"/>
              <c:layout>
                <c:manualLayout>
                  <c:x val="0"/>
                  <c:y val="-1.399090591115774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3-EAE9-464E-8B63-83F123E7335C}"/>
                </c:ext>
              </c:extLst>
            </c:dLbl>
            <c:dLbl>
              <c:idx val="4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4-EAE9-464E-8B63-83F123E7335C}"/>
                </c:ext>
              </c:extLst>
            </c:dLbl>
            <c:dLbl>
              <c:idx val="5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5-EAE9-464E-8B63-83F123E7335C}"/>
                </c:ext>
              </c:extLst>
            </c:dLbl>
            <c:dLbl>
              <c:idx val="6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6-EAE9-464E-8B63-83F123E7335C}"/>
                </c:ext>
              </c:extLst>
            </c:dLbl>
            <c:dLbl>
              <c:idx val="7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7-EAE9-464E-8B63-83F123E7335C}"/>
                </c:ext>
              </c:extLst>
            </c:dLbl>
            <c:dLbl>
              <c:idx val="8"/>
              <c:layout>
                <c:manualLayout>
                  <c:x val="0"/>
                  <c:y val="-1.399090591115774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8-EAE9-464E-8B63-83F123E7335C}"/>
                </c:ext>
              </c:extLst>
            </c:dLbl>
            <c:dLbl>
              <c:idx val="9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9-EAE9-464E-8B63-83F123E7335C}"/>
                </c:ext>
              </c:extLst>
            </c:dLbl>
            <c:dLbl>
              <c:idx val="10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A-EAE9-464E-8B63-83F123E7335C}"/>
                </c:ext>
              </c:extLst>
            </c:dLbl>
            <c:dLbl>
              <c:idx val="11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B-EAE9-464E-8B63-83F123E7335C}"/>
                </c:ext>
              </c:extLst>
            </c:dLbl>
            <c:dLbl>
              <c:idx val="12"/>
              <c:layout>
                <c:manualLayout>
                  <c:x val="0"/>
                  <c:y val="-1.399090591115774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C-EAE9-464E-8B63-83F123E7335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Sheet1!$A$1:$M$1</c:f>
              <c:numCache>
                <c:formatCode>General</c:formatCode>
                <c:ptCount val="13"/>
                <c:pt idx="0">
                  <c:v>11</c:v>
                </c:pt>
                <c:pt idx="1">
                  <c:v>13</c:v>
                </c:pt>
                <c:pt idx="2">
                  <c:v>11</c:v>
                </c:pt>
                <c:pt idx="3">
                  <c:v>14</c:v>
                </c:pt>
                <c:pt idx="4">
                  <c:v>17</c:v>
                </c:pt>
                <c:pt idx="5">
                  <c:v>18</c:v>
                </c:pt>
                <c:pt idx="6">
                  <c:v>24</c:v>
                </c:pt>
                <c:pt idx="7">
                  <c:v>21</c:v>
                </c:pt>
                <c:pt idx="8">
                  <c:v>36</c:v>
                </c:pt>
                <c:pt idx="9">
                  <c:v>33</c:v>
                </c:pt>
                <c:pt idx="10">
                  <c:v>46</c:v>
                </c:pt>
                <c:pt idx="11">
                  <c:v>28</c:v>
                </c:pt>
                <c:pt idx="12">
                  <c:v>14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EAE9-464E-8B63-83F123E7335C}"/>
            </c:ext>
          </c:extLst>
        </c:ser>
        <c:ser>
          <c:idx val="1"/>
          <c:order val="1"/>
          <c:spPr>
            <a:solidFill>
              <a:srgbClr val="00BBAB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E-EAE9-464E-8B63-83F123E7335C}"/>
                </c:ext>
              </c:extLst>
            </c:dLbl>
            <c:dLbl>
              <c:idx val="1"/>
              <c:layout>
                <c:manualLayout>
                  <c:x val="0"/>
                  <c:y val="-1.399090591115774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0F-EAE9-464E-8B63-83F123E7335C}"/>
                </c:ext>
              </c:extLst>
            </c:dLbl>
            <c:dLbl>
              <c:idx val="2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0-EAE9-464E-8B63-83F123E7335C}"/>
                </c:ext>
              </c:extLst>
            </c:dLbl>
            <c:dLbl>
              <c:idx val="3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1-EAE9-464E-8B63-83F123E7335C}"/>
                </c:ext>
              </c:extLst>
            </c:dLbl>
            <c:dLbl>
              <c:idx val="4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2-EAE9-464E-8B63-83F123E7335C}"/>
                </c:ext>
              </c:extLst>
            </c:dLbl>
            <c:dLbl>
              <c:idx val="5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3-EAE9-464E-8B63-83F123E7335C}"/>
                </c:ext>
              </c:extLst>
            </c:dLbl>
            <c:dLbl>
              <c:idx val="6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4-EAE9-464E-8B63-83F123E7335C}"/>
                </c:ext>
              </c:extLst>
            </c:dLbl>
            <c:dLbl>
              <c:idx val="7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5-EAE9-464E-8B63-83F123E7335C}"/>
                </c:ext>
              </c:extLst>
            </c:dLbl>
            <c:dLbl>
              <c:idx val="8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6-EAE9-464E-8B63-83F123E7335C}"/>
                </c:ext>
              </c:extLst>
            </c:dLbl>
            <c:dLbl>
              <c:idx val="9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7-EAE9-464E-8B63-83F123E7335C}"/>
                </c:ext>
              </c:extLst>
            </c:dLbl>
            <c:dLbl>
              <c:idx val="10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8-EAE9-464E-8B63-83F123E7335C}"/>
                </c:ext>
              </c:extLst>
            </c:dLbl>
            <c:dLbl>
              <c:idx val="11"/>
              <c:layout>
                <c:manualLayout>
                  <c:x val="0"/>
                  <c:y val="-1.399090591115774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9-EAE9-464E-8B63-83F123E7335C}"/>
                </c:ext>
              </c:extLst>
            </c:dLbl>
            <c:dLbl>
              <c:idx val="12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A-EAE9-464E-8B63-83F123E7335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Sheet1!$A$2:$M$2</c:f>
              <c:numCache>
                <c:formatCode>General</c:formatCode>
                <c:ptCount val="13"/>
                <c:pt idx="0">
                  <c:v>13</c:v>
                </c:pt>
                <c:pt idx="1">
                  <c:v>10</c:v>
                </c:pt>
                <c:pt idx="2">
                  <c:v>18</c:v>
                </c:pt>
                <c:pt idx="3">
                  <c:v>27</c:v>
                </c:pt>
                <c:pt idx="4">
                  <c:v>17</c:v>
                </c:pt>
                <c:pt idx="5">
                  <c:v>22</c:v>
                </c:pt>
                <c:pt idx="6">
                  <c:v>39</c:v>
                </c:pt>
                <c:pt idx="7">
                  <c:v>33</c:v>
                </c:pt>
                <c:pt idx="8">
                  <c:v>27</c:v>
                </c:pt>
                <c:pt idx="9">
                  <c:v>29</c:v>
                </c:pt>
                <c:pt idx="10">
                  <c:v>42</c:v>
                </c:pt>
                <c:pt idx="11">
                  <c:v>28</c:v>
                </c:pt>
                <c:pt idx="12">
                  <c:v>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B-EAE9-464E-8B63-83F123E7335C}"/>
            </c:ext>
          </c:extLst>
        </c:ser>
        <c:ser>
          <c:idx val="2"/>
          <c:order val="2"/>
          <c:spPr>
            <a:solidFill>
              <a:srgbClr val="00A8F7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C-EAE9-464E-8B63-83F123E7335C}"/>
                </c:ext>
              </c:extLst>
            </c:dLbl>
            <c:dLbl>
              <c:idx val="1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D-EAE9-464E-8B63-83F123E7335C}"/>
                </c:ext>
              </c:extLst>
            </c:dLbl>
            <c:dLbl>
              <c:idx val="2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E-EAE9-464E-8B63-83F123E7335C}"/>
                </c:ext>
              </c:extLst>
            </c:dLbl>
            <c:dLbl>
              <c:idx val="3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1F-EAE9-464E-8B63-83F123E7335C}"/>
                </c:ext>
              </c:extLst>
            </c:dLbl>
            <c:dLbl>
              <c:idx val="4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0-EAE9-464E-8B63-83F123E7335C}"/>
                </c:ext>
              </c:extLst>
            </c:dLbl>
            <c:dLbl>
              <c:idx val="5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1-EAE9-464E-8B63-83F123E7335C}"/>
                </c:ext>
              </c:extLst>
            </c:dLbl>
            <c:dLbl>
              <c:idx val="6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2-EAE9-464E-8B63-83F123E7335C}"/>
                </c:ext>
              </c:extLst>
            </c:dLbl>
            <c:dLbl>
              <c:idx val="7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3-EAE9-464E-8B63-83F123E7335C}"/>
                </c:ext>
              </c:extLst>
            </c:dLbl>
            <c:dLbl>
              <c:idx val="8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4-EAE9-464E-8B63-83F123E7335C}"/>
                </c:ext>
              </c:extLst>
            </c:dLbl>
            <c:dLbl>
              <c:idx val="9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5-EAE9-464E-8B63-83F123E7335C}"/>
                </c:ext>
              </c:extLst>
            </c:dLbl>
            <c:dLbl>
              <c:idx val="10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6-EAE9-464E-8B63-83F123E7335C}"/>
                </c:ext>
              </c:extLst>
            </c:dLbl>
            <c:dLbl>
              <c:idx val="11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7-EAE9-464E-8B63-83F123E7335C}"/>
                </c:ext>
              </c:extLst>
            </c:dLbl>
            <c:dLbl>
              <c:idx val="12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8-EAE9-464E-8B63-83F123E7335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Sheet1!$A$3:$M$3</c:f>
              <c:numCache>
                <c:formatCode>General</c:formatCode>
                <c:ptCount val="13"/>
                <c:pt idx="0">
                  <c:v>35</c:v>
                </c:pt>
                <c:pt idx="1">
                  <c:v>44</c:v>
                </c:pt>
                <c:pt idx="2">
                  <c:v>51</c:v>
                </c:pt>
                <c:pt idx="3">
                  <c:v>40</c:v>
                </c:pt>
                <c:pt idx="4">
                  <c:v>70</c:v>
                </c:pt>
                <c:pt idx="5">
                  <c:v>51</c:v>
                </c:pt>
                <c:pt idx="6">
                  <c:v>49</c:v>
                </c:pt>
                <c:pt idx="7">
                  <c:v>53</c:v>
                </c:pt>
                <c:pt idx="8">
                  <c:v>85</c:v>
                </c:pt>
                <c:pt idx="9">
                  <c:v>42</c:v>
                </c:pt>
                <c:pt idx="10">
                  <c:v>77</c:v>
                </c:pt>
                <c:pt idx="11">
                  <c:v>67</c:v>
                </c:pt>
                <c:pt idx="12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9-EAE9-464E-8B63-83F123E7335C}"/>
            </c:ext>
          </c:extLst>
        </c:ser>
        <c:ser>
          <c:idx val="3"/>
          <c:order val="3"/>
          <c:spPr>
            <a:solidFill>
              <a:schemeClr val="tx1"/>
            </a:solidFill>
            <a:ln>
              <a:noFill/>
            </a:ln>
          </c:spPr>
          <c:invertIfNegative val="0"/>
          <c:dLbls>
            <c:dLbl>
              <c:idx val="0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A-EAE9-464E-8B63-83F123E7335C}"/>
                </c:ext>
              </c:extLst>
            </c:dLbl>
            <c:dLbl>
              <c:idx val="1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B-EAE9-464E-8B63-83F123E7335C}"/>
                </c:ext>
              </c:extLst>
            </c:dLbl>
            <c:dLbl>
              <c:idx val="2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C-EAE9-464E-8B63-83F123E7335C}"/>
                </c:ext>
              </c:extLst>
            </c:dLbl>
            <c:dLbl>
              <c:idx val="3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D-EAE9-464E-8B63-83F123E7335C}"/>
                </c:ext>
              </c:extLst>
            </c:dLbl>
            <c:dLbl>
              <c:idx val="4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E-EAE9-464E-8B63-83F123E7335C}"/>
                </c:ext>
              </c:extLst>
            </c:dLbl>
            <c:dLbl>
              <c:idx val="5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2F-EAE9-464E-8B63-83F123E7335C}"/>
                </c:ext>
              </c:extLst>
            </c:dLbl>
            <c:dLbl>
              <c:idx val="6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0-EAE9-464E-8B63-83F123E7335C}"/>
                </c:ext>
              </c:extLst>
            </c:dLbl>
            <c:dLbl>
              <c:idx val="7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1-EAE9-464E-8B63-83F123E7335C}"/>
                </c:ext>
              </c:extLst>
            </c:dLbl>
            <c:dLbl>
              <c:idx val="8"/>
              <c:layout>
                <c:manualLayout>
                  <c:x val="0"/>
                  <c:y val="-1.399090591115774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2-EAE9-464E-8B63-83F123E7335C}"/>
                </c:ext>
              </c:extLst>
            </c:dLbl>
            <c:dLbl>
              <c:idx val="9"/>
              <c:layout>
                <c:manualLayout>
                  <c:x val="0"/>
                  <c:y val="-1.3990905911157748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3-EAE9-464E-8B63-83F123E7335C}"/>
                </c:ext>
              </c:extLst>
            </c:dLbl>
            <c:dLbl>
              <c:idx val="10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4-EAE9-464E-8B63-83F123E7335C}"/>
                </c:ext>
              </c:extLst>
            </c:dLbl>
            <c:dLbl>
              <c:idx val="11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5-EAE9-464E-8B63-83F123E7335C}"/>
                </c:ext>
              </c:extLst>
            </c:dLbl>
            <c:dLbl>
              <c:idx val="12"/>
              <c:layout>
                <c:manualLayout>
                  <c:x val="0"/>
                  <c:y val="-1.0493179433368311E-3"/>
                </c:manualLayout>
              </c:layout>
              <c:numFmt formatCode="#,##0;&quot;-&quot;#,##0" sourceLinked="0"/>
              <c:spPr>
                <a:noFill/>
                <a:ln>
                  <a:noFill/>
                </a:ln>
              </c:spPr>
              <c:txPr>
                <a:bodyPr wrap="none"/>
                <a:lstStyle/>
                <a:p>
                  <a:pPr>
                    <a:defRPr sz="1000" kern="1200">
                      <a:solidFill>
                        <a:schemeClr val="bg1"/>
                      </a:solidFill>
                      <a:latin typeface="HarmonyOS Sans SC"/>
                      <a:ea typeface="HarmonyOS Sans SC"/>
                      <a:cs typeface="HarmonyOS Sans SC"/>
                      <a:sym typeface="HarmonyOS Sans SC"/>
                    </a:defRPr>
                  </a:pPr>
                  <a:endParaRPr lang="zh-CN"/>
                </a:p>
              </c:txPr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pPr xmlns:c15="http://schemas.microsoft.com/office/drawing/2012/chart">
                    <a:prstGeom prst="rect">
                      <a:avLst/>
                    </a:prstGeom>
                  </c15:spPr>
                </c:ext>
                <c:ext xmlns:c16="http://schemas.microsoft.com/office/drawing/2014/chart" uri="{C3380CC4-5D6E-409C-BE32-E72D297353CC}">
                  <c16:uniqueId val="{00000036-EAE9-464E-8B63-83F123E7335C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val>
            <c:numRef>
              <c:f>Sheet1!$A$4:$M$4</c:f>
              <c:numCache>
                <c:formatCode>General</c:formatCode>
                <c:ptCount val="13"/>
                <c:pt idx="0">
                  <c:v>11</c:v>
                </c:pt>
                <c:pt idx="1">
                  <c:v>22</c:v>
                </c:pt>
                <c:pt idx="2">
                  <c:v>28</c:v>
                </c:pt>
                <c:pt idx="3">
                  <c:v>33</c:v>
                </c:pt>
                <c:pt idx="4">
                  <c:v>39</c:v>
                </c:pt>
                <c:pt idx="5">
                  <c:v>41</c:v>
                </c:pt>
                <c:pt idx="6">
                  <c:v>41</c:v>
                </c:pt>
                <c:pt idx="7">
                  <c:v>56</c:v>
                </c:pt>
                <c:pt idx="8">
                  <c:v>47</c:v>
                </c:pt>
                <c:pt idx="9">
                  <c:v>52</c:v>
                </c:pt>
                <c:pt idx="10">
                  <c:v>71</c:v>
                </c:pt>
                <c:pt idx="11">
                  <c:v>68</c:v>
                </c:pt>
                <c:pt idx="12">
                  <c:v>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37-EAE9-464E-8B63-83F123E7335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1060927343"/>
        <c:axId val="1"/>
      </c:barChart>
      <c:catAx>
        <c:axId val="1060927343"/>
        <c:scaling>
          <c:orientation val="minMax"/>
        </c:scaling>
        <c:delete val="0"/>
        <c:axPos val="b"/>
        <c:majorGridlines>
          <c:spPr>
            <a:ln>
              <a:noFill/>
            </a:ln>
          </c:spPr>
        </c:majorGridlines>
        <c:majorTickMark val="none"/>
        <c:minorTickMark val="none"/>
        <c:tickLblPos val="none"/>
        <c:spPr>
          <a:ln w="9525" cmpd="sng" algn="ctr">
            <a:solidFill>
              <a:schemeClr val="tx1"/>
            </a:solidFill>
            <a:prstDash val="solid"/>
          </a:ln>
        </c:spPr>
        <c:crossAx val="1"/>
        <c:crosses val="min"/>
        <c:auto val="0"/>
        <c:lblAlgn val="ctr"/>
        <c:lblOffset val="100"/>
        <c:noMultiLvlLbl val="0"/>
      </c:catAx>
      <c:valAx>
        <c:axId val="1"/>
        <c:scaling>
          <c:orientation val="minMax"/>
          <c:max val="23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1060927343"/>
        <c:crosses val="min"/>
        <c:crossBetween val="between"/>
      </c:valAx>
    </c:plotArea>
    <c:plotVisOnly val="0"/>
    <c:dispBlanksAs val="gap"/>
    <c:showDLblsOverMax val="1"/>
  </c:chart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33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8B9BAC-4CE0-1D43-C6EE-0EA351A8F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C502B58-A30A-035D-0596-696DD220EE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BF8C48-AA9B-478E-2240-3DA52F6D3C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99F83-8464-F842-A9F5-EE8ABAA46841}" type="datetimeFigureOut">
              <a:rPr kumimoji="1" lang="zh-CN" altLang="en-US" smtClean="0"/>
              <a:t>2024/11/23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B969990-5D02-C5FC-D2A7-AC5D6D01D5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0B518BD-0BF2-3358-12C5-4DD6481C7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640C-BA89-6B44-8FCE-C38FA8167F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47692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A68250-191F-5C8B-B867-3A4CA620F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F916E9-EB99-7531-ABEF-67C71E96BD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509B3C0-07FC-046C-CF30-098542216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99F83-8464-F842-A9F5-EE8ABAA46841}" type="datetimeFigureOut">
              <a:rPr kumimoji="1" lang="zh-CN" altLang="en-US" smtClean="0"/>
              <a:t>2024/11/23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9DE71CA-BA50-10E2-2FEC-F88C1156F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6BA802-5F39-7FB9-B115-16C25C6846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640C-BA89-6B44-8FCE-C38FA8167F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54560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360DFA-5847-F727-CA85-5866B95444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1F37460-D19F-E947-5AC5-A7D96FFB03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4AA5CCA-F195-B535-8251-D0CB5497DD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99F83-8464-F842-A9F5-EE8ABAA46841}" type="datetimeFigureOut">
              <a:rPr kumimoji="1" lang="zh-CN" altLang="en-US" smtClean="0"/>
              <a:t>2024/11/23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2E884E-5988-C1ED-131E-8158BDA7F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D40DE1-3367-BA69-3E3E-B3B8426EF5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640C-BA89-6B44-8FCE-C38FA8167F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87186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D274FD-4797-5891-9950-149B3C6943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48D4DEF-C651-D4D2-4F53-FD839A05BA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87B47BB-79EF-C651-B231-BC8E09CC4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FF38A63-33D7-995C-1556-3B2EE7A68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99F83-8464-F842-A9F5-EE8ABAA46841}" type="datetimeFigureOut">
              <a:rPr kumimoji="1" lang="zh-CN" altLang="en-US" smtClean="0"/>
              <a:t>2024/11/23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90AFCF-0923-B49D-593E-F599D042C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FB208F5-AFB9-F231-DF72-DF80789B1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640C-BA89-6B44-8FCE-C38FA8167F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1607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8E8E717-20D4-9DA5-A9A6-3FF7B5730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812BF71-B908-1B32-D175-6BBAB79558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3F29C5D-4275-6FC4-25AC-38C54C5FB6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5498BE0-A2B4-627F-D4E2-99B2B7A0B1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6A3B6D81-A5A0-D6BE-9C1F-EAE0F0A13E0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750BD1C-0AB8-1678-0DA1-4DEA69106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99F83-8464-F842-A9F5-EE8ABAA46841}" type="datetimeFigureOut">
              <a:rPr kumimoji="1" lang="zh-CN" altLang="en-US" smtClean="0"/>
              <a:t>2024/11/23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8292A05-3ACF-F24A-8C76-0C9F2946C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8BFB772-8855-0BE3-E539-DE12CADFB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640C-BA89-6B44-8FCE-C38FA8167F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779723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B7E87B-9854-D802-B72C-75569B0D2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39A86B2-BE5B-083B-3742-8082DC356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99F83-8464-F842-A9F5-EE8ABAA46841}" type="datetimeFigureOut">
              <a:rPr kumimoji="1" lang="zh-CN" altLang="en-US" smtClean="0"/>
              <a:t>2024/11/23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62E8413-7025-5CD0-F38E-1B4BEA05D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A5B0B11-2870-C0B0-7CAA-3984D7637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640C-BA89-6B44-8FCE-C38FA8167F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87884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386EEA49-2169-B324-E374-55B873A42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99F83-8464-F842-A9F5-EE8ABAA46841}" type="datetimeFigureOut">
              <a:rPr kumimoji="1" lang="zh-CN" altLang="en-US" smtClean="0"/>
              <a:t>2024/11/23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C777E58-D36F-9C34-68EF-4286C4451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655F017-15A7-CDC8-17A7-E8DC324F7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640C-BA89-6B44-8FCE-C38FA8167F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8027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B0FAC6-CAD0-2626-BA24-CEAACBD04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CA33DE5-7E41-8CCE-3906-414A5C7889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94A094C-62F2-EBE3-95C9-48FED8F75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0F28EC7-E393-83CB-49D5-E03B49CE5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99F83-8464-F842-A9F5-EE8ABAA46841}" type="datetimeFigureOut">
              <a:rPr kumimoji="1" lang="zh-CN" altLang="en-US" smtClean="0"/>
              <a:t>2024/11/23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D184D7C-3FE3-D055-ACEB-47B4CB0A0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6A2EE25-F8DC-E725-A2B0-BBFC9262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640C-BA89-6B44-8FCE-C38FA8167F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41786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6A3BD9-BFF5-54F2-3C73-48B22F271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AB465C2-7A20-94A0-FBE2-E4FCE3C975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B2DDB6D-7563-A3F4-BD12-56DBAF67BB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EDE3882-2D56-F7F5-1A17-EAA0B26F5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99F83-8464-F842-A9F5-EE8ABAA46841}" type="datetimeFigureOut">
              <a:rPr kumimoji="1" lang="zh-CN" altLang="en-US" smtClean="0"/>
              <a:t>2024/11/23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62E01E0-6541-531A-317F-28C0CF3BC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D735B89-5AD6-E812-BF26-FF2EA7814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640C-BA89-6B44-8FCE-C38FA8167F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71821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FB5B01-EEB6-75CF-2FF7-A05E61FD2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776C0FE-BB6A-B24F-6BB2-2A642BDE4F2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B4E00C-B830-A33B-02B6-C71C625B5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99F83-8464-F842-A9F5-EE8ABAA46841}" type="datetimeFigureOut">
              <a:rPr kumimoji="1" lang="zh-CN" altLang="en-US" smtClean="0"/>
              <a:t>2024/11/23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C9CD70-826E-04BC-6098-089C6CF6F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AF5826-7F4C-A864-48DF-2EF1F03DE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640C-BA89-6B44-8FCE-C38FA8167F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03474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03516BD-D8DB-E411-229D-2183060075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862AB8D-E2B8-DDAD-28EA-CCE38C3087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E61E7B3-E830-D52A-526F-CCD2C7E07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99F83-8464-F842-A9F5-EE8ABAA46841}" type="datetimeFigureOut">
              <a:rPr kumimoji="1" lang="zh-CN" altLang="en-US" smtClean="0"/>
              <a:t>2024/11/23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0E72D9-F7EE-B0B1-3371-ADC27E97F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BF68AF1-5161-160D-6E1D-DA7E3633C2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41640C-BA89-6B44-8FCE-C38FA8167F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18886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Main Title &amp; Subtitle">
  <p:cSld name="1_Main Title &amp; Subtitle">
    <p:bg>
      <p:bgPr>
        <a:solidFill>
          <a:schemeClr val="bg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517094" y="885782"/>
            <a:ext cx="11157817" cy="231007"/>
          </a:xfrm>
          <a:prstGeom prst="rect">
            <a:avLst/>
          </a:prstGeom>
        </p:spPr>
        <p:txBody>
          <a:bodyPr wrap="none" lIns="0" tIns="0" rIns="0" bIns="0" anchor="ctr">
            <a:noAutofit/>
          </a:bodyPr>
          <a:lstStyle>
            <a:lvl1pPr marL="0" indent="0" algn="l">
              <a:buNone/>
              <a:defRPr sz="1335" b="0" baseline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" panose="02000000000000000000" pitchFamily="2" charset="0"/>
              </a:defRPr>
            </a:lvl1pPr>
            <a:lvl2pPr marL="609585" indent="0">
              <a:buNone/>
              <a:defRPr sz="1600"/>
            </a:lvl2pPr>
            <a:lvl3pPr marL="1219170" indent="0">
              <a:buNone/>
              <a:defRPr sz="1335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6459" indent="0">
              <a:buNone/>
              <a:defRPr sz="1200"/>
            </a:lvl8pPr>
            <a:lvl9pPr marL="4876043" indent="0">
              <a:buNone/>
              <a:defRPr sz="1200"/>
            </a:lvl9pPr>
          </a:lstStyle>
          <a:p>
            <a:pPr lvl="0"/>
            <a:r>
              <a:rPr lang="en-US" dirty="0"/>
              <a:t>CLICK TO EDITE SUBTITLE</a:t>
            </a:r>
          </a:p>
        </p:txBody>
      </p:sp>
      <p:sp>
        <p:nvSpPr>
          <p:cNvPr id="12" name="Title 2"/>
          <p:cNvSpPr>
            <a:spLocks noGrp="1"/>
          </p:cNvSpPr>
          <p:nvPr>
            <p:ph type="title"/>
          </p:nvPr>
        </p:nvSpPr>
        <p:spPr>
          <a:xfrm>
            <a:off x="517094" y="208857"/>
            <a:ext cx="11157817" cy="660511"/>
          </a:xfrm>
          <a:prstGeom prst="rect">
            <a:avLst/>
          </a:prstGeom>
        </p:spPr>
        <p:txBody>
          <a:bodyPr lIns="0" tIns="0" rIns="0" bIns="0" anchor="ctr"/>
          <a:lstStyle>
            <a:lvl1pPr algn="l">
              <a:defRPr sz="3465">
                <a:solidFill>
                  <a:schemeClr val="tx1">
                    <a:lumMod val="90000"/>
                    <a:lumOff val="1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440679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526A6798-661A-9EBC-0202-B9FD7E9178B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87970903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5" imgW="7772400" imgH="10058400" progId="TCLayout.ActiveDocument.1">
                  <p:embed/>
                </p:oleObj>
              </mc:Choice>
              <mc:Fallback>
                <p:oleObj name="think-cell 幻灯片" r:id="rId15" imgW="7772400" imgH="10058400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68ED728-FD50-A7B2-5AA8-9014F84B8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13D0270F-DC1B-2052-EED9-1C22EA56F5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7FB362-E367-5978-A6EE-DBE80A1592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399F83-8464-F842-A9F5-EE8ABAA46841}" type="datetimeFigureOut">
              <a:rPr kumimoji="1" lang="zh-CN" altLang="en-US" smtClean="0"/>
              <a:t>2024/11/23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25BF88-88A3-6DB0-9056-887E2DDDA06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CFA4C65-EB85-8EA0-42C0-097CB127C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41640C-BA89-6B44-8FCE-C38FA8167F5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747189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tags" Target="../tags/tag15.xml"/><Relationship Id="rId18" Type="http://schemas.openxmlformats.org/officeDocument/2006/relationships/tags" Target="../tags/tag20.xml"/><Relationship Id="rId26" Type="http://schemas.openxmlformats.org/officeDocument/2006/relationships/tags" Target="../tags/tag28.xml"/><Relationship Id="rId39" Type="http://schemas.openxmlformats.org/officeDocument/2006/relationships/tags" Target="../tags/tag41.xml"/><Relationship Id="rId21" Type="http://schemas.openxmlformats.org/officeDocument/2006/relationships/tags" Target="../tags/tag23.xml"/><Relationship Id="rId34" Type="http://schemas.openxmlformats.org/officeDocument/2006/relationships/tags" Target="../tags/tag36.xml"/><Relationship Id="rId42" Type="http://schemas.openxmlformats.org/officeDocument/2006/relationships/tags" Target="../tags/tag44.xml"/><Relationship Id="rId47" Type="http://schemas.openxmlformats.org/officeDocument/2006/relationships/slideLayout" Target="../slideLayouts/slideLayout2.xml"/><Relationship Id="rId50" Type="http://schemas.openxmlformats.org/officeDocument/2006/relationships/chart" Target="../charts/chart1.xml"/><Relationship Id="rId7" Type="http://schemas.openxmlformats.org/officeDocument/2006/relationships/tags" Target="../tags/tag9.xml"/><Relationship Id="rId2" Type="http://schemas.openxmlformats.org/officeDocument/2006/relationships/tags" Target="../tags/tag4.xml"/><Relationship Id="rId16" Type="http://schemas.openxmlformats.org/officeDocument/2006/relationships/tags" Target="../tags/tag18.xml"/><Relationship Id="rId29" Type="http://schemas.openxmlformats.org/officeDocument/2006/relationships/tags" Target="../tags/tag31.xml"/><Relationship Id="rId11" Type="http://schemas.openxmlformats.org/officeDocument/2006/relationships/tags" Target="../tags/tag13.xml"/><Relationship Id="rId24" Type="http://schemas.openxmlformats.org/officeDocument/2006/relationships/tags" Target="../tags/tag26.xml"/><Relationship Id="rId32" Type="http://schemas.openxmlformats.org/officeDocument/2006/relationships/tags" Target="../tags/tag34.xml"/><Relationship Id="rId37" Type="http://schemas.openxmlformats.org/officeDocument/2006/relationships/tags" Target="../tags/tag39.xml"/><Relationship Id="rId40" Type="http://schemas.openxmlformats.org/officeDocument/2006/relationships/tags" Target="../tags/tag42.xml"/><Relationship Id="rId45" Type="http://schemas.openxmlformats.org/officeDocument/2006/relationships/tags" Target="../tags/tag47.xml"/><Relationship Id="rId5" Type="http://schemas.openxmlformats.org/officeDocument/2006/relationships/tags" Target="../tags/tag7.xml"/><Relationship Id="rId15" Type="http://schemas.openxmlformats.org/officeDocument/2006/relationships/tags" Target="../tags/tag17.xml"/><Relationship Id="rId23" Type="http://schemas.openxmlformats.org/officeDocument/2006/relationships/tags" Target="../tags/tag25.xml"/><Relationship Id="rId28" Type="http://schemas.openxmlformats.org/officeDocument/2006/relationships/tags" Target="../tags/tag30.xml"/><Relationship Id="rId36" Type="http://schemas.openxmlformats.org/officeDocument/2006/relationships/tags" Target="../tags/tag38.xml"/><Relationship Id="rId49" Type="http://schemas.openxmlformats.org/officeDocument/2006/relationships/image" Target="../media/image2.emf"/><Relationship Id="rId10" Type="http://schemas.openxmlformats.org/officeDocument/2006/relationships/tags" Target="../tags/tag12.xml"/><Relationship Id="rId19" Type="http://schemas.openxmlformats.org/officeDocument/2006/relationships/tags" Target="../tags/tag21.xml"/><Relationship Id="rId31" Type="http://schemas.openxmlformats.org/officeDocument/2006/relationships/tags" Target="../tags/tag33.xml"/><Relationship Id="rId44" Type="http://schemas.openxmlformats.org/officeDocument/2006/relationships/tags" Target="../tags/tag46.xml"/><Relationship Id="rId4" Type="http://schemas.openxmlformats.org/officeDocument/2006/relationships/tags" Target="../tags/tag6.xml"/><Relationship Id="rId9" Type="http://schemas.openxmlformats.org/officeDocument/2006/relationships/tags" Target="../tags/tag11.xml"/><Relationship Id="rId14" Type="http://schemas.openxmlformats.org/officeDocument/2006/relationships/tags" Target="../tags/tag16.xml"/><Relationship Id="rId22" Type="http://schemas.openxmlformats.org/officeDocument/2006/relationships/tags" Target="../tags/tag24.xml"/><Relationship Id="rId27" Type="http://schemas.openxmlformats.org/officeDocument/2006/relationships/tags" Target="../tags/tag29.xml"/><Relationship Id="rId30" Type="http://schemas.openxmlformats.org/officeDocument/2006/relationships/tags" Target="../tags/tag32.xml"/><Relationship Id="rId35" Type="http://schemas.openxmlformats.org/officeDocument/2006/relationships/tags" Target="../tags/tag37.xml"/><Relationship Id="rId43" Type="http://schemas.openxmlformats.org/officeDocument/2006/relationships/tags" Target="../tags/tag45.xml"/><Relationship Id="rId48" Type="http://schemas.openxmlformats.org/officeDocument/2006/relationships/oleObject" Target="../embeddings/oleObject2.bin"/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12" Type="http://schemas.openxmlformats.org/officeDocument/2006/relationships/tags" Target="../tags/tag14.xml"/><Relationship Id="rId17" Type="http://schemas.openxmlformats.org/officeDocument/2006/relationships/tags" Target="../tags/tag19.xml"/><Relationship Id="rId25" Type="http://schemas.openxmlformats.org/officeDocument/2006/relationships/tags" Target="../tags/tag27.xml"/><Relationship Id="rId33" Type="http://schemas.openxmlformats.org/officeDocument/2006/relationships/tags" Target="../tags/tag35.xml"/><Relationship Id="rId38" Type="http://schemas.openxmlformats.org/officeDocument/2006/relationships/tags" Target="../tags/tag40.xml"/><Relationship Id="rId46" Type="http://schemas.openxmlformats.org/officeDocument/2006/relationships/tags" Target="../tags/tag48.xml"/><Relationship Id="rId20" Type="http://schemas.openxmlformats.org/officeDocument/2006/relationships/tags" Target="../tags/tag22.xml"/><Relationship Id="rId41" Type="http://schemas.openxmlformats.org/officeDocument/2006/relationships/tags" Target="../tags/tag43.xml"/><Relationship Id="rId1" Type="http://schemas.openxmlformats.org/officeDocument/2006/relationships/tags" Target="../tags/tag3.xml"/><Relationship Id="rId6" Type="http://schemas.openxmlformats.org/officeDocument/2006/relationships/tags" Target="../tags/tag8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12" Type="http://schemas.openxmlformats.org/officeDocument/2006/relationships/tags" Target="../tags/tag60.xml"/><Relationship Id="rId2" Type="http://schemas.openxmlformats.org/officeDocument/2006/relationships/tags" Target="../tags/tag50.xml"/><Relationship Id="rId16" Type="http://schemas.openxmlformats.org/officeDocument/2006/relationships/chart" Target="../charts/chart2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tags" Target="../tags/tag59.xml"/><Relationship Id="rId5" Type="http://schemas.openxmlformats.org/officeDocument/2006/relationships/tags" Target="../tags/tag53.xml"/><Relationship Id="rId15" Type="http://schemas.openxmlformats.org/officeDocument/2006/relationships/image" Target="../media/image3.emf"/><Relationship Id="rId10" Type="http://schemas.openxmlformats.org/officeDocument/2006/relationships/tags" Target="../tags/tag58.xml"/><Relationship Id="rId4" Type="http://schemas.openxmlformats.org/officeDocument/2006/relationships/tags" Target="../tags/tag52.xml"/><Relationship Id="rId9" Type="http://schemas.openxmlformats.org/officeDocument/2006/relationships/tags" Target="../tags/tag57.xml"/><Relationship Id="rId14" Type="http://schemas.openxmlformats.org/officeDocument/2006/relationships/oleObject" Target="../embeddings/oleObject3.bin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tags" Target="../tags/tag86.xml"/><Relationship Id="rId21" Type="http://schemas.openxmlformats.org/officeDocument/2006/relationships/tags" Target="../tags/tag81.xml"/><Relationship Id="rId34" Type="http://schemas.openxmlformats.org/officeDocument/2006/relationships/tags" Target="../tags/tag94.xml"/><Relationship Id="rId42" Type="http://schemas.openxmlformats.org/officeDocument/2006/relationships/tags" Target="../tags/tag102.xml"/><Relationship Id="rId47" Type="http://schemas.openxmlformats.org/officeDocument/2006/relationships/tags" Target="../tags/tag107.xml"/><Relationship Id="rId50" Type="http://schemas.openxmlformats.org/officeDocument/2006/relationships/tags" Target="../tags/tag110.xml"/><Relationship Id="rId55" Type="http://schemas.openxmlformats.org/officeDocument/2006/relationships/tags" Target="../tags/tag115.xml"/><Relationship Id="rId63" Type="http://schemas.openxmlformats.org/officeDocument/2006/relationships/slideLayout" Target="../slideLayouts/slideLayout2.xml"/><Relationship Id="rId7" Type="http://schemas.openxmlformats.org/officeDocument/2006/relationships/tags" Target="../tags/tag67.xml"/><Relationship Id="rId2" Type="http://schemas.openxmlformats.org/officeDocument/2006/relationships/tags" Target="../tags/tag62.xml"/><Relationship Id="rId16" Type="http://schemas.openxmlformats.org/officeDocument/2006/relationships/tags" Target="../tags/tag76.xml"/><Relationship Id="rId29" Type="http://schemas.openxmlformats.org/officeDocument/2006/relationships/tags" Target="../tags/tag89.xml"/><Relationship Id="rId11" Type="http://schemas.openxmlformats.org/officeDocument/2006/relationships/tags" Target="../tags/tag71.xml"/><Relationship Id="rId24" Type="http://schemas.openxmlformats.org/officeDocument/2006/relationships/tags" Target="../tags/tag84.xml"/><Relationship Id="rId32" Type="http://schemas.openxmlformats.org/officeDocument/2006/relationships/tags" Target="../tags/tag92.xml"/><Relationship Id="rId37" Type="http://schemas.openxmlformats.org/officeDocument/2006/relationships/tags" Target="../tags/tag97.xml"/><Relationship Id="rId40" Type="http://schemas.openxmlformats.org/officeDocument/2006/relationships/tags" Target="../tags/tag100.xml"/><Relationship Id="rId45" Type="http://schemas.openxmlformats.org/officeDocument/2006/relationships/tags" Target="../tags/tag105.xml"/><Relationship Id="rId53" Type="http://schemas.openxmlformats.org/officeDocument/2006/relationships/tags" Target="../tags/tag113.xml"/><Relationship Id="rId58" Type="http://schemas.openxmlformats.org/officeDocument/2006/relationships/tags" Target="../tags/tag118.xml"/><Relationship Id="rId66" Type="http://schemas.openxmlformats.org/officeDocument/2006/relationships/chart" Target="../charts/chart3.xml"/><Relationship Id="rId5" Type="http://schemas.openxmlformats.org/officeDocument/2006/relationships/tags" Target="../tags/tag65.xml"/><Relationship Id="rId61" Type="http://schemas.openxmlformats.org/officeDocument/2006/relationships/tags" Target="../tags/tag121.xml"/><Relationship Id="rId19" Type="http://schemas.openxmlformats.org/officeDocument/2006/relationships/tags" Target="../tags/tag79.xml"/><Relationship Id="rId14" Type="http://schemas.openxmlformats.org/officeDocument/2006/relationships/tags" Target="../tags/tag74.xml"/><Relationship Id="rId22" Type="http://schemas.openxmlformats.org/officeDocument/2006/relationships/tags" Target="../tags/tag82.xml"/><Relationship Id="rId27" Type="http://schemas.openxmlformats.org/officeDocument/2006/relationships/tags" Target="../tags/tag87.xml"/><Relationship Id="rId30" Type="http://schemas.openxmlformats.org/officeDocument/2006/relationships/tags" Target="../tags/tag90.xml"/><Relationship Id="rId35" Type="http://schemas.openxmlformats.org/officeDocument/2006/relationships/tags" Target="../tags/tag95.xml"/><Relationship Id="rId43" Type="http://schemas.openxmlformats.org/officeDocument/2006/relationships/tags" Target="../tags/tag103.xml"/><Relationship Id="rId48" Type="http://schemas.openxmlformats.org/officeDocument/2006/relationships/tags" Target="../tags/tag108.xml"/><Relationship Id="rId56" Type="http://schemas.openxmlformats.org/officeDocument/2006/relationships/tags" Target="../tags/tag116.xml"/><Relationship Id="rId64" Type="http://schemas.openxmlformats.org/officeDocument/2006/relationships/oleObject" Target="../embeddings/oleObject4.bin"/><Relationship Id="rId8" Type="http://schemas.openxmlformats.org/officeDocument/2006/relationships/tags" Target="../tags/tag68.xml"/><Relationship Id="rId51" Type="http://schemas.openxmlformats.org/officeDocument/2006/relationships/tags" Target="../tags/tag111.xml"/><Relationship Id="rId3" Type="http://schemas.openxmlformats.org/officeDocument/2006/relationships/tags" Target="../tags/tag63.xml"/><Relationship Id="rId12" Type="http://schemas.openxmlformats.org/officeDocument/2006/relationships/tags" Target="../tags/tag72.xml"/><Relationship Id="rId17" Type="http://schemas.openxmlformats.org/officeDocument/2006/relationships/tags" Target="../tags/tag77.xml"/><Relationship Id="rId25" Type="http://schemas.openxmlformats.org/officeDocument/2006/relationships/tags" Target="../tags/tag85.xml"/><Relationship Id="rId33" Type="http://schemas.openxmlformats.org/officeDocument/2006/relationships/tags" Target="../tags/tag93.xml"/><Relationship Id="rId38" Type="http://schemas.openxmlformats.org/officeDocument/2006/relationships/tags" Target="../tags/tag98.xml"/><Relationship Id="rId46" Type="http://schemas.openxmlformats.org/officeDocument/2006/relationships/tags" Target="../tags/tag106.xml"/><Relationship Id="rId59" Type="http://schemas.openxmlformats.org/officeDocument/2006/relationships/tags" Target="../tags/tag119.xml"/><Relationship Id="rId20" Type="http://schemas.openxmlformats.org/officeDocument/2006/relationships/tags" Target="../tags/tag80.xml"/><Relationship Id="rId41" Type="http://schemas.openxmlformats.org/officeDocument/2006/relationships/tags" Target="../tags/tag101.xml"/><Relationship Id="rId54" Type="http://schemas.openxmlformats.org/officeDocument/2006/relationships/tags" Target="../tags/tag114.xml"/><Relationship Id="rId62" Type="http://schemas.openxmlformats.org/officeDocument/2006/relationships/tags" Target="../tags/tag122.xml"/><Relationship Id="rId1" Type="http://schemas.openxmlformats.org/officeDocument/2006/relationships/tags" Target="../tags/tag61.xml"/><Relationship Id="rId6" Type="http://schemas.openxmlformats.org/officeDocument/2006/relationships/tags" Target="../tags/tag66.xml"/><Relationship Id="rId15" Type="http://schemas.openxmlformats.org/officeDocument/2006/relationships/tags" Target="../tags/tag75.xml"/><Relationship Id="rId23" Type="http://schemas.openxmlformats.org/officeDocument/2006/relationships/tags" Target="../tags/tag83.xml"/><Relationship Id="rId28" Type="http://schemas.openxmlformats.org/officeDocument/2006/relationships/tags" Target="../tags/tag88.xml"/><Relationship Id="rId36" Type="http://schemas.openxmlformats.org/officeDocument/2006/relationships/tags" Target="../tags/tag96.xml"/><Relationship Id="rId49" Type="http://schemas.openxmlformats.org/officeDocument/2006/relationships/tags" Target="../tags/tag109.xml"/><Relationship Id="rId57" Type="http://schemas.openxmlformats.org/officeDocument/2006/relationships/tags" Target="../tags/tag117.xml"/><Relationship Id="rId10" Type="http://schemas.openxmlformats.org/officeDocument/2006/relationships/tags" Target="../tags/tag70.xml"/><Relationship Id="rId31" Type="http://schemas.openxmlformats.org/officeDocument/2006/relationships/tags" Target="../tags/tag91.xml"/><Relationship Id="rId44" Type="http://schemas.openxmlformats.org/officeDocument/2006/relationships/tags" Target="../tags/tag104.xml"/><Relationship Id="rId52" Type="http://schemas.openxmlformats.org/officeDocument/2006/relationships/tags" Target="../tags/tag112.xml"/><Relationship Id="rId60" Type="http://schemas.openxmlformats.org/officeDocument/2006/relationships/tags" Target="../tags/tag120.xml"/><Relationship Id="rId65" Type="http://schemas.openxmlformats.org/officeDocument/2006/relationships/image" Target="../media/image2.emf"/><Relationship Id="rId4" Type="http://schemas.openxmlformats.org/officeDocument/2006/relationships/tags" Target="../tags/tag64.xml"/><Relationship Id="rId9" Type="http://schemas.openxmlformats.org/officeDocument/2006/relationships/tags" Target="../tags/tag69.xml"/><Relationship Id="rId13" Type="http://schemas.openxmlformats.org/officeDocument/2006/relationships/tags" Target="../tags/tag73.xml"/><Relationship Id="rId18" Type="http://schemas.openxmlformats.org/officeDocument/2006/relationships/tags" Target="../tags/tag78.xml"/><Relationship Id="rId39" Type="http://schemas.openxmlformats.org/officeDocument/2006/relationships/tags" Target="../tags/tag99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30.xml"/><Relationship Id="rId13" Type="http://schemas.openxmlformats.org/officeDocument/2006/relationships/image" Target="../media/image5.png"/><Relationship Id="rId3" Type="http://schemas.openxmlformats.org/officeDocument/2006/relationships/tags" Target="../tags/tag125.xml"/><Relationship Id="rId7" Type="http://schemas.openxmlformats.org/officeDocument/2006/relationships/tags" Target="../tags/tag129.xml"/><Relationship Id="rId12" Type="http://schemas.openxmlformats.org/officeDocument/2006/relationships/chart" Target="../charts/chart4.xml"/><Relationship Id="rId17" Type="http://schemas.openxmlformats.org/officeDocument/2006/relationships/image" Target="../media/image9.png"/><Relationship Id="rId2" Type="http://schemas.openxmlformats.org/officeDocument/2006/relationships/tags" Target="../tags/tag124.xml"/><Relationship Id="rId16" Type="http://schemas.openxmlformats.org/officeDocument/2006/relationships/image" Target="../media/image8.png"/><Relationship Id="rId1" Type="http://schemas.openxmlformats.org/officeDocument/2006/relationships/tags" Target="../tags/tag123.xml"/><Relationship Id="rId6" Type="http://schemas.openxmlformats.org/officeDocument/2006/relationships/tags" Target="../tags/tag128.xml"/><Relationship Id="rId11" Type="http://schemas.openxmlformats.org/officeDocument/2006/relationships/image" Target="../media/image4.emf"/><Relationship Id="rId5" Type="http://schemas.openxmlformats.org/officeDocument/2006/relationships/tags" Target="../tags/tag127.xml"/><Relationship Id="rId15" Type="http://schemas.openxmlformats.org/officeDocument/2006/relationships/image" Target="../media/image7.png"/><Relationship Id="rId10" Type="http://schemas.openxmlformats.org/officeDocument/2006/relationships/oleObject" Target="../embeddings/oleObject5.bin"/><Relationship Id="rId4" Type="http://schemas.openxmlformats.org/officeDocument/2006/relationships/tags" Target="../tags/tag126.xml"/><Relationship Id="rId9" Type="http://schemas.openxmlformats.org/officeDocument/2006/relationships/slideLayout" Target="../slideLayouts/slideLayout1.xml"/><Relationship Id="rId1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138.xml"/><Relationship Id="rId13" Type="http://schemas.openxmlformats.org/officeDocument/2006/relationships/tags" Target="../tags/tag143.xml"/><Relationship Id="rId18" Type="http://schemas.openxmlformats.org/officeDocument/2006/relationships/tags" Target="../tags/tag148.xml"/><Relationship Id="rId26" Type="http://schemas.openxmlformats.org/officeDocument/2006/relationships/slideLayout" Target="../slideLayouts/slideLayout2.xml"/><Relationship Id="rId3" Type="http://schemas.openxmlformats.org/officeDocument/2006/relationships/tags" Target="../tags/tag133.xml"/><Relationship Id="rId21" Type="http://schemas.openxmlformats.org/officeDocument/2006/relationships/tags" Target="../tags/tag151.xml"/><Relationship Id="rId7" Type="http://schemas.openxmlformats.org/officeDocument/2006/relationships/tags" Target="../tags/tag137.xml"/><Relationship Id="rId12" Type="http://schemas.openxmlformats.org/officeDocument/2006/relationships/tags" Target="../tags/tag142.xml"/><Relationship Id="rId17" Type="http://schemas.openxmlformats.org/officeDocument/2006/relationships/tags" Target="../tags/tag147.xml"/><Relationship Id="rId25" Type="http://schemas.openxmlformats.org/officeDocument/2006/relationships/tags" Target="../tags/tag155.xml"/><Relationship Id="rId2" Type="http://schemas.openxmlformats.org/officeDocument/2006/relationships/tags" Target="../tags/tag132.xml"/><Relationship Id="rId16" Type="http://schemas.openxmlformats.org/officeDocument/2006/relationships/tags" Target="../tags/tag146.xml"/><Relationship Id="rId20" Type="http://schemas.openxmlformats.org/officeDocument/2006/relationships/tags" Target="../tags/tag150.xml"/><Relationship Id="rId29" Type="http://schemas.openxmlformats.org/officeDocument/2006/relationships/chart" Target="../charts/chart5.xml"/><Relationship Id="rId1" Type="http://schemas.openxmlformats.org/officeDocument/2006/relationships/tags" Target="../tags/tag131.xml"/><Relationship Id="rId6" Type="http://schemas.openxmlformats.org/officeDocument/2006/relationships/tags" Target="../tags/tag136.xml"/><Relationship Id="rId11" Type="http://schemas.openxmlformats.org/officeDocument/2006/relationships/tags" Target="../tags/tag141.xml"/><Relationship Id="rId24" Type="http://schemas.openxmlformats.org/officeDocument/2006/relationships/tags" Target="../tags/tag154.xml"/><Relationship Id="rId5" Type="http://schemas.openxmlformats.org/officeDocument/2006/relationships/tags" Target="../tags/tag135.xml"/><Relationship Id="rId15" Type="http://schemas.openxmlformats.org/officeDocument/2006/relationships/tags" Target="../tags/tag145.xml"/><Relationship Id="rId23" Type="http://schemas.openxmlformats.org/officeDocument/2006/relationships/tags" Target="../tags/tag153.xml"/><Relationship Id="rId28" Type="http://schemas.openxmlformats.org/officeDocument/2006/relationships/image" Target="../media/image10.emf"/><Relationship Id="rId10" Type="http://schemas.openxmlformats.org/officeDocument/2006/relationships/tags" Target="../tags/tag140.xml"/><Relationship Id="rId19" Type="http://schemas.openxmlformats.org/officeDocument/2006/relationships/tags" Target="../tags/tag149.xml"/><Relationship Id="rId4" Type="http://schemas.openxmlformats.org/officeDocument/2006/relationships/tags" Target="../tags/tag134.xml"/><Relationship Id="rId9" Type="http://schemas.openxmlformats.org/officeDocument/2006/relationships/tags" Target="../tags/tag139.xml"/><Relationship Id="rId14" Type="http://schemas.openxmlformats.org/officeDocument/2006/relationships/tags" Target="../tags/tag144.xml"/><Relationship Id="rId22" Type="http://schemas.openxmlformats.org/officeDocument/2006/relationships/tags" Target="../tags/tag152.xml"/><Relationship Id="rId27" Type="http://schemas.openxmlformats.org/officeDocument/2006/relationships/oleObject" Target="../embeddings/oleObject6.bin"/><Relationship Id="rId30" Type="http://schemas.openxmlformats.org/officeDocument/2006/relationships/chart" Target="../charts/char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7" Type="http://schemas.openxmlformats.org/officeDocument/2006/relationships/chart" Target="../charts/chart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6.xml"/><Relationship Id="rId6" Type="http://schemas.openxmlformats.org/officeDocument/2006/relationships/chart" Target="../charts/chart8.xml"/><Relationship Id="rId5" Type="http://schemas.openxmlformats.org/officeDocument/2006/relationships/chart" Target="../charts/chart7.xml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164.xml"/><Relationship Id="rId13" Type="http://schemas.openxmlformats.org/officeDocument/2006/relationships/oleObject" Target="../embeddings/oleObject8.bin"/><Relationship Id="rId3" Type="http://schemas.openxmlformats.org/officeDocument/2006/relationships/tags" Target="../tags/tag159.xml"/><Relationship Id="rId7" Type="http://schemas.openxmlformats.org/officeDocument/2006/relationships/tags" Target="../tags/tag163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158.xml"/><Relationship Id="rId16" Type="http://schemas.openxmlformats.org/officeDocument/2006/relationships/chart" Target="../charts/chart11.xml"/><Relationship Id="rId1" Type="http://schemas.openxmlformats.org/officeDocument/2006/relationships/tags" Target="../tags/tag157.xml"/><Relationship Id="rId6" Type="http://schemas.openxmlformats.org/officeDocument/2006/relationships/tags" Target="../tags/tag162.xml"/><Relationship Id="rId11" Type="http://schemas.openxmlformats.org/officeDocument/2006/relationships/tags" Target="../tags/tag167.xml"/><Relationship Id="rId5" Type="http://schemas.openxmlformats.org/officeDocument/2006/relationships/tags" Target="../tags/tag161.xml"/><Relationship Id="rId15" Type="http://schemas.openxmlformats.org/officeDocument/2006/relationships/chart" Target="../charts/chart10.xml"/><Relationship Id="rId10" Type="http://schemas.openxmlformats.org/officeDocument/2006/relationships/tags" Target="../tags/tag166.xml"/><Relationship Id="rId4" Type="http://schemas.openxmlformats.org/officeDocument/2006/relationships/tags" Target="../tags/tag160.xml"/><Relationship Id="rId9" Type="http://schemas.openxmlformats.org/officeDocument/2006/relationships/tags" Target="../tags/tag165.xml"/><Relationship Id="rId14" Type="http://schemas.openxmlformats.org/officeDocument/2006/relationships/image" Target="../media/image4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8.xml"/><Relationship Id="rId4" Type="http://schemas.openxmlformats.org/officeDocument/2006/relationships/image" Target="../media/image11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176.xml"/><Relationship Id="rId13" Type="http://schemas.openxmlformats.org/officeDocument/2006/relationships/oleObject" Target="../embeddings/oleObject10.bin"/><Relationship Id="rId18" Type="http://schemas.openxmlformats.org/officeDocument/2006/relationships/chart" Target="../charts/chart15.xml"/><Relationship Id="rId3" Type="http://schemas.openxmlformats.org/officeDocument/2006/relationships/tags" Target="../tags/tag171.xml"/><Relationship Id="rId7" Type="http://schemas.openxmlformats.org/officeDocument/2006/relationships/tags" Target="../tags/tag175.xml"/><Relationship Id="rId12" Type="http://schemas.openxmlformats.org/officeDocument/2006/relationships/slideLayout" Target="../slideLayouts/slideLayout1.xml"/><Relationship Id="rId17" Type="http://schemas.openxmlformats.org/officeDocument/2006/relationships/chart" Target="../charts/chart14.xml"/><Relationship Id="rId2" Type="http://schemas.openxmlformats.org/officeDocument/2006/relationships/tags" Target="../tags/tag170.xml"/><Relationship Id="rId16" Type="http://schemas.openxmlformats.org/officeDocument/2006/relationships/chart" Target="../charts/chart13.xml"/><Relationship Id="rId1" Type="http://schemas.openxmlformats.org/officeDocument/2006/relationships/tags" Target="../tags/tag169.xml"/><Relationship Id="rId6" Type="http://schemas.openxmlformats.org/officeDocument/2006/relationships/tags" Target="../tags/tag174.xml"/><Relationship Id="rId11" Type="http://schemas.openxmlformats.org/officeDocument/2006/relationships/tags" Target="../tags/tag179.xml"/><Relationship Id="rId5" Type="http://schemas.openxmlformats.org/officeDocument/2006/relationships/tags" Target="../tags/tag173.xml"/><Relationship Id="rId15" Type="http://schemas.openxmlformats.org/officeDocument/2006/relationships/chart" Target="../charts/chart12.xml"/><Relationship Id="rId10" Type="http://schemas.openxmlformats.org/officeDocument/2006/relationships/tags" Target="../tags/tag178.xml"/><Relationship Id="rId19" Type="http://schemas.openxmlformats.org/officeDocument/2006/relationships/chart" Target="../charts/chart16.xml"/><Relationship Id="rId4" Type="http://schemas.openxmlformats.org/officeDocument/2006/relationships/tags" Target="../tags/tag172.xml"/><Relationship Id="rId9" Type="http://schemas.openxmlformats.org/officeDocument/2006/relationships/tags" Target="../tags/tag177.xml"/><Relationship Id="rId14" Type="http://schemas.openxmlformats.org/officeDocument/2006/relationships/image" Target="../media/image11.emf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tags" Target="../tags/tag192.xml"/><Relationship Id="rId18" Type="http://schemas.openxmlformats.org/officeDocument/2006/relationships/tags" Target="../tags/tag197.xml"/><Relationship Id="rId26" Type="http://schemas.openxmlformats.org/officeDocument/2006/relationships/tags" Target="../tags/tag205.xml"/><Relationship Id="rId3" Type="http://schemas.openxmlformats.org/officeDocument/2006/relationships/tags" Target="../tags/tag182.xml"/><Relationship Id="rId21" Type="http://schemas.openxmlformats.org/officeDocument/2006/relationships/tags" Target="../tags/tag200.xml"/><Relationship Id="rId34" Type="http://schemas.openxmlformats.org/officeDocument/2006/relationships/chart" Target="../charts/chart18.xml"/><Relationship Id="rId7" Type="http://schemas.openxmlformats.org/officeDocument/2006/relationships/tags" Target="../tags/tag186.xml"/><Relationship Id="rId12" Type="http://schemas.openxmlformats.org/officeDocument/2006/relationships/tags" Target="../tags/tag191.xml"/><Relationship Id="rId17" Type="http://schemas.openxmlformats.org/officeDocument/2006/relationships/tags" Target="../tags/tag196.xml"/><Relationship Id="rId25" Type="http://schemas.openxmlformats.org/officeDocument/2006/relationships/tags" Target="../tags/tag204.xml"/><Relationship Id="rId33" Type="http://schemas.openxmlformats.org/officeDocument/2006/relationships/chart" Target="../charts/chart17.xml"/><Relationship Id="rId2" Type="http://schemas.openxmlformats.org/officeDocument/2006/relationships/tags" Target="../tags/tag181.xml"/><Relationship Id="rId16" Type="http://schemas.openxmlformats.org/officeDocument/2006/relationships/tags" Target="../tags/tag195.xml"/><Relationship Id="rId20" Type="http://schemas.openxmlformats.org/officeDocument/2006/relationships/tags" Target="../tags/tag199.xml"/><Relationship Id="rId29" Type="http://schemas.openxmlformats.org/officeDocument/2006/relationships/tags" Target="../tags/tag208.xml"/><Relationship Id="rId1" Type="http://schemas.openxmlformats.org/officeDocument/2006/relationships/tags" Target="../tags/tag180.xml"/><Relationship Id="rId6" Type="http://schemas.openxmlformats.org/officeDocument/2006/relationships/tags" Target="../tags/tag185.xml"/><Relationship Id="rId11" Type="http://schemas.openxmlformats.org/officeDocument/2006/relationships/tags" Target="../tags/tag190.xml"/><Relationship Id="rId24" Type="http://schemas.openxmlformats.org/officeDocument/2006/relationships/tags" Target="../tags/tag203.xml"/><Relationship Id="rId32" Type="http://schemas.openxmlformats.org/officeDocument/2006/relationships/image" Target="../media/image12.emf"/><Relationship Id="rId5" Type="http://schemas.openxmlformats.org/officeDocument/2006/relationships/tags" Target="../tags/tag184.xml"/><Relationship Id="rId15" Type="http://schemas.openxmlformats.org/officeDocument/2006/relationships/tags" Target="../tags/tag194.xml"/><Relationship Id="rId23" Type="http://schemas.openxmlformats.org/officeDocument/2006/relationships/tags" Target="../tags/tag202.xml"/><Relationship Id="rId28" Type="http://schemas.openxmlformats.org/officeDocument/2006/relationships/tags" Target="../tags/tag207.xml"/><Relationship Id="rId36" Type="http://schemas.openxmlformats.org/officeDocument/2006/relationships/chart" Target="../charts/chart20.xml"/><Relationship Id="rId10" Type="http://schemas.openxmlformats.org/officeDocument/2006/relationships/tags" Target="../tags/tag189.xml"/><Relationship Id="rId19" Type="http://schemas.openxmlformats.org/officeDocument/2006/relationships/tags" Target="../tags/tag198.xml"/><Relationship Id="rId31" Type="http://schemas.openxmlformats.org/officeDocument/2006/relationships/oleObject" Target="../embeddings/oleObject11.bin"/><Relationship Id="rId4" Type="http://schemas.openxmlformats.org/officeDocument/2006/relationships/tags" Target="../tags/tag183.xml"/><Relationship Id="rId9" Type="http://schemas.openxmlformats.org/officeDocument/2006/relationships/tags" Target="../tags/tag188.xml"/><Relationship Id="rId14" Type="http://schemas.openxmlformats.org/officeDocument/2006/relationships/tags" Target="../tags/tag193.xml"/><Relationship Id="rId22" Type="http://schemas.openxmlformats.org/officeDocument/2006/relationships/tags" Target="../tags/tag201.xml"/><Relationship Id="rId27" Type="http://schemas.openxmlformats.org/officeDocument/2006/relationships/tags" Target="../tags/tag206.xml"/><Relationship Id="rId30" Type="http://schemas.openxmlformats.org/officeDocument/2006/relationships/slideLayout" Target="../slideLayouts/slideLayout2.xml"/><Relationship Id="rId35" Type="http://schemas.openxmlformats.org/officeDocument/2006/relationships/chart" Target="../charts/chart19.xml"/><Relationship Id="rId8" Type="http://schemas.openxmlformats.org/officeDocument/2006/relationships/tags" Target="../tags/tag187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tags" Target="../tags/tag221.xml"/><Relationship Id="rId18" Type="http://schemas.openxmlformats.org/officeDocument/2006/relationships/tags" Target="../tags/tag226.xml"/><Relationship Id="rId26" Type="http://schemas.openxmlformats.org/officeDocument/2006/relationships/tags" Target="../tags/tag234.xml"/><Relationship Id="rId3" Type="http://schemas.openxmlformats.org/officeDocument/2006/relationships/tags" Target="../tags/tag211.xml"/><Relationship Id="rId21" Type="http://schemas.openxmlformats.org/officeDocument/2006/relationships/tags" Target="../tags/tag229.xml"/><Relationship Id="rId34" Type="http://schemas.openxmlformats.org/officeDocument/2006/relationships/oleObject" Target="../embeddings/oleObject12.bin"/><Relationship Id="rId7" Type="http://schemas.openxmlformats.org/officeDocument/2006/relationships/tags" Target="../tags/tag215.xml"/><Relationship Id="rId12" Type="http://schemas.openxmlformats.org/officeDocument/2006/relationships/tags" Target="../tags/tag220.xml"/><Relationship Id="rId17" Type="http://schemas.openxmlformats.org/officeDocument/2006/relationships/tags" Target="../tags/tag225.xml"/><Relationship Id="rId25" Type="http://schemas.openxmlformats.org/officeDocument/2006/relationships/tags" Target="../tags/tag233.xml"/><Relationship Id="rId33" Type="http://schemas.openxmlformats.org/officeDocument/2006/relationships/slideLayout" Target="../slideLayouts/slideLayout12.xml"/><Relationship Id="rId2" Type="http://schemas.openxmlformats.org/officeDocument/2006/relationships/tags" Target="../tags/tag210.xml"/><Relationship Id="rId16" Type="http://schemas.openxmlformats.org/officeDocument/2006/relationships/tags" Target="../tags/tag224.xml"/><Relationship Id="rId20" Type="http://schemas.openxmlformats.org/officeDocument/2006/relationships/tags" Target="../tags/tag228.xml"/><Relationship Id="rId29" Type="http://schemas.openxmlformats.org/officeDocument/2006/relationships/tags" Target="../tags/tag237.xml"/><Relationship Id="rId1" Type="http://schemas.openxmlformats.org/officeDocument/2006/relationships/tags" Target="../tags/tag209.xml"/><Relationship Id="rId6" Type="http://schemas.openxmlformats.org/officeDocument/2006/relationships/tags" Target="../tags/tag214.xml"/><Relationship Id="rId11" Type="http://schemas.openxmlformats.org/officeDocument/2006/relationships/tags" Target="../tags/tag219.xml"/><Relationship Id="rId24" Type="http://schemas.openxmlformats.org/officeDocument/2006/relationships/tags" Target="../tags/tag232.xml"/><Relationship Id="rId32" Type="http://schemas.openxmlformats.org/officeDocument/2006/relationships/tags" Target="../tags/tag240.xml"/><Relationship Id="rId5" Type="http://schemas.openxmlformats.org/officeDocument/2006/relationships/tags" Target="../tags/tag213.xml"/><Relationship Id="rId15" Type="http://schemas.openxmlformats.org/officeDocument/2006/relationships/tags" Target="../tags/tag223.xml"/><Relationship Id="rId23" Type="http://schemas.openxmlformats.org/officeDocument/2006/relationships/tags" Target="../tags/tag231.xml"/><Relationship Id="rId28" Type="http://schemas.openxmlformats.org/officeDocument/2006/relationships/tags" Target="../tags/tag236.xml"/><Relationship Id="rId36" Type="http://schemas.openxmlformats.org/officeDocument/2006/relationships/chart" Target="../charts/chart21.xml"/><Relationship Id="rId10" Type="http://schemas.openxmlformats.org/officeDocument/2006/relationships/tags" Target="../tags/tag218.xml"/><Relationship Id="rId19" Type="http://schemas.openxmlformats.org/officeDocument/2006/relationships/tags" Target="../tags/tag227.xml"/><Relationship Id="rId31" Type="http://schemas.openxmlformats.org/officeDocument/2006/relationships/tags" Target="../tags/tag239.xml"/><Relationship Id="rId4" Type="http://schemas.openxmlformats.org/officeDocument/2006/relationships/tags" Target="../tags/tag212.xml"/><Relationship Id="rId9" Type="http://schemas.openxmlformats.org/officeDocument/2006/relationships/tags" Target="../tags/tag217.xml"/><Relationship Id="rId14" Type="http://schemas.openxmlformats.org/officeDocument/2006/relationships/tags" Target="../tags/tag222.xml"/><Relationship Id="rId22" Type="http://schemas.openxmlformats.org/officeDocument/2006/relationships/tags" Target="../tags/tag230.xml"/><Relationship Id="rId27" Type="http://schemas.openxmlformats.org/officeDocument/2006/relationships/tags" Target="../tags/tag235.xml"/><Relationship Id="rId30" Type="http://schemas.openxmlformats.org/officeDocument/2006/relationships/tags" Target="../tags/tag238.xml"/><Relationship Id="rId35" Type="http://schemas.openxmlformats.org/officeDocument/2006/relationships/image" Target="../media/image13.emf"/><Relationship Id="rId8" Type="http://schemas.openxmlformats.org/officeDocument/2006/relationships/tags" Target="../tags/tag2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B17599B-977B-CDB8-E2F6-0892AF030E4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33702726"/>
              </p:ext>
            </p:extLst>
          </p:nvPr>
        </p:nvGraphicFramePr>
        <p:xfrm>
          <a:off x="1589" y="1589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48" imgW="7772400" imgH="10058400" progId="TCLayout.ActiveDocument.1">
                  <p:embed/>
                </p:oleObj>
              </mc:Choice>
              <mc:Fallback>
                <p:oleObj name="think-cell 幻灯片" r:id="rId48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B17599B-977B-CDB8-E2F6-0892AF030E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9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AD6D8B3-4A94-032D-73BC-099CD513F59A}"/>
              </a:ext>
            </a:extLst>
          </p:cNvPr>
          <p:cNvSpPr txBox="1"/>
          <p:nvPr/>
        </p:nvSpPr>
        <p:spPr>
          <a:xfrm>
            <a:off x="454342" y="333375"/>
            <a:ext cx="1118139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HarmonyOS Sans SC Medium" pitchFamily="2" charset="-122"/>
                <a:ea typeface="HarmonyOS Sans SC Medium" pitchFamily="2" charset="-122"/>
              </a:rPr>
              <a:t>In 2022, the top 20 companies increased their EP while others shrank</a:t>
            </a:r>
            <a:endParaRPr lang="en-US" altLang="zh-CN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0716B2-8FE3-9F6A-88D9-9271C6A495C2}"/>
              </a:ext>
            </a:extLst>
          </p:cNvPr>
          <p:cNvSpPr txBox="1"/>
          <p:nvPr/>
        </p:nvSpPr>
        <p:spPr>
          <a:xfrm>
            <a:off x="454341" y="823771"/>
            <a:ext cx="8689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chemeClr val="tx1">
                    <a:lumMod val="65000"/>
                    <a:lumOff val="35000"/>
                  </a:schemeClr>
                </a:solidFill>
                <a:latin typeface="HarmonyOS Sans SC" pitchFamily="2" charset="-122"/>
                <a:ea typeface="HarmonyOS Sans SC" pitchFamily="2" charset="-122"/>
              </a:rPr>
              <a:t>Total economic profit by top 20 players, value creators and value destroyers, index (2010=100), %</a:t>
            </a:r>
          </a:p>
        </p:txBody>
      </p:sp>
      <p:graphicFrame>
        <p:nvGraphicFramePr>
          <p:cNvPr id="153" name="Chart 3">
            <a:extLst>
              <a:ext uri="{FF2B5EF4-FFF2-40B4-BE49-F238E27FC236}">
                <a16:creationId xmlns:a16="http://schemas.microsoft.com/office/drawing/2014/main" id="{49CDE2C9-E5AB-0509-39C4-BDC5DE73CB91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3657893998"/>
              </p:ext>
            </p:extLst>
          </p:nvPr>
        </p:nvGraphicFramePr>
        <p:xfrm>
          <a:off x="1806575" y="1692275"/>
          <a:ext cx="10091738" cy="3970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0"/>
          </a:graphicData>
        </a:graphic>
      </p:graphicFrame>
      <p:sp>
        <p:nvSpPr>
          <p:cNvPr id="9" name="文本占位符 2">
            <a:extLst>
              <a:ext uri="{FF2B5EF4-FFF2-40B4-BE49-F238E27FC236}">
                <a16:creationId xmlns:a16="http://schemas.microsoft.com/office/drawing/2014/main" id="{F91773EE-3FFE-7EC9-DE7E-CD584CE120B8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2852738" y="5446713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34DBEBD-213E-4873-B247-922FAE9A5879}" type="datetime'''''''2''''''''''''''''''0''''1''''1'''''''''''''''''">
              <a:rPr kumimoji="1" lang="zh-CN" altLang="en-US" sz="12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2011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1182C3B9-7C55-1992-01E3-47D956B1CAFC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3616325" y="5446713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08629EE-6A77-46C3-8768-BD146473C9D2}" type="datetime'''''''''''''''''''''''''''''''''20''1''''''''''2'''''''''''">
              <a:rPr kumimoji="1" lang="zh-CN" altLang="en-US" sz="12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2012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6" name="文本占位符 2">
            <a:extLst>
              <a:ext uri="{FF2B5EF4-FFF2-40B4-BE49-F238E27FC236}">
                <a16:creationId xmlns:a16="http://schemas.microsoft.com/office/drawing/2014/main" id="{EBF333AC-62D2-3E4E-1F1C-A36A8FA16AF8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4379913" y="5446713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5C4BBFA-BD9F-4C30-B918-3FD3D7030B57}" type="datetime'2''''''''''''''''''''''''01''''''''''''''3'''''''''''''''">
              <a:rPr kumimoji="1" lang="zh-CN" altLang="en-US" sz="12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2013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7" name="文本占位符 2">
            <a:extLst>
              <a:ext uri="{FF2B5EF4-FFF2-40B4-BE49-F238E27FC236}">
                <a16:creationId xmlns:a16="http://schemas.microsoft.com/office/drawing/2014/main" id="{CD56FC72-7AA4-7803-72E4-C252BAB48F0C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5143500" y="5446713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D50EF1B-445F-427A-BE89-9E1390E5EB53}" type="datetime'''''''''''''''''''''''2''''01''''''4'''''''''''''''''">
              <a:rPr kumimoji="1" lang="zh-CN" altLang="en-US" sz="12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2014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8" name="文本占位符 2">
            <a:extLst>
              <a:ext uri="{FF2B5EF4-FFF2-40B4-BE49-F238E27FC236}">
                <a16:creationId xmlns:a16="http://schemas.microsoft.com/office/drawing/2014/main" id="{1D883BD0-9C63-20C3-F85E-AD79B163AFB3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5907088" y="5446713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3871C67E-1B5C-4DBD-84FB-7714B1108A5A}" type="datetime'''2''''''''''''''''0''''''''''''''''15'''''''''">
              <a:rPr kumimoji="1" lang="zh-CN" altLang="en-US" sz="12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2015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9" name="文本占位符 2">
            <a:extLst>
              <a:ext uri="{FF2B5EF4-FFF2-40B4-BE49-F238E27FC236}">
                <a16:creationId xmlns:a16="http://schemas.microsoft.com/office/drawing/2014/main" id="{1A6CDF96-BE10-6733-054B-4B2681371121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6670675" y="5446713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C392765-6288-4C14-AA95-700161BB7E0A}" type="datetime'''''''''''''''''''20''''1''''''6'">
              <a:rPr kumimoji="1" lang="zh-CN" altLang="en-US" sz="12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2016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0" name="文本占位符 2">
            <a:extLst>
              <a:ext uri="{FF2B5EF4-FFF2-40B4-BE49-F238E27FC236}">
                <a16:creationId xmlns:a16="http://schemas.microsoft.com/office/drawing/2014/main" id="{54CD18FF-7A25-400C-7E56-6B1B6B20D987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7434263" y="5446713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981002B0-82A2-47EB-A732-89D7F1EF0FE9}" type="datetime'''''''''''''''''2''''''''''''''''''0''17'''''''''''''''">
              <a:rPr kumimoji="1" lang="zh-CN" altLang="en-US" sz="12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2017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3" name="文本占位符 2">
            <a:extLst>
              <a:ext uri="{FF2B5EF4-FFF2-40B4-BE49-F238E27FC236}">
                <a16:creationId xmlns:a16="http://schemas.microsoft.com/office/drawing/2014/main" id="{2766A218-5E1F-DF15-5A0B-5E628495101A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8197850" y="5446713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1C42A1C-E0A2-4986-BE96-F469568FB3C9}" type="datetime'''''''2''0''''''''''''''''''''''1''''8'''''''''''">
              <a:rPr kumimoji="1" lang="zh-CN" altLang="en-US" sz="12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2018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4" name="文本占位符 2">
            <a:extLst>
              <a:ext uri="{FF2B5EF4-FFF2-40B4-BE49-F238E27FC236}">
                <a16:creationId xmlns:a16="http://schemas.microsoft.com/office/drawing/2014/main" id="{98FDD661-1CBC-31DA-D1BC-6D188ABD03E8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8961438" y="5446713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55DFC71-55FA-43BF-BC93-2418CC896C44}" type="datetime'''''''''''''''''''''''''2''''''0''''''1''''9'''''''''''''''">
              <a:rPr kumimoji="1" lang="zh-CN" altLang="en-US" sz="12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2019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5" name="文本占位符 2">
            <a:extLst>
              <a:ext uri="{FF2B5EF4-FFF2-40B4-BE49-F238E27FC236}">
                <a16:creationId xmlns:a16="http://schemas.microsoft.com/office/drawing/2014/main" id="{3B39990B-C52F-7768-2CF9-26827C886B7B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9725025" y="5446713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939982B2-F4F9-4842-806A-B57F89FE8515}" type="datetime'''''''''''2''''''''''''''02''''''0'''''''''''''''''">
              <a:rPr kumimoji="1" lang="zh-CN" altLang="en-US" sz="12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2020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8" name="文本占位符 2">
            <a:extLst>
              <a:ext uri="{FF2B5EF4-FFF2-40B4-BE49-F238E27FC236}">
                <a16:creationId xmlns:a16="http://schemas.microsoft.com/office/drawing/2014/main" id="{8535E64D-E3C5-956C-04D2-D6CF2A37B17F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10488613" y="5446713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9916A8F8-D80B-494A-BE59-B6E726CC5BB3}" type="datetime'''''2''''''''''''''''''''0''''''''''''2''''''''''''''1'">
              <a:rPr kumimoji="1" lang="zh-CN" altLang="en-US" sz="12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2021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9" name="文本占位符 2">
            <a:extLst>
              <a:ext uri="{FF2B5EF4-FFF2-40B4-BE49-F238E27FC236}">
                <a16:creationId xmlns:a16="http://schemas.microsoft.com/office/drawing/2014/main" id="{1FA87C47-03FC-A3FC-BC4A-B063645193F2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11252200" y="5446713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85738ED-C3C3-43DC-AC92-7C20FD0A6CE7}" type="datetime'''2''''''''''''''''''''''''''02''2'''''''''''''''''''''''''''">
              <a:rPr kumimoji="1" lang="zh-CN" altLang="en-US" sz="12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2022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EC00A654-310D-F113-FF33-03022EFFE128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gray">
          <a:xfrm>
            <a:off x="2117724" y="2968625"/>
            <a:ext cx="3063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964479E-E5B2-42B5-9462-F1C075F2A53A}" type="datetime'''''''1''''0''''''''''''0'''''">
              <a:rPr kumimoji="1" lang="zh-CN" altLang="en-US" sz="1200" smtClean="0">
                <a:solidFill>
                  <a:srgbClr val="00486F"/>
                </a:solidFill>
                <a:latin typeface="HarmonyOS Sans SC" pitchFamily="2" charset="-122"/>
                <a:ea typeface="HarmonyOS Sans SC" pitchFamily="2" charset="-122"/>
              </a:rPr>
              <a:pPr/>
              <a:t>100</a:t>
            </a:fld>
            <a:endParaRPr kumimoji="1" lang="zh-CN" altLang="en-US" sz="1200" dirty="0">
              <a:solidFill>
                <a:srgbClr val="00486F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6" name="文本占位符 2">
            <a:extLst>
              <a:ext uri="{FF2B5EF4-FFF2-40B4-BE49-F238E27FC236}">
                <a16:creationId xmlns:a16="http://schemas.microsoft.com/office/drawing/2014/main" id="{17895A02-D866-2061-26C0-0BC1F59E7C22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gray">
          <a:xfrm>
            <a:off x="2881312" y="2874963"/>
            <a:ext cx="3063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2635CDE-D0CC-415F-9C1A-7B8121450CBD}" type="datetime'''''''''''''''''''''''''''''''''1''''''''''0''''''1'''''">
              <a:rPr kumimoji="1" lang="zh-CN" altLang="en-US" sz="1200" smtClean="0">
                <a:solidFill>
                  <a:srgbClr val="00486F"/>
                </a:solidFill>
                <a:latin typeface="HarmonyOS Sans SC" pitchFamily="2" charset="-122"/>
                <a:ea typeface="HarmonyOS Sans SC" pitchFamily="2" charset="-122"/>
              </a:rPr>
              <a:pPr/>
              <a:t>101</a:t>
            </a:fld>
            <a:endParaRPr kumimoji="1" lang="zh-CN" altLang="en-US" sz="1200" dirty="0">
              <a:solidFill>
                <a:srgbClr val="00486F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7" name="文本占位符 2">
            <a:extLst>
              <a:ext uri="{FF2B5EF4-FFF2-40B4-BE49-F238E27FC236}">
                <a16:creationId xmlns:a16="http://schemas.microsoft.com/office/drawing/2014/main" id="{93B56A6F-DA70-7C2C-6627-83CAEE8BCC81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gray">
          <a:xfrm>
            <a:off x="3644899" y="2782888"/>
            <a:ext cx="3063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C926838-7956-452D-8E89-D542C5356E1E}" type="datetime'''''1''''''''''''''''0''''''''''''''''''''''''4'''''">
              <a:rPr kumimoji="1" lang="zh-CN" altLang="en-US" sz="1200" smtClean="0">
                <a:solidFill>
                  <a:srgbClr val="00486F"/>
                </a:solidFill>
                <a:latin typeface="HarmonyOS Sans SC" pitchFamily="2" charset="-122"/>
                <a:ea typeface="HarmonyOS Sans SC" pitchFamily="2" charset="-122"/>
              </a:rPr>
              <a:pPr/>
              <a:t>104</a:t>
            </a:fld>
            <a:endParaRPr kumimoji="1" lang="zh-CN" altLang="en-US" sz="1200" dirty="0">
              <a:solidFill>
                <a:srgbClr val="00486F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8" name="文本占位符 2">
            <a:extLst>
              <a:ext uri="{FF2B5EF4-FFF2-40B4-BE49-F238E27FC236}">
                <a16:creationId xmlns:a16="http://schemas.microsoft.com/office/drawing/2014/main" id="{E4A24107-68C1-914F-6930-5A8D10F3FA28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gray">
          <a:xfrm>
            <a:off x="4451351" y="2760663"/>
            <a:ext cx="2190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DBBA348-55E6-470F-BB46-6CA2609F7366}" type="datetime'''''''''''''''''''9''''''''''''''''''''''''''8'''">
              <a:rPr kumimoji="1" lang="zh-CN" altLang="en-US" sz="1200" smtClean="0">
                <a:solidFill>
                  <a:srgbClr val="00486F"/>
                </a:solidFill>
                <a:latin typeface="HarmonyOS Sans SC" pitchFamily="2" charset="-122"/>
                <a:ea typeface="HarmonyOS Sans SC" pitchFamily="2" charset="-122"/>
              </a:rPr>
              <a:pPr/>
              <a:t>98</a:t>
            </a:fld>
            <a:endParaRPr kumimoji="1" lang="zh-CN" altLang="en-US" sz="1200" dirty="0">
              <a:solidFill>
                <a:srgbClr val="00486F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86" name="文本占位符 2">
            <a:extLst>
              <a:ext uri="{FF2B5EF4-FFF2-40B4-BE49-F238E27FC236}">
                <a16:creationId xmlns:a16="http://schemas.microsoft.com/office/drawing/2014/main" id="{921FDEE7-6296-C663-3B33-2C1754449154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5214939" y="2814638"/>
            <a:ext cx="2190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8C1690E-B98A-4998-9643-37CF67AE5343}" type="datetime'''''''''''''''''''''''8''''''''''''''''''''''6'''''''''''''''">
              <a:rPr kumimoji="1" lang="zh-CN" altLang="en-US" sz="1200" smtClean="0">
                <a:solidFill>
                  <a:srgbClr val="00486F"/>
                </a:solidFill>
                <a:latin typeface="HarmonyOS Sans SC" pitchFamily="2" charset="-122"/>
                <a:ea typeface="HarmonyOS Sans SC" pitchFamily="2" charset="-122"/>
              </a:rPr>
              <a:pPr/>
              <a:t>86</a:t>
            </a:fld>
            <a:endParaRPr kumimoji="1" lang="zh-CN" altLang="en-US" sz="1200" dirty="0">
              <a:solidFill>
                <a:srgbClr val="00486F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4" name="文本占位符 2">
            <a:extLst>
              <a:ext uri="{FF2B5EF4-FFF2-40B4-BE49-F238E27FC236}">
                <a16:creationId xmlns:a16="http://schemas.microsoft.com/office/drawing/2014/main" id="{577A721B-9569-4417-A1FA-886DEF9BE656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5978526" y="2868613"/>
            <a:ext cx="2190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D192E9F-21D8-4850-8CD1-AAF73671475F}" type="datetime'''''''''''''''''''''''''''''''''''''''''''7''''''''1'''">
              <a:rPr kumimoji="1" lang="zh-CN" altLang="en-US" sz="1200" smtClean="0">
                <a:solidFill>
                  <a:srgbClr val="00486F"/>
                </a:solidFill>
                <a:latin typeface="HarmonyOS Sans SC" pitchFamily="2" charset="-122"/>
                <a:ea typeface="HarmonyOS Sans SC" pitchFamily="2" charset="-122"/>
              </a:rPr>
              <a:pPr/>
              <a:t>71</a:t>
            </a:fld>
            <a:endParaRPr kumimoji="1" lang="zh-CN" altLang="en-US" sz="1200" dirty="0">
              <a:solidFill>
                <a:srgbClr val="00486F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E32F61-E3B2-BE4C-7A96-E7D707E00D78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auto">
          <a:xfrm>
            <a:off x="2089150" y="5446713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9707921-4380-4C3E-8672-4B4B30B42C92}" type="datetime'''''2''''''''''''0''1''0'''''''''''''''">
              <a:rPr kumimoji="1" lang="zh-CN" altLang="en-US" sz="12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2010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11" name="文本占位符 2">
            <a:extLst>
              <a:ext uri="{FF2B5EF4-FFF2-40B4-BE49-F238E27FC236}">
                <a16:creationId xmlns:a16="http://schemas.microsoft.com/office/drawing/2014/main" id="{A942B9F3-5B35-27A3-48C1-E4AF2583CA6A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gray">
          <a:xfrm>
            <a:off x="7505701" y="2822575"/>
            <a:ext cx="2190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E217A9A-F520-479D-90A9-C94DD0D85BDB}" type="datetime'''''7''''''''''''''''''''''''''''6'''''''''''''''''''">
              <a:rPr kumimoji="1" lang="zh-CN" altLang="en-US" sz="1200" smtClean="0">
                <a:solidFill>
                  <a:srgbClr val="00486F"/>
                </a:solidFill>
                <a:latin typeface="HarmonyOS Sans SC" pitchFamily="2" charset="-122"/>
                <a:ea typeface="HarmonyOS Sans SC" pitchFamily="2" charset="-122"/>
              </a:rPr>
              <a:pPr/>
              <a:t>76</a:t>
            </a:fld>
            <a:endParaRPr kumimoji="1" lang="zh-CN" altLang="en-US" sz="1200" dirty="0">
              <a:solidFill>
                <a:srgbClr val="00486F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20" name="文本占位符 2">
            <a:extLst>
              <a:ext uri="{FF2B5EF4-FFF2-40B4-BE49-F238E27FC236}">
                <a16:creationId xmlns:a16="http://schemas.microsoft.com/office/drawing/2014/main" id="{4CC81787-3CA9-B223-E352-1BBF22CF3EE5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gray">
          <a:xfrm>
            <a:off x="8269289" y="2644775"/>
            <a:ext cx="2190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491289F-C4A0-4950-AD62-6155CAE20EB9}" type="datetime'''''''''''''''''''''''''''''''9''''4'''''''''''''''">
              <a:rPr kumimoji="1" lang="zh-CN" altLang="en-US" sz="1200" smtClean="0">
                <a:solidFill>
                  <a:srgbClr val="00486F"/>
                </a:solidFill>
                <a:latin typeface="HarmonyOS Sans SC" pitchFamily="2" charset="-122"/>
                <a:ea typeface="HarmonyOS Sans SC" pitchFamily="2" charset="-122"/>
              </a:rPr>
              <a:pPr/>
              <a:t>94</a:t>
            </a:fld>
            <a:endParaRPr kumimoji="1" lang="zh-CN" altLang="en-US" sz="1200" dirty="0">
              <a:solidFill>
                <a:srgbClr val="00486F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28" name="文本占位符 2">
            <a:extLst>
              <a:ext uri="{FF2B5EF4-FFF2-40B4-BE49-F238E27FC236}">
                <a16:creationId xmlns:a16="http://schemas.microsoft.com/office/drawing/2014/main" id="{2A1C55E3-7776-828D-E780-86A2FD2FD565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 bwMode="gray">
          <a:xfrm>
            <a:off x="9032876" y="2660650"/>
            <a:ext cx="2190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7092BF2-23E3-46AE-B846-B1988677394F}" type="datetime'8''''''''''''''''''''''1'''">
              <a:rPr kumimoji="1" lang="zh-CN" altLang="en-US" sz="1200" smtClean="0">
                <a:solidFill>
                  <a:srgbClr val="00486F"/>
                </a:solidFill>
                <a:latin typeface="HarmonyOS Sans SC" pitchFamily="2" charset="-122"/>
                <a:ea typeface="HarmonyOS Sans SC" pitchFamily="2" charset="-122"/>
              </a:rPr>
              <a:pPr/>
              <a:t>81</a:t>
            </a:fld>
            <a:endParaRPr kumimoji="1" lang="zh-CN" altLang="en-US" sz="1200" dirty="0">
              <a:solidFill>
                <a:srgbClr val="00486F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7" name="文本占位符 2">
            <a:extLst>
              <a:ext uri="{FF2B5EF4-FFF2-40B4-BE49-F238E27FC236}">
                <a16:creationId xmlns:a16="http://schemas.microsoft.com/office/drawing/2014/main" id="{BD09163A-10FA-EF8D-F462-2F705F1C0471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gray">
          <a:xfrm>
            <a:off x="10517188" y="1768475"/>
            <a:ext cx="3063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0C53595-727E-4246-89BA-F4FD7736E34E}" type="datetime'''''''2''''''''''''''''''''''''''''1''''''''''''''''''''''6'">
              <a:rPr kumimoji="1" lang="zh-CN" altLang="en-US" sz="1200" smtClean="0">
                <a:solidFill>
                  <a:srgbClr val="00486F"/>
                </a:solidFill>
                <a:latin typeface="HarmonyOS Sans SC" pitchFamily="2" charset="-122"/>
                <a:ea typeface="HarmonyOS Sans SC" pitchFamily="2" charset="-122"/>
              </a:rPr>
              <a:pPr/>
              <a:t>216</a:t>
            </a:fld>
            <a:endParaRPr kumimoji="1" lang="zh-CN" altLang="en-US" sz="1200" dirty="0">
              <a:solidFill>
                <a:srgbClr val="00486F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58" name="文本占位符 2">
            <a:extLst>
              <a:ext uri="{FF2B5EF4-FFF2-40B4-BE49-F238E27FC236}">
                <a16:creationId xmlns:a16="http://schemas.microsoft.com/office/drawing/2014/main" id="{E7036A02-05FD-EAED-F8E6-B4A2692082FB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gray">
          <a:xfrm>
            <a:off x="11280775" y="1798638"/>
            <a:ext cx="306388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D061913-BD00-4A5B-A413-11A485ACB996}" type="datetime'''''''''''''''''''''''''''''''2''0''''''''''''''''''''3'''">
              <a:rPr kumimoji="1" lang="zh-CN" altLang="en-US" sz="1200" smtClean="0">
                <a:solidFill>
                  <a:srgbClr val="00486F"/>
                </a:solidFill>
                <a:latin typeface="HarmonyOS Sans SC" pitchFamily="2" charset="-122"/>
                <a:ea typeface="HarmonyOS Sans SC" pitchFamily="2" charset="-122"/>
              </a:rPr>
              <a:pPr/>
              <a:t>203</a:t>
            </a:fld>
            <a:endParaRPr kumimoji="1" lang="zh-CN" altLang="en-US" sz="1200" dirty="0">
              <a:solidFill>
                <a:srgbClr val="00486F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1" name="文本占位符 2">
            <a:extLst>
              <a:ext uri="{FF2B5EF4-FFF2-40B4-BE49-F238E27FC236}">
                <a16:creationId xmlns:a16="http://schemas.microsoft.com/office/drawing/2014/main" id="{C0CA1EC7-0605-9D95-A2F6-D7F1488C75D7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gray">
          <a:xfrm>
            <a:off x="2049463" y="3273425"/>
            <a:ext cx="4413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DD6F0BB-F7C1-45CF-9CBB-CE68887EBE65}" type="datetime'''''''''''''''''''''''''''''''''''''7''''3''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73</a:t>
            </a:fld>
            <a:b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</a:br>
            <a: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(</a:t>
            </a:r>
            <a:fld id="{4741F151-40CD-451D-BFDF-ADD0F7D61E70}" type="datetime'7''''''''''''''''''''''''''''''''''''''''''''''''3%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73%</a:t>
            </a:fld>
            <a:r>
              <a:rPr kumimoji="1" lang="en-US" altLang="zh-CN" sz="120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)</a:t>
            </a:r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2" name="文本占位符 2">
            <a:extLst>
              <a:ext uri="{FF2B5EF4-FFF2-40B4-BE49-F238E27FC236}">
                <a16:creationId xmlns:a16="http://schemas.microsoft.com/office/drawing/2014/main" id="{0C4274B0-978B-D630-E8D4-A3893EE7D58A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gray">
          <a:xfrm>
            <a:off x="2813050" y="3211513"/>
            <a:ext cx="4413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8F533B4-F0DC-4E80-AB6D-32C0778C0BCD}" type="datetime'''''''''''''''''''''''''''''''''8''''''''''''1''''''''''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81</a:t>
            </a:fld>
            <a:b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</a:br>
            <a: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(</a:t>
            </a:r>
            <a:fld id="{3802F0A0-1793-41B6-9A33-E57F3796E3D6}" type="datetime'8''''''''''''''''''''''''''0''''''''''%''''''''''''''''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80%</a:t>
            </a:fld>
            <a:r>
              <a:rPr kumimoji="1" lang="en-US" altLang="zh-CN" sz="120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)</a:t>
            </a:r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3" name="文本占位符 2">
            <a:extLst>
              <a:ext uri="{FF2B5EF4-FFF2-40B4-BE49-F238E27FC236}">
                <a16:creationId xmlns:a16="http://schemas.microsoft.com/office/drawing/2014/main" id="{5277C060-32EE-02BC-D460-BEA9056AAA88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gray">
          <a:xfrm>
            <a:off x="3576638" y="3173413"/>
            <a:ext cx="4413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7CB61201-E48E-4674-9D15-F21F2FCE2196}" type="datetime'''''''''''''''''''''''''''''''''''''''''''''9''''''''''5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95</a:t>
            </a:fld>
            <a:b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</a:br>
            <a: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(</a:t>
            </a:r>
            <a:fld id="{B20790A1-5DC5-417D-AD9F-6CE5518B41A4}" type="datetime'''''''''''''''''''''''''''''''9''''''1''''''''''''%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91%</a:t>
            </a:fld>
            <a:r>
              <a:rPr kumimoji="1" lang="en-US" altLang="zh-CN" sz="120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)</a:t>
            </a:r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4" name="文本占位符 2">
            <a:extLst>
              <a:ext uri="{FF2B5EF4-FFF2-40B4-BE49-F238E27FC236}">
                <a16:creationId xmlns:a16="http://schemas.microsoft.com/office/drawing/2014/main" id="{F003F724-877D-9819-5DCA-E95A7B4ABBE8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gray">
          <a:xfrm>
            <a:off x="4297363" y="3162300"/>
            <a:ext cx="52863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4175E19-EE9C-4FB4-A3AE-3077A40C0A89}" type="datetime'9''''''''''''''''''''''''''''''''8''''''''''''''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98</a:t>
            </a:fld>
            <a:b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</a:br>
            <a: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(</a:t>
            </a:r>
            <a:fld id="{4A31836F-2C5E-47D4-931B-F21E7CBD0502}" type="datetime'''''''''''''''''''''''''''''''10''''''''''0%''''''''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100%</a:t>
            </a:fld>
            <a:r>
              <a:rPr kumimoji="1" lang="en-US" altLang="zh-CN" sz="120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)</a:t>
            </a:r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5" name="文本占位符 2">
            <a:extLst>
              <a:ext uri="{FF2B5EF4-FFF2-40B4-BE49-F238E27FC236}">
                <a16:creationId xmlns:a16="http://schemas.microsoft.com/office/drawing/2014/main" id="{519F9B66-D2B7-08A7-FD56-2B2AC590B4FC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gray">
          <a:xfrm>
            <a:off x="5060950" y="3205163"/>
            <a:ext cx="52863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4CD90E8-8483-43B3-A15B-1D50E87C6972}" type="datetime'''9''''''''''''''''''5''''''''''''''''''''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95</a:t>
            </a:fld>
            <a:b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</a:br>
            <a: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(</a:t>
            </a:r>
            <a:fld id="{CB3498AD-49AD-4E54-9AA8-D3FB4E0DC032}" type="datetime'''''''''''11''''''''''''0''''''%''''''''''''''''''''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110%</a:t>
            </a:fld>
            <a:r>
              <a:rPr kumimoji="1" lang="en-US" altLang="zh-CN" sz="120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)</a:t>
            </a:r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8" name="文本占位符 2">
            <a:extLst>
              <a:ext uri="{FF2B5EF4-FFF2-40B4-BE49-F238E27FC236}">
                <a16:creationId xmlns:a16="http://schemas.microsoft.com/office/drawing/2014/main" id="{301535C5-ABB0-9341-F966-46470C9192C1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gray">
          <a:xfrm>
            <a:off x="5824538" y="3254375"/>
            <a:ext cx="52863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AB20500-5E79-407B-B455-C48A9027CC07}" type="datetime'''''''''''''''''''''9''''4''''''''''''''''''''''''''''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94</a:t>
            </a:fld>
            <a:b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</a:br>
            <a: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(</a:t>
            </a:r>
            <a:fld id="{0BBA211E-5505-4A6F-80E0-4AE54F403FDA}" type="datetime'''''1''''3''''''''2''''''''''''''''''''''''''''%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132%</a:t>
            </a:fld>
            <a:r>
              <a:rPr kumimoji="1" lang="en-US" altLang="zh-CN" sz="120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)</a:t>
            </a:r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9" name="文本占位符 2">
            <a:extLst>
              <a:ext uri="{FF2B5EF4-FFF2-40B4-BE49-F238E27FC236}">
                <a16:creationId xmlns:a16="http://schemas.microsoft.com/office/drawing/2014/main" id="{76579295-E09D-F7EC-DFFD-F4A6F96BD093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gray">
          <a:xfrm>
            <a:off x="6588125" y="3308350"/>
            <a:ext cx="52863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94EC822-716B-4B5D-B2D2-B8E1C7469554}" type="datetime'''9''''''''0''''''''''''''''''''''''''''''''''''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90</a:t>
            </a:fld>
            <a:b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</a:br>
            <a: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(</a:t>
            </a:r>
            <a:fld id="{CA351F9B-072E-45B5-877C-7AB766E11939}" type="datetime'''''''''''''1''''''''''''''6''''7''%''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167%</a:t>
            </a:fld>
            <a:r>
              <a:rPr kumimoji="1" lang="en-US" altLang="zh-CN" sz="120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)</a:t>
            </a:r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0" name="文本占位符 2">
            <a:extLst>
              <a:ext uri="{FF2B5EF4-FFF2-40B4-BE49-F238E27FC236}">
                <a16:creationId xmlns:a16="http://schemas.microsoft.com/office/drawing/2014/main" id="{F5093283-DEE8-DE24-4466-1702222DEA5F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gray">
          <a:xfrm>
            <a:off x="7351713" y="3240088"/>
            <a:ext cx="52863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92A0A1C1-B541-4723-B2ED-E007A591C09F}" type="datetime'''''1''''0''''''''''''''''2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102</a:t>
            </a:fld>
            <a:b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</a:br>
            <a: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(</a:t>
            </a:r>
            <a:fld id="{96C94B66-51CD-44FD-9652-6363EE9C59A9}" type="datetime'''''1''''''''''''''''''''3''''4''''''''''''''''''''''%''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134%</a:t>
            </a:fld>
            <a:r>
              <a:rPr kumimoji="1" lang="en-US" altLang="zh-CN" sz="120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)</a:t>
            </a:r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1" name="文本占位符 2">
            <a:extLst>
              <a:ext uri="{FF2B5EF4-FFF2-40B4-BE49-F238E27FC236}">
                <a16:creationId xmlns:a16="http://schemas.microsoft.com/office/drawing/2014/main" id="{559B77C0-ACC5-BF90-8EDF-6D8BB16E4386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gray">
          <a:xfrm>
            <a:off x="8115300" y="3119438"/>
            <a:ext cx="52863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B511A12-6D98-4387-9DCD-C2FBD0F6425E}" type="datetime'''''''''''''''''''1''17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117</a:t>
            </a:fld>
            <a:b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</a:br>
            <a: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(</a:t>
            </a:r>
            <a:fld id="{CE562620-4466-4148-BA75-86E285A56047}" type="datetime'''''''''1''''''''''''''''''''2''4''''''''''''''''''''%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124%</a:t>
            </a:fld>
            <a:r>
              <a:rPr kumimoji="1" lang="en-US" altLang="zh-CN" sz="120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)</a:t>
            </a:r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2" name="文本占位符 2">
            <a:extLst>
              <a:ext uri="{FF2B5EF4-FFF2-40B4-BE49-F238E27FC236}">
                <a16:creationId xmlns:a16="http://schemas.microsoft.com/office/drawing/2014/main" id="{5C19BDA4-D623-7A5C-6671-151AC845D27C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gray">
          <a:xfrm>
            <a:off x="8878888" y="3154363"/>
            <a:ext cx="52863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9DE9552E-83F8-42B5-8420-FC857B1B7467}" type="datetime'''''''1''''''''''''''''''''''''2''''''''2''''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122</a:t>
            </a:fld>
            <a:b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</a:br>
            <a: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(</a:t>
            </a:r>
            <a:fld id="{3FCB6E58-AD23-45A8-910A-92AB9908F38F}" type="datetime'''''''''''''''''''''''''1''''''5''''1''''''''%''''''''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151%</a:t>
            </a:fld>
            <a:r>
              <a:rPr kumimoji="1" lang="en-US" altLang="zh-CN" sz="120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)</a:t>
            </a:r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3" name="文本占位符 2">
            <a:extLst>
              <a:ext uri="{FF2B5EF4-FFF2-40B4-BE49-F238E27FC236}">
                <a16:creationId xmlns:a16="http://schemas.microsoft.com/office/drawing/2014/main" id="{DA15002B-E5BB-B8E0-2A8D-3734B35F75A4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 bwMode="gray">
          <a:xfrm>
            <a:off x="9648825" y="3481388"/>
            <a:ext cx="51593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82D085A-FD04-4F7D-9F15-71E46CFF5F29}" type="datetime'7''''''''''''''''''''''''''''''''''''''''3''''''''''''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73</a:t>
            </a:fld>
            <a:b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</a:br>
            <a: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(</a:t>
            </a:r>
            <a:fld id="{4DB360F2-AAD1-42AA-A999-F0DFBF572C38}" type="datetime'''''''''''''''''''''''''''''''''-''9''''1''''''''''''%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-91%</a:t>
            </a:fld>
            <a:r>
              <a:rPr kumimoji="1" lang="en-US" altLang="zh-CN" sz="120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)</a:t>
            </a:r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4" name="文本占位符 2">
            <a:extLst>
              <a:ext uri="{FF2B5EF4-FFF2-40B4-BE49-F238E27FC236}">
                <a16:creationId xmlns:a16="http://schemas.microsoft.com/office/drawing/2014/main" id="{1ECABE76-5C81-B6E1-428B-68CE62EE77DD}"/>
              </a:ext>
            </a:extLst>
          </p:cNvPr>
          <p:cNvSpPr txBox="1">
            <a:spLocks/>
          </p:cNvSpPr>
          <p:nvPr>
            <p:custDataLst>
              <p:tags r:id="rId38"/>
            </p:custDataLst>
          </p:nvPr>
        </p:nvSpPr>
        <p:spPr bwMode="gray">
          <a:xfrm>
            <a:off x="10448925" y="2492375"/>
            <a:ext cx="4413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BFCE291-9B53-433D-814C-D44B6A4C7EFF}" type="datetime'''1''''''''8''''''''''''''''''''2''''''''''''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182</a:t>
            </a:fld>
            <a:b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</a:br>
            <a: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(</a:t>
            </a:r>
            <a:fld id="{32E0FBC7-3158-4B8F-A137-D12D0087DB6C}" type="datetime'''''''''''''''''8''''''''''4''''''''''''''''''%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84%</a:t>
            </a:fld>
            <a:r>
              <a:rPr kumimoji="1" lang="en-US" altLang="zh-CN" sz="120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)</a:t>
            </a:r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5" name="文本占位符 2">
            <a:extLst>
              <a:ext uri="{FF2B5EF4-FFF2-40B4-BE49-F238E27FC236}">
                <a16:creationId xmlns:a16="http://schemas.microsoft.com/office/drawing/2014/main" id="{C25AEB35-E8C3-3806-0621-20F5295AE71D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 bwMode="gray">
          <a:xfrm>
            <a:off x="11212513" y="2597150"/>
            <a:ext cx="441325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7D6CE3DE-EBD2-4882-B74C-DF68D5DAA060}" type="datetime'''2''''''0''''''''''''''''''''''1''''''''''''''''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</a:t>
            </a:fld>
            <a:b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</a:br>
            <a:r>
              <a:rPr kumimoji="1" lang="en-US" altLang="en-US" sz="12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(</a:t>
            </a:r>
            <a:fld id="{1297753B-468D-408A-B920-21A94D4FDB18}" type="datetime'''''''''''''''9''''''''''''''''9''''%'''''''''''''''">
              <a:rPr kumimoji="1" lang="en-US" altLang="en-US" sz="12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99%</a:t>
            </a:fld>
            <a:r>
              <a:rPr kumimoji="1" lang="en-US" altLang="zh-CN" sz="120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)</a:t>
            </a:r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02" name="文本占位符 2">
            <a:extLst>
              <a:ext uri="{FF2B5EF4-FFF2-40B4-BE49-F238E27FC236}">
                <a16:creationId xmlns:a16="http://schemas.microsoft.com/office/drawing/2014/main" id="{2DC4E5D2-97E6-2798-2AD0-26C90D52216C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 bwMode="gray">
          <a:xfrm>
            <a:off x="6742114" y="2936875"/>
            <a:ext cx="2190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ACC2E06-A8EE-43E6-974D-D0036FC1A3ED}" type="datetime'5''''''''''''''''''''''''''''''''''''''''''''4'''''''''''">
              <a:rPr kumimoji="1" lang="zh-CN" altLang="en-US" sz="1200" smtClean="0">
                <a:solidFill>
                  <a:srgbClr val="00486F"/>
                </a:solidFill>
                <a:latin typeface="HarmonyOS Sans SC" pitchFamily="2" charset="-122"/>
                <a:ea typeface="HarmonyOS Sans SC" pitchFamily="2" charset="-122"/>
              </a:rPr>
              <a:pPr/>
              <a:t>54</a:t>
            </a:fld>
            <a:endParaRPr kumimoji="1" lang="zh-CN" altLang="en-US" sz="1200" dirty="0">
              <a:solidFill>
                <a:srgbClr val="00486F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797E334D-A013-C40F-D4D7-60DE7C29DEEB}"/>
              </a:ext>
            </a:extLst>
          </p:cNvPr>
          <p:cNvSpPr txBox="1"/>
          <p:nvPr/>
        </p:nvSpPr>
        <p:spPr>
          <a:xfrm>
            <a:off x="417237" y="5301934"/>
            <a:ext cx="11528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rgbClr val="00486F"/>
                </a:solidFill>
                <a:latin typeface="HarmonyOS Sans SC" pitchFamily="2" charset="-122"/>
                <a:ea typeface="HarmonyOS Sans SC" pitchFamily="2" charset="-122"/>
              </a:rPr>
              <a:t>Share of</a:t>
            </a:r>
          </a:p>
          <a:p>
            <a:r>
              <a:rPr kumimoji="1" lang="en-US" altLang="zh-CN" sz="1200" dirty="0">
                <a:solidFill>
                  <a:srgbClr val="00486F"/>
                </a:solidFill>
                <a:latin typeface="HarmonyOS Sans SC" pitchFamily="2" charset="-122"/>
                <a:ea typeface="HarmonyOS Sans SC" pitchFamily="2" charset="-122"/>
              </a:rPr>
              <a:t>companies</a:t>
            </a:r>
          </a:p>
          <a:p>
            <a:r>
              <a:rPr kumimoji="1" lang="en-US" altLang="zh-CN" sz="1200" dirty="0">
                <a:solidFill>
                  <a:srgbClr val="00486F"/>
                </a:solidFill>
                <a:latin typeface="HarmonyOS Sans SC" pitchFamily="2" charset="-122"/>
                <a:ea typeface="HarmonyOS Sans SC" pitchFamily="2" charset="-122"/>
              </a:rPr>
              <a:t>that are value</a:t>
            </a:r>
          </a:p>
          <a:p>
            <a:r>
              <a:rPr kumimoji="1" lang="en-US" altLang="zh-CN" sz="1200" dirty="0">
                <a:solidFill>
                  <a:srgbClr val="00486F"/>
                </a:solidFill>
                <a:latin typeface="HarmonyOS Sans SC" pitchFamily="2" charset="-122"/>
                <a:ea typeface="HarmonyOS Sans SC" pitchFamily="2" charset="-122"/>
              </a:rPr>
              <a:t>destroyers, %</a:t>
            </a:r>
            <a:endParaRPr kumimoji="1" lang="zh-CN" altLang="en-US" sz="1200" dirty="0">
              <a:solidFill>
                <a:srgbClr val="00486F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DD57B085-FAB9-8FA7-1E6F-6DB4C64F8FA2}"/>
              </a:ext>
            </a:extLst>
          </p:cNvPr>
          <p:cNvSpPr txBox="1"/>
          <p:nvPr/>
        </p:nvSpPr>
        <p:spPr>
          <a:xfrm>
            <a:off x="2070100" y="5738190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31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8BF76428-0C78-3187-1400-B0505E8BD5F5}"/>
              </a:ext>
            </a:extLst>
          </p:cNvPr>
          <p:cNvSpPr txBox="1"/>
          <p:nvPr/>
        </p:nvSpPr>
        <p:spPr>
          <a:xfrm>
            <a:off x="2843596" y="5738190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29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B075F834-D588-A4A6-7589-EB6B3C9E7617}"/>
              </a:ext>
            </a:extLst>
          </p:cNvPr>
          <p:cNvSpPr txBox="1"/>
          <p:nvPr/>
        </p:nvSpPr>
        <p:spPr>
          <a:xfrm>
            <a:off x="3601841" y="5738190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36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0516C49C-75C1-90BB-1644-E853EF25C5B0}"/>
              </a:ext>
            </a:extLst>
          </p:cNvPr>
          <p:cNvSpPr txBox="1"/>
          <p:nvPr/>
        </p:nvSpPr>
        <p:spPr>
          <a:xfrm>
            <a:off x="4371212" y="5738190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40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F7432A60-391B-6902-FB1F-003AB28BD92B}"/>
              </a:ext>
            </a:extLst>
          </p:cNvPr>
          <p:cNvSpPr txBox="1"/>
          <p:nvPr/>
        </p:nvSpPr>
        <p:spPr>
          <a:xfrm>
            <a:off x="5133575" y="574430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47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44A14EE9-F4B2-5270-104D-84CC4F333AB9}"/>
              </a:ext>
            </a:extLst>
          </p:cNvPr>
          <p:cNvSpPr txBox="1"/>
          <p:nvPr/>
        </p:nvSpPr>
        <p:spPr>
          <a:xfrm>
            <a:off x="5907071" y="574430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52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EEE0789E-80C0-CFEE-77B9-48ECFF1E8582}"/>
              </a:ext>
            </a:extLst>
          </p:cNvPr>
          <p:cNvSpPr txBox="1"/>
          <p:nvPr/>
        </p:nvSpPr>
        <p:spPr>
          <a:xfrm>
            <a:off x="6665316" y="574430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54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F6245EA8-818B-F1E6-7889-5822A2F61F5D}"/>
              </a:ext>
            </a:extLst>
          </p:cNvPr>
          <p:cNvSpPr txBox="1"/>
          <p:nvPr/>
        </p:nvSpPr>
        <p:spPr>
          <a:xfrm>
            <a:off x="7438812" y="574430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53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5" name="文本框 194">
            <a:extLst>
              <a:ext uri="{FF2B5EF4-FFF2-40B4-BE49-F238E27FC236}">
                <a16:creationId xmlns:a16="http://schemas.microsoft.com/office/drawing/2014/main" id="{61E8453C-EDBF-47B2-2E5D-D3F27B7B8C78}"/>
              </a:ext>
            </a:extLst>
          </p:cNvPr>
          <p:cNvSpPr txBox="1"/>
          <p:nvPr/>
        </p:nvSpPr>
        <p:spPr>
          <a:xfrm>
            <a:off x="8199089" y="574217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54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6" name="文本框 195">
            <a:extLst>
              <a:ext uri="{FF2B5EF4-FFF2-40B4-BE49-F238E27FC236}">
                <a16:creationId xmlns:a16="http://schemas.microsoft.com/office/drawing/2014/main" id="{C75B9E74-D4CE-C251-7B00-C8F05DD01991}"/>
              </a:ext>
            </a:extLst>
          </p:cNvPr>
          <p:cNvSpPr txBox="1"/>
          <p:nvPr/>
        </p:nvSpPr>
        <p:spPr>
          <a:xfrm>
            <a:off x="8972585" y="574217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59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7" name="文本框 196">
            <a:extLst>
              <a:ext uri="{FF2B5EF4-FFF2-40B4-BE49-F238E27FC236}">
                <a16:creationId xmlns:a16="http://schemas.microsoft.com/office/drawing/2014/main" id="{BAB13987-B6AC-8E46-E892-C4F56B5F8F36}"/>
              </a:ext>
            </a:extLst>
          </p:cNvPr>
          <p:cNvSpPr txBox="1"/>
          <p:nvPr/>
        </p:nvSpPr>
        <p:spPr>
          <a:xfrm>
            <a:off x="9730831" y="574217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68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8" name="文本框 197">
            <a:extLst>
              <a:ext uri="{FF2B5EF4-FFF2-40B4-BE49-F238E27FC236}">
                <a16:creationId xmlns:a16="http://schemas.microsoft.com/office/drawing/2014/main" id="{C7144B92-6915-4BC5-DC4E-16649FFD98F0}"/>
              </a:ext>
            </a:extLst>
          </p:cNvPr>
          <p:cNvSpPr txBox="1"/>
          <p:nvPr/>
        </p:nvSpPr>
        <p:spPr>
          <a:xfrm>
            <a:off x="10504327" y="5742179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45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9" name="文本框 198">
            <a:extLst>
              <a:ext uri="{FF2B5EF4-FFF2-40B4-BE49-F238E27FC236}">
                <a16:creationId xmlns:a16="http://schemas.microsoft.com/office/drawing/2014/main" id="{528C7073-B2A0-5399-D5CB-8AD462DF318C}"/>
              </a:ext>
            </a:extLst>
          </p:cNvPr>
          <p:cNvSpPr txBox="1"/>
          <p:nvPr/>
        </p:nvSpPr>
        <p:spPr>
          <a:xfrm>
            <a:off x="11224393" y="5738190"/>
            <a:ext cx="3898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47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05" name="矩形 204">
            <a:extLst>
              <a:ext uri="{FF2B5EF4-FFF2-40B4-BE49-F238E27FC236}">
                <a16:creationId xmlns:a16="http://schemas.microsoft.com/office/drawing/2014/main" id="{B379731B-860A-EB94-C4D4-F816B5EC7867}"/>
              </a:ext>
            </a:extLst>
          </p:cNvPr>
          <p:cNvSpPr/>
          <p:nvPr>
            <p:custDataLst>
              <p:tags r:id="rId41"/>
            </p:custDataLst>
          </p:nvPr>
        </p:nvSpPr>
        <p:spPr bwMode="auto">
          <a:xfrm>
            <a:off x="571500" y="1492250"/>
            <a:ext cx="179388" cy="133350"/>
          </a:xfrm>
          <a:prstGeom prst="rect">
            <a:avLst/>
          </a:prstGeom>
          <a:solidFill>
            <a:srgbClr val="00486F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6" name="矩形 205">
            <a:extLst>
              <a:ext uri="{FF2B5EF4-FFF2-40B4-BE49-F238E27FC236}">
                <a16:creationId xmlns:a16="http://schemas.microsoft.com/office/drawing/2014/main" id="{CFDC9F30-121C-2C55-3E85-54C8CDCF0D0E}"/>
              </a:ext>
            </a:extLst>
          </p:cNvPr>
          <p:cNvSpPr/>
          <p:nvPr>
            <p:custDataLst>
              <p:tags r:id="rId42"/>
            </p:custDataLst>
          </p:nvPr>
        </p:nvSpPr>
        <p:spPr bwMode="auto">
          <a:xfrm>
            <a:off x="571500" y="1687513"/>
            <a:ext cx="179388" cy="133350"/>
          </a:xfrm>
          <a:prstGeom prst="rect">
            <a:avLst/>
          </a:prstGeom>
          <a:solidFill>
            <a:schemeClr val="tx1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7" name="矩形 206">
            <a:extLst>
              <a:ext uri="{FF2B5EF4-FFF2-40B4-BE49-F238E27FC236}">
                <a16:creationId xmlns:a16="http://schemas.microsoft.com/office/drawing/2014/main" id="{085B928E-B24C-1D35-A1B5-7748CF6A33E0}"/>
              </a:ext>
            </a:extLst>
          </p:cNvPr>
          <p:cNvSpPr/>
          <p:nvPr>
            <p:custDataLst>
              <p:tags r:id="rId43"/>
            </p:custDataLst>
          </p:nvPr>
        </p:nvSpPr>
        <p:spPr bwMode="auto">
          <a:xfrm>
            <a:off x="571500" y="1882775"/>
            <a:ext cx="179388" cy="133350"/>
          </a:xfrm>
          <a:prstGeom prst="rect">
            <a:avLst/>
          </a:prstGeom>
          <a:solidFill>
            <a:srgbClr val="B7BCCF"/>
          </a:solidFill>
          <a:ln w="19050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3" name="文本占位符 2">
            <a:extLst>
              <a:ext uri="{FF2B5EF4-FFF2-40B4-BE49-F238E27FC236}">
                <a16:creationId xmlns:a16="http://schemas.microsoft.com/office/drawing/2014/main" id="{07C7EC86-AB3C-E724-307A-68FB0121154A}"/>
              </a:ext>
            </a:extLst>
          </p:cNvPr>
          <p:cNvSpPr txBox="1">
            <a:spLocks/>
          </p:cNvSpPr>
          <p:nvPr>
            <p:custDataLst>
              <p:tags r:id="rId44"/>
            </p:custDataLst>
          </p:nvPr>
        </p:nvSpPr>
        <p:spPr bwMode="auto">
          <a:xfrm>
            <a:off x="801688" y="1500188"/>
            <a:ext cx="1881188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B1D716FA-F9A4-4028-A51E-84441456BDB5}" type="datetime'''EP c''''reate''d'' ''''b''y top'' 2''0 compa''n''i''''e''s'">
              <a:rPr kumimoji="1" lang="en-US" altLang="en-US" sz="10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EP created by top 20 companies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02" name="文本占位符 2">
            <a:extLst>
              <a:ext uri="{FF2B5EF4-FFF2-40B4-BE49-F238E27FC236}">
                <a16:creationId xmlns:a16="http://schemas.microsoft.com/office/drawing/2014/main" id="{69CB9BDF-84CA-4449-9391-4A5DD1B45786}"/>
              </a:ext>
            </a:extLst>
          </p:cNvPr>
          <p:cNvSpPr txBox="1">
            <a:spLocks/>
          </p:cNvSpPr>
          <p:nvPr>
            <p:custDataLst>
              <p:tags r:id="rId45"/>
            </p:custDataLst>
          </p:nvPr>
        </p:nvSpPr>
        <p:spPr bwMode="auto">
          <a:xfrm>
            <a:off x="801688" y="1695450"/>
            <a:ext cx="2892425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761635BB-7E97-4279-AA5B-CEB37A4ACB9F}" type="datetime'EP c''reated by va''lue'' ''creators, excl. EP f''rom top 20'">
              <a:rPr kumimoji="1" lang="en-US" altLang="en-US" sz="10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EP created by value creators, excl. EP from top 20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00" name="文本占位符 2">
            <a:extLst>
              <a:ext uri="{FF2B5EF4-FFF2-40B4-BE49-F238E27FC236}">
                <a16:creationId xmlns:a16="http://schemas.microsoft.com/office/drawing/2014/main" id="{4D4C883C-14D4-2337-D9B8-606E089C1B15}"/>
              </a:ext>
            </a:extLst>
          </p:cNvPr>
          <p:cNvSpPr txBox="1">
            <a:spLocks/>
          </p:cNvSpPr>
          <p:nvPr>
            <p:custDataLst>
              <p:tags r:id="rId46"/>
            </p:custDataLst>
          </p:nvPr>
        </p:nvSpPr>
        <p:spPr bwMode="auto">
          <a:xfrm>
            <a:off x="801688" y="1890713"/>
            <a:ext cx="1801813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4EE1AC08-589F-4920-8319-FA84928B54F8}" type="datetime'EP cr''e''a''''''''''''''ted'' by value des''''troyers'''''''">
              <a:rPr kumimoji="1" lang="en-US" altLang="en-US" sz="10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EP created by value destroyers</a:t>
            </a:fld>
            <a:endParaRPr kumimoji="1" lang="zh-CN" altLang="en-US" sz="10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09" name="文本框 208">
            <a:extLst>
              <a:ext uri="{FF2B5EF4-FFF2-40B4-BE49-F238E27FC236}">
                <a16:creationId xmlns:a16="http://schemas.microsoft.com/office/drawing/2014/main" id="{27D29B4A-0C9E-5F33-748E-6F8741872B91}"/>
              </a:ext>
            </a:extLst>
          </p:cNvPr>
          <p:cNvSpPr txBox="1"/>
          <p:nvPr/>
        </p:nvSpPr>
        <p:spPr>
          <a:xfrm>
            <a:off x="448786" y="2743300"/>
            <a:ext cx="89479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rgbClr val="00486F"/>
                </a:solidFill>
                <a:latin typeface="HarmonyOS Sans SC" pitchFamily="2" charset="-122"/>
                <a:ea typeface="HarmonyOS Sans SC" pitchFamily="2" charset="-122"/>
              </a:rPr>
              <a:t>Total EP =</a:t>
            </a:r>
            <a:endParaRPr kumimoji="1" lang="zh-CN" altLang="en-US" sz="1200" dirty="0">
              <a:solidFill>
                <a:srgbClr val="00486F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0A882849-0CA3-C06D-A4EB-7BB092E89364}"/>
              </a:ext>
            </a:extLst>
          </p:cNvPr>
          <p:cNvGrpSpPr/>
          <p:nvPr/>
        </p:nvGrpSpPr>
        <p:grpSpPr>
          <a:xfrm>
            <a:off x="10095051" y="1440673"/>
            <a:ext cx="1327151" cy="269066"/>
            <a:chOff x="10095051" y="1440673"/>
            <a:chExt cx="1327151" cy="269066"/>
          </a:xfrm>
        </p:grpSpPr>
        <p:cxnSp>
          <p:nvCxnSpPr>
            <p:cNvPr id="213" name="直线连接符 212">
              <a:extLst>
                <a:ext uri="{FF2B5EF4-FFF2-40B4-BE49-F238E27FC236}">
                  <a16:creationId xmlns:a16="http://schemas.microsoft.com/office/drawing/2014/main" id="{1D0CDECD-2BC6-828E-D171-218487222595}"/>
                </a:ext>
              </a:extLst>
            </p:cNvPr>
            <p:cNvCxnSpPr/>
            <p:nvPr/>
          </p:nvCxnSpPr>
          <p:spPr>
            <a:xfrm flipV="1">
              <a:off x="11414511" y="1440674"/>
              <a:ext cx="0" cy="26906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线连接符 214">
              <a:extLst>
                <a:ext uri="{FF2B5EF4-FFF2-40B4-BE49-F238E27FC236}">
                  <a16:creationId xmlns:a16="http://schemas.microsoft.com/office/drawing/2014/main" id="{670173DA-4A95-B8C2-D1E7-65252633B73C}"/>
                </a:ext>
              </a:extLst>
            </p:cNvPr>
            <p:cNvCxnSpPr/>
            <p:nvPr/>
          </p:nvCxnSpPr>
          <p:spPr>
            <a:xfrm flipH="1">
              <a:off x="10095051" y="1440673"/>
              <a:ext cx="1327151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6" name="文本框 215">
            <a:extLst>
              <a:ext uri="{FF2B5EF4-FFF2-40B4-BE49-F238E27FC236}">
                <a16:creationId xmlns:a16="http://schemas.microsoft.com/office/drawing/2014/main" id="{2E6C91F3-4A71-EA54-C77A-B9F2D50895D5}"/>
              </a:ext>
            </a:extLst>
          </p:cNvPr>
          <p:cNvSpPr txBox="1"/>
          <p:nvPr/>
        </p:nvSpPr>
        <p:spPr>
          <a:xfrm>
            <a:off x="6773308" y="1245515"/>
            <a:ext cx="3321743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100" dirty="0">
                <a:solidFill>
                  <a:srgbClr val="00486F"/>
                </a:solidFill>
                <a:latin typeface="HarmonyOS Sans SC" pitchFamily="2" charset="-122"/>
                <a:ea typeface="HarmonyOS Sans SC" pitchFamily="2" charset="-122"/>
              </a:rPr>
              <a:t>EP is highly concentrated at the top.</a:t>
            </a:r>
          </a:p>
          <a:p>
            <a:r>
              <a:rPr kumimoji="1" lang="en-US" altLang="zh-CN" sz="1100" dirty="0">
                <a:solidFill>
                  <a:srgbClr val="00486F"/>
                </a:solidFill>
                <a:latin typeface="HarmonyOS Sans SC" pitchFamily="2" charset="-122"/>
                <a:ea typeface="HarmonyOS Sans SC" pitchFamily="2" charset="-122"/>
              </a:rPr>
              <a:t>Out of the 99%, 81% is contributed by the top 10</a:t>
            </a:r>
            <a:endParaRPr kumimoji="1" lang="zh-CN" altLang="en-US" sz="1100" dirty="0">
              <a:solidFill>
                <a:srgbClr val="00486F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23" name="文本框 122">
            <a:extLst>
              <a:ext uri="{FF2B5EF4-FFF2-40B4-BE49-F238E27FC236}">
                <a16:creationId xmlns:a16="http://schemas.microsoft.com/office/drawing/2014/main" id="{6D14DFE9-95CB-3394-C96B-E38007FB3A00}"/>
              </a:ext>
            </a:extLst>
          </p:cNvPr>
          <p:cNvSpPr txBox="1"/>
          <p:nvPr/>
        </p:nvSpPr>
        <p:spPr>
          <a:xfrm>
            <a:off x="9683299" y="2909351"/>
            <a:ext cx="43633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rgbClr val="00486F"/>
                </a:solidFill>
                <a:latin typeface="HarmonyOS Sans SC" pitchFamily="2" charset="-122"/>
                <a:ea typeface="HarmonyOS Sans SC" pitchFamily="2" charset="-122"/>
              </a:rPr>
              <a:t>-79</a:t>
            </a:r>
            <a:endParaRPr kumimoji="1" lang="zh-CN" altLang="en-US" sz="1200" dirty="0">
              <a:solidFill>
                <a:srgbClr val="00486F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F159DCCA-E8CA-E497-FA2C-FC1A455ED57F}"/>
              </a:ext>
            </a:extLst>
          </p:cNvPr>
          <p:cNvSpPr txBox="1"/>
          <p:nvPr/>
        </p:nvSpPr>
        <p:spPr>
          <a:xfrm>
            <a:off x="414726" y="6255090"/>
            <a:ext cx="24288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solidFill>
                  <a:srgbClr val="B7BCCF"/>
                </a:solidFill>
                <a:latin typeface="HarmonyOS Sans SC Light" pitchFamily="2" charset="-122"/>
                <a:ea typeface="HarmonyOS Sans SC Light" pitchFamily="2" charset="-122"/>
              </a:rPr>
              <a:t>Source: McKinsey Global Fashion Index</a:t>
            </a:r>
            <a:endParaRPr kumimoji="1" lang="zh-CN" altLang="en-US" sz="1000" dirty="0">
              <a:solidFill>
                <a:srgbClr val="B7BCCF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91581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8303376-87EF-AAAD-5A08-7EA48152D43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4" imgW="7772400" imgH="10058400" progId="TCLayout.ActiveDocument.1">
                  <p:embed/>
                </p:oleObj>
              </mc:Choice>
              <mc:Fallback>
                <p:oleObj name="think-cell 幻灯片" r:id="rId1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8303376-87EF-AAAD-5A08-7EA48152D4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916A52BB-E907-E08F-3C1A-F74D74259AF8}"/>
              </a:ext>
            </a:extLst>
          </p:cNvPr>
          <p:cNvSpPr txBox="1"/>
          <p:nvPr/>
        </p:nvSpPr>
        <p:spPr>
          <a:xfrm>
            <a:off x="382905" y="371475"/>
            <a:ext cx="11304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Capital expenditures for BEVs will likely double over the next five years, while</a:t>
            </a:r>
            <a:r>
              <a:rPr kumimoji="1" lang="zh-CN" altLang="en-US" dirty="0"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investments in other vehicles decline.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7A627B4-E083-4AC2-8957-7AAC82618AFE}"/>
              </a:ext>
            </a:extLst>
          </p:cNvPr>
          <p:cNvSpPr txBox="1"/>
          <p:nvPr/>
        </p:nvSpPr>
        <p:spPr>
          <a:xfrm>
            <a:off x="382905" y="1017806"/>
            <a:ext cx="643156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Cumulative global model-related capital expenditures 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（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capex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）， </a:t>
            </a:r>
            <a:r>
              <a:rPr kumimoji="1" lang="zh-CN" altLang="en-US" sz="1400" dirty="0">
                <a:latin typeface="HarmonyOS Sans SC Light" pitchFamily="2" charset="-122"/>
                <a:ea typeface="HarmonyOS Sans SC Light" pitchFamily="2" charset="-122"/>
              </a:rPr>
              <a:t>＄ 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billion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70" name="Chart 3">
            <a:extLst>
              <a:ext uri="{FF2B5EF4-FFF2-40B4-BE49-F238E27FC236}">
                <a16:creationId xmlns:a16="http://schemas.microsoft.com/office/drawing/2014/main" id="{E2DB2095-6FFB-18B1-ADEC-966AE9B51888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1279525" y="1616075"/>
          <a:ext cx="9683750" cy="32845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9" name="文本占位符 2">
            <a:extLst>
              <a:ext uri="{FF2B5EF4-FFF2-40B4-BE49-F238E27FC236}">
                <a16:creationId xmlns:a16="http://schemas.microsoft.com/office/drawing/2014/main" id="{36209D6F-8280-DF65-3198-EA81A47C237B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auto">
          <a:xfrm>
            <a:off x="547688" y="3941763"/>
            <a:ext cx="69691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31FE8E00-FBED-4418-95B6-C0DF6BCCB84E}" type="datetime'''''2''''0''20-''2''''''''''''''''''''''5'''''''''''''''''''''">
              <a:rPr kumimoji="1" lang="zh-CN" altLang="en-US" sz="14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2020-25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58EF032A-2971-205F-8CCD-866A7AA2BBE1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9758363" y="1830388"/>
            <a:ext cx="3397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2247776-5F29-4687-B442-01EDE0477E03}" type="datetime'''''''B''''''''''E''''''''''''''''''''''''V'''''''''">
              <a:rPr kumimoji="1" lang="en-US" altLang="en-US" sz="14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BEV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" name="文本占位符 2">
            <a:extLst>
              <a:ext uri="{FF2B5EF4-FFF2-40B4-BE49-F238E27FC236}">
                <a16:creationId xmlns:a16="http://schemas.microsoft.com/office/drawing/2014/main" id="{6F5891AB-6457-1D85-3898-D2AD1DB1CC3C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3705225" y="1830388"/>
            <a:ext cx="316547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4137F26-C36E-45A6-BCCA-4187D744DF61}" type="datetime'Non''-b''a''tter''y el''ec''tri''c'' v''e''hi''''cles （BEVs）'">
              <a:rPr kumimoji="1" lang="en-US" altLang="en-US" sz="14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Non-battery electric vehicles （BEVs）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" name="文本占位符 2">
            <a:extLst>
              <a:ext uri="{FF2B5EF4-FFF2-40B4-BE49-F238E27FC236}">
                <a16:creationId xmlns:a16="http://schemas.microsoft.com/office/drawing/2014/main" id="{02526AAA-B690-BDC1-444F-2544D25137E0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10668000" y="2382838"/>
            <a:ext cx="3556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D68D0CFA-BEBB-4042-8629-B0EBDE2E1016}" type="datetime'''''''''''''''''''''''''''''''''''3''9''''''''''0'''''''''''">
              <a:rPr kumimoji="1" lang="zh-CN" altLang="en-US" sz="14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390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" name="文本占位符 2">
            <a:extLst>
              <a:ext uri="{FF2B5EF4-FFF2-40B4-BE49-F238E27FC236}">
                <a16:creationId xmlns:a16="http://schemas.microsoft.com/office/drawing/2014/main" id="{00DE11F2-8270-5C46-6004-19B31D285C07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547688" y="2382838"/>
            <a:ext cx="69691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spcBef>
                <a:spcPct val="0"/>
              </a:spcBef>
              <a:spcAft>
                <a:spcPct val="0"/>
              </a:spcAft>
            </a:pPr>
            <a:fld id="{3300D333-C1E0-4D02-8E54-57A5044B2580}" type="datetime'''''2''0''''''14''-''''''''''''''19'''''''''''''''''''''">
              <a:rPr kumimoji="1" lang="zh-CN" altLang="en-US" sz="14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2014-19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5" name="文本占位符 2">
            <a:extLst>
              <a:ext uri="{FF2B5EF4-FFF2-40B4-BE49-F238E27FC236}">
                <a16:creationId xmlns:a16="http://schemas.microsoft.com/office/drawing/2014/main" id="{2728CFB9-27A0-76A4-CBC8-90753D47A5FB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9545638" y="2382838"/>
            <a:ext cx="76517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BA3237A-513B-4072-9EB5-8B973E483D93}" type="datetime'''''''''''''''''''''''''''''''''''''''''''''''''''6''''''''0'">
              <a:rPr kumimoji="1" lang="en-US" altLang="en-US" sz="14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60</a:t>
            </a:fld>
            <a:r>
              <a:rPr kumimoji="1" lang="en-US" altLang="en-US" sz="14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 (</a:t>
            </a:r>
            <a:fld id="{C5A32C1D-B26D-4034-A05C-BEE0CDAD1F9F}" type="datetime'''''''''1''''''''''''''''''''''5%'''''''''''">
              <a:rPr kumimoji="1" lang="en-US" altLang="en-US" sz="14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15%</a:t>
            </a:fld>
            <a:r>
              <a:rPr kumimoji="1" lang="en-US" altLang="zh-CN" sz="140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)</a:t>
            </a:r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6" name="文本占位符 2">
            <a:extLst>
              <a:ext uri="{FF2B5EF4-FFF2-40B4-BE49-F238E27FC236}">
                <a16:creationId xmlns:a16="http://schemas.microsoft.com/office/drawing/2014/main" id="{2A9EF554-5C55-C840-C7EC-4A797AE437E2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gray">
          <a:xfrm>
            <a:off x="4854575" y="2382838"/>
            <a:ext cx="86677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12B31F98-202C-4084-92B0-E7B747BDBE92}" type="datetime'33''''''''''''''''''''''''''''''''''''''''''0'''''''''''''''">
              <a:rPr kumimoji="1" lang="en-US" altLang="en-US" sz="14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330</a:t>
            </a:fld>
            <a:r>
              <a:rPr kumimoji="1" lang="en-US" altLang="en-US" sz="14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 (</a:t>
            </a:r>
            <a:fld id="{EC97C32E-9B83-4CAE-A0C6-833A5391CD74}" type="datetime'''85''''''''''''''''''''''''''''''''''%'''''''''''''''">
              <a:rPr kumimoji="1" lang="en-US" altLang="en-US" sz="14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85%</a:t>
            </a:fld>
            <a:r>
              <a:rPr kumimoji="1" lang="en-US" altLang="zh-CN" sz="140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)</a:t>
            </a:r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7" name="文本占位符 2">
            <a:extLst>
              <a:ext uri="{FF2B5EF4-FFF2-40B4-BE49-F238E27FC236}">
                <a16:creationId xmlns:a16="http://schemas.microsoft.com/office/drawing/2014/main" id="{B25F6E03-1019-2253-9456-60B27EFF42E2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9018588" y="3941763"/>
            <a:ext cx="86677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DD32CD8-8BD4-4326-8D56-460DDDF8677C}" type="datetime'1''''''''''''''''''''''''''''''''''''''2''0'''">
              <a:rPr kumimoji="1" lang="en-US" altLang="en-US" sz="14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120</a:t>
            </a:fld>
            <a:r>
              <a:rPr kumimoji="1" lang="en-US" altLang="en-US" sz="14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 (</a:t>
            </a:r>
            <a:fld id="{26B18230-A77A-442D-9DC2-33DED23A1CFC}" type="datetime'''''3''''0''''''''''''''''''''''''''%'''''''''''''''''''''''">
              <a:rPr kumimoji="1" lang="en-US" altLang="en-US" sz="14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30%</a:t>
            </a:fld>
            <a:r>
              <a:rPr kumimoji="1" lang="en-US" altLang="zh-CN" sz="140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)</a:t>
            </a:r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8" name="文本占位符 2">
            <a:extLst>
              <a:ext uri="{FF2B5EF4-FFF2-40B4-BE49-F238E27FC236}">
                <a16:creationId xmlns:a16="http://schemas.microsoft.com/office/drawing/2014/main" id="{9BCC112D-D30F-5F72-B49C-531A2EC1812D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gray">
          <a:xfrm>
            <a:off x="4259263" y="3941763"/>
            <a:ext cx="86677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553D7AB9-5CC7-46CB-8348-FC6E9296E059}" type="datetime'''''''''''''2''''''''''''8''''0'''''''''''''">
              <a:rPr kumimoji="1" lang="en-US" altLang="en-US" sz="14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280</a:t>
            </a:fld>
            <a:r>
              <a:rPr kumimoji="1" lang="en-US" altLang="en-US" sz="140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 (</a:t>
            </a:r>
            <a:fld id="{AE848EB9-B480-4781-BF51-A5D61BB7A4F4}" type="datetime'''''''''''''''7''''0''''''''''%'''''''''''''''''''">
              <a:rPr kumimoji="1" lang="en-US" altLang="en-US" sz="1400" smtClean="0">
                <a:solidFill>
                  <a:schemeClr val="bg1"/>
                </a:solidFill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>
                <a:spcBef>
                  <a:spcPct val="0"/>
                </a:spcBef>
                <a:spcAft>
                  <a:spcPct val="0"/>
                </a:spcAft>
              </a:pPr>
              <a:t>70%</a:t>
            </a:fld>
            <a:r>
              <a:rPr kumimoji="1" lang="en-US" altLang="zh-CN" sz="140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)</a:t>
            </a:r>
            <a:endParaRPr kumimoji="1" lang="zh-CN" altLang="en-US" sz="14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5" name="文本占位符 2">
            <a:extLst>
              <a:ext uri="{FF2B5EF4-FFF2-40B4-BE49-F238E27FC236}">
                <a16:creationId xmlns:a16="http://schemas.microsoft.com/office/drawing/2014/main" id="{363B1D31-5922-214A-E9D4-68B5DC3D90E2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gray">
          <a:xfrm>
            <a:off x="10906125" y="3941763"/>
            <a:ext cx="3556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Bef>
                <a:spcPct val="0"/>
              </a:spcBef>
              <a:spcAft>
                <a:spcPct val="0"/>
              </a:spcAft>
            </a:pPr>
            <a:fld id="{F98051A6-7400-49E2-835E-6D3DC9438B4A}" type="datetime'''''''4''''''''''''''''''''''''0''''''''''''''''''0'''''''''''">
              <a:rPr kumimoji="1" lang="zh-CN" altLang="en-US" sz="14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400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BEC91DD8-FF4D-BE61-7F8C-4BBF87C6098B}"/>
              </a:ext>
            </a:extLst>
          </p:cNvPr>
          <p:cNvSpPr/>
          <p:nvPr/>
        </p:nvSpPr>
        <p:spPr>
          <a:xfrm>
            <a:off x="8029416" y="2788942"/>
            <a:ext cx="2849350" cy="932316"/>
          </a:xfrm>
          <a:custGeom>
            <a:avLst/>
            <a:gdLst>
              <a:gd name="connsiteX0" fmla="*/ 0 w 2849350"/>
              <a:gd name="connsiteY0" fmla="*/ 0 h 925830"/>
              <a:gd name="connsiteX1" fmla="*/ 2849350 w 2849350"/>
              <a:gd name="connsiteY1" fmla="*/ 0 h 925830"/>
              <a:gd name="connsiteX2" fmla="*/ 2849350 w 2849350"/>
              <a:gd name="connsiteY2" fmla="*/ 925830 h 925830"/>
              <a:gd name="connsiteX3" fmla="*/ 0 w 2849350"/>
              <a:gd name="connsiteY3" fmla="*/ 925830 h 925830"/>
              <a:gd name="connsiteX4" fmla="*/ 0 w 2849350"/>
              <a:gd name="connsiteY4" fmla="*/ 0 h 925830"/>
              <a:gd name="connsiteX0" fmla="*/ 1186774 w 2849350"/>
              <a:gd name="connsiteY0" fmla="*/ 0 h 932315"/>
              <a:gd name="connsiteX1" fmla="*/ 2849350 w 2849350"/>
              <a:gd name="connsiteY1" fmla="*/ 6485 h 932315"/>
              <a:gd name="connsiteX2" fmla="*/ 2849350 w 2849350"/>
              <a:gd name="connsiteY2" fmla="*/ 932315 h 932315"/>
              <a:gd name="connsiteX3" fmla="*/ 0 w 2849350"/>
              <a:gd name="connsiteY3" fmla="*/ 932315 h 932315"/>
              <a:gd name="connsiteX4" fmla="*/ 1186774 w 2849350"/>
              <a:gd name="connsiteY4" fmla="*/ 0 h 932315"/>
              <a:gd name="connsiteX0" fmla="*/ 1186774 w 2849350"/>
              <a:gd name="connsiteY0" fmla="*/ 0 h 932315"/>
              <a:gd name="connsiteX1" fmla="*/ 2609401 w 2849350"/>
              <a:gd name="connsiteY1" fmla="*/ 9727 h 932315"/>
              <a:gd name="connsiteX2" fmla="*/ 2849350 w 2849350"/>
              <a:gd name="connsiteY2" fmla="*/ 932315 h 932315"/>
              <a:gd name="connsiteX3" fmla="*/ 0 w 2849350"/>
              <a:gd name="connsiteY3" fmla="*/ 932315 h 932315"/>
              <a:gd name="connsiteX4" fmla="*/ 1186774 w 2849350"/>
              <a:gd name="connsiteY4" fmla="*/ 0 h 932315"/>
              <a:gd name="connsiteX0" fmla="*/ 1186774 w 2849350"/>
              <a:gd name="connsiteY0" fmla="*/ 1 h 932316"/>
              <a:gd name="connsiteX1" fmla="*/ 2612644 w 2849350"/>
              <a:gd name="connsiteY1" fmla="*/ 0 h 932316"/>
              <a:gd name="connsiteX2" fmla="*/ 2849350 w 2849350"/>
              <a:gd name="connsiteY2" fmla="*/ 932316 h 932316"/>
              <a:gd name="connsiteX3" fmla="*/ 0 w 2849350"/>
              <a:gd name="connsiteY3" fmla="*/ 932316 h 932316"/>
              <a:gd name="connsiteX4" fmla="*/ 1186774 w 2849350"/>
              <a:gd name="connsiteY4" fmla="*/ 1 h 932316"/>
              <a:gd name="connsiteX0" fmla="*/ 1177046 w 2849350"/>
              <a:gd name="connsiteY0" fmla="*/ 3244 h 932316"/>
              <a:gd name="connsiteX1" fmla="*/ 2612644 w 2849350"/>
              <a:gd name="connsiteY1" fmla="*/ 0 h 932316"/>
              <a:gd name="connsiteX2" fmla="*/ 2849350 w 2849350"/>
              <a:gd name="connsiteY2" fmla="*/ 932316 h 932316"/>
              <a:gd name="connsiteX3" fmla="*/ 0 w 2849350"/>
              <a:gd name="connsiteY3" fmla="*/ 932316 h 932316"/>
              <a:gd name="connsiteX4" fmla="*/ 1177046 w 2849350"/>
              <a:gd name="connsiteY4" fmla="*/ 3244 h 932316"/>
              <a:gd name="connsiteX0" fmla="*/ 1177046 w 2849350"/>
              <a:gd name="connsiteY0" fmla="*/ 0 h 938799"/>
              <a:gd name="connsiteX1" fmla="*/ 2612644 w 2849350"/>
              <a:gd name="connsiteY1" fmla="*/ 6483 h 938799"/>
              <a:gd name="connsiteX2" fmla="*/ 2849350 w 2849350"/>
              <a:gd name="connsiteY2" fmla="*/ 938799 h 938799"/>
              <a:gd name="connsiteX3" fmla="*/ 0 w 2849350"/>
              <a:gd name="connsiteY3" fmla="*/ 938799 h 938799"/>
              <a:gd name="connsiteX4" fmla="*/ 1177046 w 2849350"/>
              <a:gd name="connsiteY4" fmla="*/ 0 h 938799"/>
              <a:gd name="connsiteX0" fmla="*/ 1183531 w 2849350"/>
              <a:gd name="connsiteY0" fmla="*/ 3245 h 932316"/>
              <a:gd name="connsiteX1" fmla="*/ 2612644 w 2849350"/>
              <a:gd name="connsiteY1" fmla="*/ 0 h 932316"/>
              <a:gd name="connsiteX2" fmla="*/ 2849350 w 2849350"/>
              <a:gd name="connsiteY2" fmla="*/ 932316 h 932316"/>
              <a:gd name="connsiteX3" fmla="*/ 0 w 2849350"/>
              <a:gd name="connsiteY3" fmla="*/ 932316 h 932316"/>
              <a:gd name="connsiteX4" fmla="*/ 1183531 w 2849350"/>
              <a:gd name="connsiteY4" fmla="*/ 3245 h 932316"/>
              <a:gd name="connsiteX0" fmla="*/ 1180289 w 2849350"/>
              <a:gd name="connsiteY0" fmla="*/ 3245 h 932316"/>
              <a:gd name="connsiteX1" fmla="*/ 2612644 w 2849350"/>
              <a:gd name="connsiteY1" fmla="*/ 0 h 932316"/>
              <a:gd name="connsiteX2" fmla="*/ 2849350 w 2849350"/>
              <a:gd name="connsiteY2" fmla="*/ 932316 h 932316"/>
              <a:gd name="connsiteX3" fmla="*/ 0 w 2849350"/>
              <a:gd name="connsiteY3" fmla="*/ 932316 h 932316"/>
              <a:gd name="connsiteX4" fmla="*/ 1180289 w 2849350"/>
              <a:gd name="connsiteY4" fmla="*/ 3245 h 932316"/>
              <a:gd name="connsiteX0" fmla="*/ 1183532 w 2849350"/>
              <a:gd name="connsiteY0" fmla="*/ 2 h 932316"/>
              <a:gd name="connsiteX1" fmla="*/ 2612644 w 2849350"/>
              <a:gd name="connsiteY1" fmla="*/ 0 h 932316"/>
              <a:gd name="connsiteX2" fmla="*/ 2849350 w 2849350"/>
              <a:gd name="connsiteY2" fmla="*/ 932316 h 932316"/>
              <a:gd name="connsiteX3" fmla="*/ 0 w 2849350"/>
              <a:gd name="connsiteY3" fmla="*/ 932316 h 932316"/>
              <a:gd name="connsiteX4" fmla="*/ 1183532 w 2849350"/>
              <a:gd name="connsiteY4" fmla="*/ 2 h 9323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49350" h="932316">
                <a:moveTo>
                  <a:pt x="1183532" y="2"/>
                </a:moveTo>
                <a:lnTo>
                  <a:pt x="2612644" y="0"/>
                </a:lnTo>
                <a:lnTo>
                  <a:pt x="2849350" y="932316"/>
                </a:lnTo>
                <a:lnTo>
                  <a:pt x="0" y="932316"/>
                </a:lnTo>
                <a:lnTo>
                  <a:pt x="1183532" y="2"/>
                </a:lnTo>
                <a:close/>
              </a:path>
            </a:pathLst>
          </a:custGeom>
          <a:solidFill>
            <a:srgbClr val="E5E7E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042E8E81-4321-1D95-F002-979619510399}"/>
              </a:ext>
            </a:extLst>
          </p:cNvPr>
          <p:cNvSpPr txBox="1"/>
          <p:nvPr/>
        </p:nvSpPr>
        <p:spPr>
          <a:xfrm>
            <a:off x="2343313" y="4669056"/>
            <a:ext cx="272382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latin typeface="HarmonyOS Sans SC" pitchFamily="2" charset="-122"/>
                <a:ea typeface="HarmonyOS Sans SC" pitchFamily="2" charset="-122"/>
              </a:rPr>
              <a:t>600 EV models</a:t>
            </a:r>
            <a:endParaRPr kumimoji="1" lang="zh-CN" altLang="en-US" sz="2800" b="1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342F9019-71CF-E7F4-F5BC-BC778809618B}"/>
              </a:ext>
            </a:extLst>
          </p:cNvPr>
          <p:cNvSpPr txBox="1"/>
          <p:nvPr/>
        </p:nvSpPr>
        <p:spPr>
          <a:xfrm>
            <a:off x="5952474" y="4669496"/>
            <a:ext cx="24064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latin typeface="HarmonyOS Sans SC" pitchFamily="2" charset="-122"/>
                <a:ea typeface="HarmonyOS Sans SC" pitchFamily="2" charset="-122"/>
              </a:rPr>
              <a:t>~$120 billion</a:t>
            </a:r>
            <a:endParaRPr kumimoji="1" lang="zh-CN" altLang="en-US" sz="2800" b="1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7340DF47-E96C-C5B2-9105-E2A05681C96F}"/>
              </a:ext>
            </a:extLst>
          </p:cNvPr>
          <p:cNvSpPr txBox="1"/>
          <p:nvPr/>
        </p:nvSpPr>
        <p:spPr>
          <a:xfrm>
            <a:off x="9244239" y="4669056"/>
            <a:ext cx="153439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latin typeface="HarmonyOS Sans SC" pitchFamily="2" charset="-122"/>
                <a:ea typeface="HarmonyOS Sans SC" pitchFamily="2" charset="-122"/>
              </a:rPr>
              <a:t>25-30%</a:t>
            </a:r>
            <a:endParaRPr kumimoji="1" lang="zh-CN" altLang="en-US" sz="2800" b="1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4E5244AE-88C4-8431-D0A8-65D7AEB1EC64}"/>
              </a:ext>
            </a:extLst>
          </p:cNvPr>
          <p:cNvSpPr txBox="1"/>
          <p:nvPr/>
        </p:nvSpPr>
        <p:spPr>
          <a:xfrm>
            <a:off x="382905" y="5912089"/>
            <a:ext cx="113042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Note: Figures may not sum to 100%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，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because of rounding.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Questions: How has the coronavirus 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COVID-19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situation affected your company‘s production 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operation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capacity? How has the coronavirus 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COVID-19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situation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affected demand for your company's products/services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？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McKinsey COVID-19 B2B Decision-Maker Pulse #2, April 20-27,2020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n=607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A5E6DC28-0B11-8C4E-74D2-23F1ED6575FC}"/>
              </a:ext>
            </a:extLst>
          </p:cNvPr>
          <p:cNvSpPr txBox="1"/>
          <p:nvPr/>
        </p:nvSpPr>
        <p:spPr>
          <a:xfrm>
            <a:off x="2292818" y="5191105"/>
            <a:ext cx="282481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will be launched in the next 5 years, of</a:t>
            </a:r>
          </a:p>
          <a:p>
            <a:pPr algn="ctr"/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which more than 450 will be BEVs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BAA868B3-4506-DBFF-13F0-1C1BCA6D4B25}"/>
              </a:ext>
            </a:extLst>
          </p:cNvPr>
          <p:cNvSpPr txBox="1"/>
          <p:nvPr/>
        </p:nvSpPr>
        <p:spPr>
          <a:xfrm>
            <a:off x="6365246" y="5191104"/>
            <a:ext cx="16818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of global BEV-related</a:t>
            </a:r>
          </a:p>
          <a:p>
            <a:pPr algn="ctr"/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capex through 2025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1FA213E2-18A8-876E-4CA3-2C4E2D6D79B6}"/>
              </a:ext>
            </a:extLst>
          </p:cNvPr>
          <p:cNvSpPr txBox="1"/>
          <p:nvPr/>
        </p:nvSpPr>
        <p:spPr>
          <a:xfrm>
            <a:off x="9302748" y="5191103"/>
            <a:ext cx="14173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of OEM capex will</a:t>
            </a:r>
          </a:p>
          <a:p>
            <a:pPr algn="ctr"/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be BEV related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8BF03602-8128-FBC7-683F-4359CA0C02A3}"/>
              </a:ext>
            </a:extLst>
          </p:cNvPr>
          <p:cNvSpPr txBox="1"/>
          <p:nvPr/>
        </p:nvSpPr>
        <p:spPr>
          <a:xfrm>
            <a:off x="9454091" y="2995107"/>
            <a:ext cx="8627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100%</a:t>
            </a:r>
          </a:p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increase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043183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B17599B-977B-CDB8-E2F6-0892AF030E4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955745"/>
              </p:ext>
            </p:extLst>
          </p:nvPr>
        </p:nvGraphicFramePr>
        <p:xfrm>
          <a:off x="1589" y="1589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64" imgW="7772400" imgH="10058400" progId="TCLayout.ActiveDocument.1">
                  <p:embed/>
                </p:oleObj>
              </mc:Choice>
              <mc:Fallback>
                <p:oleObj name="think-cell 幻灯片" r:id="rId6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B17599B-977B-CDB8-E2F6-0892AF030E4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AD6D8B3-4A94-032D-73BC-099CD513F59A}"/>
              </a:ext>
            </a:extLst>
          </p:cNvPr>
          <p:cNvSpPr txBox="1"/>
          <p:nvPr/>
        </p:nvSpPr>
        <p:spPr>
          <a:xfrm>
            <a:off x="454344" y="333376"/>
            <a:ext cx="1137212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HarmonyOS Sans SC Medium" pitchFamily="2" charset="-122"/>
                <a:ea typeface="HarmonyOS Sans SC Medium" pitchFamily="2" charset="-122"/>
              </a:rPr>
              <a:t>In 2022,inventory challenges escalated above</a:t>
            </a:r>
            <a:r>
              <a:rPr lang="zh-CN" altLang="en-US" dirty="0">
                <a:solidFill>
                  <a:srgbClr val="000000"/>
                </a:solidFill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HarmonyOS Sans SC Medium" pitchFamily="2" charset="-122"/>
                <a:ea typeface="HarmonyOS Sans SC Medium" pitchFamily="2" charset="-122"/>
              </a:rPr>
              <a:t>pre-pandemic historical averages</a:t>
            </a:r>
            <a:endParaRPr lang="en-US" altLang="zh-CN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0716B2-8FE3-9F6A-88D9-9271C6A495C2}"/>
              </a:ext>
            </a:extLst>
          </p:cNvPr>
          <p:cNvSpPr txBox="1"/>
          <p:nvPr/>
        </p:nvSpPr>
        <p:spPr>
          <a:xfrm>
            <a:off x="454344" y="781446"/>
            <a:ext cx="868965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solidFill>
                  <a:srgbClr val="706F6F"/>
                </a:solidFill>
                <a:latin typeface="HarmonyOS Sans SC" pitchFamily="2" charset="-122"/>
                <a:ea typeface="HarmonyOS Sans SC" pitchFamily="2" charset="-122"/>
              </a:rPr>
              <a:t>Inventory value as percentage of revenues by quarter, 2015-2022,%</a:t>
            </a:r>
            <a:endParaRPr lang="en-US" altLang="zh-CN" sz="14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252" name="Chart 3">
            <a:extLst>
              <a:ext uri="{FF2B5EF4-FFF2-40B4-BE49-F238E27FC236}">
                <a16:creationId xmlns:a16="http://schemas.microsoft.com/office/drawing/2014/main" id="{3C93CD25-5305-45E8-451F-6F3F05C45C06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476012081"/>
              </p:ext>
            </p:extLst>
          </p:nvPr>
        </p:nvGraphicFramePr>
        <p:xfrm>
          <a:off x="1184275" y="1423988"/>
          <a:ext cx="10626725" cy="3186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6"/>
          </a:graphicData>
        </a:graphic>
      </p:graphicFrame>
      <p:cxnSp>
        <p:nvCxnSpPr>
          <p:cNvPr id="235" name="直线连接符 234">
            <a:extLst>
              <a:ext uri="{FF2B5EF4-FFF2-40B4-BE49-F238E27FC236}">
                <a16:creationId xmlns:a16="http://schemas.microsoft.com/office/drawing/2014/main" id="{ACA0A812-68B7-42BB-976C-E94629AAF390}"/>
              </a:ext>
            </a:extLst>
          </p:cNvPr>
          <p:cNvCxnSpPr/>
          <p:nvPr>
            <p:custDataLst>
              <p:tags r:id="rId3"/>
            </p:custDataLst>
          </p:nvPr>
        </p:nvCxnSpPr>
        <p:spPr bwMode="gray">
          <a:xfrm>
            <a:off x="1590675" y="3789363"/>
            <a:ext cx="10137775" cy="0"/>
          </a:xfrm>
          <a:prstGeom prst="line">
            <a:avLst/>
          </a:prstGeom>
          <a:ln w="12700" cap="flat" cmpd="sng" algn="ctr">
            <a:solidFill>
              <a:schemeClr val="accent4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2" name="直线连接符 231">
            <a:extLst>
              <a:ext uri="{FF2B5EF4-FFF2-40B4-BE49-F238E27FC236}">
                <a16:creationId xmlns:a16="http://schemas.microsoft.com/office/drawing/2014/main" id="{893F1B99-672A-F04E-C72E-A71698070562}"/>
              </a:ext>
            </a:extLst>
          </p:cNvPr>
          <p:cNvCxnSpPr/>
          <p:nvPr>
            <p:custDataLst>
              <p:tags r:id="rId4"/>
            </p:custDataLst>
          </p:nvPr>
        </p:nvCxnSpPr>
        <p:spPr bwMode="gray">
          <a:xfrm>
            <a:off x="1266825" y="3789363"/>
            <a:ext cx="34925" cy="0"/>
          </a:xfrm>
          <a:prstGeom prst="line">
            <a:avLst/>
          </a:prstGeom>
          <a:ln w="12700" cap="flat" cmpd="sng" algn="ctr">
            <a:solidFill>
              <a:schemeClr val="accent4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文本占位符 2">
            <a:extLst>
              <a:ext uri="{FF2B5EF4-FFF2-40B4-BE49-F238E27FC236}">
                <a16:creationId xmlns:a16="http://schemas.microsoft.com/office/drawing/2014/main" id="{9B5494FE-48AB-9D82-45F5-56C86B510C4F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2439988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02090A1-9BFA-4BA2-A49B-6E80F93BCDE0}" type="datetime'''''''''''''''''''''''''''''''Q''''3''''''''''''''''''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Q3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96" name="文本占位符 2">
            <a:extLst>
              <a:ext uri="{FF2B5EF4-FFF2-40B4-BE49-F238E27FC236}">
                <a16:creationId xmlns:a16="http://schemas.microsoft.com/office/drawing/2014/main" id="{F8CF9DC6-8E46-AB2F-AF5E-0DDE6EFFC45E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2800350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A25DCC3-D0E9-49B0-8AF8-B9331E360526}" type="datetime'''''''''Q''''''''''''''''''4''''''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Q4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98" name="文本占位符 2">
            <a:extLst>
              <a:ext uri="{FF2B5EF4-FFF2-40B4-BE49-F238E27FC236}">
                <a16:creationId xmlns:a16="http://schemas.microsoft.com/office/drawing/2014/main" id="{73652E79-BEA8-55A3-BAEF-794CCC918E1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3522663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96B8B81-77DC-4CD0-9033-A3790FFD4A55}" type="datetime'''''''''''''''''''''''''''''''''''''''''Q''2''''''''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Q2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99" name="文本占位符 2">
            <a:extLst>
              <a:ext uri="{FF2B5EF4-FFF2-40B4-BE49-F238E27FC236}">
                <a16:creationId xmlns:a16="http://schemas.microsoft.com/office/drawing/2014/main" id="{5068727D-6754-CEF2-CB71-15BFE9D451EB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3883025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4D04714-87CD-489C-8A40-CF2C2433581A}" type="datetime'''Q''''''''''3''''''''''''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Q3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03" name="文本占位符 2">
            <a:extLst>
              <a:ext uri="{FF2B5EF4-FFF2-40B4-BE49-F238E27FC236}">
                <a16:creationId xmlns:a16="http://schemas.microsoft.com/office/drawing/2014/main" id="{FCBF653F-7CFD-C3F9-49AC-4C899F2D26C0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4243388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9BA9C599-B0B4-4876-81FC-61BE6BE51AB7}" type="datetime'''''''''''''''''Q''4''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Q4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04" name="文本占位符 2">
            <a:extLst>
              <a:ext uri="{FF2B5EF4-FFF2-40B4-BE49-F238E27FC236}">
                <a16:creationId xmlns:a16="http://schemas.microsoft.com/office/drawing/2014/main" id="{AC17002A-B2B6-A956-B8CF-DDBF9C5C8E77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4603750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5CAAAE3-8F32-47FE-9056-0785EB0C3A45}" type="datetime'''''''''''''''''''''''Q''''''''''''''''''1''''''''''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Q1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05" name="文本占位符 2">
            <a:extLst>
              <a:ext uri="{FF2B5EF4-FFF2-40B4-BE49-F238E27FC236}">
                <a16:creationId xmlns:a16="http://schemas.microsoft.com/office/drawing/2014/main" id="{2C271B50-249B-45F9-CEB4-A2BEB9ADFAE2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4965700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8986172-BB3D-4FDE-BB2D-F8E25B623D86}" type="datetime'''''''''''''''''''''''''''''''Q''2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Q2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06" name="文本占位符 2">
            <a:extLst>
              <a:ext uri="{FF2B5EF4-FFF2-40B4-BE49-F238E27FC236}">
                <a16:creationId xmlns:a16="http://schemas.microsoft.com/office/drawing/2014/main" id="{C3FA2E71-02CC-7D6F-2FD4-7972F827B0A7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5326063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17BB591-79C0-439D-9440-5D0F65DCFB0A}" type="datetime'''''''''''''Q''''''''''''''''3''''''''''''''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Q3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09" name="文本占位符 2">
            <a:extLst>
              <a:ext uri="{FF2B5EF4-FFF2-40B4-BE49-F238E27FC236}">
                <a16:creationId xmlns:a16="http://schemas.microsoft.com/office/drawing/2014/main" id="{8CC55EB3-B0F5-F675-FAA1-FB4224E94CE5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5686425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0278353-ACB1-4825-B58A-83865D87E71F}" type="datetime'''Q''''''''''''''''''''''''''''''''''''''''''''''''''4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Q4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10" name="文本占位符 2">
            <a:extLst>
              <a:ext uri="{FF2B5EF4-FFF2-40B4-BE49-F238E27FC236}">
                <a16:creationId xmlns:a16="http://schemas.microsoft.com/office/drawing/2014/main" id="{D3FA393C-B180-EBE9-36DE-1B1AC251281C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6046788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E711718-5D92-4C64-9BAD-0958DA33F7D6}" type="datetime'''''''''''''''''''''''''''''''''''Q''1''''''''''''''''''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Q1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12" name="文本占位符 2">
            <a:extLst>
              <a:ext uri="{FF2B5EF4-FFF2-40B4-BE49-F238E27FC236}">
                <a16:creationId xmlns:a16="http://schemas.microsoft.com/office/drawing/2014/main" id="{61C999F8-815B-B7BF-3274-F8303A368E64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6408738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14144CCF-D3ED-49A3-A020-C08653A7216D}" type="datetime'''Q''''2''''''''''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Q2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13" name="文本占位符 2">
            <a:extLst>
              <a:ext uri="{FF2B5EF4-FFF2-40B4-BE49-F238E27FC236}">
                <a16:creationId xmlns:a16="http://schemas.microsoft.com/office/drawing/2014/main" id="{5DC66CA6-F88A-76DA-ED25-D63AE57F9A85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6769100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1454B55-F017-47F1-AB4F-16311C54BD91}" type="datetime'''''''''''''''''''''''''''''''''Q''''''''''3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Q3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16" name="文本占位符 2">
            <a:extLst>
              <a:ext uri="{FF2B5EF4-FFF2-40B4-BE49-F238E27FC236}">
                <a16:creationId xmlns:a16="http://schemas.microsoft.com/office/drawing/2014/main" id="{EE4DBABE-D998-10A2-002A-2C587E53088A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7129463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1FD2C4C5-A9DA-4C5F-A2AB-CF2DF69CB8D2}" type="datetime'''''''''''''Q''''''''4''''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Q4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17" name="文本占位符 2">
            <a:extLst>
              <a:ext uri="{FF2B5EF4-FFF2-40B4-BE49-F238E27FC236}">
                <a16:creationId xmlns:a16="http://schemas.microsoft.com/office/drawing/2014/main" id="{C29A91E8-7DE1-7EA7-A8FB-31CBEC1672A3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7489825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13330D3-58A5-469D-AFA4-E10C616DD4D8}" type="datetime'''''''''''''''''''''''Q''''''''''''''1''''''''''''''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Q1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18" name="文本占位符 2">
            <a:extLst>
              <a:ext uri="{FF2B5EF4-FFF2-40B4-BE49-F238E27FC236}">
                <a16:creationId xmlns:a16="http://schemas.microsoft.com/office/drawing/2014/main" id="{8A689279-B0F7-F342-58C0-5794B12B66DA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auto">
          <a:xfrm>
            <a:off x="7851775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30BFD7B-3AC7-417A-BDAC-85EDD96FE026}" type="datetime'''''''''''''''''''''''''''''Q''''''2''''''''''''''''''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Q2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19" name="文本占位符 2">
            <a:extLst>
              <a:ext uri="{FF2B5EF4-FFF2-40B4-BE49-F238E27FC236}">
                <a16:creationId xmlns:a16="http://schemas.microsoft.com/office/drawing/2014/main" id="{F6B3976D-C12B-77FA-8D65-805A1DA07ACA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auto">
          <a:xfrm>
            <a:off x="8212138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74F2D35E-AF9E-4105-A03F-F1F877B3658C}" type="datetime'''''''Q''''''''''''''''''''3''''''''''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Q3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23" name="文本占位符 2">
            <a:extLst>
              <a:ext uri="{FF2B5EF4-FFF2-40B4-BE49-F238E27FC236}">
                <a16:creationId xmlns:a16="http://schemas.microsoft.com/office/drawing/2014/main" id="{E7A0004F-24DF-BE28-B957-FDECD9403CCF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auto">
          <a:xfrm>
            <a:off x="8572500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3ADDB40-3C52-4C4E-8895-BE5759D98907}" type="datetime'''''''''Q''''''4''''''''''''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Q4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24" name="文本占位符 2">
            <a:extLst>
              <a:ext uri="{FF2B5EF4-FFF2-40B4-BE49-F238E27FC236}">
                <a16:creationId xmlns:a16="http://schemas.microsoft.com/office/drawing/2014/main" id="{8C2C7340-948E-16C4-0410-ED27C4B1B613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auto">
          <a:xfrm>
            <a:off x="8932863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1A9356A8-A559-45A1-A813-DC86C07499B2}" type="datetime'''''''''''Q''''''1''''''''''''''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Q1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25" name="文本占位符 2">
            <a:extLst>
              <a:ext uri="{FF2B5EF4-FFF2-40B4-BE49-F238E27FC236}">
                <a16:creationId xmlns:a16="http://schemas.microsoft.com/office/drawing/2014/main" id="{83FD922D-2235-9AF8-9ABF-A6C77CE443B9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auto">
          <a:xfrm>
            <a:off x="9294813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49988D4-135B-4352-A829-A7E8FA6B940A}" type="datetime'''''''''''''''''''''Q''''2''''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Q2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26" name="文本占位符 2">
            <a:extLst>
              <a:ext uri="{FF2B5EF4-FFF2-40B4-BE49-F238E27FC236}">
                <a16:creationId xmlns:a16="http://schemas.microsoft.com/office/drawing/2014/main" id="{3D93ED9E-870F-3E81-D0ED-EDF9775897E6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 bwMode="auto">
          <a:xfrm>
            <a:off x="9655175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190BA0C-8737-4C43-A1DC-171F0ACE9A50}" type="datetime'''''''''''''''Q''''''''''''''''''''''''''''''''''3''''''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Q3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26" name="文本占位符 2">
            <a:extLst>
              <a:ext uri="{FF2B5EF4-FFF2-40B4-BE49-F238E27FC236}">
                <a16:creationId xmlns:a16="http://schemas.microsoft.com/office/drawing/2014/main" id="{1E3807BF-4D0F-A869-25D1-356C72D87A0F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auto">
          <a:xfrm>
            <a:off x="3160713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231B97E-0D26-43F1-8EF5-D00AF7CDF47D}" type="datetime'''''''''Q''''''''''''''''''''''''''''''''''''''''1''''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Q1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35" name="文本占位符 2">
            <a:extLst>
              <a:ext uri="{FF2B5EF4-FFF2-40B4-BE49-F238E27FC236}">
                <a16:creationId xmlns:a16="http://schemas.microsoft.com/office/drawing/2014/main" id="{77213240-237D-AC6A-6BF7-AFAB20FBBEA5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auto">
          <a:xfrm>
            <a:off x="10015538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9CF0CD9E-0051-4F56-BD9F-54A868CB78D9}" type="datetime'''''''Q''''''''''''''''''''''''''''''''''''''''''''''''''''4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Q4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88" name="文本占位符 2">
            <a:extLst>
              <a:ext uri="{FF2B5EF4-FFF2-40B4-BE49-F238E27FC236}">
                <a16:creationId xmlns:a16="http://schemas.microsoft.com/office/drawing/2014/main" id="{804E779F-42E8-352B-E67E-6510020288A5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auto">
          <a:xfrm>
            <a:off x="10375900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55C2BBE-0E71-438A-B09B-1B50C1F3D57B}" type="datetime'''''''Q''''''''''''''''''''''''''1''''''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Q1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93" name="文本占位符 2">
            <a:extLst>
              <a:ext uri="{FF2B5EF4-FFF2-40B4-BE49-F238E27FC236}">
                <a16:creationId xmlns:a16="http://schemas.microsoft.com/office/drawing/2014/main" id="{92389E4C-DB77-2EBE-0392-B15550AA2A45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auto">
          <a:xfrm>
            <a:off x="10737850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1F13AD2-72B2-416F-BE20-2615DFE8977F}" type="datetime'''''''''''''''''''''''''''Q''2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Q2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00" name="文本占位符 2">
            <a:extLst>
              <a:ext uri="{FF2B5EF4-FFF2-40B4-BE49-F238E27FC236}">
                <a16:creationId xmlns:a16="http://schemas.microsoft.com/office/drawing/2014/main" id="{BA4694D9-9026-CB7A-B23B-87222F7563BF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auto">
          <a:xfrm>
            <a:off x="11098213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2818611-1DC8-4627-B44E-649DCB042B27}" type="datetime'''''''''''Q''3''''''''''''''''''''''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Q3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07" name="文本占位符 2">
            <a:extLst>
              <a:ext uri="{FF2B5EF4-FFF2-40B4-BE49-F238E27FC236}">
                <a16:creationId xmlns:a16="http://schemas.microsoft.com/office/drawing/2014/main" id="{E2B0EF1C-7F3B-7554-4784-9803580C865D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auto">
          <a:xfrm>
            <a:off x="11458575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703A4F9-CAC8-4783-853B-ECBAB57D3188}" type="datetime'''''''''''''''''''''''''''''Q''4''''''''''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Q4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42" name="文本占位符 2">
            <a:extLst>
              <a:ext uri="{FF2B5EF4-FFF2-40B4-BE49-F238E27FC236}">
                <a16:creationId xmlns:a16="http://schemas.microsoft.com/office/drawing/2014/main" id="{093B1211-8EB1-EE79-720A-8E08A687128D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gray">
          <a:xfrm>
            <a:off x="1309688" y="3694113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1C7D8AD-697E-402C-820A-D658E33284D2}" type="datetime'''''1''9'',''''''''''''''''''''''0''''''''''''''''''''''''''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19,0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3E32F61-E3B2-BE4C-7A96-E7D707E00D78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auto">
          <a:xfrm>
            <a:off x="1357313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53D8043-B8D8-4C26-A5DA-D88482ED18F9}" type="datetime'''''''''''''''Q''''4''''''''''''''''''''''''''''''''''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Q4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44" name="文本占位符 2">
            <a:extLst>
              <a:ext uri="{FF2B5EF4-FFF2-40B4-BE49-F238E27FC236}">
                <a16:creationId xmlns:a16="http://schemas.microsoft.com/office/drawing/2014/main" id="{76567CED-E70A-CD32-71EE-6261A29F0AAA}"/>
              </a:ext>
            </a:extLst>
          </p:cNvPr>
          <p:cNvSpPr txBox="1">
            <a:spLocks/>
          </p:cNvSpPr>
          <p:nvPr>
            <p:custDataLst>
              <p:tags r:id="rId33"/>
            </p:custDataLst>
          </p:nvPr>
        </p:nvSpPr>
        <p:spPr bwMode="gray">
          <a:xfrm>
            <a:off x="2032000" y="3157538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EFF1732-FD75-46EB-AFAF-7555D799AB0B}" type="datetime'''''''''''''''1''9'',''''''''''''8''''''''''''''''''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19,8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45" name="文本占位符 2">
            <a:extLst>
              <a:ext uri="{FF2B5EF4-FFF2-40B4-BE49-F238E27FC236}">
                <a16:creationId xmlns:a16="http://schemas.microsoft.com/office/drawing/2014/main" id="{F83514D3-59F2-CDC4-9461-856BE8E5B02B}"/>
              </a:ext>
            </a:extLst>
          </p:cNvPr>
          <p:cNvSpPr txBox="1">
            <a:spLocks/>
          </p:cNvSpPr>
          <p:nvPr>
            <p:custDataLst>
              <p:tags r:id="rId34"/>
            </p:custDataLst>
          </p:nvPr>
        </p:nvSpPr>
        <p:spPr bwMode="gray">
          <a:xfrm>
            <a:off x="2392363" y="2687638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EB3D270-9B80-4E0B-AACB-1E7AA18F381D}" type="datetime'2''''''''0'''''''''''',''''''''''''''''''''''''''''''''5''''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20,5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46" name="文本占位符 2">
            <a:extLst>
              <a:ext uri="{FF2B5EF4-FFF2-40B4-BE49-F238E27FC236}">
                <a16:creationId xmlns:a16="http://schemas.microsoft.com/office/drawing/2014/main" id="{DB4C1F4E-C8FC-3EE7-7645-5AB8A65CDF32}"/>
              </a:ext>
            </a:extLst>
          </p:cNvPr>
          <p:cNvSpPr txBox="1">
            <a:spLocks/>
          </p:cNvSpPr>
          <p:nvPr>
            <p:custDataLst>
              <p:tags r:id="rId35"/>
            </p:custDataLst>
          </p:nvPr>
        </p:nvSpPr>
        <p:spPr bwMode="gray">
          <a:xfrm>
            <a:off x="2752725" y="3829050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72E85EB9-17E7-4F29-B025-0882EBE95151}" type="datetime'''1''''''''''''''''''''''''''8'',''''''''''''''''''''''8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18,8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47" name="文本占位符 2">
            <a:extLst>
              <a:ext uri="{FF2B5EF4-FFF2-40B4-BE49-F238E27FC236}">
                <a16:creationId xmlns:a16="http://schemas.microsoft.com/office/drawing/2014/main" id="{F8C86C33-EF9D-EB12-60D2-BFA71AA63DBA}"/>
              </a:ext>
            </a:extLst>
          </p:cNvPr>
          <p:cNvSpPr txBox="1">
            <a:spLocks/>
          </p:cNvSpPr>
          <p:nvPr>
            <p:custDataLst>
              <p:tags r:id="rId36"/>
            </p:custDataLst>
          </p:nvPr>
        </p:nvSpPr>
        <p:spPr bwMode="gray">
          <a:xfrm>
            <a:off x="3113088" y="3492500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450930A-7AD8-4DD2-B825-A50857125064}" type="datetime'''''''''''''''''''''''19'''''',''''''''''''''''3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19,3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48" name="文本占位符 2">
            <a:extLst>
              <a:ext uri="{FF2B5EF4-FFF2-40B4-BE49-F238E27FC236}">
                <a16:creationId xmlns:a16="http://schemas.microsoft.com/office/drawing/2014/main" id="{E53CCE19-078D-70AB-9285-A4516FC6013A}"/>
              </a:ext>
            </a:extLst>
          </p:cNvPr>
          <p:cNvSpPr txBox="1">
            <a:spLocks/>
          </p:cNvSpPr>
          <p:nvPr>
            <p:custDataLst>
              <p:tags r:id="rId37"/>
            </p:custDataLst>
          </p:nvPr>
        </p:nvSpPr>
        <p:spPr bwMode="gray">
          <a:xfrm>
            <a:off x="3475038" y="3425825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95DE136-8277-4912-817C-D154652265EE}" type="datetime'''''''''''''''''''''''''1''9,''''''''''''''''''''''''4''''''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19,4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49" name="文本占位符 2">
            <a:extLst>
              <a:ext uri="{FF2B5EF4-FFF2-40B4-BE49-F238E27FC236}">
                <a16:creationId xmlns:a16="http://schemas.microsoft.com/office/drawing/2014/main" id="{2F554C04-BC77-C721-9BC3-E549ADC67B4C}"/>
              </a:ext>
            </a:extLst>
          </p:cNvPr>
          <p:cNvSpPr txBox="1">
            <a:spLocks/>
          </p:cNvSpPr>
          <p:nvPr>
            <p:custDataLst>
              <p:tags r:id="rId38"/>
            </p:custDataLst>
          </p:nvPr>
        </p:nvSpPr>
        <p:spPr bwMode="gray">
          <a:xfrm>
            <a:off x="3835400" y="2687638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A190A01-8AAD-499B-925B-3D57BA1F7C77}" type="datetime'2''''''0,''5''''''''''''''''''''''''''''''''''''''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20,5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50" name="文本占位符 2">
            <a:extLst>
              <a:ext uri="{FF2B5EF4-FFF2-40B4-BE49-F238E27FC236}">
                <a16:creationId xmlns:a16="http://schemas.microsoft.com/office/drawing/2014/main" id="{BD032A6B-54BD-DCD6-1463-67B43D11093F}"/>
              </a:ext>
            </a:extLst>
          </p:cNvPr>
          <p:cNvSpPr txBox="1">
            <a:spLocks/>
          </p:cNvSpPr>
          <p:nvPr>
            <p:custDataLst>
              <p:tags r:id="rId39"/>
            </p:custDataLst>
          </p:nvPr>
        </p:nvSpPr>
        <p:spPr bwMode="gray">
          <a:xfrm>
            <a:off x="4195763" y="3560763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189BE80-15CD-49B3-8D9D-2CF4307F504F}" type="datetime'''''''''''''''''''''''''''1''''''''''9'''''''''''''''',''2''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19,2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51" name="文本占位符 2">
            <a:extLst>
              <a:ext uri="{FF2B5EF4-FFF2-40B4-BE49-F238E27FC236}">
                <a16:creationId xmlns:a16="http://schemas.microsoft.com/office/drawing/2014/main" id="{4088357D-FA75-4C89-FF1D-BB60E3B9ACB5}"/>
              </a:ext>
            </a:extLst>
          </p:cNvPr>
          <p:cNvSpPr txBox="1">
            <a:spLocks/>
          </p:cNvSpPr>
          <p:nvPr>
            <p:custDataLst>
              <p:tags r:id="rId40"/>
            </p:custDataLst>
          </p:nvPr>
        </p:nvSpPr>
        <p:spPr bwMode="gray">
          <a:xfrm>
            <a:off x="4556125" y="3224213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DE954CE-C857-474B-AC25-A750216974B7}" type="datetime'''''''''''''''1''''''''9'''''''''''''''''''''',7''''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19,7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52" name="文本占位符 2">
            <a:extLst>
              <a:ext uri="{FF2B5EF4-FFF2-40B4-BE49-F238E27FC236}">
                <a16:creationId xmlns:a16="http://schemas.microsoft.com/office/drawing/2014/main" id="{0E2EBB8C-8401-5190-7CFC-4BC3C5BB4755}"/>
              </a:ext>
            </a:extLst>
          </p:cNvPr>
          <p:cNvSpPr txBox="1">
            <a:spLocks/>
          </p:cNvSpPr>
          <p:nvPr>
            <p:custDataLst>
              <p:tags r:id="rId41"/>
            </p:custDataLst>
          </p:nvPr>
        </p:nvSpPr>
        <p:spPr bwMode="gray">
          <a:xfrm>
            <a:off x="4918075" y="3627438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9FE6819-FE31-4578-AEA9-792042F97BBC}" type="datetime'''''1''''''''''9'''''''''''',''''''''''''''''''''''''''''''1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19,1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53" name="文本占位符 2">
            <a:extLst>
              <a:ext uri="{FF2B5EF4-FFF2-40B4-BE49-F238E27FC236}">
                <a16:creationId xmlns:a16="http://schemas.microsoft.com/office/drawing/2014/main" id="{826B2CB7-78A2-BC0A-750D-4D0DCAA4A2BA}"/>
              </a:ext>
            </a:extLst>
          </p:cNvPr>
          <p:cNvSpPr txBox="1">
            <a:spLocks/>
          </p:cNvSpPr>
          <p:nvPr>
            <p:custDataLst>
              <p:tags r:id="rId42"/>
            </p:custDataLst>
          </p:nvPr>
        </p:nvSpPr>
        <p:spPr bwMode="gray">
          <a:xfrm>
            <a:off x="5278438" y="2754313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F6B0FC4-45E2-439A-B5A6-7E1DF9D04F7D}" type="datetime'2''''0'''''''''''''',''''''''''''''''''''''''''4''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20,4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54" name="文本占位符 2">
            <a:extLst>
              <a:ext uri="{FF2B5EF4-FFF2-40B4-BE49-F238E27FC236}">
                <a16:creationId xmlns:a16="http://schemas.microsoft.com/office/drawing/2014/main" id="{2ABC6FCD-A6FD-FD48-795B-2CBA217C8799}"/>
              </a:ext>
            </a:extLst>
          </p:cNvPr>
          <p:cNvSpPr txBox="1">
            <a:spLocks/>
          </p:cNvSpPr>
          <p:nvPr>
            <p:custDataLst>
              <p:tags r:id="rId43"/>
            </p:custDataLst>
          </p:nvPr>
        </p:nvSpPr>
        <p:spPr bwMode="gray">
          <a:xfrm>
            <a:off x="5638800" y="3492500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F2EE5A0-238F-4839-880E-F314544E01C4}" type="datetime'''''''''1''''''''''''''''''''''9'''''''',''''''3''''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19,3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55" name="文本占位符 2">
            <a:extLst>
              <a:ext uri="{FF2B5EF4-FFF2-40B4-BE49-F238E27FC236}">
                <a16:creationId xmlns:a16="http://schemas.microsoft.com/office/drawing/2014/main" id="{9044E985-B593-92B4-0461-2AE934302C18}"/>
              </a:ext>
            </a:extLst>
          </p:cNvPr>
          <p:cNvSpPr txBox="1">
            <a:spLocks/>
          </p:cNvSpPr>
          <p:nvPr>
            <p:custDataLst>
              <p:tags r:id="rId44"/>
            </p:custDataLst>
          </p:nvPr>
        </p:nvSpPr>
        <p:spPr bwMode="gray">
          <a:xfrm>
            <a:off x="5999163" y="3359150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2766379-36E1-47ED-B6A9-E76DFE5B05CD}" type="datetime'''''''''1''''''''''''''''9'''''',''''''''5''''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19,5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56" name="文本占位符 2">
            <a:extLst>
              <a:ext uri="{FF2B5EF4-FFF2-40B4-BE49-F238E27FC236}">
                <a16:creationId xmlns:a16="http://schemas.microsoft.com/office/drawing/2014/main" id="{C09F54B4-1360-85B4-DCE0-77B781729E7F}"/>
              </a:ext>
            </a:extLst>
          </p:cNvPr>
          <p:cNvSpPr txBox="1">
            <a:spLocks/>
          </p:cNvSpPr>
          <p:nvPr>
            <p:custDataLst>
              <p:tags r:id="rId45"/>
            </p:custDataLst>
          </p:nvPr>
        </p:nvSpPr>
        <p:spPr bwMode="gray">
          <a:xfrm>
            <a:off x="6361113" y="3157538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E2E8434-E69E-4035-A8FC-A728FBD732F5}" type="datetime'1''''''''''''''''9'''''''''''',''''8''''''''''''''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19,8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57" name="文本占位符 2">
            <a:extLst>
              <a:ext uri="{FF2B5EF4-FFF2-40B4-BE49-F238E27FC236}">
                <a16:creationId xmlns:a16="http://schemas.microsoft.com/office/drawing/2014/main" id="{831A39C6-41CC-C25D-53BC-BB2BE062223A}"/>
              </a:ext>
            </a:extLst>
          </p:cNvPr>
          <p:cNvSpPr txBox="1">
            <a:spLocks/>
          </p:cNvSpPr>
          <p:nvPr>
            <p:custDataLst>
              <p:tags r:id="rId46"/>
            </p:custDataLst>
          </p:nvPr>
        </p:nvSpPr>
        <p:spPr bwMode="gray">
          <a:xfrm>
            <a:off x="6721475" y="2552700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2FE0303-D66C-486E-842A-4C4F40791029}" type="datetime'''''''''20,''''7''''''''''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20,7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58" name="文本占位符 2">
            <a:extLst>
              <a:ext uri="{FF2B5EF4-FFF2-40B4-BE49-F238E27FC236}">
                <a16:creationId xmlns:a16="http://schemas.microsoft.com/office/drawing/2014/main" id="{FFF0C1E8-DE00-D34B-E6F1-89CC8214C6F9}"/>
              </a:ext>
            </a:extLst>
          </p:cNvPr>
          <p:cNvSpPr txBox="1">
            <a:spLocks/>
          </p:cNvSpPr>
          <p:nvPr>
            <p:custDataLst>
              <p:tags r:id="rId47"/>
            </p:custDataLst>
          </p:nvPr>
        </p:nvSpPr>
        <p:spPr bwMode="gray">
          <a:xfrm>
            <a:off x="7081838" y="3290888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43651CE-50C7-423D-99DE-1FC8435C3E91}" type="datetime'''''''''''''1''''''''''''9'',''''6''''''''''''''''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19,6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59" name="文本占位符 2">
            <a:extLst>
              <a:ext uri="{FF2B5EF4-FFF2-40B4-BE49-F238E27FC236}">
                <a16:creationId xmlns:a16="http://schemas.microsoft.com/office/drawing/2014/main" id="{D36A7B6A-DD97-6B33-2A92-D847554333BB}"/>
              </a:ext>
            </a:extLst>
          </p:cNvPr>
          <p:cNvSpPr txBox="1">
            <a:spLocks/>
          </p:cNvSpPr>
          <p:nvPr>
            <p:custDataLst>
              <p:tags r:id="rId48"/>
            </p:custDataLst>
          </p:nvPr>
        </p:nvSpPr>
        <p:spPr bwMode="gray">
          <a:xfrm>
            <a:off x="7442200" y="2889250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D505DB2-659E-4113-9E1D-FB40FAB4E061}" type="datetime'''''''''''''''''''''''''2''''''''''''''''''''''''0'''''',2''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20,2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60" name="文本占位符 2">
            <a:extLst>
              <a:ext uri="{FF2B5EF4-FFF2-40B4-BE49-F238E27FC236}">
                <a16:creationId xmlns:a16="http://schemas.microsoft.com/office/drawing/2014/main" id="{A83B2CEA-948C-FEDA-4C38-44B61D972B20}"/>
              </a:ext>
            </a:extLst>
          </p:cNvPr>
          <p:cNvSpPr txBox="1">
            <a:spLocks/>
          </p:cNvSpPr>
          <p:nvPr>
            <p:custDataLst>
              <p:tags r:id="rId49"/>
            </p:custDataLst>
          </p:nvPr>
        </p:nvSpPr>
        <p:spPr bwMode="gray">
          <a:xfrm>
            <a:off x="7804150" y="2217738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AC10243-365A-4F6A-9378-716C9CCFFA78}" type="datetime'''''''''''''''''''''''''''''21'''''''''''''',''''2''''''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21,2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61" name="文本占位符 2">
            <a:extLst>
              <a:ext uri="{FF2B5EF4-FFF2-40B4-BE49-F238E27FC236}">
                <a16:creationId xmlns:a16="http://schemas.microsoft.com/office/drawing/2014/main" id="{130A4CDE-A21B-2AD6-6E84-31DD76018E6D}"/>
              </a:ext>
            </a:extLst>
          </p:cNvPr>
          <p:cNvSpPr txBox="1">
            <a:spLocks/>
          </p:cNvSpPr>
          <p:nvPr>
            <p:custDataLst>
              <p:tags r:id="rId50"/>
            </p:custDataLst>
          </p:nvPr>
        </p:nvSpPr>
        <p:spPr bwMode="gray">
          <a:xfrm>
            <a:off x="8164513" y="1344613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A847B38-2D44-4B77-B4C8-CFC421A40F17}" type="datetime'''''2''''''''''''''2,5''''''''''''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22,5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62" name="文本占位符 2">
            <a:extLst>
              <a:ext uri="{FF2B5EF4-FFF2-40B4-BE49-F238E27FC236}">
                <a16:creationId xmlns:a16="http://schemas.microsoft.com/office/drawing/2014/main" id="{8DA1764E-7C85-9929-DA8B-4271EC4B6BBD}"/>
              </a:ext>
            </a:extLst>
          </p:cNvPr>
          <p:cNvSpPr txBox="1">
            <a:spLocks/>
          </p:cNvSpPr>
          <p:nvPr>
            <p:custDataLst>
              <p:tags r:id="rId51"/>
            </p:custDataLst>
          </p:nvPr>
        </p:nvSpPr>
        <p:spPr bwMode="gray">
          <a:xfrm>
            <a:off x="8524875" y="1881188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1373C87-8B58-4800-BB7F-7128CE60590C}" type="datetime'''''''''2''''''1,''7''''''''''''''''''''''''''''''''''''''''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21,7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63" name="文本占位符 2">
            <a:extLst>
              <a:ext uri="{FF2B5EF4-FFF2-40B4-BE49-F238E27FC236}">
                <a16:creationId xmlns:a16="http://schemas.microsoft.com/office/drawing/2014/main" id="{D07F5E5A-EF5D-4877-E2B8-ACF1FE5FBEC2}"/>
              </a:ext>
            </a:extLst>
          </p:cNvPr>
          <p:cNvSpPr txBox="1">
            <a:spLocks/>
          </p:cNvSpPr>
          <p:nvPr>
            <p:custDataLst>
              <p:tags r:id="rId52"/>
            </p:custDataLst>
          </p:nvPr>
        </p:nvSpPr>
        <p:spPr bwMode="gray">
          <a:xfrm>
            <a:off x="8885238" y="2687638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48BCB8B-7EC1-43C0-8E62-3C0167942D67}" type="datetime'''''''2''0'''''''''''''''''',''''''5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20,5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64" name="文本占位符 2">
            <a:extLst>
              <a:ext uri="{FF2B5EF4-FFF2-40B4-BE49-F238E27FC236}">
                <a16:creationId xmlns:a16="http://schemas.microsoft.com/office/drawing/2014/main" id="{FA40B993-CF1A-A37D-99C4-A081E24FEA93}"/>
              </a:ext>
            </a:extLst>
          </p:cNvPr>
          <p:cNvSpPr txBox="1">
            <a:spLocks/>
          </p:cNvSpPr>
          <p:nvPr>
            <p:custDataLst>
              <p:tags r:id="rId53"/>
            </p:custDataLst>
          </p:nvPr>
        </p:nvSpPr>
        <p:spPr bwMode="gray">
          <a:xfrm>
            <a:off x="9247188" y="3359150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61921D7-CAE6-4005-A231-F1304DA44571}" type="datetime'''1''''''''''9'''''''''''''',''''''''''''''5''''''''''''''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19,5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66" name="文本占位符 2">
            <a:extLst>
              <a:ext uri="{FF2B5EF4-FFF2-40B4-BE49-F238E27FC236}">
                <a16:creationId xmlns:a16="http://schemas.microsoft.com/office/drawing/2014/main" id="{C2026A99-A2E6-F2A3-D22A-ED1ECF72DA1B}"/>
              </a:ext>
            </a:extLst>
          </p:cNvPr>
          <p:cNvSpPr txBox="1">
            <a:spLocks/>
          </p:cNvSpPr>
          <p:nvPr>
            <p:custDataLst>
              <p:tags r:id="rId54"/>
            </p:custDataLst>
          </p:nvPr>
        </p:nvSpPr>
        <p:spPr bwMode="gray">
          <a:xfrm>
            <a:off x="9607550" y="2754313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18D52B5-CFF0-4312-B9D0-E6849645B2AA}" type="datetime'''''''''''2''''0'''',''''''4''''''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20,4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67" name="文本占位符 2">
            <a:extLst>
              <a:ext uri="{FF2B5EF4-FFF2-40B4-BE49-F238E27FC236}">
                <a16:creationId xmlns:a16="http://schemas.microsoft.com/office/drawing/2014/main" id="{515E332F-94AF-EAA3-6C2E-2FC24BBA580B}"/>
              </a:ext>
            </a:extLst>
          </p:cNvPr>
          <p:cNvSpPr txBox="1">
            <a:spLocks/>
          </p:cNvSpPr>
          <p:nvPr>
            <p:custDataLst>
              <p:tags r:id="rId55"/>
            </p:custDataLst>
          </p:nvPr>
        </p:nvSpPr>
        <p:spPr bwMode="gray">
          <a:xfrm>
            <a:off x="9967913" y="3290888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A3CE74D-7CDD-44CA-9F40-C5490EF9650E}" type="datetime'''''''''''''''''''''''''19'',6''''''''''''''''''''''''''''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19,6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68" name="文本占位符 2">
            <a:extLst>
              <a:ext uri="{FF2B5EF4-FFF2-40B4-BE49-F238E27FC236}">
                <a16:creationId xmlns:a16="http://schemas.microsoft.com/office/drawing/2014/main" id="{68414D4D-9CC2-EC44-C973-986B35F3FFD9}"/>
              </a:ext>
            </a:extLst>
          </p:cNvPr>
          <p:cNvSpPr txBox="1">
            <a:spLocks/>
          </p:cNvSpPr>
          <p:nvPr>
            <p:custDataLst>
              <p:tags r:id="rId56"/>
            </p:custDataLst>
          </p:nvPr>
        </p:nvSpPr>
        <p:spPr bwMode="gray">
          <a:xfrm>
            <a:off x="10328275" y="2820988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505E8E5-8C67-42B7-88C8-A76B2B2AD014}" type="datetime'''''''''''''''''''2''0'',''3''''''''''''''''''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20,3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69" name="文本占位符 2">
            <a:extLst>
              <a:ext uri="{FF2B5EF4-FFF2-40B4-BE49-F238E27FC236}">
                <a16:creationId xmlns:a16="http://schemas.microsoft.com/office/drawing/2014/main" id="{56B8C63E-DE1C-8FCE-2500-6491BF63B9FD}"/>
              </a:ext>
            </a:extLst>
          </p:cNvPr>
          <p:cNvSpPr txBox="1">
            <a:spLocks/>
          </p:cNvSpPr>
          <p:nvPr>
            <p:custDataLst>
              <p:tags r:id="rId57"/>
            </p:custDataLst>
          </p:nvPr>
        </p:nvSpPr>
        <p:spPr bwMode="gray">
          <a:xfrm>
            <a:off x="10690225" y="2619375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C2DE140-28C7-4DC1-B377-60D38526C9F2}" type="datetime'''''20'''''''''''''''''''''',''''''''''''''''6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20,6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70" name="文本占位符 2">
            <a:extLst>
              <a:ext uri="{FF2B5EF4-FFF2-40B4-BE49-F238E27FC236}">
                <a16:creationId xmlns:a16="http://schemas.microsoft.com/office/drawing/2014/main" id="{491FAC0A-6C11-FA78-13BE-507D856D8F77}"/>
              </a:ext>
            </a:extLst>
          </p:cNvPr>
          <p:cNvSpPr txBox="1">
            <a:spLocks/>
          </p:cNvSpPr>
          <p:nvPr>
            <p:custDataLst>
              <p:tags r:id="rId58"/>
            </p:custDataLst>
          </p:nvPr>
        </p:nvSpPr>
        <p:spPr bwMode="gray">
          <a:xfrm>
            <a:off x="11050588" y="2149475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B1A5883-D799-49D3-8158-54695F6B6EAC}" type="datetime'''''''''''''''''21'',3''''''''''''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21,3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71" name="文本占位符 2">
            <a:extLst>
              <a:ext uri="{FF2B5EF4-FFF2-40B4-BE49-F238E27FC236}">
                <a16:creationId xmlns:a16="http://schemas.microsoft.com/office/drawing/2014/main" id="{B6C8E217-81CD-ABA7-05B6-A1809265AEC5}"/>
              </a:ext>
            </a:extLst>
          </p:cNvPr>
          <p:cNvSpPr txBox="1">
            <a:spLocks/>
          </p:cNvSpPr>
          <p:nvPr>
            <p:custDataLst>
              <p:tags r:id="rId59"/>
            </p:custDataLst>
          </p:nvPr>
        </p:nvSpPr>
        <p:spPr bwMode="gray">
          <a:xfrm>
            <a:off x="11410950" y="2149475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606A2E2C-021F-43C5-A5B5-F898ECDE1901}" type="datetime'''''''''''''''''''''''21'''',3''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21,3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89" name="文本占位符 2">
            <a:extLst>
              <a:ext uri="{FF2B5EF4-FFF2-40B4-BE49-F238E27FC236}">
                <a16:creationId xmlns:a16="http://schemas.microsoft.com/office/drawing/2014/main" id="{1F3C396D-3FF7-23F6-440F-9A97F4D9F2A5}"/>
              </a:ext>
            </a:extLst>
          </p:cNvPr>
          <p:cNvSpPr txBox="1">
            <a:spLocks/>
          </p:cNvSpPr>
          <p:nvPr>
            <p:custDataLst>
              <p:tags r:id="rId60"/>
            </p:custDataLst>
          </p:nvPr>
        </p:nvSpPr>
        <p:spPr bwMode="auto">
          <a:xfrm>
            <a:off x="2079625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278A29B1-47B3-471E-A6CD-4C51FA8C8C33}" type="datetime'''''''''''Q''''''2''''''''''''''''''''''''''''''''''''''''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Q2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85" name="文本占位符 2">
            <a:extLst>
              <a:ext uri="{FF2B5EF4-FFF2-40B4-BE49-F238E27FC236}">
                <a16:creationId xmlns:a16="http://schemas.microsoft.com/office/drawing/2014/main" id="{BA105D7B-99D3-272F-6331-F8C9798FC09E}"/>
              </a:ext>
            </a:extLst>
          </p:cNvPr>
          <p:cNvSpPr txBox="1">
            <a:spLocks/>
          </p:cNvSpPr>
          <p:nvPr>
            <p:custDataLst>
              <p:tags r:id="rId61"/>
            </p:custDataLst>
          </p:nvPr>
        </p:nvSpPr>
        <p:spPr bwMode="auto">
          <a:xfrm>
            <a:off x="1717675" y="4570413"/>
            <a:ext cx="17780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383935D1-5B6F-4AE0-9432-389A20FF65FE}" type="datetime'''Q''''''''''''''''''''''''''''''''''''''''''''1'">
              <a:rPr kumimoji="1" lang="en-US" altLang="en-US" sz="1000" smtClean="0"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/>
              <a:t>Q1</a:t>
            </a:fld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43" name="文本占位符 2">
            <a:extLst>
              <a:ext uri="{FF2B5EF4-FFF2-40B4-BE49-F238E27FC236}">
                <a16:creationId xmlns:a16="http://schemas.microsoft.com/office/drawing/2014/main" id="{05387AA1-8EE5-5D30-9891-78A23FC42087}"/>
              </a:ext>
            </a:extLst>
          </p:cNvPr>
          <p:cNvSpPr txBox="1">
            <a:spLocks/>
          </p:cNvSpPr>
          <p:nvPr>
            <p:custDataLst>
              <p:tags r:id="rId62"/>
            </p:custDataLst>
          </p:nvPr>
        </p:nvSpPr>
        <p:spPr bwMode="gray">
          <a:xfrm>
            <a:off x="1670050" y="3090863"/>
            <a:ext cx="273050" cy="1365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7463" tIns="0" rIns="17463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358FADDB-EDBC-4CCD-A6D2-C1D8DA69AD05}" type="datetime'''''''''''''''''''''''''''''''''19'',''''''''''''''9'''''">
              <a:rPr kumimoji="1" lang="zh-CN" altLang="en-US" sz="1000" smtClean="0">
                <a:solidFill>
                  <a:srgbClr val="00486F"/>
                </a:solidFill>
                <a:effectLst/>
                <a:latin typeface="HarmonyOS Sans SC Light" pitchFamily="2" charset="-122"/>
                <a:ea typeface="HarmonyOS Sans SC Light" pitchFamily="2" charset="-122"/>
                <a:sym typeface="HarmonyOS Sans SC Light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19,9</a:t>
            </a:fld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797E334D-A013-C40F-D4D7-60DE7C29DEEB}"/>
              </a:ext>
            </a:extLst>
          </p:cNvPr>
          <p:cNvSpPr txBox="1"/>
          <p:nvPr/>
        </p:nvSpPr>
        <p:spPr>
          <a:xfrm>
            <a:off x="454344" y="5141049"/>
            <a:ext cx="787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solidFill>
                  <a:srgbClr val="00486F"/>
                </a:solidFill>
                <a:latin typeface="HarmonyOS Sans SC" pitchFamily="2" charset="-122"/>
                <a:ea typeface="HarmonyOS Sans SC" pitchFamily="2" charset="-122"/>
              </a:rPr>
              <a:t>Yearly</a:t>
            </a:r>
          </a:p>
          <a:p>
            <a:r>
              <a:rPr kumimoji="1" lang="en-US" altLang="zh-CN" sz="1200" dirty="0">
                <a:solidFill>
                  <a:srgbClr val="00486F"/>
                </a:solidFill>
                <a:latin typeface="HarmonyOS Sans SC" pitchFamily="2" charset="-122"/>
                <a:ea typeface="HarmonyOS Sans SC" pitchFamily="2" charset="-122"/>
              </a:rPr>
              <a:t>average,</a:t>
            </a:r>
          </a:p>
          <a:p>
            <a:r>
              <a:rPr kumimoji="1" lang="en-US" altLang="zh-CN" sz="1200" dirty="0">
                <a:solidFill>
                  <a:srgbClr val="00486F"/>
                </a:solidFill>
                <a:latin typeface="HarmonyOS Sans SC" pitchFamily="2" charset="-122"/>
                <a:ea typeface="HarmonyOS Sans SC" pitchFamily="2" charset="-122"/>
              </a:rPr>
              <a:t>%</a:t>
            </a:r>
            <a:endParaRPr kumimoji="1" lang="zh-CN" altLang="en-US" sz="1200" dirty="0">
              <a:solidFill>
                <a:srgbClr val="00486F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87" name="文本框 186">
            <a:extLst>
              <a:ext uri="{FF2B5EF4-FFF2-40B4-BE49-F238E27FC236}">
                <a16:creationId xmlns:a16="http://schemas.microsoft.com/office/drawing/2014/main" id="{DD57B085-FAB9-8FA7-1E6F-6DB4C64F8FA2}"/>
              </a:ext>
            </a:extLst>
          </p:cNvPr>
          <p:cNvSpPr txBox="1"/>
          <p:nvPr/>
        </p:nvSpPr>
        <p:spPr>
          <a:xfrm>
            <a:off x="1268248" y="5341006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34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8BF76428-0C78-3187-1400-B0505E8BD5F5}"/>
              </a:ext>
            </a:extLst>
          </p:cNvPr>
          <p:cNvSpPr txBox="1"/>
          <p:nvPr/>
        </p:nvSpPr>
        <p:spPr>
          <a:xfrm>
            <a:off x="2176191" y="5341006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27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89" name="文本框 188">
            <a:extLst>
              <a:ext uri="{FF2B5EF4-FFF2-40B4-BE49-F238E27FC236}">
                <a16:creationId xmlns:a16="http://schemas.microsoft.com/office/drawing/2014/main" id="{B075F834-D588-A4A6-7589-EB6B3C9E7617}"/>
              </a:ext>
            </a:extLst>
          </p:cNvPr>
          <p:cNvSpPr txBox="1"/>
          <p:nvPr/>
        </p:nvSpPr>
        <p:spPr>
          <a:xfrm>
            <a:off x="3600749" y="5341006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37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0" name="文本框 189">
            <a:extLst>
              <a:ext uri="{FF2B5EF4-FFF2-40B4-BE49-F238E27FC236}">
                <a16:creationId xmlns:a16="http://schemas.microsoft.com/office/drawing/2014/main" id="{0516C49C-75C1-90BB-1644-E853EF25C5B0}"/>
              </a:ext>
            </a:extLst>
          </p:cNvPr>
          <p:cNvSpPr txBox="1"/>
          <p:nvPr/>
        </p:nvSpPr>
        <p:spPr>
          <a:xfrm>
            <a:off x="5066636" y="5341006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41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1" name="文本框 190">
            <a:extLst>
              <a:ext uri="{FF2B5EF4-FFF2-40B4-BE49-F238E27FC236}">
                <a16:creationId xmlns:a16="http://schemas.microsoft.com/office/drawing/2014/main" id="{F7432A60-391B-6902-FB1F-003AB28BD92B}"/>
              </a:ext>
            </a:extLst>
          </p:cNvPr>
          <p:cNvSpPr txBox="1"/>
          <p:nvPr/>
        </p:nvSpPr>
        <p:spPr>
          <a:xfrm>
            <a:off x="6527355" y="5347125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46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44A14EE9-F4B2-5270-104D-84CC4F333AB9}"/>
              </a:ext>
            </a:extLst>
          </p:cNvPr>
          <p:cNvSpPr txBox="1"/>
          <p:nvPr/>
        </p:nvSpPr>
        <p:spPr>
          <a:xfrm>
            <a:off x="7967411" y="5347125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56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EEE0789E-80C0-CFEE-77B9-48ECFF1E8582}"/>
              </a:ext>
            </a:extLst>
          </p:cNvPr>
          <p:cNvSpPr txBox="1"/>
          <p:nvPr/>
        </p:nvSpPr>
        <p:spPr>
          <a:xfrm>
            <a:off x="9422966" y="5347125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54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4" name="文本框 193">
            <a:extLst>
              <a:ext uri="{FF2B5EF4-FFF2-40B4-BE49-F238E27FC236}">
                <a16:creationId xmlns:a16="http://schemas.microsoft.com/office/drawing/2014/main" id="{F6245EA8-818B-F1E6-7889-5822A2F61F5D}"/>
              </a:ext>
            </a:extLst>
          </p:cNvPr>
          <p:cNvSpPr txBox="1"/>
          <p:nvPr/>
        </p:nvSpPr>
        <p:spPr>
          <a:xfrm>
            <a:off x="10832022" y="5341006"/>
            <a:ext cx="40267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51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173" name="直线连接符 172">
            <a:extLst>
              <a:ext uri="{FF2B5EF4-FFF2-40B4-BE49-F238E27FC236}">
                <a16:creationId xmlns:a16="http://schemas.microsoft.com/office/drawing/2014/main" id="{961CD9C7-B453-8B12-DDCA-0D67B4600360}"/>
              </a:ext>
            </a:extLst>
          </p:cNvPr>
          <p:cNvCxnSpPr>
            <a:cxnSpLocks/>
          </p:cNvCxnSpPr>
          <p:nvPr/>
        </p:nvCxnSpPr>
        <p:spPr>
          <a:xfrm>
            <a:off x="4872679" y="1881189"/>
            <a:ext cx="0" cy="1882774"/>
          </a:xfrm>
          <a:prstGeom prst="line">
            <a:avLst/>
          </a:prstGeom>
          <a:ln w="12700">
            <a:solidFill>
              <a:schemeClr val="tx1">
                <a:lumMod val="65000"/>
                <a:lumOff val="3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文本框 173">
            <a:extLst>
              <a:ext uri="{FF2B5EF4-FFF2-40B4-BE49-F238E27FC236}">
                <a16:creationId xmlns:a16="http://schemas.microsoft.com/office/drawing/2014/main" id="{E19EBBA7-771A-12EA-92BE-BD5DD05CA02D}"/>
              </a:ext>
            </a:extLst>
          </p:cNvPr>
          <p:cNvSpPr txBox="1"/>
          <p:nvPr/>
        </p:nvSpPr>
        <p:spPr>
          <a:xfrm>
            <a:off x="4572198" y="1566187"/>
            <a:ext cx="5533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b="1" dirty="0">
                <a:latin typeface="HarmonyOS Sans SC" pitchFamily="2" charset="-122"/>
                <a:ea typeface="HarmonyOS Sans SC" pitchFamily="2" charset="-122"/>
              </a:rPr>
              <a:t>19.1</a:t>
            </a:r>
            <a:endParaRPr kumimoji="1" lang="zh-CN" altLang="en-US" sz="1400" b="1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F0D672C5-9BFD-1D8E-7417-1A775F04B69E}"/>
              </a:ext>
            </a:extLst>
          </p:cNvPr>
          <p:cNvSpPr txBox="1"/>
          <p:nvPr/>
        </p:nvSpPr>
        <p:spPr>
          <a:xfrm>
            <a:off x="4193889" y="1365289"/>
            <a:ext cx="13099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solidFill>
                  <a:srgbClr val="00486F"/>
                </a:solidFill>
                <a:latin typeface="HarmonyOS Sans SC Light" pitchFamily="2" charset="-122"/>
                <a:ea typeface="HarmonyOS Sans SC Light" pitchFamily="2" charset="-122"/>
              </a:rPr>
              <a:t>2015-2018 average</a:t>
            </a:r>
            <a:endParaRPr kumimoji="1" lang="zh-CN" altLang="en-US" sz="1000" dirty="0">
              <a:solidFill>
                <a:srgbClr val="00486F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78" name="文本框 177">
            <a:extLst>
              <a:ext uri="{FF2B5EF4-FFF2-40B4-BE49-F238E27FC236}">
                <a16:creationId xmlns:a16="http://schemas.microsoft.com/office/drawing/2014/main" id="{5A9C7DC1-8180-F7C4-34E7-911803240733}"/>
              </a:ext>
            </a:extLst>
          </p:cNvPr>
          <p:cNvSpPr txBox="1"/>
          <p:nvPr/>
        </p:nvSpPr>
        <p:spPr>
          <a:xfrm>
            <a:off x="1154261" y="4864452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2015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79" name="文本框 178">
            <a:extLst>
              <a:ext uri="{FF2B5EF4-FFF2-40B4-BE49-F238E27FC236}">
                <a16:creationId xmlns:a16="http://schemas.microsoft.com/office/drawing/2014/main" id="{69399D7F-1D47-9B03-EF15-7725FFE3DBC6}"/>
              </a:ext>
            </a:extLst>
          </p:cNvPr>
          <p:cNvSpPr txBox="1"/>
          <p:nvPr/>
        </p:nvSpPr>
        <p:spPr>
          <a:xfrm>
            <a:off x="2068598" y="4864452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2016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80" name="文本框 179">
            <a:extLst>
              <a:ext uri="{FF2B5EF4-FFF2-40B4-BE49-F238E27FC236}">
                <a16:creationId xmlns:a16="http://schemas.microsoft.com/office/drawing/2014/main" id="{F07444EB-37EF-D880-C722-594C1B85A2FD}"/>
              </a:ext>
            </a:extLst>
          </p:cNvPr>
          <p:cNvSpPr txBox="1"/>
          <p:nvPr/>
        </p:nvSpPr>
        <p:spPr>
          <a:xfrm>
            <a:off x="3480105" y="4859619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2017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DCA9B825-3761-D189-0281-7D652D49F1FF}"/>
              </a:ext>
            </a:extLst>
          </p:cNvPr>
          <p:cNvSpPr txBox="1"/>
          <p:nvPr/>
        </p:nvSpPr>
        <p:spPr>
          <a:xfrm>
            <a:off x="4952388" y="4859619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2018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7BD7A80F-4D4D-915B-3FB5-F899D4D1CEDB}"/>
              </a:ext>
            </a:extLst>
          </p:cNvPr>
          <p:cNvSpPr txBox="1"/>
          <p:nvPr/>
        </p:nvSpPr>
        <p:spPr>
          <a:xfrm>
            <a:off x="6416597" y="4859619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2019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83" name="文本框 182">
            <a:extLst>
              <a:ext uri="{FF2B5EF4-FFF2-40B4-BE49-F238E27FC236}">
                <a16:creationId xmlns:a16="http://schemas.microsoft.com/office/drawing/2014/main" id="{3A89CEE6-053D-51B3-B787-05D65E246ECB}"/>
              </a:ext>
            </a:extLst>
          </p:cNvPr>
          <p:cNvSpPr txBox="1"/>
          <p:nvPr/>
        </p:nvSpPr>
        <p:spPr>
          <a:xfrm>
            <a:off x="7863047" y="4859619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2020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84" name="文本框 183">
            <a:extLst>
              <a:ext uri="{FF2B5EF4-FFF2-40B4-BE49-F238E27FC236}">
                <a16:creationId xmlns:a16="http://schemas.microsoft.com/office/drawing/2014/main" id="{9C68B2BA-F0FA-BB18-1A70-85DD5190E89E}"/>
              </a:ext>
            </a:extLst>
          </p:cNvPr>
          <p:cNvSpPr txBox="1"/>
          <p:nvPr/>
        </p:nvSpPr>
        <p:spPr>
          <a:xfrm>
            <a:off x="9325120" y="4854155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2021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185" name="文本框 184">
            <a:extLst>
              <a:ext uri="{FF2B5EF4-FFF2-40B4-BE49-F238E27FC236}">
                <a16:creationId xmlns:a16="http://schemas.microsoft.com/office/drawing/2014/main" id="{D8AB2EDF-7DCE-E506-C54F-CE55310FD0EB}"/>
              </a:ext>
            </a:extLst>
          </p:cNvPr>
          <p:cNvSpPr txBox="1"/>
          <p:nvPr/>
        </p:nvSpPr>
        <p:spPr>
          <a:xfrm>
            <a:off x="10737850" y="4871132"/>
            <a:ext cx="5822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>
                <a:latin typeface="HarmonyOS Sans SC Light" pitchFamily="2" charset="-122"/>
                <a:ea typeface="HarmonyOS Sans SC Light" pitchFamily="2" charset="-122"/>
              </a:defRPr>
            </a:lvl1pPr>
          </a:lstStyle>
          <a:p>
            <a:r>
              <a:rPr lang="en-US" altLang="zh-CN" dirty="0"/>
              <a:t>2022</a:t>
            </a:r>
            <a:endParaRPr lang="zh-CN" altLang="en-US" dirty="0"/>
          </a:p>
        </p:txBody>
      </p:sp>
      <p:sp>
        <p:nvSpPr>
          <p:cNvPr id="129" name="文本框 128">
            <a:extLst>
              <a:ext uri="{FF2B5EF4-FFF2-40B4-BE49-F238E27FC236}">
                <a16:creationId xmlns:a16="http://schemas.microsoft.com/office/drawing/2014/main" id="{0D65AA78-F565-6635-1C55-CE9A6B6B3EB7}"/>
              </a:ext>
            </a:extLst>
          </p:cNvPr>
          <p:cNvSpPr txBox="1"/>
          <p:nvPr/>
        </p:nvSpPr>
        <p:spPr>
          <a:xfrm>
            <a:off x="454344" y="6028317"/>
            <a:ext cx="24288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solidFill>
                  <a:srgbClr val="B7BCCF"/>
                </a:solidFill>
                <a:latin typeface="HarmonyOS Sans SC Light" pitchFamily="2" charset="-122"/>
                <a:ea typeface="HarmonyOS Sans SC Light" pitchFamily="2" charset="-122"/>
              </a:rPr>
              <a:t>Source: McKinsey Global Fashion Index</a:t>
            </a:r>
            <a:endParaRPr kumimoji="1" lang="zh-CN" altLang="en-US" sz="1000" dirty="0">
              <a:solidFill>
                <a:srgbClr val="B7BCCF"/>
              </a:solidFill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722471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563094-9F7B-D8A8-EC06-63FDBDF3B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19780CD6-18FF-ECFA-D184-8DCC99EE0AA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0" imgW="7772400" imgH="10058400" progId="TCLayout.ActiveDocument.1">
                  <p:embed/>
                </p:oleObj>
              </mc:Choice>
              <mc:Fallback>
                <p:oleObj name="think-cell 幻灯片" r:id="rId10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9780CD6-18FF-ECFA-D184-8DCC99EE0A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32707AC8-C604-C8C4-6B75-8E7C7FA4AAE5}"/>
              </a:ext>
            </a:extLst>
          </p:cNvPr>
          <p:cNvSpPr txBox="1"/>
          <p:nvPr/>
        </p:nvSpPr>
        <p:spPr>
          <a:xfrm>
            <a:off x="382905" y="371475"/>
            <a:ext cx="11304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In 2035, OEMs could earn up to 75 percent </a:t>
            </a:r>
            <a:r>
              <a:rPr kumimoji="1" lang="zh-CN" altLang="en-US" dirty="0">
                <a:latin typeface="HarmonyOS Sans SC Medium" pitchFamily="2" charset="-122"/>
                <a:ea typeface="HarmonyOS Sans SC Medium" pitchFamily="2" charset="-122"/>
              </a:rPr>
              <a:t>（</a:t>
            </a:r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$10.4 billion</a:t>
            </a:r>
            <a:r>
              <a:rPr kumimoji="1" lang="zh-CN" altLang="en-US" dirty="0">
                <a:latin typeface="HarmonyOS Sans SC Medium" pitchFamily="2" charset="-122"/>
                <a:ea typeface="HarmonyOS Sans SC Medium" pitchFamily="2" charset="-122"/>
              </a:rPr>
              <a:t>） </a:t>
            </a:r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of profits from</a:t>
            </a:r>
            <a:r>
              <a:rPr kumimoji="1" lang="zh-CN" altLang="en-US" dirty="0"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recurring life cycle services.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05FD667-31D5-4C79-E974-DF8071AF32D6}"/>
              </a:ext>
            </a:extLst>
          </p:cNvPr>
          <p:cNvSpPr txBox="1"/>
          <p:nvPr/>
        </p:nvSpPr>
        <p:spPr>
          <a:xfrm>
            <a:off x="382905" y="836137"/>
            <a:ext cx="1107434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OEM-relevant profit pool for medium- and heavy-duty trucks 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（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including new-truck sales, aftersales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and new opportunities'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） 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in US and EU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 </a:t>
            </a:r>
            <a:r>
              <a:rPr kumimoji="1" lang="zh-CN" altLang="en-US" sz="1400" dirty="0">
                <a:latin typeface="HarmonyOS Sans SC Light" pitchFamily="2" charset="-122"/>
                <a:ea typeface="HarmonyOS Sans SC Light" pitchFamily="2" charset="-122"/>
              </a:rPr>
              <a:t>＄ 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billion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ACF1E2B-F795-CD6C-0C6B-F4B53489AD85}"/>
              </a:ext>
            </a:extLst>
          </p:cNvPr>
          <p:cNvSpPr txBox="1"/>
          <p:nvPr/>
        </p:nvSpPr>
        <p:spPr>
          <a:xfrm>
            <a:off x="382905" y="6047032"/>
            <a:ext cx="1130427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Finance, insurance, charging and energy, and data-enabled services considered as new opportunities.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Electric-vehicle charging infrastructure and zero-emission vehicles.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McKinsey Center for Future Mobility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130" name="Chart 3">
            <a:extLst>
              <a:ext uri="{FF2B5EF4-FFF2-40B4-BE49-F238E27FC236}">
                <a16:creationId xmlns:a16="http://schemas.microsoft.com/office/drawing/2014/main" id="{F40B6CAB-AB54-B9AB-8CC5-63793E01A992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4222750" y="2433638"/>
          <a:ext cx="3022600" cy="3022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39" name="文本占位符 2">
            <a:extLst>
              <a:ext uri="{FF2B5EF4-FFF2-40B4-BE49-F238E27FC236}">
                <a16:creationId xmlns:a16="http://schemas.microsoft.com/office/drawing/2014/main" id="{1B2046EC-C5F6-DE7F-8814-A2A436C2C540}"/>
              </a:ext>
            </a:extLst>
          </p:cNvPr>
          <p:cNvSpPr txBox="1">
            <a:spLocks/>
          </p:cNvSpPr>
          <p:nvPr>
            <p:custDataLst>
              <p:tags r:id="rId3"/>
            </p:custDataLst>
          </p:nvPr>
        </p:nvSpPr>
        <p:spPr bwMode="gray">
          <a:xfrm>
            <a:off x="6361113" y="2781300"/>
            <a:ext cx="184150" cy="12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8F7"/>
                </a:solidFill>
              </a14:hiddenFill>
            </a:ext>
          </a:extLst>
        </p:spPr>
        <p:txBody>
          <a:bodyPr vert="horz" wrap="none" lIns="15875" tIns="0" rIns="1587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2B69ADC-4298-4572-895F-BD2F955177BC}" type="datetime'''''''''''''''''''''''0'''''''''''''''''''''''',''''5'''''">
              <a:rPr kumimoji="1" lang="zh-CN" altLang="en-US" sz="900" smtClean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pPr/>
              <a:t>0,5</a:t>
            </a:fld>
            <a:endParaRPr kumimoji="1" lang="zh-CN" altLang="en-US" sz="9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40" name="文本占位符 2">
            <a:extLst>
              <a:ext uri="{FF2B5EF4-FFF2-40B4-BE49-F238E27FC236}">
                <a16:creationId xmlns:a16="http://schemas.microsoft.com/office/drawing/2014/main" id="{B3E61221-E123-BE7D-78A0-62630E75EC75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gray">
          <a:xfrm>
            <a:off x="6591300" y="2976563"/>
            <a:ext cx="184150" cy="12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8F7"/>
                </a:solidFill>
              </a14:hiddenFill>
            </a:ext>
          </a:extLst>
        </p:spPr>
        <p:txBody>
          <a:bodyPr vert="horz" wrap="none" lIns="15875" tIns="0" rIns="1587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637D19D-F833-43BE-97D6-B69E4D6AAE52}" type="datetime'''0'''''''''''''''',''''''5'''''''''''''''''''''">
              <a:rPr kumimoji="1" lang="zh-CN" altLang="en-US" sz="900" smtClean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pPr/>
              <a:t>0,5</a:t>
            </a:fld>
            <a:endParaRPr kumimoji="1" lang="zh-CN" altLang="en-US" sz="9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38" name="文本占位符 2">
            <a:extLst>
              <a:ext uri="{FF2B5EF4-FFF2-40B4-BE49-F238E27FC236}">
                <a16:creationId xmlns:a16="http://schemas.microsoft.com/office/drawing/2014/main" id="{09A95BC8-5443-804C-E623-4C024DA9DFC2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gray">
          <a:xfrm>
            <a:off x="5946775" y="2587625"/>
            <a:ext cx="184150" cy="12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AE6F1B7D-98FE-4338-9344-66CB102CD8DD}" type="datetime'1'''''''''''''''''''''',0'''''''''''''''''''''''''">
              <a:rPr kumimoji="1" lang="zh-CN" altLang="en-US" sz="900" smtClean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pPr/>
              <a:t>1,0</a:t>
            </a:fld>
            <a:endParaRPr kumimoji="1" lang="zh-CN" altLang="en-US" sz="9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42" name="文本占位符 2">
            <a:extLst>
              <a:ext uri="{FF2B5EF4-FFF2-40B4-BE49-F238E27FC236}">
                <a16:creationId xmlns:a16="http://schemas.microsoft.com/office/drawing/2014/main" id="{9D5DDD3F-149A-88EE-70BC-86B5DEE24DC0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5549900" y="5221288"/>
            <a:ext cx="184150" cy="12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15875" tIns="0" rIns="1587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C79678B-43DE-4F80-AEDD-7B1EE7155AF7}" type="datetime'6'''''''''''''''''''''''''''''''''''''',''''''''''''''9'''">
              <a:rPr kumimoji="1" lang="zh-CN" altLang="en-US" sz="900" smtClean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pPr/>
              <a:t>6,9</a:t>
            </a:fld>
            <a:endParaRPr kumimoji="1" lang="zh-CN" altLang="en-US" sz="9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43" name="文本占位符 2">
            <a:extLst>
              <a:ext uri="{FF2B5EF4-FFF2-40B4-BE49-F238E27FC236}">
                <a16:creationId xmlns:a16="http://schemas.microsoft.com/office/drawing/2014/main" id="{2CC70826-6D14-C120-75A0-C30B158844FF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gray">
          <a:xfrm>
            <a:off x="4757738" y="2913063"/>
            <a:ext cx="184150" cy="12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6"/>
                </a:solidFill>
              </a14:hiddenFill>
            </a:ext>
          </a:extLst>
        </p:spPr>
        <p:txBody>
          <a:bodyPr vert="horz" wrap="none" lIns="15875" tIns="0" rIns="1587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347D2C68-7F89-4118-9BBF-AFEC685AE414}" type="datetime'''''''''''''''3'''''''''''''''''''',''2'''''''''''''''''''''''">
              <a:rPr kumimoji="1" lang="zh-CN" altLang="en-US" sz="900" smtClean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pPr/>
              <a:t>3,2</a:t>
            </a:fld>
            <a:endParaRPr kumimoji="1" lang="zh-CN" altLang="en-US" sz="9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41" name="文本占位符 2">
            <a:extLst>
              <a:ext uri="{FF2B5EF4-FFF2-40B4-BE49-F238E27FC236}">
                <a16:creationId xmlns:a16="http://schemas.microsoft.com/office/drawing/2014/main" id="{81098AFA-5CC4-0D5C-A803-AF12E88EAC31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6900863" y="3492500"/>
            <a:ext cx="184150" cy="123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A8F7"/>
                </a:solidFill>
              </a14:hiddenFill>
            </a:ext>
          </a:extLst>
        </p:spPr>
        <p:txBody>
          <a:bodyPr vert="horz" wrap="none" lIns="15875" tIns="0" rIns="15875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82CDA0A1-8A2E-4DB7-8ACD-86FB6C30C7BC}" type="datetime'''''1,''''''5'''''''''''''''''''''''''''''''''''">
              <a:rPr kumimoji="1" lang="zh-CN" altLang="en-US" sz="900" smtClean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pPr/>
              <a:t>1,5</a:t>
            </a:fld>
            <a:endParaRPr kumimoji="1" lang="zh-CN" altLang="en-US" sz="900" dirty="0">
              <a:solidFill>
                <a:schemeClr val="bg1"/>
              </a:solidFill>
              <a:latin typeface="HarmonyOS Sans SC Light" pitchFamily="2" charset="-122"/>
              <a:ea typeface="HarmonyOS Sans SC Light" pitchFamily="2" charset="-122"/>
              <a:sym typeface="HarmonyOS Sans SC Light" pitchFamily="2" charset="-122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C7D5D2A7-3AF7-FE9E-7B0A-535786D4F07F}"/>
              </a:ext>
            </a:extLst>
          </p:cNvPr>
          <p:cNvSpPr txBox="1"/>
          <p:nvPr/>
        </p:nvSpPr>
        <p:spPr>
          <a:xfrm>
            <a:off x="551061" y="1454687"/>
            <a:ext cx="290656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HarmonyOS Sans SC" pitchFamily="2" charset="-122"/>
                <a:ea typeface="HarmonyOS Sans SC" pitchFamily="2" charset="-122"/>
              </a:rPr>
              <a:t>$3.2 billion</a:t>
            </a:r>
            <a:r>
              <a:rPr kumimoji="1" lang="zh-CN" altLang="en-US" sz="2400" dirty="0">
                <a:latin typeface="HarmonyOS Sans SC" pitchFamily="2" charset="-122"/>
                <a:ea typeface="HarmonyOS Sans SC" pitchFamily="2" charset="-122"/>
              </a:rPr>
              <a:t>（</a:t>
            </a:r>
            <a:r>
              <a:rPr kumimoji="1" lang="en-US" altLang="zh-CN" sz="2400" dirty="0">
                <a:latin typeface="HarmonyOS Sans SC" pitchFamily="2" charset="-122"/>
                <a:ea typeface="HarmonyOS Sans SC" pitchFamily="2" charset="-122"/>
              </a:rPr>
              <a:t>24%</a:t>
            </a:r>
            <a:r>
              <a:rPr kumimoji="1" lang="zh-CN" altLang="en-US" sz="2400" dirty="0">
                <a:latin typeface="HarmonyOS Sans SC" pitchFamily="2" charset="-122"/>
                <a:ea typeface="HarmonyOS Sans SC" pitchFamily="2" charset="-122"/>
              </a:rPr>
              <a:t>）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One-time profit from vehicle sales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64621608-E635-6BAA-F70E-A2F8B631A5F2}"/>
              </a:ext>
            </a:extLst>
          </p:cNvPr>
          <p:cNvSpPr txBox="1"/>
          <p:nvPr/>
        </p:nvSpPr>
        <p:spPr>
          <a:xfrm>
            <a:off x="5667375" y="1460183"/>
            <a:ext cx="316464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solidFill>
                  <a:srgbClr val="00B0F0"/>
                </a:solidFill>
                <a:latin typeface="HarmonyOS Sans SC" pitchFamily="2" charset="-122"/>
                <a:ea typeface="HarmonyOS Sans SC" pitchFamily="2" charset="-122"/>
              </a:rPr>
              <a:t>$10.4 billion </a:t>
            </a:r>
            <a:r>
              <a:rPr kumimoji="1" lang="zh-CN" altLang="en-US" sz="2400" dirty="0">
                <a:solidFill>
                  <a:srgbClr val="00B0F0"/>
                </a:solidFill>
                <a:latin typeface="HarmonyOS Sans SC" pitchFamily="2" charset="-122"/>
                <a:ea typeface="HarmonyOS Sans SC" pitchFamily="2" charset="-122"/>
              </a:rPr>
              <a:t>（</a:t>
            </a:r>
            <a:r>
              <a:rPr kumimoji="1" lang="en-US" altLang="zh-CN" sz="2400" dirty="0">
                <a:solidFill>
                  <a:srgbClr val="00B0F0"/>
                </a:solidFill>
                <a:latin typeface="HarmonyOS Sans SC" pitchFamily="2" charset="-122"/>
                <a:ea typeface="HarmonyOS Sans SC" pitchFamily="2" charset="-122"/>
              </a:rPr>
              <a:t>76%</a:t>
            </a:r>
            <a:r>
              <a:rPr kumimoji="1" lang="zh-CN" altLang="en-US" sz="2400" dirty="0">
                <a:solidFill>
                  <a:srgbClr val="00B0F0"/>
                </a:solidFill>
                <a:latin typeface="HarmonyOS Sans SC" pitchFamily="2" charset="-122"/>
                <a:ea typeface="HarmonyOS Sans SC" pitchFamily="2" charset="-122"/>
              </a:rPr>
              <a:t>）</a:t>
            </a:r>
            <a:endParaRPr kumimoji="1" lang="en-US" altLang="zh-CN" sz="2400" dirty="0">
              <a:solidFill>
                <a:srgbClr val="00B0F0"/>
              </a:solidFill>
              <a:latin typeface="HarmonyOS Sans SC" pitchFamily="2" charset="-122"/>
              <a:ea typeface="HarmonyOS Sans SC" pitchFamily="2" charset="-122"/>
            </a:endParaRP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Recurring profit from services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pic>
        <p:nvPicPr>
          <p:cNvPr id="83" name="图片 82">
            <a:extLst>
              <a:ext uri="{FF2B5EF4-FFF2-40B4-BE49-F238E27FC236}">
                <a16:creationId xmlns:a16="http://schemas.microsoft.com/office/drawing/2014/main" id="{ADFD4DD8-A108-67CE-EDBA-AA4C4EA94FE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1061" y="2647538"/>
            <a:ext cx="557118" cy="566835"/>
          </a:xfrm>
          <a:prstGeom prst="rect">
            <a:avLst/>
          </a:prstGeom>
        </p:spPr>
      </p:pic>
      <p:sp>
        <p:nvSpPr>
          <p:cNvPr id="84" name="文本框 83">
            <a:extLst>
              <a:ext uri="{FF2B5EF4-FFF2-40B4-BE49-F238E27FC236}">
                <a16:creationId xmlns:a16="http://schemas.microsoft.com/office/drawing/2014/main" id="{A6E34744-BDA1-4382-B430-AB3D4AF67EDD}"/>
              </a:ext>
            </a:extLst>
          </p:cNvPr>
          <p:cNvSpPr txBox="1"/>
          <p:nvPr/>
        </p:nvSpPr>
        <p:spPr>
          <a:xfrm>
            <a:off x="1107452" y="2700122"/>
            <a:ext cx="139012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Vehicle sales and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production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pic>
        <p:nvPicPr>
          <p:cNvPr id="85" name="图片 84">
            <a:extLst>
              <a:ext uri="{FF2B5EF4-FFF2-40B4-BE49-F238E27FC236}">
                <a16:creationId xmlns:a16="http://schemas.microsoft.com/office/drawing/2014/main" id="{D9DF4ED6-FDF7-5DEA-7808-4520C74D64D0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571549" y="3876598"/>
            <a:ext cx="516142" cy="566835"/>
          </a:xfrm>
          <a:prstGeom prst="rect">
            <a:avLst/>
          </a:prstGeom>
        </p:spPr>
      </p:pic>
      <p:sp>
        <p:nvSpPr>
          <p:cNvPr id="86" name="文本框 85">
            <a:extLst>
              <a:ext uri="{FF2B5EF4-FFF2-40B4-BE49-F238E27FC236}">
                <a16:creationId xmlns:a16="http://schemas.microsoft.com/office/drawing/2014/main" id="{B42C55C8-3DAD-2E70-FF5A-F9C082CDEEBA}"/>
              </a:ext>
            </a:extLst>
          </p:cNvPr>
          <p:cNvSpPr txBox="1"/>
          <p:nvPr/>
        </p:nvSpPr>
        <p:spPr>
          <a:xfrm>
            <a:off x="1107452" y="3929182"/>
            <a:ext cx="103265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Aftermarket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5240C887-B63B-704E-48CF-DB562271FC74}"/>
              </a:ext>
            </a:extLst>
          </p:cNvPr>
          <p:cNvSpPr txBox="1"/>
          <p:nvPr/>
        </p:nvSpPr>
        <p:spPr>
          <a:xfrm>
            <a:off x="1091659" y="4142775"/>
            <a:ext cx="23423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Parts replacement and repair</a:t>
            </a:r>
            <a:r>
              <a:rPr kumimoji="1" lang="zh-CN" altLang="en-US" sz="1200" dirty="0">
                <a:latin typeface="HarmonyOS Sans SC Light" pitchFamily="2" charset="-122"/>
                <a:ea typeface="HarmonyOS Sans SC Light" pitchFamily="2" charset="-122"/>
              </a:rPr>
              <a:t>，</a:t>
            </a:r>
          </a:p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tire aftermarket, battery and</a:t>
            </a:r>
          </a:p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e-powertrain aftermarket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236531B8-F001-F09B-B7E9-6D0B0C91F035}"/>
              </a:ext>
            </a:extLst>
          </p:cNvPr>
          <p:cNvSpPr/>
          <p:nvPr/>
        </p:nvSpPr>
        <p:spPr>
          <a:xfrm>
            <a:off x="1180407" y="5081848"/>
            <a:ext cx="60960" cy="80408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9BA021FE-F6D3-818B-49AE-A813D5E9F703}"/>
              </a:ext>
            </a:extLst>
          </p:cNvPr>
          <p:cNvSpPr txBox="1"/>
          <p:nvPr/>
        </p:nvSpPr>
        <p:spPr>
          <a:xfrm>
            <a:off x="1241367" y="5054936"/>
            <a:ext cx="298992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400" dirty="0">
                <a:latin typeface="HarmonyOS Sans SC" pitchFamily="2" charset="-122"/>
                <a:ea typeface="HarmonyOS Sans SC" pitchFamily="2" charset="-122"/>
              </a:rPr>
              <a:t>$1.0 billion </a:t>
            </a:r>
            <a:r>
              <a:rPr kumimoji="1" lang="zh-CN" altLang="en-US" sz="2400" dirty="0">
                <a:latin typeface="HarmonyOS Sans SC" pitchFamily="2" charset="-122"/>
                <a:ea typeface="HarmonyOS Sans SC" pitchFamily="2" charset="-122"/>
              </a:rPr>
              <a:t>（</a:t>
            </a:r>
            <a:r>
              <a:rPr kumimoji="1" lang="en-US" altLang="zh-CN" sz="2400" dirty="0">
                <a:latin typeface="HarmonyOS Sans SC" pitchFamily="2" charset="-122"/>
                <a:ea typeface="HarmonyOS Sans SC" pitchFamily="2" charset="-122"/>
              </a:rPr>
              <a:t>10%</a:t>
            </a:r>
            <a:r>
              <a:rPr kumimoji="1" lang="zh-CN" altLang="en-US" sz="2400" dirty="0">
                <a:latin typeface="HarmonyOS Sans SC" pitchFamily="2" charset="-122"/>
                <a:ea typeface="HarmonyOS Sans SC" pitchFamily="2" charset="-122"/>
              </a:rPr>
              <a:t>）</a:t>
            </a:r>
            <a:endParaRPr kumimoji="1" lang="en-US" altLang="zh-CN" sz="2400" dirty="0">
              <a:latin typeface="HarmonyOS Sans SC" pitchFamily="2" charset="-122"/>
              <a:ea typeface="HarmonyOS Sans SC" pitchFamily="2" charset="-122"/>
            </a:endParaRP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Potential share of recurring</a:t>
            </a:r>
          </a:p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profit from truck as a service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grpSp>
        <p:nvGrpSpPr>
          <p:cNvPr id="102" name="组合 101">
            <a:extLst>
              <a:ext uri="{FF2B5EF4-FFF2-40B4-BE49-F238E27FC236}">
                <a16:creationId xmlns:a16="http://schemas.microsoft.com/office/drawing/2014/main" id="{C736817E-2D22-704E-1219-0AA0E6885522}"/>
              </a:ext>
            </a:extLst>
          </p:cNvPr>
          <p:cNvGrpSpPr/>
          <p:nvPr/>
        </p:nvGrpSpPr>
        <p:grpSpPr>
          <a:xfrm>
            <a:off x="8034968" y="2192912"/>
            <a:ext cx="2837821" cy="727842"/>
            <a:chOff x="8034968" y="2192912"/>
            <a:chExt cx="2837821" cy="727842"/>
          </a:xfrm>
        </p:grpSpPr>
        <p:pic>
          <p:nvPicPr>
            <p:cNvPr id="90" name="图片 89">
              <a:extLst>
                <a:ext uri="{FF2B5EF4-FFF2-40B4-BE49-F238E27FC236}">
                  <a16:creationId xmlns:a16="http://schemas.microsoft.com/office/drawing/2014/main" id="{6F60A177-3B01-2106-92B9-F8FFA0EEA3AC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/>
            <a:stretch/>
          </p:blipFill>
          <p:spPr>
            <a:xfrm>
              <a:off x="8034968" y="2192912"/>
              <a:ext cx="499008" cy="566835"/>
            </a:xfrm>
            <a:prstGeom prst="rect">
              <a:avLst/>
            </a:prstGeom>
          </p:spPr>
        </p:pic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id="{163E0E86-5224-B589-220C-4478B9E8052F}"/>
                </a:ext>
              </a:extLst>
            </p:cNvPr>
            <p:cNvSpPr txBox="1"/>
            <p:nvPr/>
          </p:nvSpPr>
          <p:spPr>
            <a:xfrm>
              <a:off x="8562304" y="2245496"/>
              <a:ext cx="171072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HarmonyOS Sans SC" pitchFamily="2" charset="-122"/>
                  <a:ea typeface="HarmonyOS Sans SC" pitchFamily="2" charset="-122"/>
                </a:rPr>
                <a:t>Financing and leasing</a:t>
              </a:r>
              <a:endParaRPr kumimoji="1" lang="zh-CN" altLang="en-US" sz="1200" dirty="0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id="{58EE9B12-84C1-E5A0-EB7C-7E218ECCA8F1}"/>
                </a:ext>
              </a:extLst>
            </p:cNvPr>
            <p:cNvSpPr txBox="1"/>
            <p:nvPr/>
          </p:nvSpPr>
          <p:spPr>
            <a:xfrm>
              <a:off x="8546511" y="2459089"/>
              <a:ext cx="2326278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HarmonyOS Sans SC Light" pitchFamily="2" charset="-122"/>
                  <a:ea typeface="HarmonyOS Sans SC Light" pitchFamily="2" charset="-122"/>
                </a:rPr>
                <a:t>Loans, finance lease, operating</a:t>
              </a:r>
            </a:p>
            <a:p>
              <a:r>
                <a:rPr kumimoji="1" lang="en-US" altLang="zh-CN" sz="1200" dirty="0">
                  <a:latin typeface="HarmonyOS Sans SC Light" pitchFamily="2" charset="-122"/>
                  <a:ea typeface="HarmonyOS Sans SC Light" pitchFamily="2" charset="-122"/>
                </a:rPr>
                <a:t>lease, subscription, </a:t>
              </a:r>
              <a:r>
                <a:rPr kumimoji="1" lang="en-US" altLang="zh-CN" sz="1200" dirty="0" err="1">
                  <a:latin typeface="HarmonyOS Sans SC Light" pitchFamily="2" charset="-122"/>
                  <a:ea typeface="HarmonyOS Sans SC Light" pitchFamily="2" charset="-122"/>
                </a:rPr>
                <a:t>etc</a:t>
              </a:r>
              <a:endParaRPr kumimoji="1" lang="zh-CN" altLang="en-US" sz="1200" dirty="0">
                <a:latin typeface="HarmonyOS Sans SC Light" pitchFamily="2" charset="-122"/>
                <a:ea typeface="HarmonyOS Sans SC Light" pitchFamily="2" charset="-122"/>
              </a:endParaRPr>
            </a:p>
          </p:txBody>
        </p:sp>
      </p:grpSp>
      <p:grpSp>
        <p:nvGrpSpPr>
          <p:cNvPr id="101" name="组合 100">
            <a:extLst>
              <a:ext uri="{FF2B5EF4-FFF2-40B4-BE49-F238E27FC236}">
                <a16:creationId xmlns:a16="http://schemas.microsoft.com/office/drawing/2014/main" id="{1D96DC20-2D25-8E90-A634-30D9608B1A53}"/>
              </a:ext>
            </a:extLst>
          </p:cNvPr>
          <p:cNvGrpSpPr/>
          <p:nvPr/>
        </p:nvGrpSpPr>
        <p:grpSpPr>
          <a:xfrm>
            <a:off x="8026401" y="2832667"/>
            <a:ext cx="2610747" cy="727842"/>
            <a:chOff x="8026401" y="2832667"/>
            <a:chExt cx="2610747" cy="727842"/>
          </a:xfrm>
        </p:grpSpPr>
        <p:pic>
          <p:nvPicPr>
            <p:cNvPr id="94" name="图片 93">
              <a:extLst>
                <a:ext uri="{FF2B5EF4-FFF2-40B4-BE49-F238E27FC236}">
                  <a16:creationId xmlns:a16="http://schemas.microsoft.com/office/drawing/2014/main" id="{EF446F8F-F0B7-08F4-7AA1-7921CC0B6B1E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rcRect/>
            <a:stretch/>
          </p:blipFill>
          <p:spPr>
            <a:xfrm>
              <a:off x="8026401" y="2832667"/>
              <a:ext cx="516142" cy="566835"/>
            </a:xfrm>
            <a:prstGeom prst="rect">
              <a:avLst/>
            </a:prstGeom>
          </p:spPr>
        </p:pic>
        <p:sp>
          <p:nvSpPr>
            <p:cNvPr id="95" name="文本框 94">
              <a:extLst>
                <a:ext uri="{FF2B5EF4-FFF2-40B4-BE49-F238E27FC236}">
                  <a16:creationId xmlns:a16="http://schemas.microsoft.com/office/drawing/2014/main" id="{44650270-5440-5C6E-B7BB-CB83676A5499}"/>
                </a:ext>
              </a:extLst>
            </p:cNvPr>
            <p:cNvSpPr txBox="1"/>
            <p:nvPr/>
          </p:nvSpPr>
          <p:spPr>
            <a:xfrm>
              <a:off x="8562304" y="2885251"/>
              <a:ext cx="865943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HarmonyOS Sans SC" pitchFamily="2" charset="-122"/>
                  <a:ea typeface="HarmonyOS Sans SC" pitchFamily="2" charset="-122"/>
                </a:rPr>
                <a:t>Insurance</a:t>
              </a:r>
              <a:endParaRPr kumimoji="1" lang="zh-CN" altLang="en-US" sz="1200" dirty="0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id="{55736C08-3A6E-2D1B-E004-E8E5A567E477}"/>
                </a:ext>
              </a:extLst>
            </p:cNvPr>
            <p:cNvSpPr txBox="1"/>
            <p:nvPr/>
          </p:nvSpPr>
          <p:spPr>
            <a:xfrm>
              <a:off x="8546511" y="3098844"/>
              <a:ext cx="2090637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HarmonyOS Sans SC Light" pitchFamily="2" charset="-122"/>
                  <a:ea typeface="HarmonyOS Sans SC Light" pitchFamily="2" charset="-122"/>
                </a:rPr>
                <a:t>Auto insurance contracts or</a:t>
              </a:r>
            </a:p>
            <a:p>
              <a:r>
                <a:rPr kumimoji="1" lang="en-US" altLang="zh-CN" sz="1200" dirty="0">
                  <a:latin typeface="HarmonyOS Sans SC Light" pitchFamily="2" charset="-122"/>
                  <a:ea typeface="HarmonyOS Sans SC Light" pitchFamily="2" charset="-122"/>
                </a:rPr>
                <a:t>usage-based insurance</a:t>
              </a:r>
              <a:endParaRPr kumimoji="1" lang="zh-CN" altLang="en-US" sz="1200" dirty="0">
                <a:latin typeface="HarmonyOS Sans SC Light" pitchFamily="2" charset="-122"/>
                <a:ea typeface="HarmonyOS Sans SC Light" pitchFamily="2" charset="-122"/>
              </a:endParaRPr>
            </a:p>
          </p:txBody>
        </p:sp>
      </p:grpSp>
      <p:grpSp>
        <p:nvGrpSpPr>
          <p:cNvPr id="100" name="组合 99">
            <a:extLst>
              <a:ext uri="{FF2B5EF4-FFF2-40B4-BE49-F238E27FC236}">
                <a16:creationId xmlns:a16="http://schemas.microsoft.com/office/drawing/2014/main" id="{304EADAE-3ABA-2B33-35EA-647232BF3AAA}"/>
              </a:ext>
            </a:extLst>
          </p:cNvPr>
          <p:cNvGrpSpPr/>
          <p:nvPr/>
        </p:nvGrpSpPr>
        <p:grpSpPr>
          <a:xfrm>
            <a:off x="8033656" y="3512164"/>
            <a:ext cx="2854164" cy="1097174"/>
            <a:chOff x="8033656" y="3512164"/>
            <a:chExt cx="2854164" cy="1097174"/>
          </a:xfrm>
        </p:grpSpPr>
        <p:pic>
          <p:nvPicPr>
            <p:cNvPr id="97" name="图片 96">
              <a:extLst>
                <a:ext uri="{FF2B5EF4-FFF2-40B4-BE49-F238E27FC236}">
                  <a16:creationId xmlns:a16="http://schemas.microsoft.com/office/drawing/2014/main" id="{00105457-F2E8-039C-46A8-EB95EC03848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rcRect/>
            <a:stretch/>
          </p:blipFill>
          <p:spPr>
            <a:xfrm>
              <a:off x="8033656" y="3512164"/>
              <a:ext cx="493695" cy="566835"/>
            </a:xfrm>
            <a:prstGeom prst="rect">
              <a:avLst/>
            </a:prstGeom>
          </p:spPr>
        </p:pic>
        <p:sp>
          <p:nvSpPr>
            <p:cNvPr id="98" name="文本框 97">
              <a:extLst>
                <a:ext uri="{FF2B5EF4-FFF2-40B4-BE49-F238E27FC236}">
                  <a16:creationId xmlns:a16="http://schemas.microsoft.com/office/drawing/2014/main" id="{395EF140-FF28-1936-B1BB-C7DC16027235}"/>
                </a:ext>
              </a:extLst>
            </p:cNvPr>
            <p:cNvSpPr txBox="1"/>
            <p:nvPr/>
          </p:nvSpPr>
          <p:spPr>
            <a:xfrm>
              <a:off x="8558336" y="3564748"/>
              <a:ext cx="232948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HarmonyOS Sans SC" pitchFamily="2" charset="-122"/>
                  <a:ea typeface="HarmonyOS Sans SC" pitchFamily="2" charset="-122"/>
                </a:rPr>
                <a:t>EVCI and ZEV</a:t>
              </a:r>
              <a:r>
                <a:rPr kumimoji="1" lang="en-US" altLang="zh-CN" sz="1200" baseline="30000" dirty="0">
                  <a:latin typeface="HarmonyOS Sans SC" pitchFamily="2" charset="-122"/>
                  <a:ea typeface="HarmonyOS Sans SC" pitchFamily="2" charset="-122"/>
                </a:rPr>
                <a:t>2</a:t>
              </a:r>
              <a:r>
                <a:rPr kumimoji="1" lang="en-US" altLang="zh-CN" sz="1200" dirty="0">
                  <a:latin typeface="HarmonyOS Sans SC" pitchFamily="2" charset="-122"/>
                  <a:ea typeface="HarmonyOS Sans SC" pitchFamily="2" charset="-122"/>
                </a:rPr>
                <a:t> energy carriers</a:t>
              </a:r>
              <a:endParaRPr kumimoji="1" lang="zh-CN" altLang="en-US" sz="1200" dirty="0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id="{0B408B3C-A3DA-7747-535E-462BFD63542E}"/>
                </a:ext>
              </a:extLst>
            </p:cNvPr>
            <p:cNvSpPr txBox="1"/>
            <p:nvPr/>
          </p:nvSpPr>
          <p:spPr>
            <a:xfrm>
              <a:off x="8542543" y="3778341"/>
              <a:ext cx="208903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HarmonyOS Sans SC Light" pitchFamily="2" charset="-122"/>
                  <a:ea typeface="HarmonyOS Sans SC Light" pitchFamily="2" charset="-122"/>
                </a:rPr>
                <a:t>Charging maintenance</a:t>
              </a:r>
              <a:r>
                <a:rPr kumimoji="1" lang="zh-CN" altLang="en-US" sz="1200" dirty="0">
                  <a:latin typeface="HarmonyOS Sans SC Light" pitchFamily="2" charset="-122"/>
                  <a:ea typeface="HarmonyOS Sans SC Light" pitchFamily="2" charset="-122"/>
                </a:rPr>
                <a:t>，</a:t>
              </a:r>
            </a:p>
            <a:p>
              <a:r>
                <a:rPr kumimoji="1" lang="en-US" altLang="zh-CN" sz="1200" dirty="0">
                  <a:latin typeface="HarmonyOS Sans SC Light" pitchFamily="2" charset="-122"/>
                  <a:ea typeface="HarmonyOS Sans SC Light" pitchFamily="2" charset="-122"/>
                </a:rPr>
                <a:t>network management and</a:t>
              </a:r>
            </a:p>
            <a:p>
              <a:r>
                <a:rPr kumimoji="1" lang="en-US" altLang="zh-CN" sz="1200" dirty="0">
                  <a:latin typeface="HarmonyOS Sans SC Light" pitchFamily="2" charset="-122"/>
                  <a:ea typeface="HarmonyOS Sans SC Light" pitchFamily="2" charset="-122"/>
                </a:rPr>
                <a:t>software, retail of electricity</a:t>
              </a:r>
            </a:p>
            <a:p>
              <a:r>
                <a:rPr kumimoji="1" lang="en-US" altLang="zh-CN" sz="1200" dirty="0">
                  <a:latin typeface="HarmonyOS Sans SC Light" pitchFamily="2" charset="-122"/>
                  <a:ea typeface="HarmonyOS Sans SC Light" pitchFamily="2" charset="-122"/>
                </a:rPr>
                <a:t>and hydrogen</a:t>
              </a:r>
              <a:endParaRPr kumimoji="1" lang="zh-CN" altLang="en-US" sz="1200" dirty="0">
                <a:latin typeface="HarmonyOS Sans SC Light" pitchFamily="2" charset="-122"/>
                <a:ea typeface="HarmonyOS Sans SC Light" pitchFamily="2" charset="-122"/>
              </a:endParaRPr>
            </a:p>
          </p:txBody>
        </p:sp>
      </p:grpSp>
      <p:grpSp>
        <p:nvGrpSpPr>
          <p:cNvPr id="103" name="组合 102">
            <a:extLst>
              <a:ext uri="{FF2B5EF4-FFF2-40B4-BE49-F238E27FC236}">
                <a16:creationId xmlns:a16="http://schemas.microsoft.com/office/drawing/2014/main" id="{F6499B74-8C86-59E1-70AC-0049989A2339}"/>
              </a:ext>
            </a:extLst>
          </p:cNvPr>
          <p:cNvGrpSpPr/>
          <p:nvPr/>
        </p:nvGrpSpPr>
        <p:grpSpPr>
          <a:xfrm>
            <a:off x="8036258" y="4551599"/>
            <a:ext cx="2741192" cy="912508"/>
            <a:chOff x="8036258" y="3512164"/>
            <a:chExt cx="2741192" cy="912508"/>
          </a:xfrm>
        </p:grpSpPr>
        <p:pic>
          <p:nvPicPr>
            <p:cNvPr id="104" name="图片 103">
              <a:extLst>
                <a:ext uri="{FF2B5EF4-FFF2-40B4-BE49-F238E27FC236}">
                  <a16:creationId xmlns:a16="http://schemas.microsoft.com/office/drawing/2014/main" id="{2E049DF5-9C24-F490-8189-99C5F78DE420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rcRect/>
            <a:stretch/>
          </p:blipFill>
          <p:spPr>
            <a:xfrm>
              <a:off x="8036258" y="3512164"/>
              <a:ext cx="488491" cy="566835"/>
            </a:xfrm>
            <a:prstGeom prst="rect">
              <a:avLst/>
            </a:prstGeom>
          </p:spPr>
        </p:pic>
        <p:sp>
          <p:nvSpPr>
            <p:cNvPr id="105" name="文本框 104">
              <a:extLst>
                <a:ext uri="{FF2B5EF4-FFF2-40B4-BE49-F238E27FC236}">
                  <a16:creationId xmlns:a16="http://schemas.microsoft.com/office/drawing/2014/main" id="{D185B08B-5D2C-DE5F-2F8F-61182FFC6440}"/>
                </a:ext>
              </a:extLst>
            </p:cNvPr>
            <p:cNvSpPr txBox="1"/>
            <p:nvPr/>
          </p:nvSpPr>
          <p:spPr>
            <a:xfrm>
              <a:off x="8558336" y="3564748"/>
              <a:ext cx="176041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HarmonyOS Sans SC" pitchFamily="2" charset="-122"/>
                  <a:ea typeface="HarmonyOS Sans SC" pitchFamily="2" charset="-122"/>
                </a:rPr>
                <a:t>Data-enabled services</a:t>
              </a:r>
              <a:endParaRPr kumimoji="1" lang="zh-CN" altLang="en-US" sz="1200" dirty="0">
                <a:latin typeface="HarmonyOS Sans SC" pitchFamily="2" charset="-122"/>
                <a:ea typeface="HarmonyOS Sans SC" pitchFamily="2" charset="-122"/>
              </a:endParaRPr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id="{2FA1EFF7-A33C-5474-AEC2-238245A48B6D}"/>
                </a:ext>
              </a:extLst>
            </p:cNvPr>
            <p:cNvSpPr txBox="1"/>
            <p:nvPr/>
          </p:nvSpPr>
          <p:spPr>
            <a:xfrm>
              <a:off x="8542543" y="3778341"/>
              <a:ext cx="2234907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1200" dirty="0">
                  <a:latin typeface="HarmonyOS Sans SC Light" pitchFamily="2" charset="-122"/>
                  <a:ea typeface="HarmonyOS Sans SC Light" pitchFamily="2" charset="-122"/>
                </a:rPr>
                <a:t>Telematic services, fleet</a:t>
              </a:r>
            </a:p>
            <a:p>
              <a:r>
                <a:rPr kumimoji="1" lang="en-US" altLang="zh-CN" sz="1200" dirty="0">
                  <a:latin typeface="HarmonyOS Sans SC Light" pitchFamily="2" charset="-122"/>
                  <a:ea typeface="HarmonyOS Sans SC Light" pitchFamily="2" charset="-122"/>
                </a:rPr>
                <a:t>management, digital platform</a:t>
              </a:r>
            </a:p>
            <a:p>
              <a:r>
                <a:rPr kumimoji="1" lang="en-US" altLang="zh-CN" sz="1200" dirty="0">
                  <a:latin typeface="HarmonyOS Sans SC Light" pitchFamily="2" charset="-122"/>
                  <a:ea typeface="HarmonyOS Sans SC Light" pitchFamily="2" charset="-122"/>
                </a:rPr>
                <a:t>for truck parts</a:t>
              </a:r>
              <a:endParaRPr kumimoji="1" lang="zh-CN" altLang="en-US" sz="1200" dirty="0">
                <a:latin typeface="HarmonyOS Sans SC Light" pitchFamily="2" charset="-122"/>
                <a:ea typeface="HarmonyOS Sans SC Light" pitchFamily="2" charset="-122"/>
              </a:endParaRPr>
            </a:p>
          </p:txBody>
        </p:sp>
      </p:grpSp>
      <p:grpSp>
        <p:nvGrpSpPr>
          <p:cNvPr id="159" name="组合 158">
            <a:extLst>
              <a:ext uri="{FF2B5EF4-FFF2-40B4-BE49-F238E27FC236}">
                <a16:creationId xmlns:a16="http://schemas.microsoft.com/office/drawing/2014/main" id="{ED5BEB1D-5BE4-9984-1D4F-28D625222132}"/>
              </a:ext>
            </a:extLst>
          </p:cNvPr>
          <p:cNvGrpSpPr/>
          <p:nvPr/>
        </p:nvGrpSpPr>
        <p:grpSpPr>
          <a:xfrm>
            <a:off x="571549" y="1405284"/>
            <a:ext cx="10504516" cy="4590963"/>
            <a:chOff x="571549" y="1405284"/>
            <a:chExt cx="10504516" cy="4590963"/>
          </a:xfrm>
        </p:grpSpPr>
        <p:cxnSp>
          <p:nvCxnSpPr>
            <p:cNvPr id="108" name="直线连接符 107">
              <a:extLst>
                <a:ext uri="{FF2B5EF4-FFF2-40B4-BE49-F238E27FC236}">
                  <a16:creationId xmlns:a16="http://schemas.microsoft.com/office/drawing/2014/main" id="{31CA426B-3716-2AD7-3B49-8ED66D5018F1}"/>
                </a:ext>
              </a:extLst>
            </p:cNvPr>
            <p:cNvCxnSpPr/>
            <p:nvPr/>
          </p:nvCxnSpPr>
          <p:spPr>
            <a:xfrm>
              <a:off x="571549" y="3778341"/>
              <a:ext cx="3701193" cy="0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线连接符 108">
              <a:extLst>
                <a:ext uri="{FF2B5EF4-FFF2-40B4-BE49-F238E27FC236}">
                  <a16:creationId xmlns:a16="http://schemas.microsoft.com/office/drawing/2014/main" id="{7110EEB9-75AB-BF6B-74B3-D09FF989831E}"/>
                </a:ext>
              </a:extLst>
            </p:cNvPr>
            <p:cNvCxnSpPr>
              <a:cxnSpLocks/>
            </p:cNvCxnSpPr>
            <p:nvPr/>
          </p:nvCxnSpPr>
          <p:spPr>
            <a:xfrm>
              <a:off x="571549" y="3795581"/>
              <a:ext cx="0" cy="2200666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直线连接符 111">
              <a:extLst>
                <a:ext uri="{FF2B5EF4-FFF2-40B4-BE49-F238E27FC236}">
                  <a16:creationId xmlns:a16="http://schemas.microsoft.com/office/drawing/2014/main" id="{54E68926-CE74-9AF8-E5D1-43E3087C3EA2}"/>
                </a:ext>
              </a:extLst>
            </p:cNvPr>
            <p:cNvCxnSpPr>
              <a:cxnSpLocks/>
            </p:cNvCxnSpPr>
            <p:nvPr/>
          </p:nvCxnSpPr>
          <p:spPr>
            <a:xfrm>
              <a:off x="571549" y="5986755"/>
              <a:ext cx="10504516" cy="0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直线连接符 114">
              <a:extLst>
                <a:ext uri="{FF2B5EF4-FFF2-40B4-BE49-F238E27FC236}">
                  <a16:creationId xmlns:a16="http://schemas.microsoft.com/office/drawing/2014/main" id="{DEDF1DD2-5DA8-CB2E-CFA0-39AF67785C99}"/>
                </a:ext>
              </a:extLst>
            </p:cNvPr>
            <p:cNvCxnSpPr>
              <a:cxnSpLocks/>
            </p:cNvCxnSpPr>
            <p:nvPr/>
          </p:nvCxnSpPr>
          <p:spPr>
            <a:xfrm>
              <a:off x="11076065" y="1405284"/>
              <a:ext cx="0" cy="4581471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线连接符 117">
              <a:extLst>
                <a:ext uri="{FF2B5EF4-FFF2-40B4-BE49-F238E27FC236}">
                  <a16:creationId xmlns:a16="http://schemas.microsoft.com/office/drawing/2014/main" id="{DFFA08AD-7D50-58AE-0B52-053F015B8805}"/>
                </a:ext>
              </a:extLst>
            </p:cNvPr>
            <p:cNvCxnSpPr>
              <a:cxnSpLocks/>
            </p:cNvCxnSpPr>
            <p:nvPr/>
          </p:nvCxnSpPr>
          <p:spPr>
            <a:xfrm>
              <a:off x="5734050" y="1405284"/>
              <a:ext cx="5342015" cy="0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线连接符 120">
              <a:extLst>
                <a:ext uri="{FF2B5EF4-FFF2-40B4-BE49-F238E27FC236}">
                  <a16:creationId xmlns:a16="http://schemas.microsoft.com/office/drawing/2014/main" id="{7627D741-1433-993E-1C1D-823FC3B2C7A7}"/>
                </a:ext>
              </a:extLst>
            </p:cNvPr>
            <p:cNvCxnSpPr>
              <a:cxnSpLocks/>
            </p:cNvCxnSpPr>
            <p:nvPr/>
          </p:nvCxnSpPr>
          <p:spPr>
            <a:xfrm>
              <a:off x="5734050" y="1423229"/>
              <a:ext cx="0" cy="1010409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3" name="直线连接符 122">
            <a:extLst>
              <a:ext uri="{FF2B5EF4-FFF2-40B4-BE49-F238E27FC236}">
                <a16:creationId xmlns:a16="http://schemas.microsoft.com/office/drawing/2014/main" id="{B6848F8A-E474-3D34-E506-8298244DB984}"/>
              </a:ext>
            </a:extLst>
          </p:cNvPr>
          <p:cNvCxnSpPr>
            <a:cxnSpLocks/>
          </p:cNvCxnSpPr>
          <p:nvPr/>
        </p:nvCxnSpPr>
        <p:spPr>
          <a:xfrm flipH="1">
            <a:off x="6188278" y="2606222"/>
            <a:ext cx="1845378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574B9AEA-F97A-723B-08AB-FAE26E00FD2E}"/>
              </a:ext>
            </a:extLst>
          </p:cNvPr>
          <p:cNvGrpSpPr/>
          <p:nvPr/>
        </p:nvGrpSpPr>
        <p:grpSpPr>
          <a:xfrm>
            <a:off x="6545263" y="2774555"/>
            <a:ext cx="1488393" cy="353580"/>
            <a:chOff x="6545263" y="2774555"/>
            <a:chExt cx="1488393" cy="353580"/>
          </a:xfrm>
        </p:grpSpPr>
        <p:cxnSp>
          <p:nvCxnSpPr>
            <p:cNvPr id="131" name="直线连接符 130">
              <a:extLst>
                <a:ext uri="{FF2B5EF4-FFF2-40B4-BE49-F238E27FC236}">
                  <a16:creationId xmlns:a16="http://schemas.microsoft.com/office/drawing/2014/main" id="{83DD70B0-98CA-233B-CF50-2830478BCEA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45263" y="2774555"/>
              <a:ext cx="1107988" cy="0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直线连接符 132">
              <a:extLst>
                <a:ext uri="{FF2B5EF4-FFF2-40B4-BE49-F238E27FC236}">
                  <a16:creationId xmlns:a16="http://schemas.microsoft.com/office/drawing/2014/main" id="{44B14506-9833-8200-9107-CEE1E6AC43D1}"/>
                </a:ext>
              </a:extLst>
            </p:cNvPr>
            <p:cNvCxnSpPr>
              <a:cxnSpLocks/>
            </p:cNvCxnSpPr>
            <p:nvPr/>
          </p:nvCxnSpPr>
          <p:spPr>
            <a:xfrm>
              <a:off x="7656022" y="2774555"/>
              <a:ext cx="0" cy="341529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线连接符 134">
              <a:extLst>
                <a:ext uri="{FF2B5EF4-FFF2-40B4-BE49-F238E27FC236}">
                  <a16:creationId xmlns:a16="http://schemas.microsoft.com/office/drawing/2014/main" id="{151E03F7-744B-6EE6-4C5D-C1AAFDA69583}"/>
                </a:ext>
              </a:extLst>
            </p:cNvPr>
            <p:cNvCxnSpPr>
              <a:cxnSpLocks/>
            </p:cNvCxnSpPr>
            <p:nvPr/>
          </p:nvCxnSpPr>
          <p:spPr>
            <a:xfrm>
              <a:off x="7653251" y="3128135"/>
              <a:ext cx="380405" cy="0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0" name="组合 139">
            <a:extLst>
              <a:ext uri="{FF2B5EF4-FFF2-40B4-BE49-F238E27FC236}">
                <a16:creationId xmlns:a16="http://schemas.microsoft.com/office/drawing/2014/main" id="{90E0143A-C868-2F7F-F88B-70B6048067F2}"/>
              </a:ext>
            </a:extLst>
          </p:cNvPr>
          <p:cNvGrpSpPr/>
          <p:nvPr/>
        </p:nvGrpSpPr>
        <p:grpSpPr>
          <a:xfrm>
            <a:off x="6807449" y="3066457"/>
            <a:ext cx="1226208" cy="729125"/>
            <a:chOff x="6545263" y="2774555"/>
            <a:chExt cx="1870856" cy="381677"/>
          </a:xfrm>
        </p:grpSpPr>
        <p:cxnSp>
          <p:nvCxnSpPr>
            <p:cNvPr id="141" name="直线连接符 140">
              <a:extLst>
                <a:ext uri="{FF2B5EF4-FFF2-40B4-BE49-F238E27FC236}">
                  <a16:creationId xmlns:a16="http://schemas.microsoft.com/office/drawing/2014/main" id="{D817B7E3-B604-E42F-277D-E38BB98C77E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545263" y="2774555"/>
              <a:ext cx="1107988" cy="0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直线连接符 141">
              <a:extLst>
                <a:ext uri="{FF2B5EF4-FFF2-40B4-BE49-F238E27FC236}">
                  <a16:creationId xmlns:a16="http://schemas.microsoft.com/office/drawing/2014/main" id="{ECEEC59E-3122-239B-2CE5-72F2556736C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7653251" y="2774555"/>
              <a:ext cx="2771" cy="381676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直线连接符 142">
              <a:extLst>
                <a:ext uri="{FF2B5EF4-FFF2-40B4-BE49-F238E27FC236}">
                  <a16:creationId xmlns:a16="http://schemas.microsoft.com/office/drawing/2014/main" id="{068FD4AC-825D-91B2-D3F4-DDFAA70B5912}"/>
                </a:ext>
              </a:extLst>
            </p:cNvPr>
            <p:cNvCxnSpPr>
              <a:cxnSpLocks/>
              <a:endCxn id="97" idx="1"/>
            </p:cNvCxnSpPr>
            <p:nvPr/>
          </p:nvCxnSpPr>
          <p:spPr>
            <a:xfrm>
              <a:off x="7628630" y="3156232"/>
              <a:ext cx="787489" cy="0"/>
            </a:xfrm>
            <a:prstGeom prst="line">
              <a:avLst/>
            </a:prstGeom>
            <a:ln w="12700">
              <a:solidFill>
                <a:schemeClr val="bg2">
                  <a:lumMod val="75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47" name="直线连接符 146">
            <a:extLst>
              <a:ext uri="{FF2B5EF4-FFF2-40B4-BE49-F238E27FC236}">
                <a16:creationId xmlns:a16="http://schemas.microsoft.com/office/drawing/2014/main" id="{D3A47F88-A34C-4A69-6E37-88F7F5DB09EA}"/>
              </a:ext>
            </a:extLst>
          </p:cNvPr>
          <p:cNvCxnSpPr>
            <a:cxnSpLocks/>
          </p:cNvCxnSpPr>
          <p:nvPr/>
        </p:nvCxnSpPr>
        <p:spPr>
          <a:xfrm>
            <a:off x="6992938" y="3696019"/>
            <a:ext cx="0" cy="1132569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直线连接符 148">
            <a:extLst>
              <a:ext uri="{FF2B5EF4-FFF2-40B4-BE49-F238E27FC236}">
                <a16:creationId xmlns:a16="http://schemas.microsoft.com/office/drawing/2014/main" id="{2DC677C0-E391-B0D7-849F-BEABE4CEE171}"/>
              </a:ext>
            </a:extLst>
          </p:cNvPr>
          <p:cNvCxnSpPr>
            <a:cxnSpLocks/>
            <a:endCxn id="104" idx="1"/>
          </p:cNvCxnSpPr>
          <p:nvPr/>
        </p:nvCxnSpPr>
        <p:spPr>
          <a:xfrm>
            <a:off x="7008732" y="4835017"/>
            <a:ext cx="1027526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直线连接符 153">
            <a:extLst>
              <a:ext uri="{FF2B5EF4-FFF2-40B4-BE49-F238E27FC236}">
                <a16:creationId xmlns:a16="http://schemas.microsoft.com/office/drawing/2014/main" id="{F9F46D95-B06A-B0FC-E5FC-EF91631BC798}"/>
              </a:ext>
            </a:extLst>
          </p:cNvPr>
          <p:cNvCxnSpPr>
            <a:cxnSpLocks/>
          </p:cNvCxnSpPr>
          <p:nvPr/>
        </p:nvCxnSpPr>
        <p:spPr>
          <a:xfrm>
            <a:off x="3298484" y="4388900"/>
            <a:ext cx="104076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直线连接符 155">
            <a:extLst>
              <a:ext uri="{FF2B5EF4-FFF2-40B4-BE49-F238E27FC236}">
                <a16:creationId xmlns:a16="http://schemas.microsoft.com/office/drawing/2014/main" id="{400762C8-6238-1AAA-1421-D90C8474C586}"/>
              </a:ext>
            </a:extLst>
          </p:cNvPr>
          <p:cNvCxnSpPr>
            <a:cxnSpLocks/>
          </p:cNvCxnSpPr>
          <p:nvPr/>
        </p:nvCxnSpPr>
        <p:spPr>
          <a:xfrm>
            <a:off x="2422145" y="2977526"/>
            <a:ext cx="2335593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0" name="文本框 159">
            <a:extLst>
              <a:ext uri="{FF2B5EF4-FFF2-40B4-BE49-F238E27FC236}">
                <a16:creationId xmlns:a16="http://schemas.microsoft.com/office/drawing/2014/main" id="{81439B8E-7E80-3C55-19BE-87190C1BA4C7}"/>
              </a:ext>
            </a:extLst>
          </p:cNvPr>
          <p:cNvSpPr txBox="1"/>
          <p:nvPr/>
        </p:nvSpPr>
        <p:spPr>
          <a:xfrm>
            <a:off x="5142280" y="3446663"/>
            <a:ext cx="118974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dirty="0">
                <a:latin typeface="HarmonyOS Sans SC Medium" pitchFamily="2" charset="-122"/>
                <a:ea typeface="HarmonyOS Sans SC Medium" pitchFamily="2" charset="-122"/>
              </a:rPr>
              <a:t>$13.6</a:t>
            </a:r>
          </a:p>
          <a:p>
            <a:r>
              <a:rPr kumimoji="1" lang="en-US" altLang="zh-CN" sz="2800" dirty="0">
                <a:latin typeface="HarmonyOS Sans SC Medium" pitchFamily="2" charset="-122"/>
                <a:ea typeface="HarmonyOS Sans SC Medium" pitchFamily="2" charset="-122"/>
              </a:rPr>
              <a:t>billion</a:t>
            </a:r>
            <a:endParaRPr kumimoji="1" lang="zh-CN" altLang="en-US" sz="2800" dirty="0">
              <a:latin typeface="HarmonyOS Sans SC Medium" pitchFamily="2" charset="-122"/>
              <a:ea typeface="HarmonyOS Sans SC Medium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66678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415D384-A9D1-A792-487B-87F47420C7A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39326950"/>
              </p:ext>
            </p:extLst>
          </p:nvPr>
        </p:nvGraphicFramePr>
        <p:xfrm>
          <a:off x="1589" y="1589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27" imgW="7772400" imgH="10058400" progId="TCLayout.ActiveDocument.1">
                  <p:embed/>
                </p:oleObj>
              </mc:Choice>
              <mc:Fallback>
                <p:oleObj name="think-cell 幻灯片" r:id="rId27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415D384-A9D1-A792-487B-87F47420C7A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23A79120-D639-D67D-028F-1BC40C0D0F97}"/>
              </a:ext>
            </a:extLst>
          </p:cNvPr>
          <p:cNvSpPr txBox="1"/>
          <p:nvPr/>
        </p:nvSpPr>
        <p:spPr>
          <a:xfrm>
            <a:off x="334965" y="333377"/>
            <a:ext cx="114136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HarmonyOS Sans SC Medium" pitchFamily="2" charset="-122"/>
                <a:ea typeface="HarmonyOS Sans SC Medium" pitchFamily="2" charset="-122"/>
              </a:rPr>
              <a:t>China’s cross-border data flows increased 17-fold from 2010 to 2017 but remain only 20 percent those of the United States.</a:t>
            </a:r>
            <a:endParaRPr lang="en-US" altLang="zh-CN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B45ACC28-4DDB-C0C5-1BE9-C936CBE8CF60}"/>
              </a:ext>
            </a:extLst>
          </p:cNvPr>
          <p:cNvSpPr txBox="1"/>
          <p:nvPr/>
        </p:nvSpPr>
        <p:spPr>
          <a:xfrm>
            <a:off x="334963" y="1004095"/>
            <a:ext cx="358944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000000"/>
                </a:solidFill>
                <a:latin typeface="HarmonyOS Sans SC" pitchFamily="2" charset="-122"/>
                <a:ea typeface="HarmonyOS Sans SC" pitchFamily="2" charset="-122"/>
              </a:rPr>
              <a:t>Total cross-border data flow (bandwidth)</a:t>
            </a:r>
            <a:endParaRPr lang="en-US" altLang="zh-CN" sz="14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72" name="Chart 3">
            <a:extLst>
              <a:ext uri="{FF2B5EF4-FFF2-40B4-BE49-F238E27FC236}">
                <a16:creationId xmlns:a16="http://schemas.microsoft.com/office/drawing/2014/main" id="{C3C4CCF9-F371-3AFF-794C-D4A8944EEC5A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4035421905"/>
              </p:ext>
            </p:extLst>
          </p:nvPr>
        </p:nvGraphicFramePr>
        <p:xfrm>
          <a:off x="352425" y="1860550"/>
          <a:ext cx="3271838" cy="40560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9"/>
          </a:graphicData>
        </a:graphic>
      </p:graphicFrame>
      <p:cxnSp>
        <p:nvCxnSpPr>
          <p:cNvPr id="37" name="直线连接符 36">
            <a:extLst>
              <a:ext uri="{FF2B5EF4-FFF2-40B4-BE49-F238E27FC236}">
                <a16:creationId xmlns:a16="http://schemas.microsoft.com/office/drawing/2014/main" id="{3EB0F1C3-F342-6EEE-A0E1-FE16DCBABAB2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 flipV="1">
            <a:off x="2505075" y="2163763"/>
            <a:ext cx="0" cy="3246438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直线连接符 22">
            <a:extLst>
              <a:ext uri="{FF2B5EF4-FFF2-40B4-BE49-F238E27FC236}">
                <a16:creationId xmlns:a16="http://schemas.microsoft.com/office/drawing/2014/main" id="{12BF4EF6-391E-2010-B5FA-9E96954FE8F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2278063" y="5407025"/>
            <a:ext cx="269875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直线连接符 35">
            <a:extLst>
              <a:ext uri="{FF2B5EF4-FFF2-40B4-BE49-F238E27FC236}">
                <a16:creationId xmlns:a16="http://schemas.microsoft.com/office/drawing/2014/main" id="{1342829A-EA74-38CF-C5CF-BCB60A9C4843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 flipH="1">
            <a:off x="2462213" y="2167467"/>
            <a:ext cx="27305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文本占位符 2">
            <a:extLst>
              <a:ext uri="{FF2B5EF4-FFF2-40B4-BE49-F238E27FC236}">
                <a16:creationId xmlns:a16="http://schemas.microsoft.com/office/drawing/2014/main" id="{2E641237-F729-B2A7-F3A5-91833E483AA4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1738313" y="5189538"/>
            <a:ext cx="49847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9B7EA23B-6ADB-45E8-B6CE-204CA281BBCD}" type="datetime'''''''''''''''''''2.''''''''4''''''''''4''1'''''''''">
              <a:rPr kumimoji="1" lang="zh-CN" altLang="en-US" sz="1400" smtClean="0">
                <a:latin typeface="HarmonyOS Sans SC" pitchFamily="2" charset="-122"/>
                <a:ea typeface="HarmonyOS Sans SC" pitchFamily="2" charset="-122"/>
              </a:rPr>
              <a:pPr/>
              <a:t>2.441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02E909B0-FA41-640E-300C-5959156D86ED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778000" y="5668963"/>
            <a:ext cx="4191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AAAAEC0-ED52-4CB6-A5A5-EA054A373B3F}" type="datetime'2''''''''''''''''''''''''''''''''''''''0''''''10'''''''''''''">
              <a:rPr kumimoji="1" lang="zh-CN" altLang="en-US" sz="14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2010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9" name="文本占位符 2">
            <a:extLst>
              <a:ext uri="{FF2B5EF4-FFF2-40B4-BE49-F238E27FC236}">
                <a16:creationId xmlns:a16="http://schemas.microsoft.com/office/drawing/2014/main" id="{1BEFBED6-15C0-F06B-1D55-A5E034CB1084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2722563" y="1949450"/>
            <a:ext cx="60007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5400" tIns="0" rIns="25400" bIns="0" rtlCol="0" anchor="b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D6B5E40-D10D-4C67-A428-2A4BA98F8C3C}" type="datetime'''41.''''''3''1''''''''''''''''''''''''''''''''''''''''0'''">
              <a:rPr kumimoji="1" lang="zh-CN" altLang="en-US" sz="1400" smtClean="0">
                <a:latin typeface="HarmonyOS Sans SC" pitchFamily="2" charset="-122"/>
                <a:ea typeface="HarmonyOS Sans SC" pitchFamily="2" charset="-122"/>
              </a:rPr>
              <a:pPr/>
              <a:t>41.310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2" name="文本占位符 2">
            <a:extLst>
              <a:ext uri="{FF2B5EF4-FFF2-40B4-BE49-F238E27FC236}">
                <a16:creationId xmlns:a16="http://schemas.microsoft.com/office/drawing/2014/main" id="{D150112A-C332-A985-7197-5FC343E8ED23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2813050" y="5668963"/>
            <a:ext cx="4191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162F0926-49D1-4E73-AF07-F2D8B800DDD3}" type="datetime'''''''''''''''''''''''''''''''''2''''''''''''''''''0''''17'''">
              <a:rPr kumimoji="1" lang="zh-CN" altLang="en-US" sz="14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2017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0" name="文本占位符 2">
            <a:extLst>
              <a:ext uri="{FF2B5EF4-FFF2-40B4-BE49-F238E27FC236}">
                <a16:creationId xmlns:a16="http://schemas.microsoft.com/office/drawing/2014/main" id="{3AA703FB-45AC-6C52-5130-EAB8D115E87E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741363" y="5668963"/>
            <a:ext cx="4191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E9CFFA0-3A72-4CE5-9A22-DE712C81F389}" type="datetime'''''''''''''''''''2''''''''''''''00''''''''''5'''''">
              <a:rPr kumimoji="1" lang="zh-CN" altLang="en-US" sz="14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2005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3" name="文本占位符 2">
            <a:extLst>
              <a:ext uri="{FF2B5EF4-FFF2-40B4-BE49-F238E27FC236}">
                <a16:creationId xmlns:a16="http://schemas.microsoft.com/office/drawing/2014/main" id="{C2F3A25D-65C5-6599-E6B6-44EFC7F9EEC9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1289050" y="3436938"/>
            <a:ext cx="1125538" cy="698500"/>
          </a:xfrm>
          <a:prstGeom prst="ellipse">
            <a:avLst/>
          </a:prstGeom>
          <a:solidFill>
            <a:schemeClr val="bg1"/>
          </a:solidFill>
          <a:ln w="9525" cmpd="sng">
            <a:noFill/>
          </a:ln>
          <a:effectLst/>
          <a:extLs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zh-CN" sz="3600" b="1" dirty="0">
                <a:solidFill>
                  <a:srgbClr val="1F40E6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17x</a:t>
            </a:r>
            <a:endParaRPr kumimoji="1" lang="zh-CN" altLang="en-US" sz="3600" b="1" dirty="0">
              <a:solidFill>
                <a:srgbClr val="1F40E6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AEAAB5E0-6F59-43E3-E27E-17646E95EB3A}"/>
              </a:ext>
            </a:extLst>
          </p:cNvPr>
          <p:cNvSpPr txBox="1"/>
          <p:nvPr/>
        </p:nvSpPr>
        <p:spPr>
          <a:xfrm>
            <a:off x="357313" y="1379501"/>
            <a:ext cx="15648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China,</a:t>
            </a:r>
          </a:p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Gigabits per second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cxnSp>
        <p:nvCxnSpPr>
          <p:cNvPr id="52" name="直线连接符 51">
            <a:extLst>
              <a:ext uri="{FF2B5EF4-FFF2-40B4-BE49-F238E27FC236}">
                <a16:creationId xmlns:a16="http://schemas.microsoft.com/office/drawing/2014/main" id="{B52C1BFA-8ACC-DC35-A55A-25BA44674B0A}"/>
              </a:ext>
            </a:extLst>
          </p:cNvPr>
          <p:cNvCxnSpPr>
            <a:cxnSpLocks/>
          </p:cNvCxnSpPr>
          <p:nvPr/>
        </p:nvCxnSpPr>
        <p:spPr>
          <a:xfrm>
            <a:off x="3946967" y="1379501"/>
            <a:ext cx="0" cy="4481550"/>
          </a:xfrm>
          <a:prstGeom prst="line">
            <a:avLst/>
          </a:prstGeom>
          <a:ln w="22225">
            <a:solidFill>
              <a:schemeClr val="tx1"/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3" name="Chart 3">
            <a:extLst>
              <a:ext uri="{FF2B5EF4-FFF2-40B4-BE49-F238E27FC236}">
                <a16:creationId xmlns:a16="http://schemas.microsoft.com/office/drawing/2014/main" id="{4896507A-C47C-EF67-72F7-2A38F672422C}"/>
              </a:ext>
            </a:extLst>
          </p:cNvPr>
          <p:cNvGraphicFramePr/>
          <p:nvPr>
            <p:custDataLst>
              <p:tags r:id="rId12"/>
            </p:custDataLst>
            <p:extLst>
              <p:ext uri="{D42A27DB-BD31-4B8C-83A1-F6EECF244321}">
                <p14:modId xmlns:p14="http://schemas.microsoft.com/office/powerpoint/2010/main" val="3143910325"/>
              </p:ext>
            </p:extLst>
          </p:nvPr>
        </p:nvGraphicFramePr>
        <p:xfrm>
          <a:off x="5681663" y="1597025"/>
          <a:ext cx="5916612" cy="46164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0"/>
          </a:graphicData>
        </a:graphic>
      </p:graphicFrame>
      <p:cxnSp>
        <p:nvCxnSpPr>
          <p:cNvPr id="128" name="直线连接符 127">
            <a:extLst>
              <a:ext uri="{FF2B5EF4-FFF2-40B4-BE49-F238E27FC236}">
                <a16:creationId xmlns:a16="http://schemas.microsoft.com/office/drawing/2014/main" id="{FE10BC0B-6DB2-A3DB-6B74-40086FD6541B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>
            <a:off x="7146924" y="4905375"/>
            <a:ext cx="4052888" cy="0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3183EC77-7693-3BF0-B90B-6AF1FBD934B4}"/>
              </a:ext>
            </a:extLst>
          </p:cNvPr>
          <p:cNvCxnSpPr/>
          <p:nvPr>
            <p:custDataLst>
              <p:tags r:id="rId14"/>
            </p:custDataLst>
          </p:nvPr>
        </p:nvCxnSpPr>
        <p:spPr bwMode="auto">
          <a:xfrm>
            <a:off x="11196638" y="2238375"/>
            <a:ext cx="0" cy="270986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文本占位符 2">
            <a:extLst>
              <a:ext uri="{FF2B5EF4-FFF2-40B4-BE49-F238E27FC236}">
                <a16:creationId xmlns:a16="http://schemas.microsoft.com/office/drawing/2014/main" id="{F9E10BB1-4A92-1B10-B3A5-C118D316EA8E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4313238" y="3209925"/>
            <a:ext cx="55086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71BCF877-3FC6-4F0F-9E66-7CD680FA87D4}" type="datetime'''''''F''''''''''''''''''''''r''an''''c''e'''''''''''''">
              <a:rPr kumimoji="1" lang="en-US" altLang="en-US" sz="14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France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4" name="文本占位符 2">
            <a:extLst>
              <a:ext uri="{FF2B5EF4-FFF2-40B4-BE49-F238E27FC236}">
                <a16:creationId xmlns:a16="http://schemas.microsoft.com/office/drawing/2014/main" id="{2982D463-EB0E-5B65-421A-09ADADB6584D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4313238" y="3609975"/>
            <a:ext cx="99218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B2EDC351-1768-4B06-97F8-DDF076DE2719}" type="datetime'''''N''''e''''''''t''he''r''''l''''''''''and''''''''s'''">
              <a:rPr kumimoji="1" lang="en-US" altLang="en-US" sz="14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Netherlands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7" name="文本占位符 2">
            <a:extLst>
              <a:ext uri="{FF2B5EF4-FFF2-40B4-BE49-F238E27FC236}">
                <a16:creationId xmlns:a16="http://schemas.microsoft.com/office/drawing/2014/main" id="{8736D382-0F08-3836-4034-A1695BA14234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4313238" y="4010025"/>
            <a:ext cx="82867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9BEEBCC3-8533-4BA3-8A6B-2C7214137FDB}" type="datetime'''S''''''in''''''''''''''g''a''p''''o''''''''r''''''''e'''''">
              <a:rPr kumimoji="1" lang="en-US" altLang="en-US" sz="14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Singapore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80" name="文本占位符 2">
            <a:extLst>
              <a:ext uri="{FF2B5EF4-FFF2-40B4-BE49-F238E27FC236}">
                <a16:creationId xmlns:a16="http://schemas.microsoft.com/office/drawing/2014/main" id="{FE23E3D3-D825-FA01-5FBB-179AF5613821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4313238" y="4410075"/>
            <a:ext cx="6445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553903D0-4788-4554-812C-25B26972D4F2}" type="datetime'S''''''''''''''''w''ed''''''e''''''''''n'''''''''''">
              <a:rPr kumimoji="1" lang="en-US" altLang="en-US" sz="14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Sweden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3" name="文本占位符 2">
            <a:extLst>
              <a:ext uri="{FF2B5EF4-FFF2-40B4-BE49-F238E27FC236}">
                <a16:creationId xmlns:a16="http://schemas.microsoft.com/office/drawing/2014/main" id="{61ED0E90-BB5F-A176-877E-F9C41004D757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auto">
          <a:xfrm>
            <a:off x="4313238" y="2008188"/>
            <a:ext cx="110013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93FB8640-C202-4A2B-98BB-5CBA81439044}" type="datetime'U''''''n''it''e''''''''''d'''' ''St''''''''ate''s'''''">
              <a:rPr kumimoji="1" lang="en-US" altLang="en-US" sz="14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United States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86" name="文本占位符 2">
            <a:extLst>
              <a:ext uri="{FF2B5EF4-FFF2-40B4-BE49-F238E27FC236}">
                <a16:creationId xmlns:a16="http://schemas.microsoft.com/office/drawing/2014/main" id="{DEB8C026-4324-964C-A69A-A06CD46CDCBF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auto">
          <a:xfrm>
            <a:off x="4313238" y="5211763"/>
            <a:ext cx="48577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F6653E1D-A913-443D-AA4D-C335F040AC65}" type="datetime'''''''''J''ap''''''''''''''''''''''''''''''a''''''n'''''''">
              <a:rPr kumimoji="1" lang="en-US" altLang="en-US" sz="14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Japan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89" name="文本占位符 2">
            <a:extLst>
              <a:ext uri="{FF2B5EF4-FFF2-40B4-BE49-F238E27FC236}">
                <a16:creationId xmlns:a16="http://schemas.microsoft.com/office/drawing/2014/main" id="{68A33887-255C-F5A8-4228-D8A5C7F5974D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auto">
          <a:xfrm>
            <a:off x="4313238" y="5611813"/>
            <a:ext cx="55721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C4015D59-7025-4B6A-BE0F-62E2385768E3}" type="datetime'''''''l''''''''''''''''''''r''''''''e''''la''nd'''''">
              <a:rPr kumimoji="1" lang="en-US" altLang="en-US" sz="14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lreland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83" name="文本占位符 2">
            <a:extLst>
              <a:ext uri="{FF2B5EF4-FFF2-40B4-BE49-F238E27FC236}">
                <a16:creationId xmlns:a16="http://schemas.microsoft.com/office/drawing/2014/main" id="{C8746A2E-14A8-EEBE-50DB-E8891277A0EF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auto">
          <a:xfrm>
            <a:off x="4313238" y="4810125"/>
            <a:ext cx="46196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7AF50ED0-4C62-43E7-8BFB-272A371B2FAA}" type="datetime'''C''''''''''''''''hina'''''''''''''''">
              <a:rPr kumimoji="1" lang="en-US" altLang="en-US" sz="14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China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6" name="文本占位符 2">
            <a:extLst>
              <a:ext uri="{FF2B5EF4-FFF2-40B4-BE49-F238E27FC236}">
                <a16:creationId xmlns:a16="http://schemas.microsoft.com/office/drawing/2014/main" id="{2B224806-29F4-940F-E8FB-25DE2B9F9DE2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auto">
          <a:xfrm>
            <a:off x="4313238" y="2808288"/>
            <a:ext cx="13335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AC985394-A6A5-4CB8-85D3-39F64305AD7F}" type="datetime'U''''''ni''''''t''ed'' K''''i''''n''g''do''''''''''m'''''">
              <a:rPr kumimoji="1" lang="en-US" altLang="en-US" sz="14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United Kingdom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5" name="文本占位符 2">
            <a:extLst>
              <a:ext uri="{FF2B5EF4-FFF2-40B4-BE49-F238E27FC236}">
                <a16:creationId xmlns:a16="http://schemas.microsoft.com/office/drawing/2014/main" id="{8777A589-1804-A076-D931-D5B6DD6FAF82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 bwMode="auto">
          <a:xfrm>
            <a:off x="4313238" y="2408238"/>
            <a:ext cx="73183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ct val="0"/>
              </a:spcBef>
              <a:spcAft>
                <a:spcPct val="0"/>
              </a:spcAft>
              <a:buNone/>
            </a:pPr>
            <a:fld id="{1ACF9182-D509-459B-BF69-7D4854636A28}" type="datetime'G''''''''''''''''''e''''''''''''''r''m''''a''''n''y'''''''''">
              <a:rPr kumimoji="1" lang="en-US" altLang="en-US" sz="14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>
                <a:spcBef>
                  <a:spcPct val="0"/>
                </a:spcBef>
                <a:spcAft>
                  <a:spcPct val="0"/>
                </a:spcAft>
                <a:buNone/>
              </a:pPr>
              <a:t>Germany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19" name="文本占位符 2">
            <a:extLst>
              <a:ext uri="{FF2B5EF4-FFF2-40B4-BE49-F238E27FC236}">
                <a16:creationId xmlns:a16="http://schemas.microsoft.com/office/drawing/2014/main" id="{E04A3D18-BD63-8B07-2009-4BE092A4DAB5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auto">
          <a:xfrm>
            <a:off x="8578850" y="4194175"/>
            <a:ext cx="1184275" cy="620713"/>
          </a:xfrm>
          <a:prstGeom prst="ellipse">
            <a:avLst/>
          </a:prstGeom>
          <a:noFill/>
          <a:ln w="9525" cmpd="sng"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en-US" sz="3200" b="1" dirty="0">
                <a:solidFill>
                  <a:srgbClr val="1F40E6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20%</a:t>
            </a:r>
            <a:endParaRPr kumimoji="1" lang="zh-CN" altLang="en-US" sz="3200" b="1" dirty="0">
              <a:solidFill>
                <a:srgbClr val="1F40E6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B8ACB7BB-F765-E696-52D5-E7DE978AB9E2}"/>
              </a:ext>
            </a:extLst>
          </p:cNvPr>
          <p:cNvSpPr txBox="1"/>
          <p:nvPr/>
        </p:nvSpPr>
        <p:spPr>
          <a:xfrm>
            <a:off x="359705" y="6244722"/>
            <a:ext cx="35637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Tele Geography; McKinsey Global Institute analysis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F1140F8C-E05C-96D9-9D20-7CC6F978233B}"/>
              </a:ext>
            </a:extLst>
          </p:cNvPr>
          <p:cNvSpPr txBox="1"/>
          <p:nvPr/>
        </p:nvSpPr>
        <p:spPr>
          <a:xfrm>
            <a:off x="4187845" y="1380064"/>
            <a:ext cx="19127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Top 10 countries, 2017</a:t>
            </a:r>
            <a:r>
              <a:rPr kumimoji="1" lang="zh-CN" altLang="en-US" sz="1200" dirty="0">
                <a:latin typeface="HarmonyOS Sans SC Light" pitchFamily="2" charset="-122"/>
                <a:ea typeface="HarmonyOS Sans SC Light" pitchFamily="2" charset="-122"/>
              </a:rPr>
              <a:t>，</a:t>
            </a:r>
          </a:p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Terabits per second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25856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6DD03D10-AD76-3489-BF11-255C69BD01B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D03D10-AD76-3489-BF11-255C69BD01B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4" name="图表 43">
            <a:extLst>
              <a:ext uri="{FF2B5EF4-FFF2-40B4-BE49-F238E27FC236}">
                <a16:creationId xmlns:a16="http://schemas.microsoft.com/office/drawing/2014/main" id="{A5525605-02E5-E489-3795-CD87DF494E9A}"/>
              </a:ext>
            </a:extLst>
          </p:cNvPr>
          <p:cNvGraphicFramePr>
            <a:graphicFrameLocks/>
          </p:cNvGraphicFramePr>
          <p:nvPr/>
        </p:nvGraphicFramePr>
        <p:xfrm>
          <a:off x="3588535" y="1729631"/>
          <a:ext cx="5015462" cy="40116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ECA5337A-BD39-ECE9-CDF2-AFE89FAC954F}"/>
              </a:ext>
            </a:extLst>
          </p:cNvPr>
          <p:cNvSpPr txBox="1"/>
          <p:nvPr/>
        </p:nvSpPr>
        <p:spPr>
          <a:xfrm>
            <a:off x="382905" y="285750"/>
            <a:ext cx="71737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Rising source markets are adding new travelers to the global mix.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6C1B4E3-E732-2158-5AD2-0F9C48C2C2DE}"/>
              </a:ext>
            </a:extLst>
          </p:cNvPr>
          <p:cNvSpPr txBox="1"/>
          <p:nvPr/>
        </p:nvSpPr>
        <p:spPr>
          <a:xfrm>
            <a:off x="382905" y="702945"/>
            <a:ext cx="5646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Outbound travel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spending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zh-CN" altLang="en-US" sz="1400" dirty="0">
                <a:latin typeface="HarmonyOS Sans SC Light" pitchFamily="2" charset="-122"/>
                <a:ea typeface="HarmonyOS Sans SC Light" pitchFamily="2" charset="-122"/>
              </a:rPr>
              <a:t>＄ 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billion</a:t>
            </a:r>
            <a:r>
              <a:rPr kumimoji="1" lang="zh-CN" altLang="en-US" sz="1400" dirty="0">
                <a:latin typeface="HarmonyOS Sans SC Light" pitchFamily="2" charset="-122"/>
                <a:ea typeface="HarmonyOS Sans SC Light" pitchFamily="2" charset="-122"/>
              </a:rPr>
              <a:t>，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inflation adjusted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18" name="图表 17">
            <a:extLst>
              <a:ext uri="{FF2B5EF4-FFF2-40B4-BE49-F238E27FC236}">
                <a16:creationId xmlns:a16="http://schemas.microsoft.com/office/drawing/2014/main" id="{87D03A0A-B472-62E4-26AA-F8D68E5150C7}"/>
              </a:ext>
            </a:extLst>
          </p:cNvPr>
          <p:cNvGraphicFramePr>
            <a:graphicFrameLocks/>
          </p:cNvGraphicFramePr>
          <p:nvPr/>
        </p:nvGraphicFramePr>
        <p:xfrm>
          <a:off x="178972" y="2802126"/>
          <a:ext cx="4501962" cy="29391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20" name="组合 19">
            <a:extLst>
              <a:ext uri="{FF2B5EF4-FFF2-40B4-BE49-F238E27FC236}">
                <a16:creationId xmlns:a16="http://schemas.microsoft.com/office/drawing/2014/main" id="{8281E968-D792-8AF6-3558-728C7AFCD90F}"/>
              </a:ext>
            </a:extLst>
          </p:cNvPr>
          <p:cNvGrpSpPr/>
          <p:nvPr/>
        </p:nvGrpSpPr>
        <p:grpSpPr>
          <a:xfrm>
            <a:off x="1348389" y="1323148"/>
            <a:ext cx="2134588" cy="2277301"/>
            <a:chOff x="1243380" y="1216885"/>
            <a:chExt cx="1404730" cy="2111587"/>
          </a:xfrm>
        </p:grpSpPr>
        <p:cxnSp>
          <p:nvCxnSpPr>
            <p:cNvPr id="24" name="直接连接符 10">
              <a:extLst>
                <a:ext uri="{FF2B5EF4-FFF2-40B4-BE49-F238E27FC236}">
                  <a16:creationId xmlns:a16="http://schemas.microsoft.com/office/drawing/2014/main" id="{927DC498-7B56-7EDC-CDF6-9027F3BF3B4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3380" y="1219200"/>
              <a:ext cx="0" cy="2109272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连接符 1">
              <a:extLst>
                <a:ext uri="{FF2B5EF4-FFF2-40B4-BE49-F238E27FC236}">
                  <a16:creationId xmlns:a16="http://schemas.microsoft.com/office/drawing/2014/main" id="{AD4149A9-DADE-FD73-766B-E6BB5F93116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8110" y="1216885"/>
              <a:ext cx="0" cy="1404354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7">
              <a:extLst>
                <a:ext uri="{FF2B5EF4-FFF2-40B4-BE49-F238E27FC236}">
                  <a16:creationId xmlns:a16="http://schemas.microsoft.com/office/drawing/2014/main" id="{587E393A-D064-94F8-1093-D631911466F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3380" y="1219200"/>
              <a:ext cx="140473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文本框 20">
            <a:extLst>
              <a:ext uri="{FF2B5EF4-FFF2-40B4-BE49-F238E27FC236}">
                <a16:creationId xmlns:a16="http://schemas.microsoft.com/office/drawing/2014/main" id="{4F64D764-861F-D812-05A6-77220E65B7DF}"/>
              </a:ext>
            </a:extLst>
          </p:cNvPr>
          <p:cNvSpPr txBox="1"/>
          <p:nvPr/>
        </p:nvSpPr>
        <p:spPr>
          <a:xfrm>
            <a:off x="1987512" y="1111050"/>
            <a:ext cx="87398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HarmonyOS Sans SC" pitchFamily="2" charset="-122"/>
                <a:ea typeface="HarmonyOS Sans SC" pitchFamily="2" charset="-122"/>
              </a:rPr>
              <a:t>CAGR</a:t>
            </a:r>
          </a:p>
          <a:p>
            <a:pPr algn="ctr"/>
            <a:r>
              <a:rPr lang="en-US" altLang="zh-CN" sz="1200" dirty="0">
                <a:latin typeface="HarmonyOS Sans SC" pitchFamily="2" charset="-122"/>
                <a:ea typeface="HarmonyOS Sans SC" pitchFamily="2" charset="-122"/>
              </a:rPr>
              <a:t>7%</a:t>
            </a:r>
            <a:endParaRPr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8C66B390-F66A-E33C-5BDF-6AF576B57190}"/>
              </a:ext>
            </a:extLst>
          </p:cNvPr>
          <p:cNvSpPr txBox="1"/>
          <p:nvPr/>
        </p:nvSpPr>
        <p:spPr>
          <a:xfrm>
            <a:off x="1438339" y="4599399"/>
            <a:ext cx="19496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HarmonyOS Sans SC" pitchFamily="2" charset="-122"/>
                <a:ea typeface="HarmonyOS Sans SC" pitchFamily="2" charset="-122"/>
              </a:rPr>
              <a:t>Eastern</a:t>
            </a:r>
            <a:r>
              <a:rPr lang="zh-CN" altLang="en-US" sz="1200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lang="en-US" altLang="zh-CN" sz="1200" dirty="0">
                <a:latin typeface="HarmonyOS Sans SC" pitchFamily="2" charset="-122"/>
                <a:ea typeface="HarmonyOS Sans SC" pitchFamily="2" charset="-122"/>
              </a:rPr>
              <a:t>Europe</a:t>
            </a:r>
            <a:endParaRPr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F2BC7071-FC50-EBEC-F18C-35B9C85589FC}"/>
              </a:ext>
            </a:extLst>
          </p:cNvPr>
          <p:cNvSpPr txBox="1"/>
          <p:nvPr/>
        </p:nvSpPr>
        <p:spPr>
          <a:xfrm>
            <a:off x="3165591" y="5633600"/>
            <a:ext cx="7282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HarmonyOS Sans SC" pitchFamily="2" charset="-122"/>
                <a:ea typeface="HarmonyOS Sans SC" pitchFamily="2" charset="-122"/>
              </a:rPr>
              <a:t>projected</a:t>
            </a:r>
            <a:endParaRPr lang="zh-CN" altLang="en-US" sz="800" dirty="0">
              <a:latin typeface="HarmonyOS Sans SC" pitchFamily="2" charset="-122"/>
              <a:ea typeface="HarmonyOS Sans SC" pitchFamily="2" charset="-122"/>
            </a:endParaRPr>
          </a:p>
        </p:txBody>
      </p:sp>
      <p:grpSp>
        <p:nvGrpSpPr>
          <p:cNvPr id="28" name="组合 27">
            <a:extLst>
              <a:ext uri="{FF2B5EF4-FFF2-40B4-BE49-F238E27FC236}">
                <a16:creationId xmlns:a16="http://schemas.microsoft.com/office/drawing/2014/main" id="{A9E13E53-6F3B-9EC4-88B9-E4265459D429}"/>
              </a:ext>
            </a:extLst>
          </p:cNvPr>
          <p:cNvGrpSpPr/>
          <p:nvPr/>
        </p:nvGrpSpPr>
        <p:grpSpPr>
          <a:xfrm>
            <a:off x="4881448" y="1323149"/>
            <a:ext cx="2388029" cy="1891695"/>
            <a:chOff x="1243380" y="1216885"/>
            <a:chExt cx="1404730" cy="4254745"/>
          </a:xfrm>
        </p:grpSpPr>
        <p:cxnSp>
          <p:nvCxnSpPr>
            <p:cNvPr id="32" name="直接连接符 16">
              <a:extLst>
                <a:ext uri="{FF2B5EF4-FFF2-40B4-BE49-F238E27FC236}">
                  <a16:creationId xmlns:a16="http://schemas.microsoft.com/office/drawing/2014/main" id="{692CC8C6-427C-F33E-2D61-9DA644F668F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3380" y="1219199"/>
              <a:ext cx="0" cy="4252431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直接连接符 17">
              <a:extLst>
                <a:ext uri="{FF2B5EF4-FFF2-40B4-BE49-F238E27FC236}">
                  <a16:creationId xmlns:a16="http://schemas.microsoft.com/office/drawing/2014/main" id="{BB22A739-2F3F-81B0-B7C4-149DDA66B3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8110" y="1216885"/>
              <a:ext cx="0" cy="1192046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18">
              <a:extLst>
                <a:ext uri="{FF2B5EF4-FFF2-40B4-BE49-F238E27FC236}">
                  <a16:creationId xmlns:a16="http://schemas.microsoft.com/office/drawing/2014/main" id="{8C26BDE8-06D9-78E7-4DAD-6738CC86C7D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243380" y="1219199"/>
              <a:ext cx="1404730" cy="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4EAEB569-20E7-4FFA-68D8-A88BEDF200C3}"/>
              </a:ext>
            </a:extLst>
          </p:cNvPr>
          <p:cNvSpPr txBox="1"/>
          <p:nvPr/>
        </p:nvSpPr>
        <p:spPr>
          <a:xfrm>
            <a:off x="5659008" y="1184648"/>
            <a:ext cx="87398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HarmonyOS Sans SC" pitchFamily="2" charset="-122"/>
                <a:ea typeface="HarmonyOS Sans SC" pitchFamily="2" charset="-122"/>
              </a:rPr>
              <a:t>9%</a:t>
            </a:r>
            <a:endParaRPr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2BCB6770-8AA6-41C3-539E-0D36C674AD17}"/>
              </a:ext>
            </a:extLst>
          </p:cNvPr>
          <p:cNvSpPr txBox="1"/>
          <p:nvPr/>
        </p:nvSpPr>
        <p:spPr>
          <a:xfrm>
            <a:off x="5532642" y="4599398"/>
            <a:ext cx="9933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HarmonyOS Sans SC" pitchFamily="2" charset="-122"/>
                <a:ea typeface="HarmonyOS Sans SC" pitchFamily="2" charset="-122"/>
              </a:rPr>
              <a:t>India</a:t>
            </a:r>
            <a:endParaRPr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276E541-5C1F-73DE-7DC3-EFAF5435E54A}"/>
              </a:ext>
            </a:extLst>
          </p:cNvPr>
          <p:cNvSpPr txBox="1"/>
          <p:nvPr/>
        </p:nvSpPr>
        <p:spPr>
          <a:xfrm>
            <a:off x="6905335" y="5631516"/>
            <a:ext cx="7282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HarmonyOS Sans SC" pitchFamily="2" charset="-122"/>
                <a:ea typeface="HarmonyOS Sans SC" pitchFamily="2" charset="-122"/>
              </a:rPr>
              <a:t>projected</a:t>
            </a:r>
            <a:endParaRPr lang="zh-CN" altLang="en-US" sz="8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36" name="图表 35">
            <a:extLst>
              <a:ext uri="{FF2B5EF4-FFF2-40B4-BE49-F238E27FC236}">
                <a16:creationId xmlns:a16="http://schemas.microsoft.com/office/drawing/2014/main" id="{E6D498D8-F6FF-2DAA-112A-67FB8BE00976}"/>
              </a:ext>
            </a:extLst>
          </p:cNvPr>
          <p:cNvGraphicFramePr>
            <a:graphicFrameLocks/>
          </p:cNvGraphicFramePr>
          <p:nvPr/>
        </p:nvGraphicFramePr>
        <p:xfrm>
          <a:off x="7687294" y="1323146"/>
          <a:ext cx="4668706" cy="44160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grpSp>
        <p:nvGrpSpPr>
          <p:cNvPr id="37" name="组合 36">
            <a:extLst>
              <a:ext uri="{FF2B5EF4-FFF2-40B4-BE49-F238E27FC236}">
                <a16:creationId xmlns:a16="http://schemas.microsoft.com/office/drawing/2014/main" id="{9939ABE0-9A86-A91C-9ED4-B37A780F0B2D}"/>
              </a:ext>
            </a:extLst>
          </p:cNvPr>
          <p:cNvGrpSpPr/>
          <p:nvPr/>
        </p:nvGrpSpPr>
        <p:grpSpPr>
          <a:xfrm>
            <a:off x="8936580" y="1323147"/>
            <a:ext cx="2179096" cy="1580073"/>
            <a:chOff x="1243380" y="1216885"/>
            <a:chExt cx="1404730" cy="1396833"/>
          </a:xfrm>
        </p:grpSpPr>
        <p:cxnSp>
          <p:nvCxnSpPr>
            <p:cNvPr id="41" name="直接连接符 23">
              <a:extLst>
                <a:ext uri="{FF2B5EF4-FFF2-40B4-BE49-F238E27FC236}">
                  <a16:creationId xmlns:a16="http://schemas.microsoft.com/office/drawing/2014/main" id="{6898745B-C264-55C7-EB68-F1CBA63D40A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243380" y="1219200"/>
              <a:ext cx="0" cy="1394518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24">
              <a:extLst>
                <a:ext uri="{FF2B5EF4-FFF2-40B4-BE49-F238E27FC236}">
                  <a16:creationId xmlns:a16="http://schemas.microsoft.com/office/drawing/2014/main" id="{D963ECE0-EDD0-1757-8825-5074E7FEF1F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648110" y="1216885"/>
              <a:ext cx="0" cy="89240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直接连接符 25">
              <a:extLst>
                <a:ext uri="{FF2B5EF4-FFF2-40B4-BE49-F238E27FC236}">
                  <a16:creationId xmlns:a16="http://schemas.microsoft.com/office/drawing/2014/main" id="{9E6BCBEF-8952-AC78-BE87-3FAD896D4F4A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1243380" y="1216885"/>
              <a:ext cx="1404730" cy="2315"/>
            </a:xfrm>
            <a:prstGeom prst="line">
              <a:avLst/>
            </a:prstGeom>
            <a:ln>
              <a:solidFill>
                <a:schemeClr val="bg2">
                  <a:lumMod val="9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8" name="文本框 37">
            <a:extLst>
              <a:ext uri="{FF2B5EF4-FFF2-40B4-BE49-F238E27FC236}">
                <a16:creationId xmlns:a16="http://schemas.microsoft.com/office/drawing/2014/main" id="{83043D3E-362E-2BED-598A-862620EC9500}"/>
              </a:ext>
            </a:extLst>
          </p:cNvPr>
          <p:cNvSpPr txBox="1"/>
          <p:nvPr/>
        </p:nvSpPr>
        <p:spPr>
          <a:xfrm>
            <a:off x="9589136" y="1184648"/>
            <a:ext cx="873984" cy="27699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HarmonyOS Sans SC" pitchFamily="2" charset="-122"/>
                <a:ea typeface="HarmonyOS Sans SC" pitchFamily="2" charset="-122"/>
              </a:rPr>
              <a:t>7%</a:t>
            </a:r>
            <a:endParaRPr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D53717CE-D153-23E5-8679-8A234282122E}"/>
              </a:ext>
            </a:extLst>
          </p:cNvPr>
          <p:cNvSpPr txBox="1"/>
          <p:nvPr/>
        </p:nvSpPr>
        <p:spPr>
          <a:xfrm>
            <a:off x="9304288" y="4599398"/>
            <a:ext cx="14347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200" dirty="0">
                <a:latin typeface="HarmonyOS Sans SC" pitchFamily="2" charset="-122"/>
                <a:ea typeface="HarmonyOS Sans SC" pitchFamily="2" charset="-122"/>
              </a:rPr>
              <a:t>Southeast Asia</a:t>
            </a:r>
            <a:endParaRPr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5C175DB9-B232-4DA4-7F7A-BE32746A51DA}"/>
              </a:ext>
            </a:extLst>
          </p:cNvPr>
          <p:cNvSpPr txBox="1"/>
          <p:nvPr/>
        </p:nvSpPr>
        <p:spPr>
          <a:xfrm>
            <a:off x="10828398" y="5631516"/>
            <a:ext cx="7282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>
                <a:latin typeface="HarmonyOS Sans SC" pitchFamily="2" charset="-122"/>
                <a:ea typeface="HarmonyOS Sans SC" pitchFamily="2" charset="-122"/>
              </a:rPr>
              <a:t>projected</a:t>
            </a:r>
            <a:endParaRPr lang="zh-CN" altLang="en-US" sz="8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3C67AE29-14DD-D92A-3A52-40E9F5CAC9C3}"/>
              </a:ext>
            </a:extLst>
          </p:cNvPr>
          <p:cNvSpPr txBox="1"/>
          <p:nvPr/>
        </p:nvSpPr>
        <p:spPr>
          <a:xfrm>
            <a:off x="382905" y="6155055"/>
            <a:ext cx="169469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Oxford Economics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928734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C261B-87B3-26F9-D511-29BA9BF2A3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20313897-C260-20C2-BEE9-4295A9BFDA5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3" imgW="7772400" imgH="10058400" progId="TCLayout.ActiveDocument.1">
                  <p:embed/>
                </p:oleObj>
              </mc:Choice>
              <mc:Fallback>
                <p:oleObj name="think-cell 幻灯片" r:id="rId1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0313897-C260-20C2-BEE9-4295A9BFDA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" name="矩形 32">
            <a:extLst>
              <a:ext uri="{FF2B5EF4-FFF2-40B4-BE49-F238E27FC236}">
                <a16:creationId xmlns:a16="http://schemas.microsoft.com/office/drawing/2014/main" id="{C1462DD7-4273-5BE2-5B72-C94CF8D876DD}"/>
              </a:ext>
            </a:extLst>
          </p:cNvPr>
          <p:cNvSpPr/>
          <p:nvPr/>
        </p:nvSpPr>
        <p:spPr>
          <a:xfrm>
            <a:off x="3169444" y="1239244"/>
            <a:ext cx="8094821" cy="4807788"/>
          </a:xfrm>
          <a:prstGeom prst="rect">
            <a:avLst/>
          </a:prstGeom>
          <a:noFill/>
          <a:ln w="12700">
            <a:solidFill>
              <a:schemeClr val="bg2">
                <a:lumMod val="90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07FB0C4-1714-76B5-C5A4-57D19A796D65}"/>
              </a:ext>
            </a:extLst>
          </p:cNvPr>
          <p:cNvSpPr txBox="1"/>
          <p:nvPr/>
        </p:nvSpPr>
        <p:spPr>
          <a:xfrm>
            <a:off x="382905" y="371475"/>
            <a:ext cx="113042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Substantial investment signals confidence in the potential of the metaverse.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EBE1500-6AA6-DD67-71EF-3D813D8A2A03}"/>
              </a:ext>
            </a:extLst>
          </p:cNvPr>
          <p:cNvSpPr txBox="1"/>
          <p:nvPr/>
        </p:nvSpPr>
        <p:spPr>
          <a:xfrm>
            <a:off x="382905" y="836137"/>
            <a:ext cx="110743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Value of metaverse-related investments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zh-CN" altLang="en-US" sz="1400" dirty="0">
                <a:latin typeface="HarmonyOS Sans SC Light" pitchFamily="2" charset="-122"/>
                <a:ea typeface="HarmonyOS Sans SC Light" pitchFamily="2" charset="-122"/>
              </a:rPr>
              <a:t>＄ 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billion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BDF0CB7C-7FFB-689E-E414-D8CFA98FB010}"/>
              </a:ext>
            </a:extLst>
          </p:cNvPr>
          <p:cNvSpPr txBox="1"/>
          <p:nvPr/>
        </p:nvSpPr>
        <p:spPr>
          <a:xfrm>
            <a:off x="382905" y="6162358"/>
            <a:ext cx="1130427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Internal corporate investment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 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in 2022 derived for top 30 companies investing in the metaverse based on publicly announced investment amounts.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Crunchbase 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Jan 2020-May 2022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）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7D29E28F-3257-0E2C-F921-90A48A10BA9B}"/>
              </a:ext>
            </a:extLst>
          </p:cNvPr>
          <p:cNvSpPr txBox="1"/>
          <p:nvPr/>
        </p:nvSpPr>
        <p:spPr>
          <a:xfrm>
            <a:off x="382905" y="1239244"/>
            <a:ext cx="17475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Total investment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，</a:t>
            </a:r>
          </a:p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$ billions, 2022 to date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32" name="Chart 3">
            <a:extLst>
              <a:ext uri="{FF2B5EF4-FFF2-40B4-BE49-F238E27FC236}">
                <a16:creationId xmlns:a16="http://schemas.microsoft.com/office/drawing/2014/main" id="{41367790-20A9-7415-ED81-16FA3EEBF4B8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1085850" y="1679575"/>
          <a:ext cx="4167188" cy="41671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sp>
        <p:nvSpPr>
          <p:cNvPr id="34" name="文本框 33">
            <a:extLst>
              <a:ext uri="{FF2B5EF4-FFF2-40B4-BE49-F238E27FC236}">
                <a16:creationId xmlns:a16="http://schemas.microsoft.com/office/drawing/2014/main" id="{7001D390-4C4C-5466-D561-8DABD88BA086}"/>
              </a:ext>
            </a:extLst>
          </p:cNvPr>
          <p:cNvSpPr txBox="1"/>
          <p:nvPr/>
        </p:nvSpPr>
        <p:spPr>
          <a:xfrm>
            <a:off x="3249930" y="1239244"/>
            <a:ext cx="287931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VC &amp; PE funding and M&amp;A</a:t>
            </a: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$ billions, </a:t>
            </a:r>
          </a:p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2020-2022 to date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148" name="Chart 3">
            <a:extLst>
              <a:ext uri="{FF2B5EF4-FFF2-40B4-BE49-F238E27FC236}">
                <a16:creationId xmlns:a16="http://schemas.microsoft.com/office/drawing/2014/main" id="{9CED240B-66F9-6B6C-B238-DC47924194AE}"/>
              </a:ext>
            </a:extLst>
          </p:cNvPr>
          <p:cNvGraphicFramePr/>
          <p:nvPr>
            <p:custDataLst>
              <p:tags r:id="rId3"/>
            </p:custDataLst>
          </p:nvPr>
        </p:nvGraphicFramePr>
        <p:xfrm>
          <a:off x="6396038" y="2212975"/>
          <a:ext cx="4279900" cy="35829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cxnSp>
        <p:nvCxnSpPr>
          <p:cNvPr id="127" name="直线连接符 126">
            <a:extLst>
              <a:ext uri="{FF2B5EF4-FFF2-40B4-BE49-F238E27FC236}">
                <a16:creationId xmlns:a16="http://schemas.microsoft.com/office/drawing/2014/main" id="{415876C0-EA90-DB21-5AC9-B4707FC03E40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 flipV="1">
            <a:off x="7164388" y="1900238"/>
            <a:ext cx="2743200" cy="2230437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4" name="文本占位符 2">
            <a:extLst>
              <a:ext uri="{FF2B5EF4-FFF2-40B4-BE49-F238E27FC236}">
                <a16:creationId xmlns:a16="http://schemas.microsoft.com/office/drawing/2014/main" id="{FB2D7F2C-8D34-0E42-4CB4-34321A7A079B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9628188" y="5580063"/>
            <a:ext cx="5588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0D18D60-8AE7-4129-8C63-4A2BB8C83141}" type="datetime'''2''0''''2''''''2''''''''''T''''''D''''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2022TD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8" name="文本占位符 2">
            <a:extLst>
              <a:ext uri="{FF2B5EF4-FFF2-40B4-BE49-F238E27FC236}">
                <a16:creationId xmlns:a16="http://schemas.microsoft.com/office/drawing/2014/main" id="{1F61F8D6-5377-1227-702F-4D6A2C77B38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gray">
          <a:xfrm>
            <a:off x="7054851" y="4519613"/>
            <a:ext cx="2190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996D629C-D0B0-40F9-8DC9-5E58A534F55E}" type="datetime'''''''''''''''''''''''2''''''''9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29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5" name="文本占位符 2">
            <a:extLst>
              <a:ext uri="{FF2B5EF4-FFF2-40B4-BE49-F238E27FC236}">
                <a16:creationId xmlns:a16="http://schemas.microsoft.com/office/drawing/2014/main" id="{245691B3-C891-62A5-B501-8181E4EF1611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6983413" y="5580063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3981D44-F96A-4531-8BF1-52926A7AD86F}" type="datetime'''''''''''''''''''''''2''''0''''2''''''''''''''''''0''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2020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0" name="文本占位符 2">
            <a:extLst>
              <a:ext uri="{FF2B5EF4-FFF2-40B4-BE49-F238E27FC236}">
                <a16:creationId xmlns:a16="http://schemas.microsoft.com/office/drawing/2014/main" id="{57744489-2CBA-26F9-DBAA-B9F8C2D4C29A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gray">
          <a:xfrm>
            <a:off x="9553575" y="2289175"/>
            <a:ext cx="70802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～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95-105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7" name="文本占位符 2">
            <a:extLst>
              <a:ext uri="{FF2B5EF4-FFF2-40B4-BE49-F238E27FC236}">
                <a16:creationId xmlns:a16="http://schemas.microsoft.com/office/drawing/2014/main" id="{93F69CD2-0F8D-DE7B-1EBB-87F15B19EC77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8355013" y="5580063"/>
            <a:ext cx="36195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4845C1F1-7EC3-467C-B912-B66479E17674}" type="datetime'''2''''''''''''''''''''''''0''2''''''1''''''''''''''''''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2021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49" name="文本占位符 2">
            <a:extLst>
              <a:ext uri="{FF2B5EF4-FFF2-40B4-BE49-F238E27FC236}">
                <a16:creationId xmlns:a16="http://schemas.microsoft.com/office/drawing/2014/main" id="{55C3854C-550F-7AD2-A912-2870824BED4E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gray">
          <a:xfrm>
            <a:off x="8426451" y="3729038"/>
            <a:ext cx="219075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2225" tIns="0" rIns="22225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97C7434-FB79-4DBC-9336-10755F33AF26}" type="datetime'''''''''''''''''''5''''''7'''''''''''''''''''''">
              <a:rPr kumimoji="1" lang="zh-CN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57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25" name="文本占位符 2">
            <a:extLst>
              <a:ext uri="{FF2B5EF4-FFF2-40B4-BE49-F238E27FC236}">
                <a16:creationId xmlns:a16="http://schemas.microsoft.com/office/drawing/2014/main" id="{9B8B3216-9CE5-027E-3FF3-C4AFF29186D3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7993063" y="2897188"/>
            <a:ext cx="1087438" cy="234950"/>
          </a:xfrm>
          <a:prstGeom prst="ellipse">
            <a:avLst/>
          </a:prstGeom>
          <a:solidFill>
            <a:schemeClr val="bg1"/>
          </a:solidFill>
          <a:ln w="9525" cmpd="sng">
            <a:noFill/>
          </a:ln>
          <a:effectLst/>
          <a:extLs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r>
              <a:rPr kumimoji="1" lang="zh-CN" altLang="en-US" sz="1200" b="1" dirty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～</a:t>
            </a:r>
            <a:r>
              <a:rPr kumimoji="1" lang="en-US" altLang="zh-CN" sz="1200" b="1" dirty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80%</a:t>
            </a:r>
            <a:r>
              <a:rPr kumimoji="1" lang="zh-CN" altLang="en-US" sz="1200" b="1" dirty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 </a:t>
            </a:r>
            <a:r>
              <a:rPr kumimoji="1" lang="en-US" altLang="zh-CN" sz="1200" b="1" dirty="0">
                <a:effectLst/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p.a.</a:t>
            </a:r>
            <a:endParaRPr kumimoji="1" lang="zh-CN" altLang="en-US" sz="1200" b="1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C29CDF27-41C4-42C1-79B8-93748BC3C944}"/>
              </a:ext>
            </a:extLst>
          </p:cNvPr>
          <p:cNvSpPr txBox="1"/>
          <p:nvPr/>
        </p:nvSpPr>
        <p:spPr>
          <a:xfrm>
            <a:off x="9553575" y="2462213"/>
            <a:ext cx="590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t>～</a:t>
            </a:r>
            <a:r>
              <a:rPr kumimoji="1" lang="en-US" altLang="zh-CN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t>6-8</a:t>
            </a:r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F52E52F1-35FC-AE9B-AFD9-9A2EB0C3D4A1}"/>
              </a:ext>
            </a:extLst>
          </p:cNvPr>
          <p:cNvSpPr txBox="1"/>
          <p:nvPr/>
        </p:nvSpPr>
        <p:spPr>
          <a:xfrm>
            <a:off x="9480226" y="4021138"/>
            <a:ext cx="854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t>～</a:t>
            </a:r>
            <a:r>
              <a:rPr kumimoji="1" lang="en-US" altLang="zh-CN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t>90-100</a:t>
            </a:r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50" name="文本框 149">
            <a:extLst>
              <a:ext uri="{FF2B5EF4-FFF2-40B4-BE49-F238E27FC236}">
                <a16:creationId xmlns:a16="http://schemas.microsoft.com/office/drawing/2014/main" id="{7F674C02-8DCC-D474-2158-FEA61B16B41A}"/>
              </a:ext>
            </a:extLst>
          </p:cNvPr>
          <p:cNvSpPr txBox="1"/>
          <p:nvPr/>
        </p:nvSpPr>
        <p:spPr>
          <a:xfrm>
            <a:off x="3249930" y="1864241"/>
            <a:ext cx="590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t>～</a:t>
            </a:r>
            <a:r>
              <a:rPr kumimoji="1" lang="en-US" altLang="zh-CN" sz="1200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t>6-8</a:t>
            </a:r>
            <a:endParaRPr kumimoji="1" lang="zh-CN" altLang="en-US" sz="1200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51" name="文本框 150">
            <a:extLst>
              <a:ext uri="{FF2B5EF4-FFF2-40B4-BE49-F238E27FC236}">
                <a16:creationId xmlns:a16="http://schemas.microsoft.com/office/drawing/2014/main" id="{291F0132-294C-4BF9-DD66-1C38922DD787}"/>
              </a:ext>
            </a:extLst>
          </p:cNvPr>
          <p:cNvSpPr txBox="1"/>
          <p:nvPr/>
        </p:nvSpPr>
        <p:spPr>
          <a:xfrm>
            <a:off x="1883414" y="2074475"/>
            <a:ext cx="76655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～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15-20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52" name="文本框 151">
            <a:extLst>
              <a:ext uri="{FF2B5EF4-FFF2-40B4-BE49-F238E27FC236}">
                <a16:creationId xmlns:a16="http://schemas.microsoft.com/office/drawing/2014/main" id="{ECE27637-BABC-E54E-9B0E-676CA1167F5D}"/>
              </a:ext>
            </a:extLst>
          </p:cNvPr>
          <p:cNvSpPr txBox="1"/>
          <p:nvPr/>
        </p:nvSpPr>
        <p:spPr>
          <a:xfrm>
            <a:off x="2690322" y="5441563"/>
            <a:ext cx="854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1200" dirty="0">
                <a:latin typeface="HarmonyOS Sans SC" pitchFamily="2" charset="-122"/>
                <a:ea typeface="HarmonyOS Sans SC" pitchFamily="2" charset="-122"/>
              </a:rPr>
              <a:t>～</a:t>
            </a:r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90-100</a:t>
            </a:r>
            <a:endParaRPr kumimoji="1"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27674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D2753-9835-B9D3-A860-972F41CE2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2FE1CEE-E7DD-0365-5A7F-39F08616328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" imgW="7772400" imgH="10058400" progId="TCLayout.ActiveDocument.1">
                  <p:embed/>
                </p:oleObj>
              </mc:Choice>
              <mc:Fallback>
                <p:oleObj name="think-cell 幻灯片" r:id="rId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2FE1CEE-E7DD-0365-5A7F-39F0861632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椭圆 2">
            <a:extLst>
              <a:ext uri="{FF2B5EF4-FFF2-40B4-BE49-F238E27FC236}">
                <a16:creationId xmlns:a16="http://schemas.microsoft.com/office/drawing/2014/main" id="{AA020875-591E-96DA-9F1C-F904F8697BD4}"/>
              </a:ext>
            </a:extLst>
          </p:cNvPr>
          <p:cNvSpPr/>
          <p:nvPr/>
        </p:nvSpPr>
        <p:spPr>
          <a:xfrm>
            <a:off x="2667000" y="2489675"/>
            <a:ext cx="3046095" cy="3046095"/>
          </a:xfrm>
          <a:prstGeom prst="ellipse">
            <a:avLst/>
          </a:prstGeom>
          <a:solidFill>
            <a:srgbClr val="001F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AD121E4-58F5-2563-571D-ED5B3EBE52D3}"/>
              </a:ext>
            </a:extLst>
          </p:cNvPr>
          <p:cNvSpPr txBox="1"/>
          <p:nvPr/>
        </p:nvSpPr>
        <p:spPr>
          <a:xfrm>
            <a:off x="382905" y="285750"/>
            <a:ext cx="11258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Baby boomers are less comfortable using technology for travel than</a:t>
            </a:r>
            <a:r>
              <a:rPr kumimoji="1" lang="zh-CN" altLang="en-US" dirty="0">
                <a:latin typeface="HarmonyOS Sans SC Medium" pitchFamily="2" charset="-122"/>
                <a:ea typeface="HarmonyOS Sans SC Medium" pitchFamily="2" charset="-122"/>
              </a:rPr>
              <a:t> </a:t>
            </a:r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other generations.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A732DA3-5061-BD97-3E6C-AF8A67443D97}"/>
              </a:ext>
            </a:extLst>
          </p:cNvPr>
          <p:cNvSpPr txBox="1"/>
          <p:nvPr/>
        </p:nvSpPr>
        <p:spPr>
          <a:xfrm>
            <a:off x="382905" y="702945"/>
            <a:ext cx="564642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Technology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 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use for travel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% of respondents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BC5737B1-C315-4DCB-F118-7A3B7F1662A1}"/>
              </a:ext>
            </a:extLst>
          </p:cNvPr>
          <p:cNvSpPr txBox="1"/>
          <p:nvPr/>
        </p:nvSpPr>
        <p:spPr>
          <a:xfrm>
            <a:off x="382904" y="6103839"/>
            <a:ext cx="627607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Note: Baby boomers defined as those aged 58+. Baby boomers, n = 968, and other generations, n = 4,093.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McKinsey State of Travel Survey, Feb 27-Mar 11, 2024 </a:t>
            </a:r>
            <a:r>
              <a:rPr kumimoji="1" lang="zh-CN" altLang="en-US" sz="1000" dirty="0">
                <a:latin typeface="HarmonyOS Sans SC Light" pitchFamily="2" charset="-122"/>
                <a:ea typeface="HarmonyOS Sans SC Light" pitchFamily="2" charset="-122"/>
              </a:rPr>
              <a:t>（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n = 5,061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95B6ECD3-91A8-2353-7A40-E5723390C2FC}"/>
              </a:ext>
            </a:extLst>
          </p:cNvPr>
          <p:cNvSpPr/>
          <p:nvPr/>
        </p:nvSpPr>
        <p:spPr>
          <a:xfrm>
            <a:off x="594360" y="3106895"/>
            <a:ext cx="2428875" cy="2428875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67406E46-2EDC-4065-2EE0-D41356EE3BC3}"/>
              </a:ext>
            </a:extLst>
          </p:cNvPr>
          <p:cNvSpPr/>
          <p:nvPr/>
        </p:nvSpPr>
        <p:spPr>
          <a:xfrm>
            <a:off x="8595360" y="2587625"/>
            <a:ext cx="2948145" cy="2948145"/>
          </a:xfrm>
          <a:prstGeom prst="ellipse">
            <a:avLst/>
          </a:prstGeom>
          <a:solidFill>
            <a:srgbClr val="001F7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59F19CF3-7A68-F620-3B82-2BB244396532}"/>
              </a:ext>
            </a:extLst>
          </p:cNvPr>
          <p:cNvSpPr/>
          <p:nvPr/>
        </p:nvSpPr>
        <p:spPr>
          <a:xfrm>
            <a:off x="6480488" y="3064663"/>
            <a:ext cx="2471108" cy="2471108"/>
          </a:xfrm>
          <a:prstGeom prst="ellipse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0" name="直线连接符 9">
            <a:extLst>
              <a:ext uri="{FF2B5EF4-FFF2-40B4-BE49-F238E27FC236}">
                <a16:creationId xmlns:a16="http://schemas.microsoft.com/office/drawing/2014/main" id="{DC5CBE27-AC50-BCAD-035D-F3D2419A9784}"/>
              </a:ext>
            </a:extLst>
          </p:cNvPr>
          <p:cNvCxnSpPr>
            <a:cxnSpLocks/>
          </p:cNvCxnSpPr>
          <p:nvPr/>
        </p:nvCxnSpPr>
        <p:spPr>
          <a:xfrm>
            <a:off x="6137910" y="1338482"/>
            <a:ext cx="0" cy="4271583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AC1E5ED7-740F-9D4B-B366-90BD3226755A}"/>
              </a:ext>
            </a:extLst>
          </p:cNvPr>
          <p:cNvGrpSpPr/>
          <p:nvPr/>
        </p:nvGrpSpPr>
        <p:grpSpPr>
          <a:xfrm>
            <a:off x="1479742" y="1607658"/>
            <a:ext cx="2940222" cy="5013721"/>
            <a:chOff x="1437570" y="1226894"/>
            <a:chExt cx="2940222" cy="5013721"/>
          </a:xfrm>
        </p:grpSpPr>
        <p:sp>
          <p:nvSpPr>
            <p:cNvPr id="13" name="弧 12">
              <a:extLst>
                <a:ext uri="{FF2B5EF4-FFF2-40B4-BE49-F238E27FC236}">
                  <a16:creationId xmlns:a16="http://schemas.microsoft.com/office/drawing/2014/main" id="{F6A5EE31-6A8D-B137-7EE5-5FF037913DF8}"/>
                </a:ext>
              </a:extLst>
            </p:cNvPr>
            <p:cNvSpPr/>
            <p:nvPr/>
          </p:nvSpPr>
          <p:spPr>
            <a:xfrm rot="19700835">
              <a:off x="1437570" y="1226894"/>
              <a:ext cx="2940222" cy="5013721"/>
            </a:xfrm>
            <a:prstGeom prst="arc">
              <a:avLst>
                <a:gd name="adj1" fmla="val 14342354"/>
                <a:gd name="adj2" fmla="val 19129435"/>
              </a:avLst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4" name="三角形 13">
              <a:extLst>
                <a:ext uri="{FF2B5EF4-FFF2-40B4-BE49-F238E27FC236}">
                  <a16:creationId xmlns:a16="http://schemas.microsoft.com/office/drawing/2014/main" id="{814AB19E-C39F-8839-3039-15813685FF85}"/>
                </a:ext>
              </a:extLst>
            </p:cNvPr>
            <p:cNvSpPr/>
            <p:nvPr/>
          </p:nvSpPr>
          <p:spPr>
            <a:xfrm rot="7583292">
              <a:off x="3378044" y="2031288"/>
              <a:ext cx="68893" cy="62630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8F43F814-6B8E-10D7-995A-4E5B255CD4DC}"/>
              </a:ext>
            </a:extLst>
          </p:cNvPr>
          <p:cNvSpPr txBox="1"/>
          <p:nvPr/>
        </p:nvSpPr>
        <p:spPr>
          <a:xfrm>
            <a:off x="1537241" y="2267356"/>
            <a:ext cx="149111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Percentage</a:t>
            </a:r>
          </a:p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point difference</a:t>
            </a:r>
          </a:p>
          <a:p>
            <a:pPr algn="ctr"/>
            <a:r>
              <a:rPr kumimoji="1" lang="en-US" altLang="zh-CN" sz="1400" b="1" dirty="0">
                <a:latin typeface="HarmonyOS Sans SC" pitchFamily="2" charset="-122"/>
                <a:ea typeface="HarmonyOS Sans SC" pitchFamily="2" charset="-122"/>
              </a:rPr>
              <a:t>25</a:t>
            </a:r>
            <a:endParaRPr kumimoji="1" lang="zh-CN" altLang="en-US" sz="1400" b="1" dirty="0">
              <a:latin typeface="HarmonyOS Sans SC" pitchFamily="2" charset="-122"/>
              <a:ea typeface="HarmonyOS Sans SC" pitchFamily="2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id="{14C4049F-B876-F60F-F4A5-268966DB7E92}"/>
              </a:ext>
            </a:extLst>
          </p:cNvPr>
          <p:cNvGrpSpPr/>
          <p:nvPr/>
        </p:nvGrpSpPr>
        <p:grpSpPr>
          <a:xfrm>
            <a:off x="7577325" y="1530680"/>
            <a:ext cx="2940222" cy="5013721"/>
            <a:chOff x="1437570" y="1226894"/>
            <a:chExt cx="2940222" cy="5013721"/>
          </a:xfrm>
        </p:grpSpPr>
        <p:sp>
          <p:nvSpPr>
            <p:cNvPr id="19" name="弧 18">
              <a:extLst>
                <a:ext uri="{FF2B5EF4-FFF2-40B4-BE49-F238E27FC236}">
                  <a16:creationId xmlns:a16="http://schemas.microsoft.com/office/drawing/2014/main" id="{C07B713F-162F-770E-F935-C49CEAD41BD4}"/>
                </a:ext>
              </a:extLst>
            </p:cNvPr>
            <p:cNvSpPr/>
            <p:nvPr/>
          </p:nvSpPr>
          <p:spPr>
            <a:xfrm rot="19700835">
              <a:off x="1437570" y="1226894"/>
              <a:ext cx="2940222" cy="5013721"/>
            </a:xfrm>
            <a:prstGeom prst="arc">
              <a:avLst>
                <a:gd name="adj1" fmla="val 14342354"/>
                <a:gd name="adj2" fmla="val 19129435"/>
              </a:avLst>
            </a:prstGeom>
            <a:ln w="12700">
              <a:solidFill>
                <a:schemeClr val="tx1">
                  <a:lumMod val="50000"/>
                  <a:lumOff val="50000"/>
                </a:schemeClr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27" name="三角形 26">
              <a:extLst>
                <a:ext uri="{FF2B5EF4-FFF2-40B4-BE49-F238E27FC236}">
                  <a16:creationId xmlns:a16="http://schemas.microsoft.com/office/drawing/2014/main" id="{67B8FBE2-9F18-704E-5FB4-451D834A85A7}"/>
                </a:ext>
              </a:extLst>
            </p:cNvPr>
            <p:cNvSpPr/>
            <p:nvPr/>
          </p:nvSpPr>
          <p:spPr>
            <a:xfrm rot="7583292">
              <a:off x="3378044" y="2031288"/>
              <a:ext cx="68893" cy="62630"/>
            </a:xfrm>
            <a:prstGeom prst="triangle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  <p:sp>
        <p:nvSpPr>
          <p:cNvPr id="35" name="文本框 34">
            <a:extLst>
              <a:ext uri="{FF2B5EF4-FFF2-40B4-BE49-F238E27FC236}">
                <a16:creationId xmlns:a16="http://schemas.microsoft.com/office/drawing/2014/main" id="{0CDD0245-F278-463F-F6BC-E8EC1668C115}"/>
              </a:ext>
            </a:extLst>
          </p:cNvPr>
          <p:cNvSpPr txBox="1"/>
          <p:nvPr/>
        </p:nvSpPr>
        <p:spPr>
          <a:xfrm>
            <a:off x="7634824" y="2257833"/>
            <a:ext cx="149111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Percentage</a:t>
            </a:r>
          </a:p>
          <a:p>
            <a:pPr algn="ctr"/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point difference</a:t>
            </a:r>
          </a:p>
          <a:p>
            <a:pPr algn="ctr"/>
            <a:r>
              <a:rPr kumimoji="1" lang="en-US" altLang="zh-CN" sz="1400" b="1" dirty="0">
                <a:latin typeface="HarmonyOS Sans SC" pitchFamily="2" charset="-122"/>
                <a:ea typeface="HarmonyOS Sans SC" pitchFamily="2" charset="-122"/>
              </a:rPr>
              <a:t>19</a:t>
            </a:r>
            <a:endParaRPr kumimoji="1" lang="zh-CN" altLang="en-US" sz="1400" b="1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03591D7F-5EF3-B329-189F-C5E9100075C0}"/>
              </a:ext>
            </a:extLst>
          </p:cNvPr>
          <p:cNvSpPr txBox="1"/>
          <p:nvPr/>
        </p:nvSpPr>
        <p:spPr>
          <a:xfrm>
            <a:off x="7817310" y="1338482"/>
            <a:ext cx="22685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Online booking platforms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C028AAAE-6318-79F2-3072-6810617522EE}"/>
              </a:ext>
            </a:extLst>
          </p:cNvPr>
          <p:cNvSpPr txBox="1"/>
          <p:nvPr/>
        </p:nvSpPr>
        <p:spPr>
          <a:xfrm>
            <a:off x="2357383" y="1338482"/>
            <a:ext cx="118494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Mobile apps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C02C4F0-14F6-DF6B-E3B6-3301B29B47FA}"/>
              </a:ext>
            </a:extLst>
          </p:cNvPr>
          <p:cNvSpPr txBox="1"/>
          <p:nvPr/>
        </p:nvSpPr>
        <p:spPr>
          <a:xfrm>
            <a:off x="1252394" y="3859667"/>
            <a:ext cx="11128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latin typeface="HarmonyOS Sans SC Light" pitchFamily="2" charset="-122"/>
                <a:ea typeface="HarmonyOS Sans SC Light" pitchFamily="2" charset="-122"/>
              </a:rPr>
              <a:t>Baby</a:t>
            </a:r>
          </a:p>
          <a:p>
            <a:pPr algn="ctr"/>
            <a:r>
              <a:rPr kumimoji="1" lang="en-US" altLang="zh-CN" dirty="0">
                <a:latin typeface="HarmonyOS Sans SC Light" pitchFamily="2" charset="-122"/>
                <a:ea typeface="HarmonyOS Sans SC Light" pitchFamily="2" charset="-122"/>
              </a:rPr>
              <a:t>boomers</a:t>
            </a:r>
          </a:p>
          <a:p>
            <a:pPr algn="ctr"/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36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1502A8D7-53D0-3008-1AE5-D4B83FD8CBC4}"/>
              </a:ext>
            </a:extLst>
          </p:cNvPr>
          <p:cNvSpPr txBox="1"/>
          <p:nvPr/>
        </p:nvSpPr>
        <p:spPr>
          <a:xfrm>
            <a:off x="3474145" y="3551057"/>
            <a:ext cx="14318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Other</a:t>
            </a:r>
          </a:p>
          <a:p>
            <a:pPr algn="ctr"/>
            <a:r>
              <a:rPr kumimoji="1" lang="en-US" altLang="zh-CN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generations</a:t>
            </a:r>
          </a:p>
          <a:p>
            <a:pPr algn="ctr"/>
            <a:r>
              <a:rPr kumimoji="1" lang="en-US" altLang="zh-CN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t>61</a:t>
            </a:r>
            <a:endParaRPr kumimoji="1" lang="zh-CN" altLang="en-US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B6B4068-869F-3F24-A3D7-D2BF2C03A4B4}"/>
              </a:ext>
            </a:extLst>
          </p:cNvPr>
          <p:cNvSpPr txBox="1"/>
          <p:nvPr/>
        </p:nvSpPr>
        <p:spPr>
          <a:xfrm>
            <a:off x="7159639" y="3860802"/>
            <a:ext cx="1112805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latin typeface="HarmonyOS Sans SC Light" pitchFamily="2" charset="-122"/>
                <a:ea typeface="HarmonyOS Sans SC Light" pitchFamily="2" charset="-122"/>
              </a:rPr>
              <a:t>Baby</a:t>
            </a:r>
          </a:p>
          <a:p>
            <a:pPr algn="ctr"/>
            <a:r>
              <a:rPr kumimoji="1" lang="en-US" altLang="zh-CN" dirty="0">
                <a:latin typeface="HarmonyOS Sans SC Light" pitchFamily="2" charset="-122"/>
                <a:ea typeface="HarmonyOS Sans SC Light" pitchFamily="2" charset="-122"/>
              </a:rPr>
              <a:t>boomers</a:t>
            </a:r>
          </a:p>
          <a:p>
            <a:pPr algn="ctr"/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38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029C3918-2614-27A7-9AA8-BC4DA4997D75}"/>
              </a:ext>
            </a:extLst>
          </p:cNvPr>
          <p:cNvSpPr txBox="1"/>
          <p:nvPr/>
        </p:nvSpPr>
        <p:spPr>
          <a:xfrm>
            <a:off x="9369979" y="3551057"/>
            <a:ext cx="143180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Other</a:t>
            </a:r>
          </a:p>
          <a:p>
            <a:pPr algn="ctr"/>
            <a:r>
              <a:rPr kumimoji="1" lang="en-US" altLang="zh-CN" dirty="0">
                <a:solidFill>
                  <a:schemeClr val="bg1"/>
                </a:solidFill>
                <a:latin typeface="HarmonyOS Sans SC Light" pitchFamily="2" charset="-122"/>
                <a:ea typeface="HarmonyOS Sans SC Light" pitchFamily="2" charset="-122"/>
              </a:rPr>
              <a:t>generations</a:t>
            </a:r>
          </a:p>
          <a:p>
            <a:pPr algn="ctr"/>
            <a:r>
              <a:rPr kumimoji="1" lang="en-US" altLang="zh-CN" dirty="0">
                <a:solidFill>
                  <a:schemeClr val="bg1"/>
                </a:solidFill>
                <a:latin typeface="HarmonyOS Sans SC" pitchFamily="2" charset="-122"/>
                <a:ea typeface="HarmonyOS Sans SC" pitchFamily="2" charset="-122"/>
              </a:rPr>
              <a:t>57</a:t>
            </a:r>
            <a:endParaRPr kumimoji="1" lang="zh-CN" altLang="en-US" dirty="0">
              <a:solidFill>
                <a:schemeClr val="bg1"/>
              </a:solidFill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38042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C983A-66FA-3F2B-8E11-CDABBCCEC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CA4529C-720B-9C40-EC85-059DD332837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13" imgW="7772400" imgH="10058400" progId="TCLayout.ActiveDocument.1">
                  <p:embed/>
                </p:oleObj>
              </mc:Choice>
              <mc:Fallback>
                <p:oleObj name="think-cell 幻灯片" r:id="rId13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CA4529C-720B-9C40-EC85-059DD332837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4C24F398-16AE-8D66-3011-4B9234923105}"/>
              </a:ext>
            </a:extLst>
          </p:cNvPr>
          <p:cNvSpPr txBox="1"/>
          <p:nvPr/>
        </p:nvSpPr>
        <p:spPr>
          <a:xfrm>
            <a:off x="382905" y="285750"/>
            <a:ext cx="112585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The luxury-hotel supply may not be meeting the demand for sun and beach travel or for mountain and skiing travel.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12105765-E1BD-7041-15D2-DE8511C134A7}"/>
              </a:ext>
            </a:extLst>
          </p:cNvPr>
          <p:cNvSpPr txBox="1"/>
          <p:nvPr/>
        </p:nvSpPr>
        <p:spPr>
          <a:xfrm>
            <a:off x="382904" y="991115"/>
            <a:ext cx="10080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Global supply of luxury leisure lodging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en-US" altLang="zh-CN" sz="1400" baseline="30000" dirty="0">
                <a:latin typeface="HarmonyOS Sans SC" pitchFamily="2" charset="-122"/>
                <a:ea typeface="HarmonyOS Sans SC" pitchFamily="2" charset="-122"/>
              </a:rPr>
              <a:t>1</a:t>
            </a:r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 by trip type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% of units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73351760-939D-ADD3-53CD-6693DEE4CA20}"/>
              </a:ext>
            </a:extLst>
          </p:cNvPr>
          <p:cNvSpPr txBox="1"/>
          <p:nvPr/>
        </p:nvSpPr>
        <p:spPr>
          <a:xfrm>
            <a:off x="382904" y="6103839"/>
            <a:ext cx="50513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Includes suites, serviced apartments, and villas.</a:t>
            </a:r>
          </a:p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STR; McKinsey State of Tourism Survey, 5,061 travelers, Feb 27-Mar 11, 2024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77" name="Chart 3">
            <a:extLst>
              <a:ext uri="{FF2B5EF4-FFF2-40B4-BE49-F238E27FC236}">
                <a16:creationId xmlns:a16="http://schemas.microsoft.com/office/drawing/2014/main" id="{CBAD5FCA-B4C1-7E92-0995-E013713351FD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388938" y="1462088"/>
          <a:ext cx="11334750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5"/>
          </a:graphicData>
        </a:graphic>
      </p:graphicFrame>
      <p:cxnSp>
        <p:nvCxnSpPr>
          <p:cNvPr id="42" name="直线连接符 41">
            <a:extLst>
              <a:ext uri="{FF2B5EF4-FFF2-40B4-BE49-F238E27FC236}">
                <a16:creationId xmlns:a16="http://schemas.microsoft.com/office/drawing/2014/main" id="{DCE654F7-51A5-225A-77A9-3EFB2AE55E97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>
            <a:off x="11309351" y="1792288"/>
            <a:ext cx="219075" cy="93663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占位符 2">
            <a:extLst>
              <a:ext uri="{FF2B5EF4-FFF2-40B4-BE49-F238E27FC236}">
                <a16:creationId xmlns:a16="http://schemas.microsoft.com/office/drawing/2014/main" id="{7D1CDE44-AF88-6767-4B69-D1474D4FCA18}"/>
              </a:ext>
            </a:extLst>
          </p:cNvPr>
          <p:cNvSpPr txBox="1">
            <a:spLocks/>
          </p:cNvSpPr>
          <p:nvPr>
            <p:custDataLst>
              <p:tags r:id="rId4"/>
            </p:custDataLst>
          </p:nvPr>
        </p:nvSpPr>
        <p:spPr bwMode="auto">
          <a:xfrm>
            <a:off x="9785350" y="1462088"/>
            <a:ext cx="1028700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B3DC7E84-9BD9-40A1-B22B-EA0C79C5C29C}" type="datetime'B''''''''e''''ach'''' ''o''''r&#10;s''''u''''n''n''y wea''''ther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Beach or
sunny weather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1" name="文本占位符 2">
            <a:extLst>
              <a:ext uri="{FF2B5EF4-FFF2-40B4-BE49-F238E27FC236}">
                <a16:creationId xmlns:a16="http://schemas.microsoft.com/office/drawing/2014/main" id="{3A24A67B-0C5F-C829-3810-41BB4674D118}"/>
              </a:ext>
            </a:extLst>
          </p:cNvPr>
          <p:cNvSpPr txBox="1">
            <a:spLocks/>
          </p:cNvSpPr>
          <p:nvPr>
            <p:custDataLst>
              <p:tags r:id="rId5"/>
            </p:custDataLst>
          </p:nvPr>
        </p:nvSpPr>
        <p:spPr bwMode="auto">
          <a:xfrm>
            <a:off x="7491413" y="1462088"/>
            <a:ext cx="817563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7F857109-545C-41E7-9FB2-14D70272F905}" type="datetime'Nat''u''r''''''e ''o''r&#10;''c''o''u''ntr''''ysi''''''d''''''''e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Nature or
countryside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2" name="文本占位符 2">
            <a:extLst>
              <a:ext uri="{FF2B5EF4-FFF2-40B4-BE49-F238E27FC236}">
                <a16:creationId xmlns:a16="http://schemas.microsoft.com/office/drawing/2014/main" id="{65BA8717-99E6-4A20-9BF7-F5234FD847D7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2914650" y="1627188"/>
            <a:ext cx="1257300" cy="165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DF4D2542-CB08-446C-9020-142178A9DA58}" type="datetime'C''''''''ity or u''''rb''''''''a''''n a''''rea''''''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City or urban area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9" name="文本占位符 2">
            <a:extLst>
              <a:ext uri="{FF2B5EF4-FFF2-40B4-BE49-F238E27FC236}">
                <a16:creationId xmlns:a16="http://schemas.microsoft.com/office/drawing/2014/main" id="{4B1FB38F-E3B6-E4EF-C32B-E074C6E9CE16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10979150" y="1462088"/>
            <a:ext cx="661988" cy="330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b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ct val="0"/>
              </a:spcBef>
              <a:spcAft>
                <a:spcPct val="0"/>
              </a:spcAft>
            </a:pPr>
            <a:fld id="{6617ADC1-7144-4FD4-AC08-98C86CBB17C0}" type="datetime'Skii''ng'''''''' ''or''&#10;m''''ou''''n''t''ai''''''n'''''''">
              <a:rPr kumimoji="1" lang="en-US" altLang="en-US" sz="1200" smtClean="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/>
              <a:t>Skiing or
mountain</a:t>
            </a:fld>
            <a:endParaRPr kumimoji="1" lang="zh-CN" altLang="en-US" sz="12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8" name="文本框 77">
            <a:extLst>
              <a:ext uri="{FF2B5EF4-FFF2-40B4-BE49-F238E27FC236}">
                <a16:creationId xmlns:a16="http://schemas.microsoft.com/office/drawing/2014/main" id="{083D8BC1-13B8-0715-5761-4E8FF328FA69}"/>
              </a:ext>
            </a:extLst>
          </p:cNvPr>
          <p:cNvSpPr txBox="1"/>
          <p:nvPr/>
        </p:nvSpPr>
        <p:spPr>
          <a:xfrm>
            <a:off x="382904" y="2833688"/>
            <a:ext cx="100802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Share of travelers planning trip type in 2024</a:t>
            </a:r>
            <a:r>
              <a:rPr kumimoji="1" lang="zh-CN" altLang="en-US" sz="1400" dirty="0">
                <a:latin typeface="HarmonyOS Sans SC" pitchFamily="2" charset="-122"/>
                <a:ea typeface="HarmonyOS Sans SC" pitchFamily="2" charset="-122"/>
              </a:rPr>
              <a:t>，</a:t>
            </a:r>
            <a:r>
              <a:rPr kumimoji="1" lang="en-US" altLang="zh-CN" sz="1400" dirty="0">
                <a:latin typeface="HarmonyOS Sans SC Light" pitchFamily="2" charset="-122"/>
                <a:ea typeface="HarmonyOS Sans SC Light" pitchFamily="2" charset="-122"/>
              </a:rPr>
              <a:t>% of respondents</a:t>
            </a:r>
            <a:endParaRPr kumimoji="1" lang="zh-CN" altLang="en-US" sz="14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97" name="Chart 3">
            <a:extLst>
              <a:ext uri="{FF2B5EF4-FFF2-40B4-BE49-F238E27FC236}">
                <a16:creationId xmlns:a16="http://schemas.microsoft.com/office/drawing/2014/main" id="{2F53141C-DE37-9750-CA1B-E13657FDA19F}"/>
              </a:ext>
            </a:extLst>
          </p:cNvPr>
          <p:cNvGraphicFramePr/>
          <p:nvPr>
            <p:custDataLst>
              <p:tags r:id="rId8"/>
            </p:custDataLst>
          </p:nvPr>
        </p:nvGraphicFramePr>
        <p:xfrm>
          <a:off x="511175" y="3259138"/>
          <a:ext cx="2673350" cy="2673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6"/>
          </a:graphicData>
        </a:graphic>
      </p:graphicFrame>
      <p:sp>
        <p:nvSpPr>
          <p:cNvPr id="96" name="文本框 95">
            <a:extLst>
              <a:ext uri="{FF2B5EF4-FFF2-40B4-BE49-F238E27FC236}">
                <a16:creationId xmlns:a16="http://schemas.microsoft.com/office/drawing/2014/main" id="{FC21CC03-ED89-D2A4-725D-937A296B424D}"/>
              </a:ext>
            </a:extLst>
          </p:cNvPr>
          <p:cNvSpPr txBox="1"/>
          <p:nvPr/>
        </p:nvSpPr>
        <p:spPr>
          <a:xfrm>
            <a:off x="1192214" y="4223790"/>
            <a:ext cx="1311275" cy="9239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latin typeface="HarmonyOS Sans SC Light" pitchFamily="2" charset="-122"/>
                <a:ea typeface="HarmonyOS Sans SC Light" pitchFamily="2" charset="-122"/>
              </a:rPr>
              <a:t>City or</a:t>
            </a:r>
          </a:p>
          <a:p>
            <a:pPr algn="ctr"/>
            <a:r>
              <a:rPr kumimoji="1" lang="en-US" altLang="zh-CN" dirty="0">
                <a:latin typeface="HarmonyOS Sans SC Light" pitchFamily="2" charset="-122"/>
                <a:ea typeface="HarmonyOS Sans SC Light" pitchFamily="2" charset="-122"/>
              </a:rPr>
              <a:t>urban area</a:t>
            </a:r>
          </a:p>
          <a:p>
            <a:pPr algn="ctr"/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49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113" name="Chart 3">
            <a:extLst>
              <a:ext uri="{FF2B5EF4-FFF2-40B4-BE49-F238E27FC236}">
                <a16:creationId xmlns:a16="http://schemas.microsoft.com/office/drawing/2014/main" id="{93D3CB44-7D26-D09D-1712-072E91C8487E}"/>
              </a:ext>
            </a:extLst>
          </p:cNvPr>
          <p:cNvGraphicFramePr/>
          <p:nvPr>
            <p:custDataLst>
              <p:tags r:id="rId9"/>
            </p:custDataLst>
          </p:nvPr>
        </p:nvGraphicFramePr>
        <p:xfrm>
          <a:off x="3379788" y="3259138"/>
          <a:ext cx="2673350" cy="2673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7"/>
          </a:graphicData>
        </a:graphic>
      </p:graphicFrame>
      <p:sp>
        <p:nvSpPr>
          <p:cNvPr id="99" name="文本框 98">
            <a:extLst>
              <a:ext uri="{FF2B5EF4-FFF2-40B4-BE49-F238E27FC236}">
                <a16:creationId xmlns:a16="http://schemas.microsoft.com/office/drawing/2014/main" id="{EDF38ABF-1154-3F8A-DFF7-D318E2D040FA}"/>
              </a:ext>
            </a:extLst>
          </p:cNvPr>
          <p:cNvSpPr txBox="1"/>
          <p:nvPr/>
        </p:nvSpPr>
        <p:spPr>
          <a:xfrm>
            <a:off x="4021401" y="4223790"/>
            <a:ext cx="139012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latin typeface="HarmonyOS Sans SC Light" pitchFamily="2" charset="-122"/>
                <a:ea typeface="HarmonyOS Sans SC Light" pitchFamily="2" charset="-122"/>
              </a:rPr>
              <a:t>Nature or</a:t>
            </a:r>
          </a:p>
          <a:p>
            <a:pPr algn="ctr"/>
            <a:r>
              <a:rPr kumimoji="1" lang="en-US" altLang="zh-CN" dirty="0">
                <a:latin typeface="HarmonyOS Sans SC Light" pitchFamily="2" charset="-122"/>
                <a:ea typeface="HarmonyOS Sans SC Light" pitchFamily="2" charset="-122"/>
              </a:rPr>
              <a:t>countryside</a:t>
            </a:r>
          </a:p>
          <a:p>
            <a:pPr algn="ctr"/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56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116" name="Chart 3">
            <a:extLst>
              <a:ext uri="{FF2B5EF4-FFF2-40B4-BE49-F238E27FC236}">
                <a16:creationId xmlns:a16="http://schemas.microsoft.com/office/drawing/2014/main" id="{F06B3259-9834-EC6A-5288-BDC12BDB434E}"/>
              </a:ext>
            </a:extLst>
          </p:cNvPr>
          <p:cNvGraphicFramePr/>
          <p:nvPr>
            <p:custDataLst>
              <p:tags r:id="rId10"/>
            </p:custDataLst>
          </p:nvPr>
        </p:nvGraphicFramePr>
        <p:xfrm>
          <a:off x="6221413" y="3259138"/>
          <a:ext cx="2673350" cy="2673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8"/>
          </a:graphicData>
        </a:graphic>
      </p:graphicFrame>
      <p:sp>
        <p:nvSpPr>
          <p:cNvPr id="102" name="文本框 101">
            <a:extLst>
              <a:ext uri="{FF2B5EF4-FFF2-40B4-BE49-F238E27FC236}">
                <a16:creationId xmlns:a16="http://schemas.microsoft.com/office/drawing/2014/main" id="{CA0E473B-C715-BD5B-AEB4-2BAF55CD4017}"/>
              </a:ext>
            </a:extLst>
          </p:cNvPr>
          <p:cNvSpPr txBox="1"/>
          <p:nvPr/>
        </p:nvSpPr>
        <p:spPr>
          <a:xfrm>
            <a:off x="6669864" y="4223790"/>
            <a:ext cx="177644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latin typeface="HarmonyOS Sans SC Light" pitchFamily="2" charset="-122"/>
                <a:ea typeface="HarmonyOS Sans SC Light" pitchFamily="2" charset="-122"/>
              </a:rPr>
              <a:t>Beach or sunny</a:t>
            </a:r>
          </a:p>
          <a:p>
            <a:pPr algn="ctr"/>
            <a:r>
              <a:rPr kumimoji="1" lang="en-US" altLang="zh-CN" dirty="0">
                <a:latin typeface="HarmonyOS Sans SC Light" pitchFamily="2" charset="-122"/>
                <a:ea typeface="HarmonyOS Sans SC Light" pitchFamily="2" charset="-122"/>
              </a:rPr>
              <a:t>weather</a:t>
            </a:r>
          </a:p>
          <a:p>
            <a:pPr algn="ctr"/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63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119" name="Chart 3">
            <a:extLst>
              <a:ext uri="{FF2B5EF4-FFF2-40B4-BE49-F238E27FC236}">
                <a16:creationId xmlns:a16="http://schemas.microsoft.com/office/drawing/2014/main" id="{D2A17C33-E380-02F8-15EF-0593CA8D36EF}"/>
              </a:ext>
            </a:extLst>
          </p:cNvPr>
          <p:cNvGraphicFramePr/>
          <p:nvPr>
            <p:custDataLst>
              <p:tags r:id="rId11"/>
            </p:custDataLst>
          </p:nvPr>
        </p:nvGraphicFramePr>
        <p:xfrm>
          <a:off x="9132888" y="3259138"/>
          <a:ext cx="2673350" cy="26733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9"/>
          </a:graphicData>
        </a:graphic>
      </p:graphicFrame>
      <p:sp>
        <p:nvSpPr>
          <p:cNvPr id="105" name="文本框 104">
            <a:extLst>
              <a:ext uri="{FF2B5EF4-FFF2-40B4-BE49-F238E27FC236}">
                <a16:creationId xmlns:a16="http://schemas.microsoft.com/office/drawing/2014/main" id="{50F9B204-A34D-5FBB-16CB-E184BAB1EA04}"/>
              </a:ext>
            </a:extLst>
          </p:cNvPr>
          <p:cNvSpPr txBox="1"/>
          <p:nvPr/>
        </p:nvSpPr>
        <p:spPr>
          <a:xfrm>
            <a:off x="9885909" y="4223790"/>
            <a:ext cx="1167307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dirty="0">
                <a:latin typeface="HarmonyOS Sans SC Light" pitchFamily="2" charset="-122"/>
                <a:ea typeface="HarmonyOS Sans SC Light" pitchFamily="2" charset="-122"/>
              </a:rPr>
              <a:t>Skiing or</a:t>
            </a:r>
          </a:p>
          <a:p>
            <a:pPr algn="ctr"/>
            <a:r>
              <a:rPr kumimoji="1" lang="en-US" altLang="zh-CN" dirty="0">
                <a:latin typeface="HarmonyOS Sans SC Light" pitchFamily="2" charset="-122"/>
                <a:ea typeface="HarmonyOS Sans SC Light" pitchFamily="2" charset="-122"/>
              </a:rPr>
              <a:t>mountain</a:t>
            </a:r>
          </a:p>
          <a:p>
            <a:pPr algn="ctr"/>
            <a:r>
              <a:rPr kumimoji="1" lang="en-US" altLang="zh-CN" dirty="0">
                <a:latin typeface="HarmonyOS Sans SC" pitchFamily="2" charset="-122"/>
                <a:ea typeface="HarmonyOS Sans SC" pitchFamily="2" charset="-122"/>
              </a:rPr>
              <a:t>26</a:t>
            </a:r>
            <a:endParaRPr kumimoji="1" lang="zh-CN" altLang="en-US" dirty="0"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106177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DCD7FB50-8BC7-2D5F-1139-859B78570E5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5328244"/>
              </p:ext>
            </p:extLst>
          </p:nvPr>
        </p:nvGraphicFramePr>
        <p:xfrm>
          <a:off x="1589" y="1589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1" imgW="7772400" imgH="10058400" progId="TCLayout.ActiveDocument.1">
                  <p:embed/>
                </p:oleObj>
              </mc:Choice>
              <mc:Fallback>
                <p:oleObj name="think-cell 幻灯片" r:id="rId31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D7FB50-8BC7-2D5F-1139-859B78570E5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2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909E1097-8C75-D8C5-8ADF-0B567C338C65}"/>
              </a:ext>
            </a:extLst>
          </p:cNvPr>
          <p:cNvSpPr txBox="1"/>
          <p:nvPr/>
        </p:nvSpPr>
        <p:spPr>
          <a:xfrm>
            <a:off x="334964" y="333375"/>
            <a:ext cx="10055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China has invested heavily in developing its cultural presence, but its reach is still not global.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graphicFrame>
        <p:nvGraphicFramePr>
          <p:cNvPr id="59" name="Chart 3">
            <a:extLst>
              <a:ext uri="{FF2B5EF4-FFF2-40B4-BE49-F238E27FC236}">
                <a16:creationId xmlns:a16="http://schemas.microsoft.com/office/drawing/2014/main" id="{41628F9B-A9A3-A6DD-D0B8-03F55FD764AC}"/>
              </a:ext>
            </a:extLst>
          </p:cNvPr>
          <p:cNvGraphicFramePr/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2976825130"/>
              </p:ext>
            </p:extLst>
          </p:nvPr>
        </p:nvGraphicFramePr>
        <p:xfrm>
          <a:off x="1192213" y="2427288"/>
          <a:ext cx="3906837" cy="14557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3"/>
          </a:graphicData>
        </a:graphic>
      </p:graphicFrame>
      <p:cxnSp>
        <p:nvCxnSpPr>
          <p:cNvPr id="28" name="直线连接符 27">
            <a:extLst>
              <a:ext uri="{FF2B5EF4-FFF2-40B4-BE49-F238E27FC236}">
                <a16:creationId xmlns:a16="http://schemas.microsoft.com/office/drawing/2014/main" id="{F765E69C-7489-7B7D-F76D-6B25D8A83D61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2732088" y="3187700"/>
            <a:ext cx="455613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直线连接符 28">
            <a:extLst>
              <a:ext uri="{FF2B5EF4-FFF2-40B4-BE49-F238E27FC236}">
                <a16:creationId xmlns:a16="http://schemas.microsoft.com/office/drawing/2014/main" id="{51747B78-446D-9EB9-2AB0-ACFBC95E7087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 bwMode="auto">
          <a:xfrm flipH="1">
            <a:off x="3101975" y="2860675"/>
            <a:ext cx="4587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0" name="直线连接符 29">
            <a:extLst>
              <a:ext uri="{FF2B5EF4-FFF2-40B4-BE49-F238E27FC236}">
                <a16:creationId xmlns:a16="http://schemas.microsoft.com/office/drawing/2014/main" id="{F3E1A847-B608-5415-1364-E1E4A3BDC885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 flipV="1">
            <a:off x="3144838" y="2857500"/>
            <a:ext cx="0" cy="33337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文本占位符 2">
            <a:extLst>
              <a:ext uri="{FF2B5EF4-FFF2-40B4-BE49-F238E27FC236}">
                <a16:creationId xmlns:a16="http://schemas.microsoft.com/office/drawing/2014/main" id="{64E9F12A-880B-A381-E45D-9162BCC112ED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3870325" y="3635375"/>
            <a:ext cx="4191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A3BF5F5-2794-4704-AF8F-5C7DAD530D34}" type="datetime'''''''2''''''''01''''''''''7'''''''''">
              <a:rPr kumimoji="1" lang="zh-CN" altLang="en-US" sz="14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2017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0" name="文本占位符 2">
            <a:extLst>
              <a:ext uri="{FF2B5EF4-FFF2-40B4-BE49-F238E27FC236}">
                <a16:creationId xmlns:a16="http://schemas.microsoft.com/office/drawing/2014/main" id="{62C4004F-C7F8-6EFE-9F6D-3629973AEE78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2000250" y="3635375"/>
            <a:ext cx="41910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99F1C91-4FAF-4640-B2C4-A41E8DD5EE53}" type="datetime'''''''''''''''''2''''0''''''''''''''''''''''''''''''10'">
              <a:rPr kumimoji="1" lang="zh-CN" altLang="en-US" sz="14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2010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6" name="文本占位符 2">
            <a:extLst>
              <a:ext uri="{FF2B5EF4-FFF2-40B4-BE49-F238E27FC236}">
                <a16:creationId xmlns:a16="http://schemas.microsoft.com/office/drawing/2014/main" id="{B8D884AC-60A5-8FFC-2510-9F0E55C32C3A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2573338" y="2347913"/>
            <a:ext cx="1143000" cy="465138"/>
          </a:xfrm>
          <a:prstGeom prst="ellipse">
            <a:avLst/>
          </a:prstGeom>
          <a:solidFill>
            <a:schemeClr val="bg1"/>
          </a:solidFill>
          <a:ln w="9525" cmpd="sng">
            <a:noFill/>
          </a:ln>
          <a:effectLst/>
          <a:extLs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0B856D6-C38C-471B-B666-379C898FAFCA}" type="datetime'+''''84''''''''''''''''''''''''''''''''%'''''''''">
              <a:rPr kumimoji="1" lang="en-US" altLang="en-US" sz="2400" b="1" smtClean="0">
                <a:solidFill>
                  <a:srgbClr val="1041F0"/>
                </a:solidFill>
                <a:latin typeface="HarmonyOS Sans SC" pitchFamily="2" charset="-122"/>
                <a:ea typeface="HarmonyOS Sans SC" pitchFamily="2" charset="-122"/>
              </a:rPr>
              <a:pPr/>
              <a:t>+84%</a:t>
            </a:fld>
            <a:endParaRPr kumimoji="1" lang="zh-CN" altLang="en-US" sz="2400" b="1" dirty="0">
              <a:solidFill>
                <a:srgbClr val="1041F0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cxnSp>
        <p:nvCxnSpPr>
          <p:cNvPr id="63" name="直线连接符 62">
            <a:extLst>
              <a:ext uri="{FF2B5EF4-FFF2-40B4-BE49-F238E27FC236}">
                <a16:creationId xmlns:a16="http://schemas.microsoft.com/office/drawing/2014/main" id="{18984562-67E9-ADDC-BDC0-E621AF65C7DD}"/>
              </a:ext>
            </a:extLst>
          </p:cNvPr>
          <p:cNvCxnSpPr>
            <a:cxnSpLocks/>
          </p:cNvCxnSpPr>
          <p:nvPr/>
        </p:nvCxnSpPr>
        <p:spPr>
          <a:xfrm>
            <a:off x="6096000" y="1917469"/>
            <a:ext cx="0" cy="4213457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直线连接符 64">
            <a:extLst>
              <a:ext uri="{FF2B5EF4-FFF2-40B4-BE49-F238E27FC236}">
                <a16:creationId xmlns:a16="http://schemas.microsoft.com/office/drawing/2014/main" id="{AD02ED78-14A4-A614-599B-5B5D896DB584}"/>
              </a:ext>
            </a:extLst>
          </p:cNvPr>
          <p:cNvCxnSpPr/>
          <p:nvPr/>
        </p:nvCxnSpPr>
        <p:spPr>
          <a:xfrm>
            <a:off x="675862" y="3933825"/>
            <a:ext cx="5018357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文本框 65">
            <a:extLst>
              <a:ext uri="{FF2B5EF4-FFF2-40B4-BE49-F238E27FC236}">
                <a16:creationId xmlns:a16="http://schemas.microsoft.com/office/drawing/2014/main" id="{B30FA775-F7DA-60BF-80CF-9BA7C157F718}"/>
              </a:ext>
            </a:extLst>
          </p:cNvPr>
          <p:cNvSpPr txBox="1"/>
          <p:nvPr/>
        </p:nvSpPr>
        <p:spPr>
          <a:xfrm>
            <a:off x="866232" y="1783686"/>
            <a:ext cx="2321469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dirty="0">
                <a:latin typeface="HarmonyOS Sans SC" pitchFamily="2" charset="-122"/>
                <a:ea typeface="HarmonyOS Sans SC" pitchFamily="2" charset="-122"/>
              </a:rPr>
              <a:t>Education</a:t>
            </a:r>
          </a:p>
          <a:p>
            <a:r>
              <a:rPr kumimoji="1" lang="en-US" altLang="zh-CN" sz="1200" dirty="0">
                <a:latin typeface="HarmonyOS Sans SC Light" pitchFamily="2" charset="-122"/>
                <a:ea typeface="HarmonyOS Sans SC Light" pitchFamily="2" charset="-122"/>
              </a:rPr>
              <a:t>Number of Confucius Institutes</a:t>
            </a:r>
            <a:endParaRPr kumimoji="1" lang="zh-CN" altLang="en-US" sz="12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52" name="Chart 3">
            <a:extLst>
              <a:ext uri="{FF2B5EF4-FFF2-40B4-BE49-F238E27FC236}">
                <a16:creationId xmlns:a16="http://schemas.microsoft.com/office/drawing/2014/main" id="{460C06F3-7B7E-0D41-1C0E-29E719C5998E}"/>
              </a:ext>
            </a:extLst>
          </p:cNvPr>
          <p:cNvGraphicFramePr/>
          <p:nvPr>
            <p:custDataLst>
              <p:tags r:id="rId9"/>
            </p:custDataLst>
            <p:extLst>
              <p:ext uri="{D42A27DB-BD31-4B8C-83A1-F6EECF244321}">
                <p14:modId xmlns:p14="http://schemas.microsoft.com/office/powerpoint/2010/main" val="3803374913"/>
              </p:ext>
            </p:extLst>
          </p:nvPr>
        </p:nvGraphicFramePr>
        <p:xfrm>
          <a:off x="1192213" y="4746625"/>
          <a:ext cx="3906837" cy="14398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4"/>
          </a:graphicData>
        </a:graphic>
      </p:graphicFrame>
      <p:cxnSp>
        <p:nvCxnSpPr>
          <p:cNvPr id="68" name="直线连接符 67">
            <a:extLst>
              <a:ext uri="{FF2B5EF4-FFF2-40B4-BE49-F238E27FC236}">
                <a16:creationId xmlns:a16="http://schemas.microsoft.com/office/drawing/2014/main" id="{F6F1FB11-0DC1-2E40-D956-D54DB84139F3}"/>
              </a:ext>
            </a:extLst>
          </p:cNvPr>
          <p:cNvCxnSpPr/>
          <p:nvPr>
            <p:custDataLst>
              <p:tags r:id="rId10"/>
            </p:custDataLst>
          </p:nvPr>
        </p:nvCxnSpPr>
        <p:spPr bwMode="auto">
          <a:xfrm>
            <a:off x="2732088" y="5762625"/>
            <a:ext cx="455613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9" name="直线连接符 68">
            <a:extLst>
              <a:ext uri="{FF2B5EF4-FFF2-40B4-BE49-F238E27FC236}">
                <a16:creationId xmlns:a16="http://schemas.microsoft.com/office/drawing/2014/main" id="{15B4BDA4-D035-5CB5-70E0-29783EAE7E53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 bwMode="auto">
          <a:xfrm flipH="1">
            <a:off x="3101975" y="5180013"/>
            <a:ext cx="4587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0" name="直线连接符 69">
            <a:extLst>
              <a:ext uri="{FF2B5EF4-FFF2-40B4-BE49-F238E27FC236}">
                <a16:creationId xmlns:a16="http://schemas.microsoft.com/office/drawing/2014/main" id="{ED6CDA4D-2E8E-7827-1350-EDB52AF251A2}"/>
              </a:ext>
            </a:extLst>
          </p:cNvPr>
          <p:cNvCxnSpPr/>
          <p:nvPr>
            <p:custDataLst>
              <p:tags r:id="rId12"/>
            </p:custDataLst>
          </p:nvPr>
        </p:nvCxnSpPr>
        <p:spPr bwMode="auto">
          <a:xfrm flipV="1">
            <a:off x="3144838" y="5176839"/>
            <a:ext cx="0" cy="58896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1" name="文本占位符 2">
            <a:extLst>
              <a:ext uri="{FF2B5EF4-FFF2-40B4-BE49-F238E27FC236}">
                <a16:creationId xmlns:a16="http://schemas.microsoft.com/office/drawing/2014/main" id="{BD4C3770-C3DC-346A-0CC9-9B67827CB878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3879850" y="5938838"/>
            <a:ext cx="4000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3ACE5C5E-737B-4C0F-8C2F-F22CEA9198EC}" type="datetime'''''''''''''''''''''''''''''2''''''''''''''''01''''''7'">
              <a:rPr kumimoji="1" lang="zh-CN" altLang="en-US" sz="140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2017</a:t>
            </a:fld>
            <a:endParaRPr kumimoji="1" lang="zh-CN" altLang="en-US" sz="1400" dirty="0">
              <a:latin typeface="Source Han Serif CN Medium" panose="02020400000000000000" pitchFamily="18" charset="-128"/>
              <a:ea typeface="Source Han Serif CN Medium" panose="02020400000000000000" pitchFamily="18" charset="-128"/>
              <a:sym typeface="Source Han Serif CN Medium" panose="02020400000000000000" pitchFamily="18" charset="-128"/>
            </a:endParaRPr>
          </a:p>
        </p:txBody>
      </p:sp>
      <p:sp>
        <p:nvSpPr>
          <p:cNvPr id="72" name="文本占位符 2">
            <a:extLst>
              <a:ext uri="{FF2B5EF4-FFF2-40B4-BE49-F238E27FC236}">
                <a16:creationId xmlns:a16="http://schemas.microsoft.com/office/drawing/2014/main" id="{CED57EB9-3761-70FC-6760-76F3C1DCE634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2009775" y="5938838"/>
            <a:ext cx="400050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11905003-5248-4317-85FF-89397801975A}" type="datetime'''''''''''''''2''''''''''''0''''''''''''''''1''''0'''">
              <a:rPr kumimoji="1" lang="zh-CN" altLang="en-US" sz="140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2010</a:t>
            </a:fld>
            <a:endParaRPr kumimoji="1" lang="zh-CN" altLang="en-US" sz="1400" dirty="0">
              <a:latin typeface="Source Han Serif CN Medium" panose="02020400000000000000" pitchFamily="18" charset="-128"/>
              <a:ea typeface="Source Han Serif CN Medium" panose="02020400000000000000" pitchFamily="18" charset="-128"/>
              <a:sym typeface="Source Han Serif CN Medium" panose="02020400000000000000" pitchFamily="18" charset="-128"/>
            </a:endParaRPr>
          </a:p>
        </p:txBody>
      </p:sp>
      <p:sp>
        <p:nvSpPr>
          <p:cNvPr id="73" name="文本占位符 2">
            <a:extLst>
              <a:ext uri="{FF2B5EF4-FFF2-40B4-BE49-F238E27FC236}">
                <a16:creationId xmlns:a16="http://schemas.microsoft.com/office/drawing/2014/main" id="{500C0F2E-99CD-A51F-A43A-687DB323DD9B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2441576" y="4667250"/>
            <a:ext cx="1408113" cy="465138"/>
          </a:xfrm>
          <a:prstGeom prst="ellipse">
            <a:avLst/>
          </a:prstGeom>
          <a:solidFill>
            <a:schemeClr val="bg1"/>
          </a:solidFill>
          <a:ln w="9525" cmpd="sng">
            <a:noFill/>
          </a:ln>
          <a:effectLst/>
          <a:extLs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1E2EB225-B268-4E96-A90B-A4D2ECA805F5}" type="datetime'''''+''''''''''''''5''''''''''''00''''''''%'''''''''">
              <a:rPr kumimoji="1" lang="en-US" altLang="en-US" sz="2400" b="1" smtClean="0">
                <a:solidFill>
                  <a:srgbClr val="1041F0"/>
                </a:solidFill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pPr/>
              <a:t>+500%</a:t>
            </a:fld>
            <a:endParaRPr kumimoji="1" lang="zh-CN" altLang="en-US" sz="2400" b="1" dirty="0">
              <a:solidFill>
                <a:srgbClr val="1041F0"/>
              </a:solidFill>
              <a:latin typeface="Source Han Serif CN Medium" panose="02020400000000000000" pitchFamily="18" charset="-128"/>
              <a:ea typeface="Source Han Serif CN Medium" panose="02020400000000000000" pitchFamily="18" charset="-128"/>
              <a:sym typeface="Source Han Serif CN Medium" panose="02020400000000000000" pitchFamily="18" charset="-128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FBC0E594-29FD-8753-9D92-CC6CD2F898B6}"/>
              </a:ext>
            </a:extLst>
          </p:cNvPr>
          <p:cNvSpPr txBox="1"/>
          <p:nvPr/>
        </p:nvSpPr>
        <p:spPr>
          <a:xfrm>
            <a:off x="878615" y="4051300"/>
            <a:ext cx="3793026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kumimoji="1" sz="1400" b="1">
                <a:latin typeface="Source Han Serif CN Medium" panose="02020400000000000000" pitchFamily="18" charset="-128"/>
                <a:ea typeface="Source Han Serif CN Medium" panose="02020400000000000000" pitchFamily="18" charset="-128"/>
              </a:defRPr>
            </a:lvl1pPr>
          </a:lstStyle>
          <a:p>
            <a:r>
              <a:rPr lang="en-US" altLang="zh-CN" sz="1200" b="0" dirty="0">
                <a:latin typeface="HarmonyOS Sans SC" pitchFamily="2" charset="-122"/>
                <a:ea typeface="HarmonyOS Sans SC" pitchFamily="2" charset="-122"/>
              </a:rPr>
              <a:t>China in movies</a:t>
            </a:r>
          </a:p>
          <a:p>
            <a:r>
              <a:rPr lang="en-US" altLang="zh-CN" sz="1200" b="0" dirty="0">
                <a:latin typeface="HarmonyOS Sans SC Light" pitchFamily="2" charset="-122"/>
                <a:ea typeface="HarmonyOS Sans SC Light" pitchFamily="2" charset="-122"/>
              </a:rPr>
              <a:t>% of Global 50 films shot (at least partially) in China</a:t>
            </a:r>
            <a:endParaRPr lang="zh-CN" altLang="en-US" sz="1200" b="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60" name="Chart 3">
            <a:extLst>
              <a:ext uri="{FF2B5EF4-FFF2-40B4-BE49-F238E27FC236}">
                <a16:creationId xmlns:a16="http://schemas.microsoft.com/office/drawing/2014/main" id="{CC0FD194-C9D5-36E5-7E67-0A4E882475D1}"/>
              </a:ext>
            </a:extLst>
          </p:cNvPr>
          <p:cNvGraphicFramePr/>
          <p:nvPr>
            <p:custDataLst>
              <p:tags r:id="rId16"/>
            </p:custDataLst>
            <p:extLst>
              <p:ext uri="{D42A27DB-BD31-4B8C-83A1-F6EECF244321}">
                <p14:modId xmlns:p14="http://schemas.microsoft.com/office/powerpoint/2010/main" val="4038762082"/>
              </p:ext>
            </p:extLst>
          </p:nvPr>
        </p:nvGraphicFramePr>
        <p:xfrm>
          <a:off x="7119938" y="2427288"/>
          <a:ext cx="3908425" cy="14557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5"/>
          </a:graphicData>
        </a:graphic>
      </p:graphicFrame>
      <p:cxnSp>
        <p:nvCxnSpPr>
          <p:cNvPr id="86" name="直线连接符 85">
            <a:extLst>
              <a:ext uri="{FF2B5EF4-FFF2-40B4-BE49-F238E27FC236}">
                <a16:creationId xmlns:a16="http://schemas.microsoft.com/office/drawing/2014/main" id="{89278E31-488E-97C3-0EC2-95F41E3695B4}"/>
              </a:ext>
            </a:extLst>
          </p:cNvPr>
          <p:cNvCxnSpPr/>
          <p:nvPr>
            <p:custDataLst>
              <p:tags r:id="rId17"/>
            </p:custDataLst>
          </p:nvPr>
        </p:nvCxnSpPr>
        <p:spPr bwMode="auto">
          <a:xfrm>
            <a:off x="8659813" y="3322638"/>
            <a:ext cx="45720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直线连接符 86">
            <a:extLst>
              <a:ext uri="{FF2B5EF4-FFF2-40B4-BE49-F238E27FC236}">
                <a16:creationId xmlns:a16="http://schemas.microsoft.com/office/drawing/2014/main" id="{DE4591E3-3B9F-7163-609E-5392E59E335B}"/>
              </a:ext>
            </a:extLst>
          </p:cNvPr>
          <p:cNvCxnSpPr>
            <a:cxnSpLocks/>
          </p:cNvCxnSpPr>
          <p:nvPr>
            <p:custDataLst>
              <p:tags r:id="rId18"/>
            </p:custDataLst>
          </p:nvPr>
        </p:nvCxnSpPr>
        <p:spPr bwMode="auto">
          <a:xfrm flipH="1">
            <a:off x="9031288" y="2860675"/>
            <a:ext cx="4587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线连接符 87">
            <a:extLst>
              <a:ext uri="{FF2B5EF4-FFF2-40B4-BE49-F238E27FC236}">
                <a16:creationId xmlns:a16="http://schemas.microsoft.com/office/drawing/2014/main" id="{CF33FACF-1207-312D-1AC2-4126CEF7A13A}"/>
              </a:ext>
            </a:extLst>
          </p:cNvPr>
          <p:cNvCxnSpPr/>
          <p:nvPr>
            <p:custDataLst>
              <p:tags r:id="rId19"/>
            </p:custDataLst>
          </p:nvPr>
        </p:nvCxnSpPr>
        <p:spPr bwMode="auto">
          <a:xfrm flipV="1">
            <a:off x="9074151" y="2857500"/>
            <a:ext cx="0" cy="468313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9" name="文本占位符 2">
            <a:extLst>
              <a:ext uri="{FF2B5EF4-FFF2-40B4-BE49-F238E27FC236}">
                <a16:creationId xmlns:a16="http://schemas.microsoft.com/office/drawing/2014/main" id="{2CAE3733-6706-E730-2FD8-325E94F15329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auto">
          <a:xfrm>
            <a:off x="9498013" y="3635375"/>
            <a:ext cx="102393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47379C3-FE10-4EC8-9CD5-614991DF6AF8}" type="datetime'''''''''S''''ou''''''''t''''''''''''h Ko''''''''''re''''''a'">
              <a:rPr kumimoji="1" lang="en-US" altLang="en-US" sz="14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South Korea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0" name="文本占位符 2">
            <a:extLst>
              <a:ext uri="{FF2B5EF4-FFF2-40B4-BE49-F238E27FC236}">
                <a16:creationId xmlns:a16="http://schemas.microsoft.com/office/drawing/2014/main" id="{E4C57E6F-8CD9-60B4-6C57-D4FADDB800C6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auto">
          <a:xfrm>
            <a:off x="7900989" y="3635375"/>
            <a:ext cx="474663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7F22BEA-BD71-435C-BAFA-F927BD7E659D}" type="datetime'''C''''''''''''''h''''''i''n''''''''''a'''''''''''">
              <a:rPr kumimoji="1" lang="en-US" altLang="en-US" sz="1400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China</a:t>
            </a:fld>
            <a:endParaRPr kumimoji="1" lang="zh-CN" altLang="en-US" sz="1400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1" name="文本占位符 2">
            <a:extLst>
              <a:ext uri="{FF2B5EF4-FFF2-40B4-BE49-F238E27FC236}">
                <a16:creationId xmlns:a16="http://schemas.microsoft.com/office/drawing/2014/main" id="{246A8612-DAC2-44C0-6F9D-A9B230977640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auto">
          <a:xfrm>
            <a:off x="8829675" y="2347913"/>
            <a:ext cx="490538" cy="465138"/>
          </a:xfrm>
          <a:prstGeom prst="ellipse">
            <a:avLst/>
          </a:prstGeom>
          <a:solidFill>
            <a:schemeClr val="bg1"/>
          </a:solidFill>
          <a:ln w="9525" cmpd="sng">
            <a:noFill/>
          </a:ln>
          <a:effectLst/>
          <a:extLs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en-US" sz="2400" b="1" dirty="0">
                <a:solidFill>
                  <a:srgbClr val="1041F0"/>
                </a:solidFill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t>3x</a:t>
            </a:r>
            <a:endParaRPr kumimoji="1" lang="zh-CN" altLang="en-US" sz="2400" b="1" dirty="0">
              <a:solidFill>
                <a:srgbClr val="1041F0"/>
              </a:solidFill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04" name="文本框 103">
            <a:extLst>
              <a:ext uri="{FF2B5EF4-FFF2-40B4-BE49-F238E27FC236}">
                <a16:creationId xmlns:a16="http://schemas.microsoft.com/office/drawing/2014/main" id="{E10C0CB5-80F7-84C6-6D11-AF8E288A628B}"/>
              </a:ext>
            </a:extLst>
          </p:cNvPr>
          <p:cNvSpPr txBox="1"/>
          <p:nvPr/>
        </p:nvSpPr>
        <p:spPr>
          <a:xfrm>
            <a:off x="6602886" y="1786861"/>
            <a:ext cx="4624833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1400" b="1">
                <a:latin typeface="Source Han Serif CN Medium" panose="02020400000000000000" pitchFamily="18" charset="-128"/>
                <a:ea typeface="Source Han Serif CN Medium" panose="02020400000000000000" pitchFamily="18" charset="-128"/>
              </a:defRPr>
            </a:lvl1pPr>
          </a:lstStyle>
          <a:p>
            <a:r>
              <a:rPr lang="en-US" altLang="zh-CN" sz="1200" b="0" dirty="0">
                <a:latin typeface="HarmonyOS Sans SC" pitchFamily="2" charset="-122"/>
                <a:ea typeface="HarmonyOS Sans SC" pitchFamily="2" charset="-122"/>
              </a:rPr>
              <a:t>TV series</a:t>
            </a:r>
          </a:p>
          <a:p>
            <a:r>
              <a:rPr lang="en-US" altLang="zh-CN" sz="1200" b="0" dirty="0">
                <a:latin typeface="HarmonyOS Sans SC Light" pitchFamily="2" charset="-122"/>
                <a:ea typeface="HarmonyOS Sans SC Light" pitchFamily="2" charset="-122"/>
              </a:rPr>
              <a:t>Exports of TV dramas, 2017 or the latest available year </a:t>
            </a:r>
            <a:r>
              <a:rPr lang="zh-CN" altLang="en-US" sz="1200" b="0" dirty="0">
                <a:latin typeface="HarmonyOS Sans SC Light" pitchFamily="2" charset="-122"/>
                <a:ea typeface="HarmonyOS Sans SC Light" pitchFamily="2" charset="-122"/>
              </a:rPr>
              <a:t>＄</a:t>
            </a:r>
            <a:r>
              <a:rPr lang="en-US" altLang="zh-CN" sz="1200" b="0" dirty="0">
                <a:latin typeface="HarmonyOS Sans SC Light" pitchFamily="2" charset="-122"/>
                <a:ea typeface="HarmonyOS Sans SC Light" pitchFamily="2" charset="-122"/>
              </a:rPr>
              <a:t>million</a:t>
            </a:r>
            <a:endParaRPr lang="zh-CN" altLang="en-US" sz="1200" b="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graphicFrame>
        <p:nvGraphicFramePr>
          <p:cNvPr id="56" name="Chart 3">
            <a:extLst>
              <a:ext uri="{FF2B5EF4-FFF2-40B4-BE49-F238E27FC236}">
                <a16:creationId xmlns:a16="http://schemas.microsoft.com/office/drawing/2014/main" id="{D77D6788-1D65-0F98-35C9-AADB218FDA49}"/>
              </a:ext>
            </a:extLst>
          </p:cNvPr>
          <p:cNvGraphicFramePr/>
          <p:nvPr>
            <p:custDataLst>
              <p:tags r:id="rId23"/>
            </p:custDataLst>
            <p:extLst>
              <p:ext uri="{D42A27DB-BD31-4B8C-83A1-F6EECF244321}">
                <p14:modId xmlns:p14="http://schemas.microsoft.com/office/powerpoint/2010/main" val="2949377350"/>
              </p:ext>
            </p:extLst>
          </p:nvPr>
        </p:nvGraphicFramePr>
        <p:xfrm>
          <a:off x="7119938" y="4746625"/>
          <a:ext cx="3908425" cy="14398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6"/>
          </a:graphicData>
        </a:graphic>
      </p:graphicFrame>
      <p:cxnSp>
        <p:nvCxnSpPr>
          <p:cNvPr id="106" name="直线连接符 105">
            <a:extLst>
              <a:ext uri="{FF2B5EF4-FFF2-40B4-BE49-F238E27FC236}">
                <a16:creationId xmlns:a16="http://schemas.microsoft.com/office/drawing/2014/main" id="{A2D39937-1B8B-E336-D434-B7F47ECD7F10}"/>
              </a:ext>
            </a:extLst>
          </p:cNvPr>
          <p:cNvCxnSpPr/>
          <p:nvPr>
            <p:custDataLst>
              <p:tags r:id="rId24"/>
            </p:custDataLst>
          </p:nvPr>
        </p:nvCxnSpPr>
        <p:spPr bwMode="auto">
          <a:xfrm>
            <a:off x="8659813" y="5856288"/>
            <a:ext cx="457200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7" name="直线连接符 106">
            <a:extLst>
              <a:ext uri="{FF2B5EF4-FFF2-40B4-BE49-F238E27FC236}">
                <a16:creationId xmlns:a16="http://schemas.microsoft.com/office/drawing/2014/main" id="{057A119D-88AC-CADB-656A-B6ABEABFC4F8}"/>
              </a:ext>
            </a:extLst>
          </p:cNvPr>
          <p:cNvCxnSpPr>
            <a:cxnSpLocks/>
          </p:cNvCxnSpPr>
          <p:nvPr>
            <p:custDataLst>
              <p:tags r:id="rId25"/>
            </p:custDataLst>
          </p:nvPr>
        </p:nvCxnSpPr>
        <p:spPr bwMode="auto">
          <a:xfrm flipH="1">
            <a:off x="9031288" y="5180013"/>
            <a:ext cx="458788" cy="0"/>
          </a:xfrm>
          <a:prstGeom prst="line">
            <a:avLst/>
          </a:prstGeom>
          <a:ln w="6350" cap="flat" cmpd="sng" algn="ctr">
            <a:solidFill>
              <a:schemeClr val="tx1"/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8" name="直线连接符 107">
            <a:extLst>
              <a:ext uri="{FF2B5EF4-FFF2-40B4-BE49-F238E27FC236}">
                <a16:creationId xmlns:a16="http://schemas.microsoft.com/office/drawing/2014/main" id="{8CB4523A-2944-B074-AAF9-6A547286A283}"/>
              </a:ext>
            </a:extLst>
          </p:cNvPr>
          <p:cNvCxnSpPr/>
          <p:nvPr>
            <p:custDataLst>
              <p:tags r:id="rId26"/>
            </p:custDataLst>
          </p:nvPr>
        </p:nvCxnSpPr>
        <p:spPr bwMode="auto">
          <a:xfrm flipV="1">
            <a:off x="9074151" y="5176838"/>
            <a:ext cx="0" cy="682625"/>
          </a:xfrm>
          <a:prstGeom prst="line">
            <a:avLst/>
          </a:prstGeom>
          <a:ln w="2857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9" name="文本占位符 2">
            <a:extLst>
              <a:ext uri="{FF2B5EF4-FFF2-40B4-BE49-F238E27FC236}">
                <a16:creationId xmlns:a16="http://schemas.microsoft.com/office/drawing/2014/main" id="{80293A70-C829-7E6E-4A65-BF20A92C551C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auto">
          <a:xfrm>
            <a:off x="9471026" y="5938838"/>
            <a:ext cx="1076325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5A4DF19F-3F67-4063-B210-54B3EBA685A9}" type="datetime'''''''S''''''''o''u''''''t''''''h'' Ko''''re''''''''a'''''''''">
              <a:rPr kumimoji="1" lang="en-US" altLang="en-US" sz="140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South Korea</a:t>
            </a:fld>
            <a:endParaRPr kumimoji="1" lang="zh-CN" altLang="en-US" sz="1400" dirty="0">
              <a:latin typeface="Source Han Serif CN Medium" panose="02020400000000000000" pitchFamily="18" charset="-128"/>
              <a:ea typeface="Source Han Serif CN Medium" panose="02020400000000000000" pitchFamily="18" charset="-128"/>
              <a:sym typeface="Source Han Serif CN Medium" panose="02020400000000000000" pitchFamily="18" charset="-128"/>
            </a:endParaRPr>
          </a:p>
        </p:txBody>
      </p:sp>
      <p:sp>
        <p:nvSpPr>
          <p:cNvPr id="110" name="文本占位符 2">
            <a:extLst>
              <a:ext uri="{FF2B5EF4-FFF2-40B4-BE49-F238E27FC236}">
                <a16:creationId xmlns:a16="http://schemas.microsoft.com/office/drawing/2014/main" id="{B21E70D4-735B-5BCC-59BF-6387B2D4C48A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auto">
          <a:xfrm>
            <a:off x="7874000" y="5938838"/>
            <a:ext cx="528638" cy="1920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1E8A2B13-0648-4A5C-83A7-EB154C31A574}" type="datetime'''''''C''''''''''''hi''n''''''a'''''''">
              <a:rPr kumimoji="1" lang="en-US" altLang="en-US" sz="1400"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China</a:t>
            </a:fld>
            <a:endParaRPr kumimoji="1" lang="zh-CN" altLang="en-US" sz="1400" dirty="0">
              <a:latin typeface="Source Han Serif CN Medium" panose="02020400000000000000" pitchFamily="18" charset="-128"/>
              <a:ea typeface="Source Han Serif CN Medium" panose="02020400000000000000" pitchFamily="18" charset="-128"/>
              <a:sym typeface="Source Han Serif CN Medium" panose="02020400000000000000" pitchFamily="18" charset="-128"/>
            </a:endParaRPr>
          </a:p>
        </p:txBody>
      </p:sp>
      <p:sp>
        <p:nvSpPr>
          <p:cNvPr id="111" name="文本占位符 2">
            <a:extLst>
              <a:ext uri="{FF2B5EF4-FFF2-40B4-BE49-F238E27FC236}">
                <a16:creationId xmlns:a16="http://schemas.microsoft.com/office/drawing/2014/main" id="{61D9469A-EF06-69D3-5B69-742E4C4094A2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auto">
          <a:xfrm>
            <a:off x="8701088" y="4667250"/>
            <a:ext cx="746125" cy="465138"/>
          </a:xfrm>
          <a:prstGeom prst="ellipse">
            <a:avLst/>
          </a:prstGeom>
          <a:solidFill>
            <a:schemeClr val="bg1"/>
          </a:solidFill>
          <a:ln w="9525" cmpd="sng">
            <a:noFill/>
          </a:ln>
          <a:effectLst/>
          <a:extLst>
            <a:ext uri="{91240B29-F687-4F45-9708-019B960494DF}">
              <a14:hiddenLine xmlns:a14="http://schemas.microsoft.com/office/drawing/2010/main" w="9525" cmpd="sng">
                <a:solidFill>
                  <a:schemeClr val="tx1"/>
                </a:solidFill>
              </a14:hiddenLine>
            </a:ext>
          </a:extLst>
        </p:spPr>
        <p:txBody>
          <a:bodyPr vert="horz" wrap="none" lIns="0" tIns="0" rIns="0" bIns="0" rtlCol="0" anchor="ctr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r>
              <a:rPr kumimoji="1" lang="en-US" altLang="en-US" sz="2400" b="1" dirty="0">
                <a:solidFill>
                  <a:srgbClr val="1041F0"/>
                </a:solidFill>
                <a:latin typeface="Source Han Serif CN Medium" panose="02020400000000000000" pitchFamily="18" charset="-128"/>
                <a:ea typeface="Source Han Serif CN Medium" panose="02020400000000000000" pitchFamily="18" charset="-128"/>
              </a:rPr>
              <a:t>23x</a:t>
            </a:r>
            <a:endParaRPr kumimoji="1" lang="zh-CN" altLang="en-US" sz="2400" b="1" dirty="0">
              <a:solidFill>
                <a:srgbClr val="1041F0"/>
              </a:solidFill>
              <a:latin typeface="Source Han Serif CN Medium" panose="02020400000000000000" pitchFamily="18" charset="-128"/>
              <a:ea typeface="Source Han Serif CN Medium" panose="02020400000000000000" pitchFamily="18" charset="-128"/>
              <a:sym typeface="Source Han Serif CN Medium" panose="02020400000000000000" pitchFamily="18" charset="-128"/>
            </a:endParaRPr>
          </a:p>
        </p:txBody>
      </p:sp>
      <p:sp>
        <p:nvSpPr>
          <p:cNvPr id="124" name="文本框 123">
            <a:extLst>
              <a:ext uri="{FF2B5EF4-FFF2-40B4-BE49-F238E27FC236}">
                <a16:creationId xmlns:a16="http://schemas.microsoft.com/office/drawing/2014/main" id="{740A99B1-9782-E7F2-04F4-55E3C75092B5}"/>
              </a:ext>
            </a:extLst>
          </p:cNvPr>
          <p:cNvSpPr txBox="1"/>
          <p:nvPr/>
        </p:nvSpPr>
        <p:spPr>
          <a:xfrm>
            <a:off x="6631690" y="4051300"/>
            <a:ext cx="5196327" cy="6461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kumimoji="1" sz="1400" b="1">
                <a:latin typeface="Source Han Serif CN Medium" panose="02020400000000000000" pitchFamily="18" charset="-128"/>
                <a:ea typeface="Source Han Serif CN Medium" panose="02020400000000000000" pitchFamily="18" charset="-128"/>
              </a:defRPr>
            </a:lvl1pPr>
          </a:lstStyle>
          <a:p>
            <a:r>
              <a:rPr lang="en-US" altLang="zh-CN" sz="1200" b="0" dirty="0">
                <a:latin typeface="HarmonyOS Sans SC" pitchFamily="2" charset="-122"/>
                <a:ea typeface="HarmonyOS Sans SC" pitchFamily="2" charset="-122"/>
              </a:rPr>
              <a:t>Popular music</a:t>
            </a:r>
          </a:p>
          <a:p>
            <a:r>
              <a:rPr lang="en-US" altLang="zh-CN" sz="1200" b="0" dirty="0">
                <a:latin typeface="HarmonyOS Sans SC Light" pitchFamily="2" charset="-122"/>
                <a:ea typeface="HarmonyOS Sans SC Light" pitchFamily="2" charset="-122"/>
              </a:rPr>
              <a:t>Number of subscribers of top ten Chinese and South Korean singers, million</a:t>
            </a:r>
            <a:endParaRPr lang="zh-CN" altLang="en-US" sz="1200" b="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cxnSp>
        <p:nvCxnSpPr>
          <p:cNvPr id="126" name="直线连接符 125">
            <a:extLst>
              <a:ext uri="{FF2B5EF4-FFF2-40B4-BE49-F238E27FC236}">
                <a16:creationId xmlns:a16="http://schemas.microsoft.com/office/drawing/2014/main" id="{AA1A34B0-79A0-5B3F-3DFF-1EAEF38213A9}"/>
              </a:ext>
            </a:extLst>
          </p:cNvPr>
          <p:cNvCxnSpPr/>
          <p:nvPr/>
        </p:nvCxnSpPr>
        <p:spPr>
          <a:xfrm>
            <a:off x="6379234" y="3933825"/>
            <a:ext cx="5018357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B71182A3-790E-20D1-17CA-2D08D60D54C5}"/>
              </a:ext>
            </a:extLst>
          </p:cNvPr>
          <p:cNvSpPr txBox="1"/>
          <p:nvPr/>
        </p:nvSpPr>
        <p:spPr>
          <a:xfrm>
            <a:off x="341016" y="6299041"/>
            <a:ext cx="475803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Source: Literature search; company websites; McKinsey Global Institute analysis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  <p:cxnSp>
        <p:nvCxnSpPr>
          <p:cNvPr id="61" name="直线连接符 60">
            <a:extLst>
              <a:ext uri="{FF2B5EF4-FFF2-40B4-BE49-F238E27FC236}">
                <a16:creationId xmlns:a16="http://schemas.microsoft.com/office/drawing/2014/main" id="{62ECB93A-5C60-6C39-5CC5-51D7438B6E47}"/>
              </a:ext>
            </a:extLst>
          </p:cNvPr>
          <p:cNvCxnSpPr/>
          <p:nvPr/>
        </p:nvCxnSpPr>
        <p:spPr>
          <a:xfrm>
            <a:off x="726972" y="1642283"/>
            <a:ext cx="5018357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直线连接符 61">
            <a:extLst>
              <a:ext uri="{FF2B5EF4-FFF2-40B4-BE49-F238E27FC236}">
                <a16:creationId xmlns:a16="http://schemas.microsoft.com/office/drawing/2014/main" id="{7F2DAFF7-69E9-BA91-7830-8D26C9049950}"/>
              </a:ext>
            </a:extLst>
          </p:cNvPr>
          <p:cNvCxnSpPr/>
          <p:nvPr/>
        </p:nvCxnSpPr>
        <p:spPr>
          <a:xfrm>
            <a:off x="6430344" y="1642283"/>
            <a:ext cx="5018357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id="{074EC549-056E-1EDD-B8A2-A73CB88BA0C1}"/>
              </a:ext>
            </a:extLst>
          </p:cNvPr>
          <p:cNvSpPr txBox="1"/>
          <p:nvPr/>
        </p:nvSpPr>
        <p:spPr>
          <a:xfrm>
            <a:off x="674539" y="975076"/>
            <a:ext cx="335220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China has invested more in developing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global cultural assets …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B2FCC328-60B9-8083-F2CA-73E40F082CAF}"/>
              </a:ext>
            </a:extLst>
          </p:cNvPr>
          <p:cNvSpPr txBox="1"/>
          <p:nvPr/>
        </p:nvSpPr>
        <p:spPr>
          <a:xfrm>
            <a:off x="6379234" y="979651"/>
            <a:ext cx="321915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... but has achieved limited success in</a:t>
            </a:r>
          </a:p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global cultural presence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004194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56C5DDE-DE8A-A03F-7E9F-BADC3F02CB6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2118" y="2118"/>
          <a:ext cx="1636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幻灯片" r:id="rId34" imgW="7772400" imgH="10058400" progId="TCLayout.ActiveDocument.1">
                  <p:embed/>
                </p:oleObj>
              </mc:Choice>
              <mc:Fallback>
                <p:oleObj name="think-cell 幻灯片" r:id="rId34" imgW="7772400" imgH="10058400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56C5DDE-DE8A-A03F-7E9F-BADC3F02CB6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1636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84AEDBEA-7534-8833-7877-C068B2EC9A5D}"/>
              </a:ext>
            </a:extLst>
          </p:cNvPr>
          <p:cNvSpPr txBox="1"/>
          <p:nvPr/>
        </p:nvSpPr>
        <p:spPr>
          <a:xfrm>
            <a:off x="459731" y="339957"/>
            <a:ext cx="59282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dirty="0">
                <a:latin typeface="HarmonyOS Sans SC Medium" pitchFamily="2" charset="-122"/>
                <a:ea typeface="HarmonyOS Sans SC Medium" pitchFamily="2" charset="-122"/>
              </a:rPr>
              <a:t>Closed-end real estate fundraising fell to $125 billion.</a:t>
            </a:r>
            <a:endParaRPr kumimoji="1" lang="zh-CN" altLang="en-US" dirty="0">
              <a:latin typeface="HarmonyOS Sans SC Medium" pitchFamily="2" charset="-122"/>
              <a:ea typeface="HarmonyOS Sans SC Medium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415BD9F-079B-278E-A08C-222B9AE7D1BE}"/>
              </a:ext>
            </a:extLst>
          </p:cNvPr>
          <p:cNvSpPr txBox="1"/>
          <p:nvPr/>
        </p:nvSpPr>
        <p:spPr>
          <a:xfrm>
            <a:off x="496888" y="742153"/>
            <a:ext cx="527580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400" dirty="0">
                <a:latin typeface="HarmonyOS Sans SC" pitchFamily="2" charset="-122"/>
                <a:ea typeface="HarmonyOS Sans SC" pitchFamily="2" charset="-122"/>
              </a:rPr>
              <a:t>Global closed-end real estate fundraising by strategy, $ billion</a:t>
            </a:r>
            <a:endParaRPr kumimoji="1" lang="zh-CN" altLang="en-US" sz="1400" dirty="0">
              <a:latin typeface="HarmonyOS Sans SC" pitchFamily="2" charset="-122"/>
              <a:ea typeface="HarmonyOS Sans SC" pitchFamily="2" charset="-122"/>
            </a:endParaRPr>
          </a:p>
        </p:txBody>
      </p:sp>
      <p:graphicFrame>
        <p:nvGraphicFramePr>
          <p:cNvPr id="18" name="Chart 3">
            <a:extLst>
              <a:ext uri="{FF2B5EF4-FFF2-40B4-BE49-F238E27FC236}">
                <a16:creationId xmlns:a16="http://schemas.microsoft.com/office/drawing/2014/main" id="{73D036AD-720E-6182-8177-4DD7AAEA9A53}"/>
              </a:ext>
            </a:extLst>
          </p:cNvPr>
          <p:cNvGraphicFramePr/>
          <p:nvPr>
            <p:custDataLst>
              <p:tags r:id="rId2"/>
            </p:custDataLst>
          </p:nvPr>
        </p:nvGraphicFramePr>
        <p:xfrm>
          <a:off x="496888" y="1200150"/>
          <a:ext cx="7920037" cy="45386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6"/>
          </a:graphicData>
        </a:graphic>
      </p:graphicFrame>
      <p:cxnSp>
        <p:nvCxnSpPr>
          <p:cNvPr id="317" name="直线连接符 316">
            <a:extLst>
              <a:ext uri="{FF2B5EF4-FFF2-40B4-BE49-F238E27FC236}">
                <a16:creationId xmlns:a16="http://schemas.microsoft.com/office/drawing/2014/main" id="{8120F234-6680-6121-FEF4-2BB28C06A2B3}"/>
              </a:ext>
            </a:extLst>
          </p:cNvPr>
          <p:cNvCxnSpPr/>
          <p:nvPr>
            <p:custDataLst>
              <p:tags r:id="rId3"/>
            </p:custDataLst>
          </p:nvPr>
        </p:nvCxnSpPr>
        <p:spPr bwMode="auto">
          <a:xfrm>
            <a:off x="7437438" y="1752600"/>
            <a:ext cx="596900" cy="0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8" name="直线连接符 317">
            <a:extLst>
              <a:ext uri="{FF2B5EF4-FFF2-40B4-BE49-F238E27FC236}">
                <a16:creationId xmlns:a16="http://schemas.microsoft.com/office/drawing/2014/main" id="{36FAC4C0-297F-3474-CC33-6470E134F264}"/>
              </a:ext>
            </a:extLst>
          </p:cNvPr>
          <p:cNvCxnSpPr/>
          <p:nvPr>
            <p:custDataLst>
              <p:tags r:id="rId4"/>
            </p:custDataLst>
          </p:nvPr>
        </p:nvCxnSpPr>
        <p:spPr bwMode="auto">
          <a:xfrm>
            <a:off x="8034338" y="1752600"/>
            <a:ext cx="0" cy="1331913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6" name="直线连接符 315">
            <a:extLst>
              <a:ext uri="{FF2B5EF4-FFF2-40B4-BE49-F238E27FC236}">
                <a16:creationId xmlns:a16="http://schemas.microsoft.com/office/drawing/2014/main" id="{9A338E65-CE35-4A2D-7A39-7E284BC6ABA5}"/>
              </a:ext>
            </a:extLst>
          </p:cNvPr>
          <p:cNvCxnSpPr/>
          <p:nvPr>
            <p:custDataLst>
              <p:tags r:id="rId5"/>
            </p:custDataLst>
          </p:nvPr>
        </p:nvCxnSpPr>
        <p:spPr bwMode="auto">
          <a:xfrm flipV="1">
            <a:off x="7437438" y="1752600"/>
            <a:ext cx="0" cy="20637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0" name="Text Placeholder 2">
            <a:extLst>
              <a:ext uri="{FF2B5EF4-FFF2-40B4-BE49-F238E27FC236}">
                <a16:creationId xmlns:a16="http://schemas.microsoft.com/office/drawing/2014/main" id="{68A92233-7D7D-C72C-46C2-71671695E736}"/>
              </a:ext>
            </a:extLst>
          </p:cNvPr>
          <p:cNvSpPr txBox="1">
            <a:spLocks/>
          </p:cNvSpPr>
          <p:nvPr>
            <p:custDataLst>
              <p:tags r:id="rId6"/>
            </p:custDataLst>
          </p:nvPr>
        </p:nvSpPr>
        <p:spPr bwMode="auto">
          <a:xfrm>
            <a:off x="3062288" y="5570538"/>
            <a:ext cx="4000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78A033E4-1109-42CA-B8A7-80740FF967A1}" type="datetime'''''''''''''''2''''''''0''1''5'''''''''''''''''">
              <a:rPr lang="zh-CN" altLang="en-US" sz="1333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2015</a:t>
            </a:fld>
            <a:endParaRPr lang="zh-CN" altLang="en-US" sz="1333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81" name="Text Placeholder 2">
            <a:extLst>
              <a:ext uri="{FF2B5EF4-FFF2-40B4-BE49-F238E27FC236}">
                <a16:creationId xmlns:a16="http://schemas.microsoft.com/office/drawing/2014/main" id="{BDEE130B-4886-0871-AB79-2E5AC542F05D}"/>
              </a:ext>
            </a:extLst>
          </p:cNvPr>
          <p:cNvSpPr txBox="1">
            <a:spLocks/>
          </p:cNvSpPr>
          <p:nvPr>
            <p:custDataLst>
              <p:tags r:id="rId7"/>
            </p:custDataLst>
          </p:nvPr>
        </p:nvSpPr>
        <p:spPr bwMode="auto">
          <a:xfrm>
            <a:off x="3659188" y="5570538"/>
            <a:ext cx="4000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9CDA44B5-DF49-45D4-9492-EE208DCCA1F6}" type="datetime'''''''2''''''''''''''''''0''''''''''''''''''''1''''''''''6'''">
              <a:rPr lang="zh-CN" altLang="en-US" sz="1333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2016</a:t>
            </a:fld>
            <a:endParaRPr lang="zh-CN" altLang="en-US" sz="1333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82" name="Text Placeholder 2">
            <a:extLst>
              <a:ext uri="{FF2B5EF4-FFF2-40B4-BE49-F238E27FC236}">
                <a16:creationId xmlns:a16="http://schemas.microsoft.com/office/drawing/2014/main" id="{37308466-E996-21FE-DE76-107477A947D2}"/>
              </a:ext>
            </a:extLst>
          </p:cNvPr>
          <p:cNvSpPr txBox="1">
            <a:spLocks/>
          </p:cNvSpPr>
          <p:nvPr>
            <p:custDataLst>
              <p:tags r:id="rId8"/>
            </p:custDataLst>
          </p:nvPr>
        </p:nvSpPr>
        <p:spPr bwMode="auto">
          <a:xfrm>
            <a:off x="4256088" y="5570538"/>
            <a:ext cx="4000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752DAFF2-723D-49DD-ACAD-1A3EACADFC7C}" type="datetime'''20''''''''''''''''''''''''''''1''''7'''''''''''''''''''">
              <a:rPr lang="zh-CN" altLang="en-US" sz="1333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2017</a:t>
            </a:fld>
            <a:endParaRPr lang="zh-CN" altLang="en-US" sz="1333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83" name="Text Placeholder 2">
            <a:extLst>
              <a:ext uri="{FF2B5EF4-FFF2-40B4-BE49-F238E27FC236}">
                <a16:creationId xmlns:a16="http://schemas.microsoft.com/office/drawing/2014/main" id="{C303B35E-E928-09B0-9842-696C615B55F0}"/>
              </a:ext>
            </a:extLst>
          </p:cNvPr>
          <p:cNvSpPr txBox="1">
            <a:spLocks/>
          </p:cNvSpPr>
          <p:nvPr>
            <p:custDataLst>
              <p:tags r:id="rId9"/>
            </p:custDataLst>
          </p:nvPr>
        </p:nvSpPr>
        <p:spPr bwMode="auto">
          <a:xfrm>
            <a:off x="4851400" y="5570538"/>
            <a:ext cx="4000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6B74900-F1FC-48F2-BFD1-A6B4F4013961}" type="datetime'''''''''''2''0''1''''''''''''''''''''''''''''8'''">
              <a:rPr lang="zh-CN" altLang="en-US" sz="1333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2018</a:t>
            </a:fld>
            <a:endParaRPr lang="zh-CN" altLang="en-US" sz="1333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84" name="Text Placeholder 2">
            <a:extLst>
              <a:ext uri="{FF2B5EF4-FFF2-40B4-BE49-F238E27FC236}">
                <a16:creationId xmlns:a16="http://schemas.microsoft.com/office/drawing/2014/main" id="{22704AA3-E0B5-EAC1-3BFA-64C9AB6421B4}"/>
              </a:ext>
            </a:extLst>
          </p:cNvPr>
          <p:cNvSpPr txBox="1">
            <a:spLocks/>
          </p:cNvSpPr>
          <p:nvPr>
            <p:custDataLst>
              <p:tags r:id="rId10"/>
            </p:custDataLst>
          </p:nvPr>
        </p:nvSpPr>
        <p:spPr bwMode="auto">
          <a:xfrm>
            <a:off x="5448300" y="5570538"/>
            <a:ext cx="4000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B8B19B6-F9FD-485E-B3B6-FB309226E2C2}" type="datetime'''20''1''''''''9'''''''''''''''''''''''''''''''''''''''''''">
              <a:rPr lang="zh-CN" altLang="en-US" sz="1333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2019</a:t>
            </a:fld>
            <a:endParaRPr lang="zh-CN" altLang="en-US" sz="1333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85" name="Text Placeholder 2">
            <a:extLst>
              <a:ext uri="{FF2B5EF4-FFF2-40B4-BE49-F238E27FC236}">
                <a16:creationId xmlns:a16="http://schemas.microsoft.com/office/drawing/2014/main" id="{C9E49E0A-A8EB-1E35-B11E-21C4908C5204}"/>
              </a:ext>
            </a:extLst>
          </p:cNvPr>
          <p:cNvSpPr txBox="1">
            <a:spLocks/>
          </p:cNvSpPr>
          <p:nvPr>
            <p:custDataLst>
              <p:tags r:id="rId11"/>
            </p:custDataLst>
          </p:nvPr>
        </p:nvSpPr>
        <p:spPr bwMode="auto">
          <a:xfrm>
            <a:off x="6045200" y="5570538"/>
            <a:ext cx="4000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852C3A8-24C5-4A2F-B44A-6533F21EC710}" type="datetime'''''''''''''''''''''''''''''''''''''''''2''0''''''2''''0'''">
              <a:rPr lang="zh-CN" altLang="en-US" sz="1333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2020</a:t>
            </a:fld>
            <a:endParaRPr lang="zh-CN" altLang="en-US" sz="1333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86" name="Text Placeholder 2">
            <a:extLst>
              <a:ext uri="{FF2B5EF4-FFF2-40B4-BE49-F238E27FC236}">
                <a16:creationId xmlns:a16="http://schemas.microsoft.com/office/drawing/2014/main" id="{75A83CCC-2765-EB62-FFB6-F6A7119B277A}"/>
              </a:ext>
            </a:extLst>
          </p:cNvPr>
          <p:cNvSpPr txBox="1">
            <a:spLocks/>
          </p:cNvSpPr>
          <p:nvPr>
            <p:custDataLst>
              <p:tags r:id="rId12"/>
            </p:custDataLst>
          </p:nvPr>
        </p:nvSpPr>
        <p:spPr bwMode="auto">
          <a:xfrm>
            <a:off x="6642100" y="5570538"/>
            <a:ext cx="4000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BFBBD924-6A25-4B67-BCEE-A9D6DC409831}" type="datetime'''''''''2''''''''''''''''''''''''''''''0''''''''2''1'''''">
              <a:rPr lang="zh-CN" altLang="en-US" sz="1333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2021</a:t>
            </a:fld>
            <a:endParaRPr lang="zh-CN" altLang="en-US" sz="1333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87" name="Text Placeholder 2">
            <a:extLst>
              <a:ext uri="{FF2B5EF4-FFF2-40B4-BE49-F238E27FC236}">
                <a16:creationId xmlns:a16="http://schemas.microsoft.com/office/drawing/2014/main" id="{F7A2D91F-9720-9BA8-E554-43E7E8C56E55}"/>
              </a:ext>
            </a:extLst>
          </p:cNvPr>
          <p:cNvSpPr txBox="1">
            <a:spLocks/>
          </p:cNvSpPr>
          <p:nvPr>
            <p:custDataLst>
              <p:tags r:id="rId13"/>
            </p:custDataLst>
          </p:nvPr>
        </p:nvSpPr>
        <p:spPr bwMode="auto">
          <a:xfrm>
            <a:off x="7237413" y="5570538"/>
            <a:ext cx="4000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D0F7DEE-071E-4F67-95E2-0EA5289E6903}" type="datetime'2''''''''''02''''''''''2'''''''''''''''''''''">
              <a:rPr lang="zh-CN" altLang="en-US" sz="1333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2022</a:t>
            </a:fld>
            <a:endParaRPr lang="zh-CN" altLang="en-US" sz="1333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88" name="Text Placeholder 2">
            <a:extLst>
              <a:ext uri="{FF2B5EF4-FFF2-40B4-BE49-F238E27FC236}">
                <a16:creationId xmlns:a16="http://schemas.microsoft.com/office/drawing/2014/main" id="{0879D78F-6B5D-39E5-6DEA-4922A587CDE0}"/>
              </a:ext>
            </a:extLst>
          </p:cNvPr>
          <p:cNvSpPr txBox="1">
            <a:spLocks/>
          </p:cNvSpPr>
          <p:nvPr>
            <p:custDataLst>
              <p:tags r:id="rId14"/>
            </p:custDataLst>
          </p:nvPr>
        </p:nvSpPr>
        <p:spPr bwMode="auto">
          <a:xfrm>
            <a:off x="7834313" y="5570538"/>
            <a:ext cx="4000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18680CB1-723A-434F-9624-117472730B03}" type="datetime'2''''''''''''''''''''''''''''''''''''0''''''2''''''''''''3'">
              <a:rPr lang="zh-CN" altLang="en-US" sz="1333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2023</a:t>
            </a:fld>
            <a:endParaRPr lang="zh-CN" altLang="en-US" sz="1333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64C4B4AF-F043-E18D-060A-3C56EDE7483A}"/>
              </a:ext>
            </a:extLst>
          </p:cNvPr>
          <p:cNvSpPr txBox="1">
            <a:spLocks/>
          </p:cNvSpPr>
          <p:nvPr>
            <p:custDataLst>
              <p:tags r:id="rId15"/>
            </p:custDataLst>
          </p:nvPr>
        </p:nvSpPr>
        <p:spPr bwMode="auto">
          <a:xfrm>
            <a:off x="676275" y="5570538"/>
            <a:ext cx="4000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E45C827-7E6B-44E1-B72A-F94088C9CCC5}" type="datetime'''2''''''''''''''0''''''''''''''''''''''''11'''''''''''">
              <a:rPr lang="zh-CN" altLang="en-US" sz="1333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2011</a:t>
            </a:fld>
            <a:endParaRPr lang="zh-CN" altLang="en-US" sz="1333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79" name="Text Placeholder 2">
            <a:extLst>
              <a:ext uri="{FF2B5EF4-FFF2-40B4-BE49-F238E27FC236}">
                <a16:creationId xmlns:a16="http://schemas.microsoft.com/office/drawing/2014/main" id="{5109D8E2-FEC5-BF04-4919-8C9D7C35C6D3}"/>
              </a:ext>
            </a:extLst>
          </p:cNvPr>
          <p:cNvSpPr txBox="1">
            <a:spLocks/>
          </p:cNvSpPr>
          <p:nvPr>
            <p:custDataLst>
              <p:tags r:id="rId16"/>
            </p:custDataLst>
          </p:nvPr>
        </p:nvSpPr>
        <p:spPr bwMode="auto">
          <a:xfrm>
            <a:off x="2465388" y="5570538"/>
            <a:ext cx="4000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D7911E9-CDA6-4A8C-901D-AA67C6D05D2E}" type="datetime'''''''''''2''''''''''0''''''''''''''''''''''''''1''''''4'''">
              <a:rPr lang="zh-CN" altLang="en-US" sz="1333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2014</a:t>
            </a:fld>
            <a:endParaRPr lang="zh-CN" altLang="en-US" sz="1333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75" name="Text Placeholder 2">
            <a:extLst>
              <a:ext uri="{FF2B5EF4-FFF2-40B4-BE49-F238E27FC236}">
                <a16:creationId xmlns:a16="http://schemas.microsoft.com/office/drawing/2014/main" id="{7BA08DF8-7901-084E-4BEB-D525B638FBA6}"/>
              </a:ext>
            </a:extLst>
          </p:cNvPr>
          <p:cNvSpPr txBox="1">
            <a:spLocks/>
          </p:cNvSpPr>
          <p:nvPr>
            <p:custDataLst>
              <p:tags r:id="rId17"/>
            </p:custDataLst>
          </p:nvPr>
        </p:nvSpPr>
        <p:spPr bwMode="auto">
          <a:xfrm>
            <a:off x="1273175" y="5570538"/>
            <a:ext cx="4000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91624AF-E2CD-4C93-B88B-D3FA97CCD63A}" type="datetime'''''''2''''0''1''''''''''''2'''''''''''''''''''''''">
              <a:rPr lang="zh-CN" altLang="en-US" sz="1333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2012</a:t>
            </a:fld>
            <a:endParaRPr lang="zh-CN" altLang="en-US" sz="1333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278" name="Text Placeholder 2">
            <a:extLst>
              <a:ext uri="{FF2B5EF4-FFF2-40B4-BE49-F238E27FC236}">
                <a16:creationId xmlns:a16="http://schemas.microsoft.com/office/drawing/2014/main" id="{78759127-A668-0B4C-1DEC-0E353A051C23}"/>
              </a:ext>
            </a:extLst>
          </p:cNvPr>
          <p:cNvSpPr txBox="1">
            <a:spLocks/>
          </p:cNvSpPr>
          <p:nvPr>
            <p:custDataLst>
              <p:tags r:id="rId18"/>
            </p:custDataLst>
          </p:nvPr>
        </p:nvSpPr>
        <p:spPr bwMode="auto">
          <a:xfrm>
            <a:off x="1870075" y="5570538"/>
            <a:ext cx="40005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0" tIns="0" rIns="0" bIns="0" rtlCol="0" anchor="t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35B78E5-9F60-4174-A50A-4B46B10ECB32}" type="datetime'''''''''20''''''''''''''1''''''3'''''">
              <a:rPr lang="zh-CN" altLang="en-US" sz="1333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2013</a:t>
            </a:fld>
            <a:endParaRPr lang="zh-CN" altLang="en-US" sz="1333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6C6E2873-B8BF-92CA-B8D5-A29EC7B2A004}"/>
              </a:ext>
            </a:extLst>
          </p:cNvPr>
          <p:cNvSpPr txBox="1">
            <a:spLocks/>
          </p:cNvSpPr>
          <p:nvPr>
            <p:custDataLst>
              <p:tags r:id="rId19"/>
            </p:custDataLst>
          </p:nvPr>
        </p:nvSpPr>
        <p:spPr bwMode="gray">
          <a:xfrm>
            <a:off x="755650" y="4092575"/>
            <a:ext cx="2413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3284" tIns="0" rIns="23284" bIns="0" rtlCol="0" anchor="b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14F6080-CCD1-46F3-AC07-899676911CA9}" type="datetime'''''''''7''''''''''''''''''''''0'''''''''''''''''''''''''">
              <a:rPr lang="zh-CN" altLang="en-US" sz="1333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70</a:t>
            </a:fld>
            <a:endParaRPr lang="zh-CN" altLang="en-US" sz="1333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488B8C86-67F5-2EAD-86E2-7D7C9C318281}"/>
              </a:ext>
            </a:extLst>
          </p:cNvPr>
          <p:cNvSpPr txBox="1">
            <a:spLocks/>
          </p:cNvSpPr>
          <p:nvPr>
            <p:custDataLst>
              <p:tags r:id="rId20"/>
            </p:custDataLst>
          </p:nvPr>
        </p:nvSpPr>
        <p:spPr bwMode="gray">
          <a:xfrm>
            <a:off x="1352550" y="3763963"/>
            <a:ext cx="241300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3284" tIns="0" rIns="23284" bIns="0" rtlCol="0" anchor="b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24EB31C-8546-42B9-931E-074C91ADEAD9}" type="datetime'''''''''''''''''''''''''''''''''8''''''''9'''''''''''''''">
              <a:rPr lang="zh-CN" altLang="en-US" sz="1333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89</a:t>
            </a:fld>
            <a:endParaRPr lang="zh-CN" altLang="en-US" sz="1333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C99C1B39-C38C-C122-2D3D-639F56F572FD}"/>
              </a:ext>
            </a:extLst>
          </p:cNvPr>
          <p:cNvSpPr txBox="1">
            <a:spLocks/>
          </p:cNvSpPr>
          <p:nvPr>
            <p:custDataLst>
              <p:tags r:id="rId21"/>
            </p:custDataLst>
          </p:nvPr>
        </p:nvSpPr>
        <p:spPr bwMode="gray">
          <a:xfrm>
            <a:off x="1901824" y="3435350"/>
            <a:ext cx="3381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3284" tIns="0" rIns="23284" bIns="0" rtlCol="0" anchor="b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469B30A2-7135-4C4A-A27C-FA4D705CDFC2}" type="datetime'''''1''''''''''''''''''''08'''''''''''''''''''''''">
              <a:rPr lang="zh-CN" altLang="en-US" sz="1333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108</a:t>
            </a:fld>
            <a:endParaRPr lang="zh-CN" altLang="en-US" sz="1333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51" name="Text Placeholder 2">
            <a:extLst>
              <a:ext uri="{FF2B5EF4-FFF2-40B4-BE49-F238E27FC236}">
                <a16:creationId xmlns:a16="http://schemas.microsoft.com/office/drawing/2014/main" id="{42DE9FED-21A9-5B12-B421-9375488E5F02}"/>
              </a:ext>
            </a:extLst>
          </p:cNvPr>
          <p:cNvSpPr txBox="1">
            <a:spLocks/>
          </p:cNvSpPr>
          <p:nvPr>
            <p:custDataLst>
              <p:tags r:id="rId22"/>
            </p:custDataLst>
          </p:nvPr>
        </p:nvSpPr>
        <p:spPr bwMode="gray">
          <a:xfrm>
            <a:off x="2497137" y="3330575"/>
            <a:ext cx="3381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3284" tIns="0" rIns="23284" bIns="0" rtlCol="0" anchor="b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E1DE0554-5299-4F14-AD70-98B7DFEF8451}" type="datetime'''''''''''1''''''1''''4'''''''''''''''''''">
              <a:rPr lang="zh-CN" altLang="en-US" sz="1333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114</a:t>
            </a:fld>
            <a:endParaRPr lang="zh-CN" altLang="en-US" sz="1333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66C9B40E-3BDE-D6CA-E736-01422E76ACC2}"/>
              </a:ext>
            </a:extLst>
          </p:cNvPr>
          <p:cNvSpPr txBox="1">
            <a:spLocks/>
          </p:cNvSpPr>
          <p:nvPr>
            <p:custDataLst>
              <p:tags r:id="rId23"/>
            </p:custDataLst>
          </p:nvPr>
        </p:nvSpPr>
        <p:spPr bwMode="gray">
          <a:xfrm>
            <a:off x="3094037" y="2828925"/>
            <a:ext cx="3381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3284" tIns="0" rIns="23284" bIns="0" rtlCol="0" anchor="b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AC014C9D-0D28-43A9-86AA-5355061A3CEE}" type="datetime'''''''''''''''''''''''''''1''''4''''''''''''3'''''''''''''">
              <a:rPr lang="zh-CN" altLang="en-US" sz="1333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143</a:t>
            </a:fld>
            <a:endParaRPr lang="zh-CN" altLang="en-US" sz="1333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73" name="Text Placeholder 2">
            <a:extLst>
              <a:ext uri="{FF2B5EF4-FFF2-40B4-BE49-F238E27FC236}">
                <a16:creationId xmlns:a16="http://schemas.microsoft.com/office/drawing/2014/main" id="{DB17F02F-7759-0DA1-996A-B4AB4BE898E8}"/>
              </a:ext>
            </a:extLst>
          </p:cNvPr>
          <p:cNvSpPr txBox="1">
            <a:spLocks/>
          </p:cNvSpPr>
          <p:nvPr>
            <p:custDataLst>
              <p:tags r:id="rId24"/>
            </p:custDataLst>
          </p:nvPr>
        </p:nvSpPr>
        <p:spPr bwMode="gray">
          <a:xfrm>
            <a:off x="3690937" y="3019425"/>
            <a:ext cx="3381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3284" tIns="0" rIns="23284" bIns="0" rtlCol="0" anchor="b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33B37C8E-C5C5-4FF2-A86B-C927C289305A}" type="datetime'''1''''3''''''''''''''''''''''2'''''''''''''''''''''''''''''">
              <a:rPr lang="zh-CN" altLang="en-US" sz="1333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132</a:t>
            </a:fld>
            <a:endParaRPr lang="zh-CN" altLang="en-US" sz="1333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62" name="Text Placeholder 2">
            <a:extLst>
              <a:ext uri="{FF2B5EF4-FFF2-40B4-BE49-F238E27FC236}">
                <a16:creationId xmlns:a16="http://schemas.microsoft.com/office/drawing/2014/main" id="{9532F195-FB7A-18C3-0B94-A6F6EC8DDEBB}"/>
              </a:ext>
            </a:extLst>
          </p:cNvPr>
          <p:cNvSpPr txBox="1">
            <a:spLocks/>
          </p:cNvSpPr>
          <p:nvPr>
            <p:custDataLst>
              <p:tags r:id="rId25"/>
            </p:custDataLst>
          </p:nvPr>
        </p:nvSpPr>
        <p:spPr bwMode="gray">
          <a:xfrm>
            <a:off x="4287837" y="2655888"/>
            <a:ext cx="3381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3284" tIns="0" rIns="23284" bIns="0" rtlCol="0" anchor="b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853E8112-1BF9-4744-8439-2313268102E9}" type="datetime'1''''''''''''''''''''''''''''''''''''''''5''''''''3'''">
              <a:rPr lang="zh-CN" altLang="en-US" sz="1333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153</a:t>
            </a:fld>
            <a:endParaRPr lang="zh-CN" altLang="en-US" sz="1333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84" name="Text Placeholder 2">
            <a:extLst>
              <a:ext uri="{FF2B5EF4-FFF2-40B4-BE49-F238E27FC236}">
                <a16:creationId xmlns:a16="http://schemas.microsoft.com/office/drawing/2014/main" id="{015887E3-AD42-2BC8-25FC-735C9F2888D4}"/>
              </a:ext>
            </a:extLst>
          </p:cNvPr>
          <p:cNvSpPr txBox="1">
            <a:spLocks/>
          </p:cNvSpPr>
          <p:nvPr>
            <p:custDataLst>
              <p:tags r:id="rId26"/>
            </p:custDataLst>
          </p:nvPr>
        </p:nvSpPr>
        <p:spPr bwMode="gray">
          <a:xfrm>
            <a:off x="4883149" y="2482850"/>
            <a:ext cx="3381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3284" tIns="0" rIns="23284" bIns="0" rtlCol="0" anchor="b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7660F282-CF22-4656-96C2-0BCCCE0FF2E3}" type="datetime'''''''''''''''16''3'''''''''''''''''''''">
              <a:rPr lang="zh-CN" altLang="en-US" sz="1333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163</a:t>
            </a:fld>
            <a:endParaRPr lang="zh-CN" altLang="en-US" sz="1333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95" name="Text Placeholder 2">
            <a:extLst>
              <a:ext uri="{FF2B5EF4-FFF2-40B4-BE49-F238E27FC236}">
                <a16:creationId xmlns:a16="http://schemas.microsoft.com/office/drawing/2014/main" id="{BBD745E1-A393-2920-5E84-F7E5F74BB06F}"/>
              </a:ext>
            </a:extLst>
          </p:cNvPr>
          <p:cNvSpPr txBox="1">
            <a:spLocks/>
          </p:cNvSpPr>
          <p:nvPr>
            <p:custDataLst>
              <p:tags r:id="rId27"/>
            </p:custDataLst>
          </p:nvPr>
        </p:nvSpPr>
        <p:spPr bwMode="gray">
          <a:xfrm>
            <a:off x="5480049" y="1927225"/>
            <a:ext cx="3381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3284" tIns="0" rIns="23284" bIns="0" rtlCol="0" anchor="b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CEB4B0F2-D7FD-49C4-8976-E9A249B0ACEA}" type="datetime'''''''1''''''''''''''''''''9''''''''''''''''''''5'''''''">
              <a:rPr lang="zh-CN" altLang="en-US" sz="1333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195</a:t>
            </a:fld>
            <a:endParaRPr lang="zh-CN" altLang="en-US" sz="1333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07" name="Text Placeholder 2">
            <a:extLst>
              <a:ext uri="{FF2B5EF4-FFF2-40B4-BE49-F238E27FC236}">
                <a16:creationId xmlns:a16="http://schemas.microsoft.com/office/drawing/2014/main" id="{9CA34B9E-7CE4-03EA-FEF9-2ED692030A05}"/>
              </a:ext>
            </a:extLst>
          </p:cNvPr>
          <p:cNvSpPr txBox="1">
            <a:spLocks/>
          </p:cNvSpPr>
          <p:nvPr>
            <p:custDataLst>
              <p:tags r:id="rId28"/>
            </p:custDataLst>
          </p:nvPr>
        </p:nvSpPr>
        <p:spPr bwMode="gray">
          <a:xfrm>
            <a:off x="6076949" y="2603500"/>
            <a:ext cx="3381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3284" tIns="0" rIns="23284" bIns="0" rtlCol="0" anchor="b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38551E90-C722-4EDE-8577-A708E4F37095}" type="datetime'''''''1''''5''''''''''''''''''''6'''''''''''''''''''''''">
              <a:rPr lang="zh-CN" altLang="en-US" sz="1333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156</a:t>
            </a:fld>
            <a:endParaRPr lang="zh-CN" altLang="en-US" sz="1333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18" name="Text Placeholder 2">
            <a:extLst>
              <a:ext uri="{FF2B5EF4-FFF2-40B4-BE49-F238E27FC236}">
                <a16:creationId xmlns:a16="http://schemas.microsoft.com/office/drawing/2014/main" id="{DAA4789F-3FC8-EEE5-94CD-AD4E46F26804}"/>
              </a:ext>
            </a:extLst>
          </p:cNvPr>
          <p:cNvSpPr txBox="1">
            <a:spLocks/>
          </p:cNvSpPr>
          <p:nvPr>
            <p:custDataLst>
              <p:tags r:id="rId29"/>
            </p:custDataLst>
          </p:nvPr>
        </p:nvSpPr>
        <p:spPr bwMode="gray">
          <a:xfrm>
            <a:off x="6673849" y="1217613"/>
            <a:ext cx="3381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3284" tIns="0" rIns="23284" bIns="0" rtlCol="0" anchor="b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58DB5B0-3CD3-4299-8EF0-CA3C9FEDC655}" type="datetime'''''''''''''''''''''''''''''''''''''2''''''''3''''6'''''">
              <a:rPr lang="zh-CN" altLang="en-US" sz="1333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236</a:t>
            </a:fld>
            <a:endParaRPr lang="zh-CN" altLang="en-US" sz="1333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34" name="Text Placeholder 2">
            <a:extLst>
              <a:ext uri="{FF2B5EF4-FFF2-40B4-BE49-F238E27FC236}">
                <a16:creationId xmlns:a16="http://schemas.microsoft.com/office/drawing/2014/main" id="{71820D42-5788-098C-563E-348FD93685CF}"/>
              </a:ext>
            </a:extLst>
          </p:cNvPr>
          <p:cNvSpPr txBox="1">
            <a:spLocks/>
          </p:cNvSpPr>
          <p:nvPr>
            <p:custDataLst>
              <p:tags r:id="rId30"/>
            </p:custDataLst>
          </p:nvPr>
        </p:nvSpPr>
        <p:spPr bwMode="gray">
          <a:xfrm>
            <a:off x="7269162" y="1997075"/>
            <a:ext cx="3381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3284" tIns="0" rIns="23284" bIns="0" rtlCol="0" anchor="b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0981CDD1-6A9F-4ED3-B79D-BA9A5D460D69}" type="datetime'''''''''1''''''''''''''''''''9''''1'''''">
              <a:rPr lang="zh-CN" altLang="en-US" sz="1333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191</a:t>
            </a:fld>
            <a:endParaRPr lang="zh-CN" altLang="en-US" sz="1333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145" name="Text Placeholder 2">
            <a:extLst>
              <a:ext uri="{FF2B5EF4-FFF2-40B4-BE49-F238E27FC236}">
                <a16:creationId xmlns:a16="http://schemas.microsoft.com/office/drawing/2014/main" id="{AA562F88-CEA2-A957-C0E7-C8D197364E77}"/>
              </a:ext>
            </a:extLst>
          </p:cNvPr>
          <p:cNvSpPr txBox="1">
            <a:spLocks/>
          </p:cNvSpPr>
          <p:nvPr>
            <p:custDataLst>
              <p:tags r:id="rId31"/>
            </p:custDataLst>
          </p:nvPr>
        </p:nvSpPr>
        <p:spPr bwMode="gray">
          <a:xfrm>
            <a:off x="7866062" y="3122613"/>
            <a:ext cx="338138" cy="18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none" lIns="23284" tIns="0" rIns="23284" bIns="0" rtlCol="0" anchor="b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D0579F5D-6488-44D9-AD9D-A3F178227088}" type="datetime'''''''''''1''''''''''''''''2''6'''''''''''''''''''''''''">
              <a:rPr lang="zh-CN" altLang="en-US" sz="1333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126</a:t>
            </a:fld>
            <a:endParaRPr lang="zh-CN" altLang="en-US" sz="1333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sp>
        <p:nvSpPr>
          <p:cNvPr id="314" name="Text Placeholder 2">
            <a:extLst>
              <a:ext uri="{FF2B5EF4-FFF2-40B4-BE49-F238E27FC236}">
                <a16:creationId xmlns:a16="http://schemas.microsoft.com/office/drawing/2014/main" id="{4E978516-8829-78CA-E4FC-17F80C4F6FE0}"/>
              </a:ext>
            </a:extLst>
          </p:cNvPr>
          <p:cNvSpPr txBox="1">
            <a:spLocks/>
          </p:cNvSpPr>
          <p:nvPr>
            <p:custDataLst>
              <p:tags r:id="rId32"/>
            </p:custDataLst>
          </p:nvPr>
        </p:nvSpPr>
        <p:spPr bwMode="auto">
          <a:xfrm>
            <a:off x="7431087" y="1624013"/>
            <a:ext cx="609600" cy="258763"/>
          </a:xfrm>
          <a:prstGeom prst="ellipse">
            <a:avLst/>
          </a:prstGeom>
          <a:solidFill>
            <a:schemeClr val="bg1"/>
          </a:solidFill>
          <a:ln w="9525" cmpd="sng">
            <a:solidFill>
              <a:schemeClr val="tx1"/>
            </a:solidFill>
          </a:ln>
          <a:effectLst/>
        </p:spPr>
        <p:txBody>
          <a:bodyPr vert="horz" wrap="none" lIns="0" tIns="0" rIns="0" bIns="0" rtlCol="0" anchor="ctr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ct val="0"/>
              </a:spcBef>
              <a:spcAft>
                <a:spcPct val="0"/>
              </a:spcAft>
              <a:buNone/>
            </a:pPr>
            <a:fld id="{FBF68AC2-D284-405E-8638-B62C645F8FA9}" type="datetime'''''''''-''''''3''''''''''''''4''''''''''''''''%'''''''">
              <a:rPr lang="en-US" altLang="en-US" sz="1333" b="1">
                <a:latin typeface="HarmonyOS Sans SC" pitchFamily="2" charset="-122"/>
                <a:ea typeface="HarmonyOS Sans SC" pitchFamily="2" charset="-122"/>
                <a:sym typeface="HarmonyOS Sans SC" pitchFamily="2" charset="-122"/>
              </a:rPr>
              <a:pPr marL="0" indent="0" algn="ctr">
                <a:spcBef>
                  <a:spcPct val="0"/>
                </a:spcBef>
                <a:spcAft>
                  <a:spcPct val="0"/>
                </a:spcAft>
                <a:buNone/>
              </a:pPr>
              <a:t>-34%</a:t>
            </a:fld>
            <a:endParaRPr lang="zh-CN" altLang="en-US" sz="1333" b="1" dirty="0">
              <a:latin typeface="HarmonyOS Sans SC" pitchFamily="2" charset="-122"/>
              <a:ea typeface="HarmonyOS Sans SC" pitchFamily="2" charset="-122"/>
              <a:sym typeface="HarmonyOS Sans SC" pitchFamily="2" charset="-122"/>
            </a:endParaRPr>
          </a:p>
        </p:txBody>
      </p:sp>
      <p:cxnSp>
        <p:nvCxnSpPr>
          <p:cNvPr id="322" name="直线连接符 321">
            <a:extLst>
              <a:ext uri="{FF2B5EF4-FFF2-40B4-BE49-F238E27FC236}">
                <a16:creationId xmlns:a16="http://schemas.microsoft.com/office/drawing/2014/main" id="{22323B32-EBD3-9206-E770-A258EFEB4490}"/>
              </a:ext>
            </a:extLst>
          </p:cNvPr>
          <p:cNvCxnSpPr>
            <a:cxnSpLocks/>
          </p:cNvCxnSpPr>
          <p:nvPr/>
        </p:nvCxnSpPr>
        <p:spPr>
          <a:xfrm>
            <a:off x="8429873" y="3255541"/>
            <a:ext cx="3264208" cy="0"/>
          </a:xfrm>
          <a:prstGeom prst="line">
            <a:avLst/>
          </a:prstGeom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5" name="文本框 324">
            <a:extLst>
              <a:ext uri="{FF2B5EF4-FFF2-40B4-BE49-F238E27FC236}">
                <a16:creationId xmlns:a16="http://schemas.microsoft.com/office/drawing/2014/main" id="{A72A4808-EFF4-7C9C-AC5A-275FBC72F33C}"/>
              </a:ext>
            </a:extLst>
          </p:cNvPr>
          <p:cNvSpPr txBox="1"/>
          <p:nvPr/>
        </p:nvSpPr>
        <p:spPr>
          <a:xfrm>
            <a:off x="9719420" y="2737399"/>
            <a:ext cx="83067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2018-23</a:t>
            </a:r>
          </a:p>
          <a:p>
            <a:r>
              <a:rPr kumimoji="1" lang="en-US" altLang="zh-CN" sz="1200" b="1" dirty="0">
                <a:latin typeface="HarmonyOS Sans SC" pitchFamily="2" charset="-122"/>
                <a:ea typeface="HarmonyOS Sans SC" pitchFamily="2" charset="-122"/>
              </a:rPr>
              <a:t>CAGR, %</a:t>
            </a:r>
            <a:endParaRPr kumimoji="1" lang="zh-CN" altLang="en-US" sz="1200" b="1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26" name="文本框 325">
            <a:extLst>
              <a:ext uri="{FF2B5EF4-FFF2-40B4-BE49-F238E27FC236}">
                <a16:creationId xmlns:a16="http://schemas.microsoft.com/office/drawing/2014/main" id="{E668CE4E-0920-87DF-4A72-4F878DB48073}"/>
              </a:ext>
            </a:extLst>
          </p:cNvPr>
          <p:cNvSpPr txBox="1"/>
          <p:nvPr/>
        </p:nvSpPr>
        <p:spPr>
          <a:xfrm>
            <a:off x="10703832" y="2737380"/>
            <a:ext cx="9396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kumimoji="1" sz="1000" b="1">
                <a:latin typeface="Source Han Serif CN Medium" panose="02020400000000000000" pitchFamily="18" charset="-128"/>
                <a:ea typeface="Source Han Serif CN Medium" panose="02020400000000000000" pitchFamily="18" charset="-128"/>
              </a:defRPr>
            </a:lvl1pPr>
          </a:lstStyle>
          <a:p>
            <a:r>
              <a:rPr lang="en-US" altLang="zh-CN" sz="1200" dirty="0">
                <a:latin typeface="HarmonyOS Sans SC" pitchFamily="2" charset="-122"/>
                <a:ea typeface="HarmonyOS Sans SC" pitchFamily="2" charset="-122"/>
              </a:rPr>
              <a:t>2022-23</a:t>
            </a:r>
          </a:p>
          <a:p>
            <a:r>
              <a:rPr lang="en-US" altLang="zh-CN" sz="1200" dirty="0">
                <a:latin typeface="HarmonyOS Sans SC" pitchFamily="2" charset="-122"/>
                <a:ea typeface="HarmonyOS Sans SC" pitchFamily="2" charset="-122"/>
              </a:rPr>
              <a:t>growth, %</a:t>
            </a:r>
            <a:endParaRPr lang="zh-CN" altLang="en-US" sz="1200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28" name="文本框 327">
            <a:extLst>
              <a:ext uri="{FF2B5EF4-FFF2-40B4-BE49-F238E27FC236}">
                <a16:creationId xmlns:a16="http://schemas.microsoft.com/office/drawing/2014/main" id="{4D736184-BAE2-412B-11C3-58F1B409B189}"/>
              </a:ext>
            </a:extLst>
          </p:cNvPr>
          <p:cNvSpPr txBox="1"/>
          <p:nvPr/>
        </p:nvSpPr>
        <p:spPr>
          <a:xfrm>
            <a:off x="8367711" y="3323578"/>
            <a:ext cx="498855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67" dirty="0">
                <a:latin typeface="HarmonyOS Sans SC" pitchFamily="2" charset="-122"/>
                <a:ea typeface="HarmonyOS Sans SC" pitchFamily="2" charset="-122"/>
              </a:rPr>
              <a:t>Total</a:t>
            </a:r>
            <a:endParaRPr kumimoji="1" lang="zh-CN" altLang="en-US" sz="1067" dirty="0">
              <a:latin typeface="HarmonyOS Sans SC" pitchFamily="2" charset="-122"/>
              <a:ea typeface="HarmonyOS Sans SC" pitchFamily="2" charset="-122"/>
            </a:endParaRPr>
          </a:p>
        </p:txBody>
      </p:sp>
      <p:cxnSp>
        <p:nvCxnSpPr>
          <p:cNvPr id="329" name="直线连接符 328">
            <a:extLst>
              <a:ext uri="{FF2B5EF4-FFF2-40B4-BE49-F238E27FC236}">
                <a16:creationId xmlns:a16="http://schemas.microsoft.com/office/drawing/2014/main" id="{D7A12FD3-5F94-19D3-43B1-050B8D770CE2}"/>
              </a:ext>
            </a:extLst>
          </p:cNvPr>
          <p:cNvCxnSpPr>
            <a:cxnSpLocks/>
          </p:cNvCxnSpPr>
          <p:nvPr/>
        </p:nvCxnSpPr>
        <p:spPr>
          <a:xfrm>
            <a:off x="8429873" y="3646786"/>
            <a:ext cx="3264208" cy="0"/>
          </a:xfrm>
          <a:prstGeom prst="line">
            <a:avLst/>
          </a:prstGeom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0" name="直线连接符 329">
            <a:extLst>
              <a:ext uri="{FF2B5EF4-FFF2-40B4-BE49-F238E27FC236}">
                <a16:creationId xmlns:a16="http://schemas.microsoft.com/office/drawing/2014/main" id="{32B6599E-0DD7-9CC7-BDCD-386FE58D68AC}"/>
              </a:ext>
            </a:extLst>
          </p:cNvPr>
          <p:cNvCxnSpPr>
            <a:cxnSpLocks/>
          </p:cNvCxnSpPr>
          <p:nvPr/>
        </p:nvCxnSpPr>
        <p:spPr>
          <a:xfrm>
            <a:off x="8429873" y="4038032"/>
            <a:ext cx="3264208" cy="0"/>
          </a:xfrm>
          <a:prstGeom prst="line">
            <a:avLst/>
          </a:prstGeom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1" name="直线连接符 330">
            <a:extLst>
              <a:ext uri="{FF2B5EF4-FFF2-40B4-BE49-F238E27FC236}">
                <a16:creationId xmlns:a16="http://schemas.microsoft.com/office/drawing/2014/main" id="{469F2610-4042-7C9F-F9AB-7FF65005B07D}"/>
              </a:ext>
            </a:extLst>
          </p:cNvPr>
          <p:cNvCxnSpPr>
            <a:cxnSpLocks/>
          </p:cNvCxnSpPr>
          <p:nvPr/>
        </p:nvCxnSpPr>
        <p:spPr>
          <a:xfrm>
            <a:off x="8429873" y="4429277"/>
            <a:ext cx="3264208" cy="0"/>
          </a:xfrm>
          <a:prstGeom prst="line">
            <a:avLst/>
          </a:prstGeom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2" name="直线连接符 331">
            <a:extLst>
              <a:ext uri="{FF2B5EF4-FFF2-40B4-BE49-F238E27FC236}">
                <a16:creationId xmlns:a16="http://schemas.microsoft.com/office/drawing/2014/main" id="{40D44365-6231-9FF1-5C7A-C2266084268C}"/>
              </a:ext>
            </a:extLst>
          </p:cNvPr>
          <p:cNvCxnSpPr>
            <a:cxnSpLocks/>
          </p:cNvCxnSpPr>
          <p:nvPr/>
        </p:nvCxnSpPr>
        <p:spPr>
          <a:xfrm>
            <a:off x="8429874" y="4820522"/>
            <a:ext cx="3247620" cy="0"/>
          </a:xfrm>
          <a:prstGeom prst="line">
            <a:avLst/>
          </a:prstGeom>
          <a:ln w="9525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4" name="矩形 333">
            <a:extLst>
              <a:ext uri="{FF2B5EF4-FFF2-40B4-BE49-F238E27FC236}">
                <a16:creationId xmlns:a16="http://schemas.microsoft.com/office/drawing/2014/main" id="{4363D33A-3C47-AB31-9D3E-60BB3C636C5F}"/>
              </a:ext>
            </a:extLst>
          </p:cNvPr>
          <p:cNvSpPr/>
          <p:nvPr/>
        </p:nvSpPr>
        <p:spPr>
          <a:xfrm>
            <a:off x="8429874" y="3768348"/>
            <a:ext cx="155329" cy="148124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39" name="矩形 338">
            <a:extLst>
              <a:ext uri="{FF2B5EF4-FFF2-40B4-BE49-F238E27FC236}">
                <a16:creationId xmlns:a16="http://schemas.microsoft.com/office/drawing/2014/main" id="{7D25C5C3-720B-A169-43EF-CC8009F353F0}"/>
              </a:ext>
            </a:extLst>
          </p:cNvPr>
          <p:cNvSpPr/>
          <p:nvPr/>
        </p:nvSpPr>
        <p:spPr>
          <a:xfrm>
            <a:off x="8429873" y="4159594"/>
            <a:ext cx="155329" cy="148124"/>
          </a:xfrm>
          <a:prstGeom prst="rect">
            <a:avLst/>
          </a:prstGeom>
          <a:solidFill>
            <a:srgbClr val="00ACF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40" name="矩形 339">
            <a:extLst>
              <a:ext uri="{FF2B5EF4-FFF2-40B4-BE49-F238E27FC236}">
                <a16:creationId xmlns:a16="http://schemas.microsoft.com/office/drawing/2014/main" id="{218173D1-201F-A150-FB89-EFB679D18BBD}"/>
              </a:ext>
            </a:extLst>
          </p:cNvPr>
          <p:cNvSpPr/>
          <p:nvPr/>
        </p:nvSpPr>
        <p:spPr>
          <a:xfrm>
            <a:off x="8429873" y="4550839"/>
            <a:ext cx="155329" cy="148124"/>
          </a:xfrm>
          <a:prstGeom prst="rect">
            <a:avLst/>
          </a:prstGeom>
          <a:solidFill>
            <a:srgbClr val="00BBA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41" name="矩形 340">
            <a:extLst>
              <a:ext uri="{FF2B5EF4-FFF2-40B4-BE49-F238E27FC236}">
                <a16:creationId xmlns:a16="http://schemas.microsoft.com/office/drawing/2014/main" id="{0A534B9A-C6D7-28BF-9369-DE05A82F52D7}"/>
              </a:ext>
            </a:extLst>
          </p:cNvPr>
          <p:cNvSpPr/>
          <p:nvPr/>
        </p:nvSpPr>
        <p:spPr>
          <a:xfrm>
            <a:off x="8429873" y="4942084"/>
            <a:ext cx="155329" cy="148124"/>
          </a:xfrm>
          <a:prstGeom prst="rect">
            <a:avLst/>
          </a:prstGeom>
          <a:solidFill>
            <a:srgbClr val="0352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42" name="文本框 341">
            <a:extLst>
              <a:ext uri="{FF2B5EF4-FFF2-40B4-BE49-F238E27FC236}">
                <a16:creationId xmlns:a16="http://schemas.microsoft.com/office/drawing/2014/main" id="{4E2810B9-C535-26D9-D0EA-F829E51C77A1}"/>
              </a:ext>
            </a:extLst>
          </p:cNvPr>
          <p:cNvSpPr txBox="1"/>
          <p:nvPr/>
        </p:nvSpPr>
        <p:spPr>
          <a:xfrm>
            <a:off x="8565256" y="3721065"/>
            <a:ext cx="1013419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67" dirty="0">
                <a:latin typeface="HarmonyOS Sans SC" pitchFamily="2" charset="-122"/>
                <a:ea typeface="HarmonyOS Sans SC" pitchFamily="2" charset="-122"/>
              </a:rPr>
              <a:t>Value added</a:t>
            </a:r>
            <a:endParaRPr kumimoji="1" lang="zh-CN" altLang="en-US" sz="1067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43" name="文本框 342">
            <a:extLst>
              <a:ext uri="{FF2B5EF4-FFF2-40B4-BE49-F238E27FC236}">
                <a16:creationId xmlns:a16="http://schemas.microsoft.com/office/drawing/2014/main" id="{CCDA86F4-E1FE-08B9-1A53-6B2C445AA71C}"/>
              </a:ext>
            </a:extLst>
          </p:cNvPr>
          <p:cNvSpPr txBox="1"/>
          <p:nvPr/>
        </p:nvSpPr>
        <p:spPr>
          <a:xfrm>
            <a:off x="8557715" y="4106767"/>
            <a:ext cx="1043876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67" dirty="0">
                <a:latin typeface="HarmonyOS Sans SC" pitchFamily="2" charset="-122"/>
                <a:ea typeface="HarmonyOS Sans SC" pitchFamily="2" charset="-122"/>
              </a:rPr>
              <a:t>Opportunistic</a:t>
            </a:r>
            <a:endParaRPr kumimoji="1" lang="zh-CN" altLang="en-US" sz="1067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44" name="文本框 343">
            <a:extLst>
              <a:ext uri="{FF2B5EF4-FFF2-40B4-BE49-F238E27FC236}">
                <a16:creationId xmlns:a16="http://schemas.microsoft.com/office/drawing/2014/main" id="{BF5F0451-F140-2BDA-E3E4-0144166F7589}"/>
              </a:ext>
            </a:extLst>
          </p:cNvPr>
          <p:cNvSpPr txBox="1"/>
          <p:nvPr/>
        </p:nvSpPr>
        <p:spPr>
          <a:xfrm>
            <a:off x="8557715" y="4503439"/>
            <a:ext cx="502061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67" dirty="0">
                <a:latin typeface="HarmonyOS Sans SC" pitchFamily="2" charset="-122"/>
                <a:ea typeface="HarmonyOS Sans SC" pitchFamily="2" charset="-122"/>
              </a:rPr>
              <a:t>Debt</a:t>
            </a:r>
            <a:endParaRPr kumimoji="1" lang="zh-CN" altLang="en-US" sz="1067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45" name="文本框 344">
            <a:extLst>
              <a:ext uri="{FF2B5EF4-FFF2-40B4-BE49-F238E27FC236}">
                <a16:creationId xmlns:a16="http://schemas.microsoft.com/office/drawing/2014/main" id="{11FFFC01-E614-E676-A8BC-C8B2839CC167}"/>
              </a:ext>
            </a:extLst>
          </p:cNvPr>
          <p:cNvSpPr txBox="1"/>
          <p:nvPr/>
        </p:nvSpPr>
        <p:spPr>
          <a:xfrm>
            <a:off x="8565256" y="4877384"/>
            <a:ext cx="811441" cy="4207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67" dirty="0">
                <a:latin typeface="HarmonyOS Sans SC" pitchFamily="2" charset="-122"/>
                <a:ea typeface="HarmonyOS Sans SC" pitchFamily="2" charset="-122"/>
              </a:rPr>
              <a:t>Core and</a:t>
            </a:r>
          </a:p>
          <a:p>
            <a:r>
              <a:rPr kumimoji="1" lang="en-US" altLang="zh-CN" sz="1067" dirty="0">
                <a:latin typeface="HarmonyOS Sans SC" pitchFamily="2" charset="-122"/>
                <a:ea typeface="HarmonyOS Sans SC" pitchFamily="2" charset="-122"/>
              </a:rPr>
              <a:t>core-plus</a:t>
            </a:r>
            <a:endParaRPr kumimoji="1" lang="zh-CN" altLang="en-US" sz="1067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46" name="文本框 345">
            <a:extLst>
              <a:ext uri="{FF2B5EF4-FFF2-40B4-BE49-F238E27FC236}">
                <a16:creationId xmlns:a16="http://schemas.microsoft.com/office/drawing/2014/main" id="{BCBD6809-D27D-64CD-F3A3-FF18B188EB5C}"/>
              </a:ext>
            </a:extLst>
          </p:cNvPr>
          <p:cNvSpPr txBox="1"/>
          <p:nvPr/>
        </p:nvSpPr>
        <p:spPr>
          <a:xfrm>
            <a:off x="9911408" y="3331612"/>
            <a:ext cx="441146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kumimoji="1" sz="800">
                <a:latin typeface="Source Han Serif CN Medium" panose="02020400000000000000" pitchFamily="18" charset="-128"/>
                <a:ea typeface="Source Han Serif CN Medium" panose="02020400000000000000" pitchFamily="18" charset="-128"/>
              </a:defRPr>
            </a:lvl1pPr>
          </a:lstStyle>
          <a:p>
            <a:r>
              <a:rPr lang="en-US" altLang="zh-CN" sz="1067" dirty="0">
                <a:latin typeface="HarmonyOS Sans SC" pitchFamily="2" charset="-122"/>
                <a:ea typeface="HarmonyOS Sans SC" pitchFamily="2" charset="-122"/>
              </a:rPr>
              <a:t>-5.2</a:t>
            </a:r>
            <a:endParaRPr lang="zh-CN" altLang="en-US" sz="1067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90" name="文本框 389">
            <a:extLst>
              <a:ext uri="{FF2B5EF4-FFF2-40B4-BE49-F238E27FC236}">
                <a16:creationId xmlns:a16="http://schemas.microsoft.com/office/drawing/2014/main" id="{165579CC-39A9-6B92-35F2-D57EC886EB92}"/>
              </a:ext>
            </a:extLst>
          </p:cNvPr>
          <p:cNvSpPr txBox="1"/>
          <p:nvPr/>
        </p:nvSpPr>
        <p:spPr>
          <a:xfrm>
            <a:off x="9911408" y="3728240"/>
            <a:ext cx="441146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kumimoji="1" sz="800">
                <a:latin typeface="Source Han Serif CN Medium" panose="02020400000000000000" pitchFamily="18" charset="-128"/>
                <a:ea typeface="Source Han Serif CN Medium" panose="02020400000000000000" pitchFamily="18" charset="-128"/>
              </a:defRPr>
            </a:lvl1pPr>
          </a:lstStyle>
          <a:p>
            <a:r>
              <a:rPr lang="en-US" altLang="zh-CN" sz="1067" dirty="0">
                <a:latin typeface="HarmonyOS Sans SC" pitchFamily="2" charset="-122"/>
                <a:ea typeface="HarmonyOS Sans SC" pitchFamily="2" charset="-122"/>
              </a:rPr>
              <a:t>-7.7</a:t>
            </a:r>
            <a:endParaRPr lang="zh-CN" altLang="en-US" sz="1067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91" name="文本框 390">
            <a:extLst>
              <a:ext uri="{FF2B5EF4-FFF2-40B4-BE49-F238E27FC236}">
                <a16:creationId xmlns:a16="http://schemas.microsoft.com/office/drawing/2014/main" id="{72EA469C-9ED1-EB46-1344-FF088C027D4A}"/>
              </a:ext>
            </a:extLst>
          </p:cNvPr>
          <p:cNvSpPr txBox="1"/>
          <p:nvPr/>
        </p:nvSpPr>
        <p:spPr>
          <a:xfrm>
            <a:off x="9941865" y="4095331"/>
            <a:ext cx="380232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kumimoji="1" sz="800">
                <a:latin typeface="Source Han Serif CN Medium" panose="02020400000000000000" pitchFamily="18" charset="-128"/>
                <a:ea typeface="Source Han Serif CN Medium" panose="02020400000000000000" pitchFamily="18" charset="-128"/>
              </a:defRPr>
            </a:lvl1pPr>
          </a:lstStyle>
          <a:p>
            <a:r>
              <a:rPr lang="en-US" altLang="zh-CN" sz="1067" dirty="0">
                <a:latin typeface="HarmonyOS Sans SC" pitchFamily="2" charset="-122"/>
                <a:ea typeface="HarmonyOS Sans SC" pitchFamily="2" charset="-122"/>
              </a:rPr>
              <a:t>0.4</a:t>
            </a:r>
            <a:endParaRPr lang="zh-CN" altLang="en-US" sz="1067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92" name="文本框 391">
            <a:extLst>
              <a:ext uri="{FF2B5EF4-FFF2-40B4-BE49-F238E27FC236}">
                <a16:creationId xmlns:a16="http://schemas.microsoft.com/office/drawing/2014/main" id="{6EB68EB8-5C70-1528-9A30-393E3B21B2FA}"/>
              </a:ext>
            </a:extLst>
          </p:cNvPr>
          <p:cNvSpPr txBox="1"/>
          <p:nvPr/>
        </p:nvSpPr>
        <p:spPr>
          <a:xfrm>
            <a:off x="9911408" y="4500076"/>
            <a:ext cx="441146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kumimoji="1" sz="800">
                <a:latin typeface="Source Han Serif CN Medium" panose="02020400000000000000" pitchFamily="18" charset="-128"/>
                <a:ea typeface="Source Han Serif CN Medium" panose="02020400000000000000" pitchFamily="18" charset="-128"/>
              </a:defRPr>
            </a:lvl1pPr>
          </a:lstStyle>
          <a:p>
            <a:r>
              <a:rPr lang="en-US" altLang="zh-CN" sz="1067" dirty="0">
                <a:latin typeface="HarmonyOS Sans SC" pitchFamily="2" charset="-122"/>
                <a:ea typeface="HarmonyOS Sans SC" pitchFamily="2" charset="-122"/>
              </a:rPr>
              <a:t>-9.7</a:t>
            </a:r>
            <a:endParaRPr lang="zh-CN" altLang="en-US" sz="1067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93" name="文本框 392">
            <a:extLst>
              <a:ext uri="{FF2B5EF4-FFF2-40B4-BE49-F238E27FC236}">
                <a16:creationId xmlns:a16="http://schemas.microsoft.com/office/drawing/2014/main" id="{502ECF5C-8BAA-5A28-9F37-A68A823901D2}"/>
              </a:ext>
            </a:extLst>
          </p:cNvPr>
          <p:cNvSpPr txBox="1"/>
          <p:nvPr/>
        </p:nvSpPr>
        <p:spPr>
          <a:xfrm>
            <a:off x="9911408" y="4914322"/>
            <a:ext cx="441146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kumimoji="1" sz="800">
                <a:latin typeface="Source Han Serif CN Medium" panose="02020400000000000000" pitchFamily="18" charset="-128"/>
                <a:ea typeface="Source Han Serif CN Medium" panose="02020400000000000000" pitchFamily="18" charset="-128"/>
              </a:defRPr>
            </a:lvl1pPr>
          </a:lstStyle>
          <a:p>
            <a:r>
              <a:rPr lang="en-US" altLang="zh-CN" sz="1067" dirty="0">
                <a:latin typeface="HarmonyOS Sans SC" pitchFamily="2" charset="-122"/>
                <a:ea typeface="HarmonyOS Sans SC" pitchFamily="2" charset="-122"/>
              </a:rPr>
              <a:t>-8.5</a:t>
            </a:r>
            <a:endParaRPr lang="zh-CN" altLang="en-US" sz="1067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94" name="文本框 393">
            <a:extLst>
              <a:ext uri="{FF2B5EF4-FFF2-40B4-BE49-F238E27FC236}">
                <a16:creationId xmlns:a16="http://schemas.microsoft.com/office/drawing/2014/main" id="{FFC91105-D88A-37B0-E420-3D1407FE3FA9}"/>
              </a:ext>
            </a:extLst>
          </p:cNvPr>
          <p:cNvSpPr txBox="1"/>
          <p:nvPr/>
        </p:nvSpPr>
        <p:spPr>
          <a:xfrm>
            <a:off x="10830090" y="3339011"/>
            <a:ext cx="519694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kumimoji="1" sz="800">
                <a:latin typeface="Source Han Serif CN Medium" panose="02020400000000000000" pitchFamily="18" charset="-128"/>
                <a:ea typeface="Source Han Serif CN Medium" panose="02020400000000000000" pitchFamily="18" charset="-128"/>
              </a:defRPr>
            </a:lvl1pPr>
          </a:lstStyle>
          <a:p>
            <a:r>
              <a:rPr lang="en-US" altLang="zh-CN" sz="1067" dirty="0">
                <a:latin typeface="HarmonyOS Sans SC" pitchFamily="2" charset="-122"/>
                <a:ea typeface="HarmonyOS Sans SC" pitchFamily="2" charset="-122"/>
              </a:rPr>
              <a:t>-34.3</a:t>
            </a:r>
            <a:endParaRPr lang="zh-CN" altLang="en-US" sz="1067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95" name="文本框 394">
            <a:extLst>
              <a:ext uri="{FF2B5EF4-FFF2-40B4-BE49-F238E27FC236}">
                <a16:creationId xmlns:a16="http://schemas.microsoft.com/office/drawing/2014/main" id="{7AFC4355-5BC6-4CD7-43AA-2680C27A94FF}"/>
              </a:ext>
            </a:extLst>
          </p:cNvPr>
          <p:cNvSpPr txBox="1"/>
          <p:nvPr/>
        </p:nvSpPr>
        <p:spPr>
          <a:xfrm>
            <a:off x="10830090" y="3735638"/>
            <a:ext cx="519694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kumimoji="1" sz="800">
                <a:latin typeface="Source Han Serif CN Medium" panose="02020400000000000000" pitchFamily="18" charset="-128"/>
                <a:ea typeface="Source Han Serif CN Medium" panose="02020400000000000000" pitchFamily="18" charset="-128"/>
              </a:defRPr>
            </a:lvl1pPr>
          </a:lstStyle>
          <a:p>
            <a:r>
              <a:rPr lang="en-US" altLang="zh-CN" sz="1067" dirty="0">
                <a:latin typeface="HarmonyOS Sans SC" pitchFamily="2" charset="-122"/>
                <a:ea typeface="HarmonyOS Sans SC" pitchFamily="2" charset="-122"/>
              </a:rPr>
              <a:t>-44.6</a:t>
            </a:r>
            <a:endParaRPr lang="zh-CN" altLang="en-US" sz="1067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96" name="文本框 395">
            <a:extLst>
              <a:ext uri="{FF2B5EF4-FFF2-40B4-BE49-F238E27FC236}">
                <a16:creationId xmlns:a16="http://schemas.microsoft.com/office/drawing/2014/main" id="{1023EAA1-74E1-0ED3-12C4-F05A8381D284}"/>
              </a:ext>
            </a:extLst>
          </p:cNvPr>
          <p:cNvSpPr txBox="1"/>
          <p:nvPr/>
        </p:nvSpPr>
        <p:spPr>
          <a:xfrm>
            <a:off x="10830090" y="4102730"/>
            <a:ext cx="519694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kumimoji="1" sz="800">
                <a:latin typeface="Source Han Serif CN Medium" panose="02020400000000000000" pitchFamily="18" charset="-128"/>
                <a:ea typeface="Source Han Serif CN Medium" panose="02020400000000000000" pitchFamily="18" charset="-128"/>
              </a:defRPr>
            </a:lvl1pPr>
          </a:lstStyle>
          <a:p>
            <a:r>
              <a:rPr lang="en-US" altLang="zh-CN" sz="1067" dirty="0">
                <a:latin typeface="HarmonyOS Sans SC" pitchFamily="2" charset="-122"/>
                <a:ea typeface="HarmonyOS Sans SC" pitchFamily="2" charset="-122"/>
              </a:rPr>
              <a:t>-18.4</a:t>
            </a:r>
            <a:endParaRPr lang="zh-CN" altLang="en-US" sz="1067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97" name="文本框 396">
            <a:extLst>
              <a:ext uri="{FF2B5EF4-FFF2-40B4-BE49-F238E27FC236}">
                <a16:creationId xmlns:a16="http://schemas.microsoft.com/office/drawing/2014/main" id="{1F80566B-8B43-8960-73D4-8F896D5F1D10}"/>
              </a:ext>
            </a:extLst>
          </p:cNvPr>
          <p:cNvSpPr txBox="1"/>
          <p:nvPr/>
        </p:nvSpPr>
        <p:spPr>
          <a:xfrm>
            <a:off x="10830090" y="4507475"/>
            <a:ext cx="519694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kumimoji="1" sz="800">
                <a:latin typeface="Source Han Serif CN Medium" panose="02020400000000000000" pitchFamily="18" charset="-128"/>
                <a:ea typeface="Source Han Serif CN Medium" panose="02020400000000000000" pitchFamily="18" charset="-128"/>
              </a:defRPr>
            </a:lvl1pPr>
          </a:lstStyle>
          <a:p>
            <a:r>
              <a:rPr lang="en-US" altLang="zh-CN" sz="1067" dirty="0">
                <a:latin typeface="HarmonyOS Sans SC" pitchFamily="2" charset="-122"/>
                <a:ea typeface="HarmonyOS Sans SC" pitchFamily="2" charset="-122"/>
              </a:rPr>
              <a:t>-30.5</a:t>
            </a:r>
            <a:endParaRPr lang="zh-CN" altLang="en-US" sz="1067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398" name="文本框 397">
            <a:extLst>
              <a:ext uri="{FF2B5EF4-FFF2-40B4-BE49-F238E27FC236}">
                <a16:creationId xmlns:a16="http://schemas.microsoft.com/office/drawing/2014/main" id="{B8D34C02-0921-936F-ECD2-37D08E05EF7C}"/>
              </a:ext>
            </a:extLst>
          </p:cNvPr>
          <p:cNvSpPr txBox="1"/>
          <p:nvPr/>
        </p:nvSpPr>
        <p:spPr>
          <a:xfrm>
            <a:off x="10830090" y="4921720"/>
            <a:ext cx="519694" cy="256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kumimoji="1" sz="800">
                <a:latin typeface="Source Han Serif CN Medium" panose="02020400000000000000" pitchFamily="18" charset="-128"/>
                <a:ea typeface="Source Han Serif CN Medium" panose="02020400000000000000" pitchFamily="18" charset="-128"/>
              </a:defRPr>
            </a:lvl1pPr>
          </a:lstStyle>
          <a:p>
            <a:r>
              <a:rPr lang="en-US" altLang="zh-CN" sz="1067" dirty="0">
                <a:latin typeface="HarmonyOS Sans SC" pitchFamily="2" charset="-122"/>
                <a:ea typeface="HarmonyOS Sans SC" pitchFamily="2" charset="-122"/>
              </a:rPr>
              <a:t>-51.1</a:t>
            </a:r>
            <a:endParaRPr lang="zh-CN" altLang="en-US" sz="1067" dirty="0">
              <a:latin typeface="HarmonyOS Sans SC" pitchFamily="2" charset="-122"/>
              <a:ea typeface="HarmonyOS Sans SC" pitchFamily="2" charset="-122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80E9513-80DA-DE61-B758-8B0CD0B3CC04}"/>
              </a:ext>
            </a:extLst>
          </p:cNvPr>
          <p:cNvSpPr txBox="1"/>
          <p:nvPr/>
        </p:nvSpPr>
        <p:spPr>
          <a:xfrm>
            <a:off x="462733" y="5899150"/>
            <a:ext cx="40206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Note: Figures may not sum precisely because of rounding.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1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Excludes secondaries, funds of funds, and co-investment vehicles</a:t>
            </a:r>
          </a:p>
          <a:p>
            <a:r>
              <a:rPr kumimoji="1" lang="en-US" altLang="zh-CN" sz="1000" baseline="30000" dirty="0">
                <a:latin typeface="HarmonyOS Sans SC Light" pitchFamily="2" charset="-122"/>
                <a:ea typeface="HarmonyOS Sans SC Light" pitchFamily="2" charset="-122"/>
              </a:rPr>
              <a:t>2</a:t>
            </a:r>
            <a:r>
              <a:rPr kumimoji="1" lang="en-US" altLang="zh-CN" sz="1000" dirty="0">
                <a:latin typeface="HarmonyOS Sans SC Light" pitchFamily="2" charset="-122"/>
                <a:ea typeface="HarmonyOS Sans SC Light" pitchFamily="2" charset="-122"/>
              </a:rPr>
              <a:t>Includes distressed real estate.</a:t>
            </a:r>
          </a:p>
          <a:p>
            <a:r>
              <a:rPr kumimoji="1" lang="en-US" altLang="zh-CN" sz="1000" dirty="0" err="1">
                <a:latin typeface="HarmonyOS Sans SC Light" pitchFamily="2" charset="-122"/>
                <a:ea typeface="HarmonyOS Sans SC Light" pitchFamily="2" charset="-122"/>
              </a:rPr>
              <a:t>Source:Preqin</a:t>
            </a:r>
            <a:endParaRPr kumimoji="1" lang="zh-CN" altLang="en-US" sz="1000" dirty="0">
              <a:latin typeface="HarmonyOS Sans SC Light" pitchFamily="2" charset="-122"/>
              <a:ea typeface="HarmonyOS Sans SC Light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351744575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597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4&quot;&gt;&lt;elem m_fUsage=&quot;3.14659000000000022013E+00&quot;&gt;&lt;m_msothmcolidx val=&quot;0&quot;/&gt;&lt;m_rgb r=&quot;01&quot; g=&quot;A9&quot; b=&quot;F4&quot;/&gt;&lt;/elem&gt;&lt;elem m_fUsage=&quot;1.53899999999999992362E+00&quot;&gt;&lt;m_msothmcolidx val=&quot;0&quot;/&gt;&lt;m_rgb r=&quot;1F&quot; g=&quot;40&quot; b=&quot;E6&quot;/&gt;&lt;/elem&gt;&lt;elem m_fUsage=&quot;9.61908210000000152284E-01&quot;&gt;&lt;m_msothmcolidx val=&quot;0&quot;/&gt;&lt;m_rgb r=&quot;00&quot; g=&quot;48&quot; b=&quot;6F&quot;/&gt;&lt;/elem&gt;&lt;elem m_fUsage=&quot;4.78296900000000135833E-01&quot;&gt;&lt;m_msothmcolidx val=&quot;0&quot;/&gt;&lt;m_rgb r=&quot;B7&quot; g=&quot;BC&quot; b=&quot;CF&quot;/&gt;&lt;/elem&gt;&lt;/m_vecMRU&gt;&lt;/m_mruColor&gt;&lt;m_eweekdayFirstOfWeek val=&quot;1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2yuvzmrNkH7MGG_KG6of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emIbSU8HqoUoZyQ_Ybuk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J1q9dtfu97q9Ih.cJinkQ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QBVAwo3ftwLnPU9Ubi6U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s7_.0TaZBiGlVMOSYOFYQ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y4aEsJlmjvrWBD4sE0xE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Qv3cZl.WTp.J.zfysW7E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QD9sVxG720MomkEJdo6L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8byQId_Tix1BZh3jXvK_w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uO1RLcrzCDPayhz.NEwy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af15hPx1islNOIfBRCv5A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dAmP.kuOp57wz7Ou67G7w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6oWRsI8FMBU152uxsmZM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dpVef7uGmMeOPtzJaJJ0w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SqKTTLEYvR5DeS7BvZliw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kVFm2H4s.QmMDgjwiAt9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95E21qG3xcFEE4cdPIA1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qpyqve_NTcVyjwViZeZ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V51fgUUxnn86aI_NNBx2Q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j8XqsQYTe8xt25_EPHw8w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MSJNgDMAWDdHeKc7gFyEQ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HNFnyU7h2ZHH7aZkOP_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l.zHnu4ECm.h5_SRZa1m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1FdTLPGuuRyeJt.BUo1w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M9_IYHN.OP2YGRQPi561w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2k0O1k0DdFCvP2Wa5ydAg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WMrR5he_5tJl4wfaQlfiw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M3YpW015B1377nAcdzDh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6LwtKFOwpeK39noGUdGmw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VfNLEWR7UwHMOkNzRYGu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GowDEHZAoy38O7iqjtI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KYHBdbqSFAhnN0Jn80cL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0Id4ogO3DucI1biOGAdB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5JnQu6prXTHZM5mpjw3jw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8M0nyVWcuR1O6iJMOiXLA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ZeJtT.VHLv.Y8RCUzGTo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lZQgX0AzmY6NTJDx.Oz_Q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SPutT406.z9EXiwS.oT1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zgFYAiUsLxM9YsHUH1hyw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jfJsk3Il5G3pid2BNe4ZQ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E0jRhwQCpziqY4d423vZQ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tUi.Y3iXAoZNuHALUd2.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LpyTGXjkuiMTrvNts4Lp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XWwNc1KzI0HF_kT42o3CA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xSdwAJw8jHkQMpVdd3_EA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1c0o984vkprrTqeRskLRsA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pCaNyIlMw9.f7SrofHAwg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Xs9ejHqrUDlhGgpK08ug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9Z0.7AHB1dlvWGhFAOBJ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iRTHDFkorHIt60NV4T77Q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Q7KZ4SU55hP0hrI59JENA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Co0HC_8Hh2coTMl80LzBQ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.K.5SUP36WsI40ayhHvnw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J8b7B8ULZxvpkzlr319uw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8olDFSI9zC9rNtZvAQ.N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mIQoN37sx8DE0YDqwdkMw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2yuvzmrNkH7MGG_KG6ofA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73.0fyLHB78I6hQGuZ54A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0NpBMN1ykBGai0fC2rfA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mPdAxwzvQV.brRyKIYY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NsAvTD3jHU3SjqNZ2nRlQ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BHzhBSfvrwPawhZxbw1Wg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XaouCZHY48WgT7EedgBgw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tmugSEjEFDmG0XdTfobxA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.3R33jKwDIFew533Sz8ug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oSePSgsXgGY11EJksYxDQ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0wNRXOYt4sng8penmq3NA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TRnu_4ICAvICixZ3hgKFg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6sfw7G_EHctHVckVsvo6A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jvUfKZHcXGYdnH10vdV.g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._AsDUQZskhtVVm42OcPQ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S3RmtEAGPNea5vHy3bg9A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GiJnrTu3fRdjW5sF0KudA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G14KSvxF0w0L1RgjLz7xQ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sXdtohNYb4b9qg5jnSXmg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lZPgv.Ugyn6HHNJN8d7wA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DYQFCJ85w_Ruj_Tg1YZu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tcq0LT9yIH1qoYXzFjpNA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BVarIqQAghEQDpnOp4VoA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J13BJ5kkha_2XbzWX9ZJw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S1Llv2lkPBHu039LRL_yQ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oDPhCktrowV8y_8hzm.EA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LfIQ_ZaFHXsDJzyswzwbw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STaeoaUZ0lrLD8ncXaw6mA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tvFDDSJGWd9zY_Mts8AbQ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dpVef7uGmMeOPtzJaJJ0w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j8XqsQYTe8xt25_EPHw8w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kVFm2H4s.QmMDgjwiAt9A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95E21qG3xcFEE4cdPIA1g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zqpyqve_NTcVyjwViZeZg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V51fgUUxnn86aI_NNBx2Q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zgFYAiUsLxM9YsHUH1hyw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MSJNgDMAWDdHeKc7gFyEQ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FHNFnyU7h2ZHH7aZkOP_Q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l.zHnu4ECm.h5_SRZa1mQ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46jZ_IWoFdNgqy52I2J6g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d1FdTLPGuuRyeJt.BUo1w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2M9_IYHN.OP2YGRQPi561w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sfbQbHV_6sJDslYCw93Dw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O4yYKAOYhFHXgAkxMwzUg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oK3uLDLMHzlqZedPXyKjA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bilZCv5A9kQ7dnEeBTYLA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BDDsZqJI8KKZd6IdsB7Zg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hJfm2pLOfqAAFClyJaQ.A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rL4hxHItTQccHEVcT9yFQ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MNC2yLp.gGOxePF12G1DA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Pt.hdcZiVlj6COZuguqow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G6qDx5nfUXDs2yl.Ov33A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S0aZ.8jJ1nHz1HBpIcKBg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ynWQxZzKokQR7qhnBXtjA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q_n224xtLuyVtcTRe_6sg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_OlM0GeQnqUBMcV3Q9Wqw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VEkdJtCmLKjKJxCrm6xw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l6Wh5jVJwzsvgHOuMSfNQ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4GCb3.XgvG1Lww7DEpGxw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LqMF9ctdQkRDkTdrnAOEA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SqKTTLEYvR5DeS7BvZliw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P1VALxT6oyWRreJOR60zw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_wH3WzwMnx4Mwo1728Kqg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kncQZkFqJtbCWNMtKUNnw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ueMqa085N1Y4G0FiemLg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wKbKiI3EAufHFG1GIrr9A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13DKJlRutVp5YQWVZlRWw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2EzZrCOmzPGDID1Ihd50A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Pj9kuaXyGivSWtQo9IYtw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qUCMmrpolGkBWlmC23hOA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Q00jtozBwwXeEC9UpmyLA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po8VOTAkiU09NBmoTTtWg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RrXsjIqJ1JT8SkX6h2Jdg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HkyszuB3C_zVtl_08.UTg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1tyGLFyDJQB0InrQ7IXSg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.K_dXP1VsseFv36fSnmIw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lgLRHtENzQXJHPey7Abtw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3s.Vvu0QsX3rP0EqUyjXA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zGAQST7c9PT5aYqJsR2zFQ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e2GjwUadvyUmKqjQlctng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G6OKwXBg6R_40PGSejU2A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r5C0RFmgadd344S4qo.ng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lKB_4AcKmiToasdCyMPrw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gsh7uiJ3Sw.xTwZAm3Yug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p3ZQNeusqflu1AbguUUhg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q43r3wm8RbWd0xWRokDktg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zmlRS4Kp9zJzv3NCdW8yA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EWD7pQNpi7bHino1PTWCw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CnoY1lvxjkOEKjkBIp20Q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JVf7cA7czYCfLq3nIl9bw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gPdYvuKuM7aJOXT1fvxDg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pR4NMVbZTe6w61CIvPSuw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Zk2hOGPz7pSANo2EchD1A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C8_TrpAmFZbRi0h2pyIfQ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v0oZrxnC78uovmUIUQ7LQ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lgrwQN.Pfsu.CQeUa.7zw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8Gx59LiRGuOyjEfGpqHkA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Xhe2gSr4Yj_m6fjn8Ctwg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lJKynWE5YYcD3txsot6Zg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z18WgTtvCt4aZz9SjA7.w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k1Ssjv2iaMhNM31noYfTQ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acFm0_JR97FOwuHU3iARg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h6qGE5oDdjpWaSik_pSQQ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mqT.S5byQmhDMe9fo9ctA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wi2f5gBfz218nkCnSLQmQ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0nB8PlLj9ZXFb_n2I0new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MnsfFvlIu.NhvVBbAZJ5A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lQKYR9OuRfXyFl8RmUwPQ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Ejd4x1GLxcKmy6E0S.hew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uLabd2CgwNREM4aN0sBPQ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LLGjzbB5arS.np57tCg_w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3_7AQq.sQ.z1BMvSf0vZg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6h.x0ARfZU7IgLkJYz6OA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JVC2.6eriOjv9HzPk_DtA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u.QKWbmFfswyw2BhRe_Sg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UsNKHbWpWAjyZ9Bq06v8w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INnGDig1tD.tJIdPGmCbQ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v60MwnKp.cYLeKZE.EDag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2KQHcB3JKkdypLUMx3wfQ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ZVPpQjfx_pNVlJf6ITlQw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iaZuf0909NeczegWhgneDw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ROcfMwwDbUf9Vf8PlLPlQ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FinCT37fX81N15hRF8IvA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oWPInpTCKxgNcJu.yFopg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_F37Tkdma8SzfhmpoSqeQ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th.6m2FXRkOe913JLPQKw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Iymuv1j_xoeksl89WJZyg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DrVls1K_aCPmhsMqYQ_sg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k3ie9xPba9WjuPSyaChHg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F9PZ0_z7uItoEI3n6Grow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tmP45cL_IXG.YmNM2qkP3w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fXMEUTcZzlFs4z2UY9cBQ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ofC1cHOgs21i2CbF97zZg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3sCMarh47CNelDBz3U2lg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xPweToZp84qwdE1_OHoUg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c6BR2WhpZey3dsM35NXfA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r6MJ29t64hwZlcFZf_syQ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ScnNQmVwEYnBWSNIyLLtA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9nZ1KZwtRL5DvPbpgjR5A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82APcLemJkTk_zoyz90xhw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uvb5Ym1J8fdMpmohDzbUA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Bq_rceevwvK5aLP9liqiA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9Vt3Xf_jfPnoCQ_kjt8sWQ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PiH6NK162JPtdlzDyeNhA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D8gXsIsRPog_npwjCPYbug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WnA5s2aAy3klIATPBkyMnw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iL01ScI4L2wfMotLSyqpQ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dOoIbnIqQvTIjxYaJ6fIA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00vXGfTZxO2ZW6qa.O0lGQ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Ht2VMB0Xqr5uxD_UoIyIQ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VzEszIipgfp8g1CwLUsIg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nMDU..wqm4bF0I.yQnvECA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ZHvejX8UFds3QeluCby_w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oVeLZ5i7m70Hmj0PAlf4A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ta8TZgc4DFRZ6cENRCqog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BGtmY7F0_w_oZwp4J9o6Q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EmyajwLWnag2bSQC0jtybg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6jh_UCgoc.u1OcRP0oUaA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iAr6B1bLWJKOsqAve1wg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lSLiDz2PpPCa8ozaE51moA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zEGtDtwRmPsu.b28Ekdiw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0hnyiupRFsiWpUrof2iVQ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XQa7f3K9jkRA3uQ1PLvbQ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7IXPZ5qZxUyVLtrFhDw7Ng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6vn35rv1DGPlkUa00EQAg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ZAHoHEIJ8W9SOPR2lgGeg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_zn.2rnBzH8Tut6KrthZyw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7TETLVOYkjUrgO1oBV35A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.SBMpd_DOdww5ILhYCD4xg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UDLS_hEVOnfMPa9bSH.uIg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ooZJ_sGkPlsD.n_ncIYLA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39</TotalTime>
  <Words>1355</Words>
  <Application>Microsoft Macintosh PowerPoint</Application>
  <PresentationFormat>宽屏</PresentationFormat>
  <Paragraphs>489</Paragraphs>
  <Slides>11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等线</vt:lpstr>
      <vt:lpstr>等线 Light</vt:lpstr>
      <vt:lpstr>HarmonyOS Sans SC</vt:lpstr>
      <vt:lpstr>HarmonyOS Sans SC Light</vt:lpstr>
      <vt:lpstr>HarmonyOS Sans SC Medium</vt:lpstr>
      <vt:lpstr>Source Han Serif CN Medium</vt:lpstr>
      <vt:lpstr>Arial</vt:lpstr>
      <vt:lpstr>Office 主题​​</vt:lpstr>
      <vt:lpstr>think-cell 幻灯片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zhangbaoxu</dc:creator>
  <cp:lastModifiedBy>zhangbaoxu</cp:lastModifiedBy>
  <cp:revision>2</cp:revision>
  <dcterms:created xsi:type="dcterms:W3CDTF">2024-11-23T08:27:34Z</dcterms:created>
  <dcterms:modified xsi:type="dcterms:W3CDTF">2024-11-23T11:57:52Z</dcterms:modified>
</cp:coreProperties>
</file>