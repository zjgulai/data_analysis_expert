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lsb" ContentType="application/vnd.ms-excel.sheet.binary.macroEnabled.12"/>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tags/tag14.xml" ContentType="application/vnd.openxmlformats-officedocument.presentationml.tags+xml"/>
  <Override PartName="/ppt/charts/chart3.xml" ContentType="application/vnd.openxmlformats-officedocument.drawingml.chart+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charts/chart12.xml" ContentType="application/vnd.openxmlformats-officedocument.drawingml.chart+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charts/chart13.xml" ContentType="application/vnd.openxmlformats-officedocument.drawingml.chart+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charts/chart14.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15.xml" ContentType="application/vnd.openxmlformats-officedocument.drawingml.chart+xml"/>
  <Override PartName="/ppt/charts/chart16.xml" ContentType="application/vnd.openxmlformats-officedocument.drawingml.chart+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charts/chart17.xml" ContentType="application/vnd.openxmlformats-officedocument.drawingml.chart+xml"/>
  <Override PartName="/ppt/charts/chart18.xml" ContentType="application/vnd.openxmlformats-officedocument.drawingml.chart+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charts/chart29.xml" ContentType="application/vnd.openxmlformats-officedocument.drawingml.chart+xml"/>
  <Override PartName="/ppt/charts/chart30.xml" ContentType="application/vnd.openxmlformats-officedocument.drawingml.chart+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charts/chart35.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custDataLst>
    <p:tags r:id="rId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38" userDrawn="1">
          <p15:clr>
            <a:srgbClr val="A4A3A4"/>
          </p15:clr>
        </p15:guide>
        <p15:guide id="2" pos="3840">
          <p15:clr>
            <a:srgbClr val="A4A3A4"/>
          </p15:clr>
        </p15:guide>
        <p15:guide id="3" orient="horz" pos="29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8080"/>
    <a:srgbClr val="969696"/>
    <a:srgbClr val="C0C0C0"/>
    <a:srgbClr val="D6D7D9"/>
    <a:srgbClr val="01A9F5"/>
    <a:srgbClr val="2040E7"/>
    <a:srgbClr val="60D7FE"/>
    <a:srgbClr val="ABE6EF"/>
    <a:srgbClr val="3D96B3"/>
    <a:srgbClr val="B0C3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6490"/>
    <p:restoredTop sz="97831"/>
  </p:normalViewPr>
  <p:slideViewPr>
    <p:cSldViewPr snapToGrid="0">
      <p:cViewPr varScale="1">
        <p:scale>
          <a:sx n="110" d="100"/>
          <a:sy n="110" d="100"/>
        </p:scale>
        <p:origin x="1152" y="168"/>
      </p:cViewPr>
      <p:guideLst>
        <p:guide orient="horz" pos="3838"/>
        <p:guide pos="3840"/>
        <p:guide orient="horz" pos="2931"/>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___.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___2.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______3.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______4.xlsb"/></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______5.xlsb"/></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______6.xlsb"/></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______7.xlsb"/></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______8.xlsb"/></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______9.xlsb"/></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______10.xlsb"/></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______11.xlsb"/></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___12.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______13.xlsb"/></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______14.xlsb"/></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______15.xlsb"/></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______16.xlsb"/></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______17.xlsb"/></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______18.xlsb"/></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______19.xlsb"/></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______20.xlsb"/></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______21.xlsb"/></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______22.xlsb"/></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______23.xlsb"/></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______24.xlsb"/></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______25.xlsb"/></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______26.xlsb"/></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______27.xlsb"/></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______28.xlsb"/></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______29.xlsb"/></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______30.xlsb"/></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______31.xlsb"/></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______32.xlsb"/></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______33.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doughnutChart>
        <c:varyColors val="1"/>
        <c:ser>
          <c:idx val="0"/>
          <c:order val="0"/>
          <c:tx>
            <c:strRef>
              <c:f>Sheet1!$B$1</c:f>
              <c:strCache>
                <c:ptCount val="1"/>
                <c:pt idx="0">
                  <c:v>i</c:v>
                </c:pt>
              </c:strCache>
            </c:strRef>
          </c:tx>
          <c:spPr>
            <a:ln w="19050">
              <a:noFill/>
            </a:ln>
          </c:spPr>
          <c:dPt>
            <c:idx val="0"/>
            <c:bubble3D val="0"/>
            <c:spPr>
              <a:solidFill>
                <a:schemeClr val="bg2">
                  <a:lumMod val="90000"/>
                </a:schemeClr>
              </a:solidFill>
              <a:ln w="19050">
                <a:noFill/>
              </a:ln>
            </c:spPr>
            <c:extLst>
              <c:ext xmlns:c16="http://schemas.microsoft.com/office/drawing/2014/chart" uri="{C3380CC4-5D6E-409C-BE32-E72D297353CC}">
                <c16:uniqueId val="{00000001-628C-F04D-AB7E-862D7D0D7DE2}"/>
              </c:ext>
            </c:extLst>
          </c:dPt>
          <c:dPt>
            <c:idx val="1"/>
            <c:bubble3D val="0"/>
            <c:spPr>
              <a:noFill/>
              <a:ln w="19050">
                <a:noFill/>
              </a:ln>
            </c:spPr>
            <c:extLst>
              <c:ext xmlns:c16="http://schemas.microsoft.com/office/drawing/2014/chart" uri="{C3380CC4-5D6E-409C-BE32-E72D297353CC}">
                <c16:uniqueId val="{00000003-628C-F04D-AB7E-862D7D0D7DE2}"/>
              </c:ext>
            </c:extLst>
          </c:dPt>
          <c:cat>
            <c:strRef>
              <c:f>Sheet1!$A$2:$A$3</c:f>
              <c:strCache>
                <c:ptCount val="2"/>
                <c:pt idx="0">
                  <c:v>1st Qtr</c:v>
                </c:pt>
                <c:pt idx="1">
                  <c:v>2nd Qtr</c:v>
                </c:pt>
              </c:strCache>
            </c:strRef>
          </c:cat>
          <c:val>
            <c:numRef>
              <c:f>Sheet1!$B$2:$B$3</c:f>
              <c:numCache>
                <c:formatCode>General</c:formatCode>
                <c:ptCount val="2"/>
                <c:pt idx="0">
                  <c:v>11</c:v>
                </c:pt>
                <c:pt idx="1">
                  <c:v>89</c:v>
                </c:pt>
              </c:numCache>
            </c:numRef>
          </c:val>
          <c:extLst>
            <c:ext xmlns:c16="http://schemas.microsoft.com/office/drawing/2014/chart" uri="{C3380CC4-5D6E-409C-BE32-E72D297353CC}">
              <c16:uniqueId val="{00000004-628C-F04D-AB7E-862D7D0D7DE2}"/>
            </c:ext>
          </c:extLst>
        </c:ser>
        <c:ser>
          <c:idx val="1"/>
          <c:order val="1"/>
          <c:tx>
            <c:strRef>
              <c:f>Sheet1!$C$1</c:f>
              <c:strCache>
                <c:ptCount val="1"/>
                <c:pt idx="0">
                  <c:v>h</c:v>
                </c:pt>
              </c:strCache>
            </c:strRef>
          </c:tx>
          <c:spPr>
            <a:ln w="19050">
              <a:noFill/>
            </a:ln>
          </c:spPr>
          <c:dPt>
            <c:idx val="0"/>
            <c:bubble3D val="0"/>
            <c:spPr>
              <a:solidFill>
                <a:srgbClr val="01A9F5"/>
              </a:solidFill>
              <a:ln w="19050">
                <a:noFill/>
              </a:ln>
            </c:spPr>
            <c:extLst>
              <c:ext xmlns:c16="http://schemas.microsoft.com/office/drawing/2014/chart" uri="{C3380CC4-5D6E-409C-BE32-E72D297353CC}">
                <c16:uniqueId val="{00000006-628C-F04D-AB7E-862D7D0D7DE2}"/>
              </c:ext>
            </c:extLst>
          </c:dPt>
          <c:dPt>
            <c:idx val="1"/>
            <c:bubble3D val="0"/>
            <c:spPr>
              <a:noFill/>
              <a:ln w="19050">
                <a:noFill/>
              </a:ln>
            </c:spPr>
            <c:extLst>
              <c:ext xmlns:c16="http://schemas.microsoft.com/office/drawing/2014/chart" uri="{C3380CC4-5D6E-409C-BE32-E72D297353CC}">
                <c16:uniqueId val="{00000008-628C-F04D-AB7E-862D7D0D7DE2}"/>
              </c:ext>
            </c:extLst>
          </c:dPt>
          <c:cat>
            <c:strRef>
              <c:f>Sheet1!$A$2:$A$3</c:f>
              <c:strCache>
                <c:ptCount val="2"/>
                <c:pt idx="0">
                  <c:v>1st Qtr</c:v>
                </c:pt>
                <c:pt idx="1">
                  <c:v>2nd Qtr</c:v>
                </c:pt>
              </c:strCache>
            </c:strRef>
          </c:cat>
          <c:val>
            <c:numRef>
              <c:f>Sheet1!$C$2:$C$3</c:f>
              <c:numCache>
                <c:formatCode>General</c:formatCode>
                <c:ptCount val="2"/>
                <c:pt idx="0">
                  <c:v>30</c:v>
                </c:pt>
                <c:pt idx="1">
                  <c:v>70</c:v>
                </c:pt>
              </c:numCache>
            </c:numRef>
          </c:val>
          <c:extLst>
            <c:ext xmlns:c16="http://schemas.microsoft.com/office/drawing/2014/chart" uri="{C3380CC4-5D6E-409C-BE32-E72D297353CC}">
              <c16:uniqueId val="{00000009-628C-F04D-AB7E-862D7D0D7DE2}"/>
            </c:ext>
          </c:extLst>
        </c:ser>
        <c:ser>
          <c:idx val="2"/>
          <c:order val="2"/>
          <c:tx>
            <c:strRef>
              <c:f>Sheet1!$D$1</c:f>
              <c:strCache>
                <c:ptCount val="1"/>
                <c:pt idx="0">
                  <c:v>g</c:v>
                </c:pt>
              </c:strCache>
            </c:strRef>
          </c:tx>
          <c:spPr>
            <a:ln w="19050">
              <a:noFill/>
            </a:ln>
          </c:spPr>
          <c:dPt>
            <c:idx val="0"/>
            <c:bubble3D val="0"/>
            <c:spPr>
              <a:solidFill>
                <a:srgbClr val="2040E7"/>
              </a:solidFill>
              <a:ln w="19050">
                <a:noFill/>
              </a:ln>
            </c:spPr>
            <c:extLst>
              <c:ext xmlns:c16="http://schemas.microsoft.com/office/drawing/2014/chart" uri="{C3380CC4-5D6E-409C-BE32-E72D297353CC}">
                <c16:uniqueId val="{0000000B-628C-F04D-AB7E-862D7D0D7DE2}"/>
              </c:ext>
            </c:extLst>
          </c:dPt>
          <c:dPt>
            <c:idx val="1"/>
            <c:bubble3D val="0"/>
            <c:spPr>
              <a:noFill/>
              <a:ln w="19050">
                <a:noFill/>
              </a:ln>
            </c:spPr>
            <c:extLst>
              <c:ext xmlns:c16="http://schemas.microsoft.com/office/drawing/2014/chart" uri="{C3380CC4-5D6E-409C-BE32-E72D297353CC}">
                <c16:uniqueId val="{0000000D-628C-F04D-AB7E-862D7D0D7DE2}"/>
              </c:ext>
            </c:extLst>
          </c:dPt>
          <c:cat>
            <c:strRef>
              <c:f>Sheet1!$A$2:$A$3</c:f>
              <c:strCache>
                <c:ptCount val="2"/>
                <c:pt idx="0">
                  <c:v>1st Qtr</c:v>
                </c:pt>
                <c:pt idx="1">
                  <c:v>2nd Qtr</c:v>
                </c:pt>
              </c:strCache>
            </c:strRef>
          </c:cat>
          <c:val>
            <c:numRef>
              <c:f>Sheet1!$D$2:$D$3</c:f>
              <c:numCache>
                <c:formatCode>General</c:formatCode>
                <c:ptCount val="2"/>
                <c:pt idx="0">
                  <c:v>38</c:v>
                </c:pt>
                <c:pt idx="1">
                  <c:v>62</c:v>
                </c:pt>
              </c:numCache>
            </c:numRef>
          </c:val>
          <c:extLst>
            <c:ext xmlns:c16="http://schemas.microsoft.com/office/drawing/2014/chart" uri="{C3380CC4-5D6E-409C-BE32-E72D297353CC}">
              <c16:uniqueId val="{0000000E-628C-F04D-AB7E-862D7D0D7DE2}"/>
            </c:ext>
          </c:extLst>
        </c:ser>
        <c:ser>
          <c:idx val="3"/>
          <c:order val="3"/>
          <c:tx>
            <c:strRef>
              <c:f>Sheet1!$E$1</c:f>
              <c:strCache>
                <c:ptCount val="1"/>
                <c:pt idx="0">
                  <c:v>f</c:v>
                </c:pt>
              </c:strCache>
            </c:strRef>
          </c:tx>
          <c:spPr>
            <a:ln w="19050">
              <a:noFill/>
            </a:ln>
          </c:spPr>
          <c:dPt>
            <c:idx val="0"/>
            <c:bubble3D val="0"/>
            <c:spPr>
              <a:solidFill>
                <a:schemeClr val="tx1"/>
              </a:solidFill>
              <a:ln w="19050">
                <a:noFill/>
              </a:ln>
            </c:spPr>
            <c:extLst>
              <c:ext xmlns:c16="http://schemas.microsoft.com/office/drawing/2014/chart" uri="{C3380CC4-5D6E-409C-BE32-E72D297353CC}">
                <c16:uniqueId val="{00000010-628C-F04D-AB7E-862D7D0D7DE2}"/>
              </c:ext>
            </c:extLst>
          </c:dPt>
          <c:dPt>
            <c:idx val="1"/>
            <c:bubble3D val="0"/>
            <c:spPr>
              <a:noFill/>
              <a:ln w="19050">
                <a:noFill/>
              </a:ln>
            </c:spPr>
            <c:extLst>
              <c:ext xmlns:c16="http://schemas.microsoft.com/office/drawing/2014/chart" uri="{C3380CC4-5D6E-409C-BE32-E72D297353CC}">
                <c16:uniqueId val="{00000012-628C-F04D-AB7E-862D7D0D7DE2}"/>
              </c:ext>
            </c:extLst>
          </c:dPt>
          <c:cat>
            <c:strRef>
              <c:f>Sheet1!$A$2:$A$3</c:f>
              <c:strCache>
                <c:ptCount val="2"/>
                <c:pt idx="0">
                  <c:v>1st Qtr</c:v>
                </c:pt>
                <c:pt idx="1">
                  <c:v>2nd Qtr</c:v>
                </c:pt>
              </c:strCache>
            </c:strRef>
          </c:cat>
          <c:val>
            <c:numRef>
              <c:f>Sheet1!$E$2:$E$3</c:f>
              <c:numCache>
                <c:formatCode>General</c:formatCode>
                <c:ptCount val="2"/>
                <c:pt idx="0">
                  <c:v>28</c:v>
                </c:pt>
                <c:pt idx="1">
                  <c:v>72</c:v>
                </c:pt>
              </c:numCache>
            </c:numRef>
          </c:val>
          <c:extLst>
            <c:ext xmlns:c16="http://schemas.microsoft.com/office/drawing/2014/chart" uri="{C3380CC4-5D6E-409C-BE32-E72D297353CC}">
              <c16:uniqueId val="{00000013-628C-F04D-AB7E-862D7D0D7DE2}"/>
            </c:ext>
          </c:extLst>
        </c:ser>
        <c:dLbls>
          <c:showLegendKey val="0"/>
          <c:showVal val="0"/>
          <c:showCatName val="0"/>
          <c:showSerName val="0"/>
          <c:showPercent val="0"/>
          <c:showBubbleSize val="0"/>
          <c:showLeaderLines val="1"/>
        </c:dLbls>
        <c:firstSliceAng val="180"/>
        <c:holeSize val="50"/>
      </c:doughnutChart>
    </c:plotArea>
    <c:plotVisOnly val="1"/>
    <c:dispBlanksAs val="gap"/>
    <c:showDLblsOverMax val="0"/>
  </c:chart>
  <c:spPr>
    <a:ln>
      <a:noFill/>
    </a:ln>
  </c:spPr>
  <c:txPr>
    <a:bodyPr/>
    <a:lstStyle/>
    <a:p>
      <a:pPr>
        <a:defRPr sz="1800"/>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906857352401907E-2"/>
          <c:y val="5.1370774554165555E-2"/>
          <c:w val="0.91089108910891092"/>
          <c:h val="0.89725845089166889"/>
        </c:manualLayout>
      </c:layout>
      <c:barChart>
        <c:barDir val="bar"/>
        <c:grouping val="stacked"/>
        <c:varyColors val="0"/>
        <c:ser>
          <c:idx val="0"/>
          <c:order val="0"/>
          <c:spPr>
            <a:solidFill>
              <a:srgbClr val="00A9F6"/>
            </a:solidFill>
            <a:ln>
              <a:noFill/>
            </a:ln>
          </c:spPr>
          <c:invertIfNegative val="0"/>
          <c:dPt>
            <c:idx val="0"/>
            <c:invertIfNegative val="0"/>
            <c:bubble3D val="0"/>
            <c:spPr>
              <a:solidFill>
                <a:schemeClr val="tx1"/>
              </a:solidFill>
              <a:ln>
                <a:noFill/>
              </a:ln>
            </c:spPr>
            <c:extLst>
              <c:ext xmlns:c16="http://schemas.microsoft.com/office/drawing/2014/chart" uri="{C3380CC4-5D6E-409C-BE32-E72D297353CC}">
                <c16:uniqueId val="{00000000-F608-DC4F-9E6E-ECE473ECCEEB}"/>
              </c:ext>
            </c:extLst>
          </c:dPt>
          <c:dPt>
            <c:idx val="1"/>
            <c:invertIfNegative val="0"/>
            <c:bubble3D val="0"/>
            <c:spPr>
              <a:solidFill>
                <a:schemeClr val="tx1"/>
              </a:solidFill>
              <a:ln>
                <a:noFill/>
              </a:ln>
            </c:spPr>
            <c:extLst>
              <c:ext xmlns:c16="http://schemas.microsoft.com/office/drawing/2014/chart" uri="{C3380CC4-5D6E-409C-BE32-E72D297353CC}">
                <c16:uniqueId val="{00000001-F608-DC4F-9E6E-ECE473ECCEEB}"/>
              </c:ext>
            </c:extLst>
          </c:dPt>
          <c:dPt>
            <c:idx val="2"/>
            <c:invertIfNegative val="0"/>
            <c:bubble3D val="0"/>
            <c:spPr>
              <a:solidFill>
                <a:srgbClr val="2040E7"/>
              </a:solidFill>
              <a:ln>
                <a:noFill/>
              </a:ln>
            </c:spPr>
            <c:extLst>
              <c:ext xmlns:c16="http://schemas.microsoft.com/office/drawing/2014/chart" uri="{C3380CC4-5D6E-409C-BE32-E72D297353CC}">
                <c16:uniqueId val="{00000002-F608-DC4F-9E6E-ECE473ECCEEB}"/>
              </c:ext>
            </c:extLst>
          </c:dPt>
          <c:dPt>
            <c:idx val="3"/>
            <c:invertIfNegative val="0"/>
            <c:bubble3D val="0"/>
            <c:spPr>
              <a:solidFill>
                <a:srgbClr val="2040E7"/>
              </a:solidFill>
              <a:ln>
                <a:noFill/>
              </a:ln>
            </c:spPr>
            <c:extLst>
              <c:ext xmlns:c16="http://schemas.microsoft.com/office/drawing/2014/chart" uri="{C3380CC4-5D6E-409C-BE32-E72D297353CC}">
                <c16:uniqueId val="{00000003-F608-DC4F-9E6E-ECE473ECCEEB}"/>
              </c:ext>
            </c:extLst>
          </c:dPt>
          <c:dPt>
            <c:idx val="7"/>
            <c:invertIfNegative val="0"/>
            <c:bubble3D val="0"/>
            <c:spPr>
              <a:solidFill>
                <a:srgbClr val="C8C8C8"/>
              </a:solidFill>
              <a:ln>
                <a:noFill/>
              </a:ln>
            </c:spPr>
            <c:extLst>
              <c:ext xmlns:c16="http://schemas.microsoft.com/office/drawing/2014/chart" uri="{C3380CC4-5D6E-409C-BE32-E72D297353CC}">
                <c16:uniqueId val="{00000004-F608-DC4F-9E6E-ECE473ECCEEB}"/>
              </c:ext>
            </c:extLst>
          </c:dPt>
          <c:dPt>
            <c:idx val="8"/>
            <c:invertIfNegative val="0"/>
            <c:bubble3D val="0"/>
            <c:spPr>
              <a:solidFill>
                <a:srgbClr val="C8C8C8"/>
              </a:solidFill>
              <a:ln>
                <a:noFill/>
              </a:ln>
            </c:spPr>
            <c:extLst>
              <c:ext xmlns:c16="http://schemas.microsoft.com/office/drawing/2014/chart" uri="{C3380CC4-5D6E-409C-BE32-E72D297353CC}">
                <c16:uniqueId val="{00000005-F608-DC4F-9E6E-ECE473ECCEEB}"/>
              </c:ext>
            </c:extLst>
          </c:dPt>
          <c:dLbls>
            <c:dLbl>
              <c:idx val="0"/>
              <c:layout>
                <c:manualLayout>
                  <c:x val="0.37220388705537222"/>
                  <c:y val="7.9850944902848018E-4"/>
                </c:manualLayout>
              </c:layout>
              <c:numFmt formatCode="#,##0;&quot;-&quot;#,##0" sourceLinked="0"/>
              <c:spPr>
                <a:noFill/>
                <a:ln>
                  <a:noFill/>
                </a:ln>
              </c:spPr>
              <c:txPr>
                <a:bodyPr wrap="none"/>
                <a:lstStyle/>
                <a:p>
                  <a:pPr>
                    <a:defRPr kumimoji="1" sz="1400" kern="1200">
                      <a:solidFill>
                        <a:schemeClr val="tx1"/>
                      </a:solidFill>
                      <a:latin typeface="HarmonyOS Sans SC Medium"/>
                      <a:ea typeface="HarmonyOS Sans SC Medium"/>
                      <a:cs typeface="HarmonyOS Sans SC Medium"/>
                      <a:sym typeface="HarmonyOS Sans SC Medium"/>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F608-DC4F-9E6E-ECE473ECCEEB}"/>
                </c:ext>
              </c:extLst>
            </c:dLbl>
            <c:dLbl>
              <c:idx val="1"/>
              <c:layout>
                <c:manualLayout>
                  <c:x val="0.37220388705537222"/>
                  <c:y val="7.9850944902848018E-4"/>
                </c:manualLayout>
              </c:layout>
              <c:numFmt formatCode="#,##0;&quot;-&quot;#,##0" sourceLinked="0"/>
              <c:spPr>
                <a:noFill/>
                <a:ln>
                  <a:noFill/>
                </a:ln>
              </c:spPr>
              <c:txPr>
                <a:bodyPr wrap="none"/>
                <a:lstStyle/>
                <a:p>
                  <a:pPr>
                    <a:defRPr kumimoji="1" sz="1400" kern="1200">
                      <a:solidFill>
                        <a:schemeClr val="tx1"/>
                      </a:solidFill>
                      <a:latin typeface="HarmonyOS Sans SC Medium"/>
                      <a:ea typeface="HarmonyOS Sans SC Medium"/>
                      <a:cs typeface="HarmonyOS Sans SC Medium"/>
                      <a:sym typeface="HarmonyOS Sans SC Medium"/>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F608-DC4F-9E6E-ECE473ECCEEB}"/>
                </c:ext>
              </c:extLst>
            </c:dLbl>
            <c:dLbl>
              <c:idx val="2"/>
              <c:layout>
                <c:manualLayout>
                  <c:x val="0.31279794646131281"/>
                  <c:y val="7.9850944902848018E-4"/>
                </c:manualLayout>
              </c:layout>
              <c:numFmt formatCode="#,##0;&quot;-&quot;#,##0" sourceLinked="0"/>
              <c:spPr>
                <a:noFill/>
                <a:ln>
                  <a:noFill/>
                </a:ln>
              </c:spPr>
              <c:txPr>
                <a:bodyPr wrap="none"/>
                <a:lstStyle/>
                <a:p>
                  <a:pPr>
                    <a:defRPr kumimoji="1" sz="1400" kern="1200">
                      <a:solidFill>
                        <a:schemeClr val="tx1"/>
                      </a:solidFill>
                      <a:latin typeface="HarmonyOS Sans SC Medium"/>
                      <a:ea typeface="HarmonyOS Sans SC Medium"/>
                      <a:cs typeface="HarmonyOS Sans SC Medium"/>
                      <a:sym typeface="HarmonyOS Sans SC Medium"/>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F608-DC4F-9E6E-ECE473ECCEEB}"/>
                </c:ext>
              </c:extLst>
            </c:dLbl>
            <c:dLbl>
              <c:idx val="3"/>
              <c:layout>
                <c:manualLayout>
                  <c:x val="0.49101576824349102"/>
                  <c:y val="7.9850944902848018E-4"/>
                </c:manualLayout>
              </c:layout>
              <c:numFmt formatCode="#,##0;&quot;-&quot;#,##0" sourceLinked="0"/>
              <c:spPr>
                <a:noFill/>
                <a:ln>
                  <a:noFill/>
                </a:ln>
              </c:spPr>
              <c:txPr>
                <a:bodyPr wrap="none"/>
                <a:lstStyle/>
                <a:p>
                  <a:pPr>
                    <a:defRPr kumimoji="1" sz="1400" kern="1200">
                      <a:solidFill>
                        <a:schemeClr val="tx1"/>
                      </a:solidFill>
                      <a:latin typeface="HarmonyOS Sans SC Medium"/>
                      <a:ea typeface="HarmonyOS Sans SC Medium"/>
                      <a:cs typeface="HarmonyOS Sans SC Medium"/>
                      <a:sym typeface="HarmonyOS Sans SC Medium"/>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F608-DC4F-9E6E-ECE473ECCEEB}"/>
                </c:ext>
              </c:extLst>
            </c:dLbl>
            <c:dLbl>
              <c:idx val="4"/>
              <c:layout>
                <c:manualLayout>
                  <c:x val="0.292995966263293"/>
                  <c:y val="7.9850944902848018E-4"/>
                </c:manualLayout>
              </c:layout>
              <c:numFmt formatCode="#,##0;&quot;-&quot;#,##0" sourceLinked="0"/>
              <c:spPr>
                <a:noFill/>
                <a:ln>
                  <a:noFill/>
                </a:ln>
              </c:spPr>
              <c:txPr>
                <a:bodyPr wrap="none"/>
                <a:lstStyle/>
                <a:p>
                  <a:pPr>
                    <a:defRPr kumimoji="1" sz="1400" kern="1200">
                      <a:solidFill>
                        <a:schemeClr val="tx1"/>
                      </a:solidFill>
                      <a:latin typeface="HarmonyOS Sans SC Medium"/>
                      <a:ea typeface="HarmonyOS Sans SC Medium"/>
                      <a:cs typeface="HarmonyOS Sans SC Medium"/>
                      <a:sym typeface="HarmonyOS Sans SC Medium"/>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F608-DC4F-9E6E-ECE473ECCEEB}"/>
                </c:ext>
              </c:extLst>
            </c:dLbl>
            <c:dLbl>
              <c:idx val="5"/>
              <c:layout>
                <c:manualLayout>
                  <c:x val="0.3524019068573524"/>
                  <c:y val="7.9850944902848018E-4"/>
                </c:manualLayout>
              </c:layout>
              <c:numFmt formatCode="#,##0;&quot;-&quot;#,##0" sourceLinked="0"/>
              <c:spPr>
                <a:noFill/>
                <a:ln>
                  <a:noFill/>
                </a:ln>
              </c:spPr>
              <c:txPr>
                <a:bodyPr wrap="none"/>
                <a:lstStyle/>
                <a:p>
                  <a:pPr>
                    <a:defRPr kumimoji="1" sz="1400" kern="1200">
                      <a:solidFill>
                        <a:schemeClr val="tx1"/>
                      </a:solidFill>
                      <a:latin typeface="HarmonyOS Sans SC Medium"/>
                      <a:ea typeface="HarmonyOS Sans SC Medium"/>
                      <a:cs typeface="HarmonyOS Sans SC Medium"/>
                      <a:sym typeface="HarmonyOS Sans SC Medium"/>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F608-DC4F-9E6E-ECE473ECCEEB}"/>
                </c:ext>
              </c:extLst>
            </c:dLbl>
            <c:dLbl>
              <c:idx val="6"/>
              <c:layout>
                <c:manualLayout>
                  <c:x val="0.43160982764943162"/>
                  <c:y val="7.9850944902848018E-4"/>
                </c:manualLayout>
              </c:layout>
              <c:numFmt formatCode="#,##0;&quot;-&quot;#,##0" sourceLinked="0"/>
              <c:spPr>
                <a:noFill/>
                <a:ln>
                  <a:noFill/>
                </a:ln>
              </c:spPr>
              <c:txPr>
                <a:bodyPr wrap="none"/>
                <a:lstStyle/>
                <a:p>
                  <a:pPr>
                    <a:defRPr kumimoji="1" sz="1400" kern="1200">
                      <a:solidFill>
                        <a:schemeClr val="tx1"/>
                      </a:solidFill>
                      <a:latin typeface="HarmonyOS Sans SC Medium"/>
                      <a:ea typeface="HarmonyOS Sans SC Medium"/>
                      <a:cs typeface="HarmonyOS Sans SC Medium"/>
                      <a:sym typeface="HarmonyOS Sans SC Medium"/>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F608-DC4F-9E6E-ECE473ECCEEB}"/>
                </c:ext>
              </c:extLst>
            </c:dLbl>
            <c:dLbl>
              <c:idx val="7"/>
              <c:layout>
                <c:manualLayout>
                  <c:x val="0.39200586725339198"/>
                  <c:y val="7.9850944902848018E-4"/>
                </c:manualLayout>
              </c:layout>
              <c:numFmt formatCode="#,##0;&quot;-&quot;#,##0" sourceLinked="0"/>
              <c:spPr>
                <a:noFill/>
                <a:ln>
                  <a:noFill/>
                </a:ln>
              </c:spPr>
              <c:txPr>
                <a:bodyPr wrap="none"/>
                <a:lstStyle/>
                <a:p>
                  <a:pPr>
                    <a:defRPr kumimoji="1" sz="1400" kern="1200">
                      <a:solidFill>
                        <a:schemeClr val="tx1"/>
                      </a:solidFill>
                      <a:latin typeface="HarmonyOS Sans SC Medium"/>
                      <a:ea typeface="HarmonyOS Sans SC Medium"/>
                      <a:cs typeface="HarmonyOS Sans SC Medium"/>
                      <a:sym typeface="HarmonyOS Sans SC Medium"/>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F608-DC4F-9E6E-ECE473ECCEEB}"/>
                </c:ext>
              </c:extLst>
            </c:dLbl>
            <c:dLbl>
              <c:idx val="8"/>
              <c:layout>
                <c:manualLayout>
                  <c:x val="0.18188485515218189"/>
                  <c:y val="7.9850944902848018E-4"/>
                </c:manualLayout>
              </c:layout>
              <c:numFmt formatCode="#,##0;&quot;-&quot;#,##0" sourceLinked="0"/>
              <c:spPr>
                <a:noFill/>
                <a:ln>
                  <a:noFill/>
                </a:ln>
              </c:spPr>
              <c:txPr>
                <a:bodyPr wrap="none"/>
                <a:lstStyle/>
                <a:p>
                  <a:pPr>
                    <a:defRPr kumimoji="1" sz="1400" kern="1200">
                      <a:solidFill>
                        <a:schemeClr val="tx1"/>
                      </a:solidFill>
                      <a:latin typeface="HarmonyOS Sans SC Medium"/>
                      <a:ea typeface="HarmonyOS Sans SC Medium"/>
                      <a:cs typeface="HarmonyOS Sans SC Medium"/>
                      <a:sym typeface="HarmonyOS Sans SC Medium"/>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F608-DC4F-9E6E-ECE473ECCEE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Sheet1!$A$1:$I$1</c:f>
              <c:numCache>
                <c:formatCode>General</c:formatCode>
                <c:ptCount val="9"/>
                <c:pt idx="0">
                  <c:v>17</c:v>
                </c:pt>
                <c:pt idx="1">
                  <c:v>17</c:v>
                </c:pt>
                <c:pt idx="2">
                  <c:v>14.000000000000002</c:v>
                </c:pt>
                <c:pt idx="3">
                  <c:v>23</c:v>
                </c:pt>
                <c:pt idx="4">
                  <c:v>13</c:v>
                </c:pt>
                <c:pt idx="5">
                  <c:v>16</c:v>
                </c:pt>
                <c:pt idx="6">
                  <c:v>20</c:v>
                </c:pt>
                <c:pt idx="7">
                  <c:v>18</c:v>
                </c:pt>
                <c:pt idx="8">
                  <c:v>8</c:v>
                </c:pt>
              </c:numCache>
            </c:numRef>
          </c:val>
          <c:extLst>
            <c:ext xmlns:c16="http://schemas.microsoft.com/office/drawing/2014/chart" uri="{C3380CC4-5D6E-409C-BE32-E72D297353CC}">
              <c16:uniqueId val="{00000009-F608-DC4F-9E6E-ECE473ECCEEB}"/>
            </c:ext>
          </c:extLst>
        </c:ser>
        <c:dLbls>
          <c:showLegendKey val="0"/>
          <c:showVal val="0"/>
          <c:showCatName val="0"/>
          <c:showSerName val="0"/>
          <c:showPercent val="0"/>
          <c:showBubbleSize val="0"/>
        </c:dLbls>
        <c:gapWidth val="80"/>
        <c:overlap val="100"/>
        <c:axId val="92986879"/>
        <c:axId val="1"/>
      </c:barChart>
      <c:catAx>
        <c:axId val="92986879"/>
        <c:scaling>
          <c:orientation val="maxMin"/>
        </c:scaling>
        <c:delete val="0"/>
        <c:axPos val="l"/>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23"/>
          <c:min val="0"/>
        </c:scaling>
        <c:delete val="1"/>
        <c:axPos val="t"/>
        <c:numFmt formatCode="General" sourceLinked="1"/>
        <c:majorTickMark val="out"/>
        <c:minorTickMark val="none"/>
        <c:tickLblPos val="nextTo"/>
        <c:crossAx val="92986879"/>
        <c:crosses val="min"/>
        <c:crossBetween val="between"/>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doughnutChart>
        <c:varyColors val="1"/>
        <c:ser>
          <c:idx val="0"/>
          <c:order val="0"/>
          <c:tx>
            <c:strRef>
              <c:f>Sheet1!$B$1</c:f>
              <c:strCache>
                <c:ptCount val="1"/>
                <c:pt idx="0">
                  <c:v>i</c:v>
                </c:pt>
              </c:strCache>
            </c:strRef>
          </c:tx>
          <c:spPr>
            <a:ln w="19050">
              <a:noFill/>
            </a:ln>
          </c:spPr>
          <c:dPt>
            <c:idx val="0"/>
            <c:bubble3D val="0"/>
            <c:spPr>
              <a:solidFill>
                <a:schemeClr val="bg2">
                  <a:lumMod val="90000"/>
                </a:schemeClr>
              </a:solidFill>
              <a:ln w="19050">
                <a:noFill/>
              </a:ln>
            </c:spPr>
            <c:extLst>
              <c:ext xmlns:c16="http://schemas.microsoft.com/office/drawing/2014/chart" uri="{C3380CC4-5D6E-409C-BE32-E72D297353CC}">
                <c16:uniqueId val="{00000001-628C-F04D-AB7E-862D7D0D7DE2}"/>
              </c:ext>
            </c:extLst>
          </c:dPt>
          <c:dPt>
            <c:idx val="1"/>
            <c:bubble3D val="0"/>
            <c:spPr>
              <a:noFill/>
              <a:ln w="19050">
                <a:noFill/>
              </a:ln>
            </c:spPr>
            <c:extLst>
              <c:ext xmlns:c16="http://schemas.microsoft.com/office/drawing/2014/chart" uri="{C3380CC4-5D6E-409C-BE32-E72D297353CC}">
                <c16:uniqueId val="{00000003-628C-F04D-AB7E-862D7D0D7DE2}"/>
              </c:ext>
            </c:extLst>
          </c:dPt>
          <c:cat>
            <c:strRef>
              <c:f>Sheet1!$A$2:$A$3</c:f>
              <c:strCache>
                <c:ptCount val="2"/>
                <c:pt idx="0">
                  <c:v>1st Qtr</c:v>
                </c:pt>
                <c:pt idx="1">
                  <c:v>2nd Qtr</c:v>
                </c:pt>
              </c:strCache>
            </c:strRef>
          </c:cat>
          <c:val>
            <c:numRef>
              <c:f>Sheet1!$B$2:$B$3</c:f>
              <c:numCache>
                <c:formatCode>General</c:formatCode>
                <c:ptCount val="2"/>
                <c:pt idx="0">
                  <c:v>22</c:v>
                </c:pt>
                <c:pt idx="1">
                  <c:v>78</c:v>
                </c:pt>
              </c:numCache>
            </c:numRef>
          </c:val>
          <c:extLst>
            <c:ext xmlns:c16="http://schemas.microsoft.com/office/drawing/2014/chart" uri="{C3380CC4-5D6E-409C-BE32-E72D297353CC}">
              <c16:uniqueId val="{00000004-628C-F04D-AB7E-862D7D0D7DE2}"/>
            </c:ext>
          </c:extLst>
        </c:ser>
        <c:ser>
          <c:idx val="1"/>
          <c:order val="1"/>
          <c:tx>
            <c:strRef>
              <c:f>Sheet1!$C$1</c:f>
              <c:strCache>
                <c:ptCount val="1"/>
                <c:pt idx="0">
                  <c:v>f</c:v>
                </c:pt>
              </c:strCache>
            </c:strRef>
          </c:tx>
          <c:spPr>
            <a:ln w="19050">
              <a:noFill/>
            </a:ln>
          </c:spPr>
          <c:dPt>
            <c:idx val="0"/>
            <c:bubble3D val="0"/>
            <c:spPr>
              <a:solidFill>
                <a:schemeClr val="tx1">
                  <a:lumMod val="50000"/>
                  <a:lumOff val="50000"/>
                </a:schemeClr>
              </a:solidFill>
              <a:ln w="19050">
                <a:noFill/>
              </a:ln>
            </c:spPr>
            <c:extLst>
              <c:ext xmlns:c16="http://schemas.microsoft.com/office/drawing/2014/chart" uri="{C3380CC4-5D6E-409C-BE32-E72D297353CC}">
                <c16:uniqueId val="{00000006-628C-F04D-AB7E-862D7D0D7DE2}"/>
              </c:ext>
            </c:extLst>
          </c:dPt>
          <c:dPt>
            <c:idx val="1"/>
            <c:bubble3D val="0"/>
            <c:spPr>
              <a:noFill/>
              <a:ln w="19050">
                <a:noFill/>
              </a:ln>
            </c:spPr>
            <c:extLst>
              <c:ext xmlns:c16="http://schemas.microsoft.com/office/drawing/2014/chart" uri="{C3380CC4-5D6E-409C-BE32-E72D297353CC}">
                <c16:uniqueId val="{00000008-628C-F04D-AB7E-862D7D0D7DE2}"/>
              </c:ext>
            </c:extLst>
          </c:dPt>
          <c:cat>
            <c:strRef>
              <c:f>Sheet1!$A$2:$A$3</c:f>
              <c:strCache>
                <c:ptCount val="2"/>
                <c:pt idx="0">
                  <c:v>1st Qtr</c:v>
                </c:pt>
                <c:pt idx="1">
                  <c:v>2nd Qtr</c:v>
                </c:pt>
              </c:strCache>
            </c:strRef>
          </c:cat>
          <c:val>
            <c:numRef>
              <c:f>Sheet1!$C$2:$C$3</c:f>
              <c:numCache>
                <c:formatCode>General</c:formatCode>
                <c:ptCount val="2"/>
                <c:pt idx="0">
                  <c:v>18</c:v>
                </c:pt>
                <c:pt idx="1">
                  <c:v>82</c:v>
                </c:pt>
              </c:numCache>
            </c:numRef>
          </c:val>
          <c:extLst>
            <c:ext xmlns:c16="http://schemas.microsoft.com/office/drawing/2014/chart" uri="{C3380CC4-5D6E-409C-BE32-E72D297353CC}">
              <c16:uniqueId val="{00000009-628C-F04D-AB7E-862D7D0D7DE2}"/>
            </c:ext>
          </c:extLst>
        </c:ser>
        <c:ser>
          <c:idx val="2"/>
          <c:order val="2"/>
          <c:tx>
            <c:strRef>
              <c:f>Sheet1!$D$1</c:f>
              <c:strCache>
                <c:ptCount val="1"/>
                <c:pt idx="0">
                  <c:v>列1</c:v>
                </c:pt>
              </c:strCache>
            </c:strRef>
          </c:tx>
          <c:dPt>
            <c:idx val="0"/>
            <c:bubble3D val="0"/>
            <c:spPr>
              <a:solidFill>
                <a:srgbClr val="01A9F5"/>
              </a:solidFill>
            </c:spPr>
            <c:extLst>
              <c:ext xmlns:c16="http://schemas.microsoft.com/office/drawing/2014/chart" uri="{C3380CC4-5D6E-409C-BE32-E72D297353CC}">
                <c16:uniqueId val="{0000000B-628C-F04D-AB7E-862D7D0D7DE2}"/>
              </c:ext>
            </c:extLst>
          </c:dPt>
          <c:dPt>
            <c:idx val="1"/>
            <c:bubble3D val="0"/>
            <c:spPr>
              <a:solidFill>
                <a:schemeClr val="bg1"/>
              </a:solidFill>
            </c:spPr>
            <c:extLst>
              <c:ext xmlns:c16="http://schemas.microsoft.com/office/drawing/2014/chart" uri="{C3380CC4-5D6E-409C-BE32-E72D297353CC}">
                <c16:uniqueId val="{0000000D-628C-F04D-AB7E-862D7D0D7DE2}"/>
              </c:ext>
            </c:extLst>
          </c:dPt>
          <c:cat>
            <c:strRef>
              <c:f>Sheet1!$A$2:$A$3</c:f>
              <c:strCache>
                <c:ptCount val="2"/>
                <c:pt idx="0">
                  <c:v>1st Qtr</c:v>
                </c:pt>
                <c:pt idx="1">
                  <c:v>2nd Qtr</c:v>
                </c:pt>
              </c:strCache>
            </c:strRef>
          </c:cat>
          <c:val>
            <c:numRef>
              <c:f>Sheet1!$D$2:$D$3</c:f>
              <c:numCache>
                <c:formatCode>General</c:formatCode>
                <c:ptCount val="2"/>
                <c:pt idx="0">
                  <c:v>13</c:v>
                </c:pt>
                <c:pt idx="1">
                  <c:v>87</c:v>
                </c:pt>
              </c:numCache>
            </c:numRef>
          </c:val>
          <c:extLst>
            <c:ext xmlns:c16="http://schemas.microsoft.com/office/drawing/2014/chart" uri="{C3380CC4-5D6E-409C-BE32-E72D297353CC}">
              <c16:uniqueId val="{0000000E-628C-F04D-AB7E-862D7D0D7DE2}"/>
            </c:ext>
          </c:extLst>
        </c:ser>
        <c:ser>
          <c:idx val="3"/>
          <c:order val="3"/>
          <c:tx>
            <c:strRef>
              <c:f>Sheet1!$E$1</c:f>
              <c:strCache>
                <c:ptCount val="1"/>
                <c:pt idx="0">
                  <c:v>列2</c:v>
                </c:pt>
              </c:strCache>
            </c:strRef>
          </c:tx>
          <c:dPt>
            <c:idx val="0"/>
            <c:bubble3D val="0"/>
            <c:spPr>
              <a:solidFill>
                <a:schemeClr val="tx1"/>
              </a:solidFill>
            </c:spPr>
            <c:extLst>
              <c:ext xmlns:c16="http://schemas.microsoft.com/office/drawing/2014/chart" uri="{C3380CC4-5D6E-409C-BE32-E72D297353CC}">
                <c16:uniqueId val="{00000010-628C-F04D-AB7E-862D7D0D7DE2}"/>
              </c:ext>
            </c:extLst>
          </c:dPt>
          <c:dPt>
            <c:idx val="1"/>
            <c:bubble3D val="0"/>
            <c:spPr>
              <a:solidFill>
                <a:schemeClr val="bg1"/>
              </a:solidFill>
            </c:spPr>
            <c:extLst>
              <c:ext xmlns:c16="http://schemas.microsoft.com/office/drawing/2014/chart" uri="{C3380CC4-5D6E-409C-BE32-E72D297353CC}">
                <c16:uniqueId val="{00000012-628C-F04D-AB7E-862D7D0D7DE2}"/>
              </c:ext>
            </c:extLst>
          </c:dPt>
          <c:cat>
            <c:strRef>
              <c:f>Sheet1!$A$2:$A$3</c:f>
              <c:strCache>
                <c:ptCount val="2"/>
                <c:pt idx="0">
                  <c:v>1st Qtr</c:v>
                </c:pt>
                <c:pt idx="1">
                  <c:v>2nd Qtr</c:v>
                </c:pt>
              </c:strCache>
            </c:strRef>
          </c:cat>
          <c:val>
            <c:numRef>
              <c:f>Sheet1!$E$2:$E$3</c:f>
              <c:numCache>
                <c:formatCode>General</c:formatCode>
                <c:ptCount val="2"/>
                <c:pt idx="0">
                  <c:v>20</c:v>
                </c:pt>
                <c:pt idx="1">
                  <c:v>80</c:v>
                </c:pt>
              </c:numCache>
            </c:numRef>
          </c:val>
          <c:extLst>
            <c:ext xmlns:c16="http://schemas.microsoft.com/office/drawing/2014/chart" uri="{C3380CC4-5D6E-409C-BE32-E72D297353CC}">
              <c16:uniqueId val="{00000013-628C-F04D-AB7E-862D7D0D7DE2}"/>
            </c:ext>
          </c:extLst>
        </c:ser>
        <c:ser>
          <c:idx val="4"/>
          <c:order val="4"/>
          <c:tx>
            <c:strRef>
              <c:f>Sheet1!$F$1</c:f>
              <c:strCache>
                <c:ptCount val="1"/>
                <c:pt idx="0">
                  <c:v>列3</c:v>
                </c:pt>
              </c:strCache>
            </c:strRef>
          </c:tx>
          <c:dPt>
            <c:idx val="0"/>
            <c:bubble3D val="0"/>
            <c:spPr>
              <a:solidFill>
                <a:srgbClr val="2040E7"/>
              </a:solidFill>
            </c:spPr>
            <c:extLst>
              <c:ext xmlns:c16="http://schemas.microsoft.com/office/drawing/2014/chart" uri="{C3380CC4-5D6E-409C-BE32-E72D297353CC}">
                <c16:uniqueId val="{00000018-4D51-4E4F-8E3A-C656207A5010}"/>
              </c:ext>
            </c:extLst>
          </c:dPt>
          <c:dPt>
            <c:idx val="1"/>
            <c:bubble3D val="0"/>
            <c:spPr>
              <a:solidFill>
                <a:schemeClr val="bg1"/>
              </a:solidFill>
            </c:spPr>
            <c:extLst>
              <c:ext xmlns:c16="http://schemas.microsoft.com/office/drawing/2014/chart" uri="{C3380CC4-5D6E-409C-BE32-E72D297353CC}">
                <c16:uniqueId val="{00000014-4D51-4E4F-8E3A-C656207A5010}"/>
              </c:ext>
            </c:extLst>
          </c:dPt>
          <c:cat>
            <c:strRef>
              <c:f>Sheet1!$A$2:$A$3</c:f>
              <c:strCache>
                <c:ptCount val="2"/>
                <c:pt idx="0">
                  <c:v>1st Qtr</c:v>
                </c:pt>
                <c:pt idx="1">
                  <c:v>2nd Qtr</c:v>
                </c:pt>
              </c:strCache>
            </c:strRef>
          </c:cat>
          <c:val>
            <c:numRef>
              <c:f>Sheet1!$F$2:$F$3</c:f>
              <c:numCache>
                <c:formatCode>General</c:formatCode>
                <c:ptCount val="2"/>
                <c:pt idx="0">
                  <c:v>29</c:v>
                </c:pt>
                <c:pt idx="1">
                  <c:v>71</c:v>
                </c:pt>
              </c:numCache>
            </c:numRef>
          </c:val>
          <c:extLst>
            <c:ext xmlns:c16="http://schemas.microsoft.com/office/drawing/2014/chart" uri="{C3380CC4-5D6E-409C-BE32-E72D297353CC}">
              <c16:uniqueId val="{00000010-4D51-4E4F-8E3A-C656207A5010}"/>
            </c:ext>
          </c:extLst>
        </c:ser>
        <c:ser>
          <c:idx val="5"/>
          <c:order val="5"/>
          <c:tx>
            <c:strRef>
              <c:f>Sheet1!$G$1</c:f>
              <c:strCache>
                <c:ptCount val="1"/>
                <c:pt idx="0">
                  <c:v>列4</c:v>
                </c:pt>
              </c:strCache>
            </c:strRef>
          </c:tx>
          <c:dPt>
            <c:idx val="0"/>
            <c:bubble3D val="0"/>
            <c:spPr>
              <a:solidFill>
                <a:srgbClr val="01A9F5"/>
              </a:solidFill>
            </c:spPr>
            <c:extLst>
              <c:ext xmlns:c16="http://schemas.microsoft.com/office/drawing/2014/chart" uri="{C3380CC4-5D6E-409C-BE32-E72D297353CC}">
                <c16:uniqueId val="{00000019-4D51-4E4F-8E3A-C656207A5010}"/>
              </c:ext>
            </c:extLst>
          </c:dPt>
          <c:dPt>
            <c:idx val="1"/>
            <c:bubble3D val="0"/>
            <c:spPr>
              <a:solidFill>
                <a:schemeClr val="bg1"/>
              </a:solidFill>
            </c:spPr>
            <c:extLst>
              <c:ext xmlns:c16="http://schemas.microsoft.com/office/drawing/2014/chart" uri="{C3380CC4-5D6E-409C-BE32-E72D297353CC}">
                <c16:uniqueId val="{00000015-4D51-4E4F-8E3A-C656207A5010}"/>
              </c:ext>
            </c:extLst>
          </c:dPt>
          <c:cat>
            <c:strRef>
              <c:f>Sheet1!$A$2:$A$3</c:f>
              <c:strCache>
                <c:ptCount val="2"/>
                <c:pt idx="0">
                  <c:v>1st Qtr</c:v>
                </c:pt>
                <c:pt idx="1">
                  <c:v>2nd Qtr</c:v>
                </c:pt>
              </c:strCache>
            </c:strRef>
          </c:cat>
          <c:val>
            <c:numRef>
              <c:f>Sheet1!$G$2:$G$3</c:f>
              <c:numCache>
                <c:formatCode>General</c:formatCode>
                <c:ptCount val="2"/>
                <c:pt idx="0">
                  <c:v>21</c:v>
                </c:pt>
                <c:pt idx="1">
                  <c:v>79</c:v>
                </c:pt>
              </c:numCache>
            </c:numRef>
          </c:val>
          <c:extLst>
            <c:ext xmlns:c16="http://schemas.microsoft.com/office/drawing/2014/chart" uri="{C3380CC4-5D6E-409C-BE32-E72D297353CC}">
              <c16:uniqueId val="{00000011-4D51-4E4F-8E3A-C656207A5010}"/>
            </c:ext>
          </c:extLst>
        </c:ser>
        <c:dLbls>
          <c:showLegendKey val="0"/>
          <c:showVal val="0"/>
          <c:showCatName val="0"/>
          <c:showSerName val="0"/>
          <c:showPercent val="0"/>
          <c:showBubbleSize val="0"/>
          <c:showLeaderLines val="1"/>
        </c:dLbls>
        <c:firstSliceAng val="360"/>
        <c:holeSize val="19"/>
      </c:doughnutChart>
    </c:plotArea>
    <c:plotVisOnly val="1"/>
    <c:dispBlanksAs val="gap"/>
    <c:showDLblsOverMax val="0"/>
  </c:chart>
  <c:spPr>
    <a:ln>
      <a:noFill/>
    </a:ln>
  </c:spPr>
  <c:txPr>
    <a:bodyPr/>
    <a:lstStyle/>
    <a:p>
      <a:pPr>
        <a:defRPr sz="1800"/>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2262118491921004"/>
          <c:y val="5.3741215378255477E-2"/>
          <c:w val="0.73070017953321365"/>
          <c:h val="0.89251756924348902"/>
        </c:manualLayout>
      </c:layout>
      <c:barChart>
        <c:barDir val="col"/>
        <c:grouping val="stacked"/>
        <c:varyColors val="0"/>
        <c:ser>
          <c:idx val="0"/>
          <c:order val="0"/>
          <c:spPr>
            <a:noFill/>
            <a:ln>
              <a:noFill/>
            </a:ln>
          </c:spPr>
          <c:invertIfNegative val="0"/>
          <c:dPt>
            <c:idx val="0"/>
            <c:invertIfNegative val="0"/>
            <c:bubble3D val="0"/>
            <c:spPr>
              <a:solidFill>
                <a:srgbClr val="00A9F6"/>
              </a:solidFill>
              <a:ln>
                <a:noFill/>
              </a:ln>
            </c:spPr>
            <c:extLst>
              <c:ext xmlns:c16="http://schemas.microsoft.com/office/drawing/2014/chart" uri="{C3380CC4-5D6E-409C-BE32-E72D297353CC}">
                <c16:uniqueId val="{00000000-B7AA-1741-9050-9E625D87888C}"/>
              </c:ext>
            </c:extLst>
          </c:dPt>
          <c:dPt>
            <c:idx val="2"/>
            <c:invertIfNegative val="0"/>
            <c:bubble3D val="0"/>
            <c:spPr>
              <a:solidFill>
                <a:srgbClr val="808080"/>
              </a:solidFill>
              <a:ln>
                <a:noFill/>
              </a:ln>
            </c:spPr>
            <c:extLst>
              <c:ext xmlns:c16="http://schemas.microsoft.com/office/drawing/2014/chart" uri="{C3380CC4-5D6E-409C-BE32-E72D297353CC}">
                <c16:uniqueId val="{00000001-B7AA-1741-9050-9E625D87888C}"/>
              </c:ext>
            </c:extLst>
          </c:dPt>
          <c:val>
            <c:numRef>
              <c:f>Sheet1!$A$1:$C$1</c:f>
              <c:numCache>
                <c:formatCode>General</c:formatCode>
                <c:ptCount val="3"/>
                <c:pt idx="0">
                  <c:v>1.3</c:v>
                </c:pt>
                <c:pt idx="1">
                  <c:v>1.3</c:v>
                </c:pt>
                <c:pt idx="2">
                  <c:v>2.5</c:v>
                </c:pt>
              </c:numCache>
            </c:numRef>
          </c:val>
          <c:extLst>
            <c:ext xmlns:c16="http://schemas.microsoft.com/office/drawing/2014/chart" uri="{C3380CC4-5D6E-409C-BE32-E72D297353CC}">
              <c16:uniqueId val="{00000002-B7AA-1741-9050-9E625D87888C}"/>
            </c:ext>
          </c:extLst>
        </c:ser>
        <c:ser>
          <c:idx val="1"/>
          <c:order val="1"/>
          <c:spPr>
            <a:solidFill>
              <a:schemeClr val="tx1"/>
            </a:solidFill>
            <a:ln>
              <a:noFill/>
            </a:ln>
          </c:spPr>
          <c:invertIfNegative val="0"/>
          <c:val>
            <c:numRef>
              <c:f>Sheet1!$A$2:$C$2</c:f>
              <c:numCache>
                <c:formatCode>General</c:formatCode>
                <c:ptCount val="3"/>
                <c:pt idx="1">
                  <c:v>1.2</c:v>
                </c:pt>
              </c:numCache>
            </c:numRef>
          </c:val>
          <c:extLst>
            <c:ext xmlns:c16="http://schemas.microsoft.com/office/drawing/2014/chart" uri="{C3380CC4-5D6E-409C-BE32-E72D297353CC}">
              <c16:uniqueId val="{00000003-B7AA-1741-9050-9E625D87888C}"/>
            </c:ext>
          </c:extLst>
        </c:ser>
        <c:dLbls>
          <c:showLegendKey val="0"/>
          <c:showVal val="0"/>
          <c:showCatName val="0"/>
          <c:showSerName val="0"/>
          <c:showPercent val="0"/>
          <c:showBubbleSize val="0"/>
        </c:dLbls>
        <c:gapWidth val="80"/>
        <c:overlap val="100"/>
        <c:axId val="595488863"/>
        <c:axId val="1"/>
      </c:barChart>
      <c:catAx>
        <c:axId val="595488863"/>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kumimoji="1" sz="1400" kern="1200">
                <a:solidFill>
                  <a:schemeClr val="tx1"/>
                </a:solidFill>
                <a:latin typeface="+mn-lt"/>
                <a:ea typeface="等线"/>
                <a:cs typeface="+mn-cs"/>
              </a:defRPr>
            </a:pPr>
            <a:endParaRPr lang="zh-CN"/>
          </a:p>
        </c:txPr>
        <c:crossAx val="595488863"/>
        <c:crosses val="min"/>
        <c:crossBetween val="between"/>
        <c:majorUnit val="1"/>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6644880174291937E-2"/>
          <c:y val="3.123123123123123E-2"/>
          <c:w val="0.88671023965141615"/>
          <c:h val="0.93753753753753755"/>
        </c:manualLayout>
      </c:layout>
      <c:barChart>
        <c:barDir val="col"/>
        <c:grouping val="stacked"/>
        <c:varyColors val="0"/>
        <c:ser>
          <c:idx val="0"/>
          <c:order val="0"/>
          <c:spPr>
            <a:noFill/>
            <a:ln>
              <a:noFill/>
            </a:ln>
          </c:spPr>
          <c:invertIfNegative val="0"/>
          <c:dPt>
            <c:idx val="0"/>
            <c:invertIfNegative val="0"/>
            <c:bubble3D val="0"/>
            <c:spPr>
              <a:solidFill>
                <a:srgbClr val="00A9F6"/>
              </a:solidFill>
              <a:ln>
                <a:noFill/>
              </a:ln>
            </c:spPr>
            <c:extLst>
              <c:ext xmlns:c16="http://schemas.microsoft.com/office/drawing/2014/chart" uri="{C3380CC4-5D6E-409C-BE32-E72D297353CC}">
                <c16:uniqueId val="{00000000-2E0F-2E41-A116-7C448C0A8486}"/>
              </c:ext>
            </c:extLst>
          </c:dPt>
          <c:dPt>
            <c:idx val="2"/>
            <c:invertIfNegative val="0"/>
            <c:bubble3D val="0"/>
            <c:spPr>
              <a:solidFill>
                <a:srgbClr val="808080"/>
              </a:solidFill>
              <a:ln>
                <a:noFill/>
              </a:ln>
            </c:spPr>
            <c:extLst>
              <c:ext xmlns:c16="http://schemas.microsoft.com/office/drawing/2014/chart" uri="{C3380CC4-5D6E-409C-BE32-E72D297353CC}">
                <c16:uniqueId val="{00000001-2E0F-2E41-A116-7C448C0A8486}"/>
              </c:ext>
            </c:extLst>
          </c:dPt>
          <c:val>
            <c:numRef>
              <c:f>Sheet1!$A$1:$C$1</c:f>
              <c:numCache>
                <c:formatCode>General</c:formatCode>
                <c:ptCount val="3"/>
                <c:pt idx="0">
                  <c:v>1.2</c:v>
                </c:pt>
                <c:pt idx="1">
                  <c:v>1.2</c:v>
                </c:pt>
                <c:pt idx="2">
                  <c:v>2.1</c:v>
                </c:pt>
              </c:numCache>
            </c:numRef>
          </c:val>
          <c:extLst>
            <c:ext xmlns:c16="http://schemas.microsoft.com/office/drawing/2014/chart" uri="{C3380CC4-5D6E-409C-BE32-E72D297353CC}">
              <c16:uniqueId val="{00000002-2E0F-2E41-A116-7C448C0A8486}"/>
            </c:ext>
          </c:extLst>
        </c:ser>
        <c:ser>
          <c:idx val="1"/>
          <c:order val="1"/>
          <c:spPr>
            <a:solidFill>
              <a:schemeClr val="tx1"/>
            </a:solidFill>
            <a:ln>
              <a:noFill/>
            </a:ln>
          </c:spPr>
          <c:invertIfNegative val="0"/>
          <c:val>
            <c:numRef>
              <c:f>Sheet1!$A$2:$C$2</c:f>
              <c:numCache>
                <c:formatCode>General</c:formatCode>
                <c:ptCount val="3"/>
                <c:pt idx="1">
                  <c:v>0.90000000000000013</c:v>
                </c:pt>
              </c:numCache>
            </c:numRef>
          </c:val>
          <c:extLst>
            <c:ext xmlns:c16="http://schemas.microsoft.com/office/drawing/2014/chart" uri="{C3380CC4-5D6E-409C-BE32-E72D297353CC}">
              <c16:uniqueId val="{00000003-2E0F-2E41-A116-7C448C0A8486}"/>
            </c:ext>
          </c:extLst>
        </c:ser>
        <c:dLbls>
          <c:showLegendKey val="0"/>
          <c:showVal val="0"/>
          <c:showCatName val="0"/>
          <c:showSerName val="0"/>
          <c:showPercent val="0"/>
          <c:showBubbleSize val="0"/>
        </c:dLbls>
        <c:gapWidth val="80"/>
        <c:overlap val="100"/>
        <c:axId val="595311039"/>
        <c:axId val="1"/>
      </c:barChart>
      <c:catAx>
        <c:axId val="595311039"/>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2.1"/>
          <c:min val="0"/>
        </c:scaling>
        <c:delete val="1"/>
        <c:axPos val="l"/>
        <c:numFmt formatCode="General" sourceLinked="1"/>
        <c:majorTickMark val="out"/>
        <c:minorTickMark val="none"/>
        <c:tickLblPos val="nextTo"/>
        <c:crossAx val="595311039"/>
        <c:crosses val="min"/>
        <c:crossBetween val="between"/>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6644880174291937E-2"/>
          <c:y val="3.5254237288135593E-2"/>
          <c:w val="0.88671023965141615"/>
          <c:h val="0.92949152542372881"/>
        </c:manualLayout>
      </c:layout>
      <c:barChart>
        <c:barDir val="col"/>
        <c:grouping val="stacked"/>
        <c:varyColors val="0"/>
        <c:ser>
          <c:idx val="0"/>
          <c:order val="0"/>
          <c:spPr>
            <a:noFill/>
            <a:ln>
              <a:noFill/>
            </a:ln>
          </c:spPr>
          <c:invertIfNegative val="0"/>
          <c:dPt>
            <c:idx val="0"/>
            <c:invertIfNegative val="0"/>
            <c:bubble3D val="0"/>
            <c:spPr>
              <a:solidFill>
                <a:srgbClr val="00A9F6"/>
              </a:solidFill>
              <a:ln>
                <a:noFill/>
              </a:ln>
            </c:spPr>
            <c:extLst>
              <c:ext xmlns:c16="http://schemas.microsoft.com/office/drawing/2014/chart" uri="{C3380CC4-5D6E-409C-BE32-E72D297353CC}">
                <c16:uniqueId val="{00000000-C2A5-D440-BF9B-B97EBA2AD5D5}"/>
              </c:ext>
            </c:extLst>
          </c:dPt>
          <c:dPt>
            <c:idx val="2"/>
            <c:invertIfNegative val="0"/>
            <c:bubble3D val="0"/>
            <c:spPr>
              <a:solidFill>
                <a:srgbClr val="808080"/>
              </a:solidFill>
              <a:ln>
                <a:noFill/>
              </a:ln>
            </c:spPr>
            <c:extLst>
              <c:ext xmlns:c16="http://schemas.microsoft.com/office/drawing/2014/chart" uri="{C3380CC4-5D6E-409C-BE32-E72D297353CC}">
                <c16:uniqueId val="{00000001-C2A5-D440-BF9B-B97EBA2AD5D5}"/>
              </c:ext>
            </c:extLst>
          </c:dPt>
          <c:val>
            <c:numRef>
              <c:f>Sheet1!$A$1:$C$1</c:f>
              <c:numCache>
                <c:formatCode>General</c:formatCode>
                <c:ptCount val="3"/>
                <c:pt idx="0">
                  <c:v>1.1000000000000001</c:v>
                </c:pt>
                <c:pt idx="1">
                  <c:v>1.1000000000000001</c:v>
                </c:pt>
                <c:pt idx="2">
                  <c:v>1.9000000000000001</c:v>
                </c:pt>
              </c:numCache>
            </c:numRef>
          </c:val>
          <c:extLst>
            <c:ext xmlns:c16="http://schemas.microsoft.com/office/drawing/2014/chart" uri="{C3380CC4-5D6E-409C-BE32-E72D297353CC}">
              <c16:uniqueId val="{00000002-C2A5-D440-BF9B-B97EBA2AD5D5}"/>
            </c:ext>
          </c:extLst>
        </c:ser>
        <c:ser>
          <c:idx val="1"/>
          <c:order val="1"/>
          <c:spPr>
            <a:solidFill>
              <a:schemeClr val="tx1"/>
            </a:solidFill>
            <a:ln>
              <a:noFill/>
            </a:ln>
          </c:spPr>
          <c:invertIfNegative val="0"/>
          <c:val>
            <c:numRef>
              <c:f>Sheet1!$A$2:$C$2</c:f>
              <c:numCache>
                <c:formatCode>General</c:formatCode>
                <c:ptCount val="3"/>
                <c:pt idx="1">
                  <c:v>0.8</c:v>
                </c:pt>
              </c:numCache>
            </c:numRef>
          </c:val>
          <c:extLst>
            <c:ext xmlns:c16="http://schemas.microsoft.com/office/drawing/2014/chart" uri="{C3380CC4-5D6E-409C-BE32-E72D297353CC}">
              <c16:uniqueId val="{00000003-C2A5-D440-BF9B-B97EBA2AD5D5}"/>
            </c:ext>
          </c:extLst>
        </c:ser>
        <c:dLbls>
          <c:showLegendKey val="0"/>
          <c:showVal val="0"/>
          <c:showCatName val="0"/>
          <c:showSerName val="0"/>
          <c:showPercent val="0"/>
          <c:showBubbleSize val="0"/>
        </c:dLbls>
        <c:gapWidth val="80"/>
        <c:overlap val="100"/>
        <c:axId val="893586863"/>
        <c:axId val="1"/>
      </c:barChart>
      <c:catAx>
        <c:axId val="893586863"/>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9000000000000001"/>
          <c:min val="0"/>
        </c:scaling>
        <c:delete val="1"/>
        <c:axPos val="l"/>
        <c:numFmt formatCode="General" sourceLinked="1"/>
        <c:majorTickMark val="out"/>
        <c:minorTickMark val="none"/>
        <c:tickLblPos val="nextTo"/>
        <c:crossAx val="893586863"/>
        <c:crosses val="min"/>
        <c:crossBetween val="between"/>
      </c:valAx>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6583242655059846E-2"/>
          <c:y val="4.5814977973568281E-2"/>
          <c:w val="0.88683351468988025"/>
          <c:h val="0.90837004405286348"/>
        </c:manualLayout>
      </c:layout>
      <c:barChart>
        <c:barDir val="col"/>
        <c:grouping val="stacked"/>
        <c:varyColors val="0"/>
        <c:ser>
          <c:idx val="0"/>
          <c:order val="0"/>
          <c:spPr>
            <a:noFill/>
            <a:ln>
              <a:noFill/>
            </a:ln>
          </c:spPr>
          <c:invertIfNegative val="0"/>
          <c:dPt>
            <c:idx val="0"/>
            <c:invertIfNegative val="0"/>
            <c:bubble3D val="0"/>
            <c:spPr>
              <a:solidFill>
                <a:srgbClr val="00A9F6"/>
              </a:solidFill>
              <a:ln>
                <a:noFill/>
              </a:ln>
            </c:spPr>
            <c:extLst>
              <c:ext xmlns:c16="http://schemas.microsoft.com/office/drawing/2014/chart" uri="{C3380CC4-5D6E-409C-BE32-E72D297353CC}">
                <c16:uniqueId val="{00000000-7311-024D-96F7-71A62E25153A}"/>
              </c:ext>
            </c:extLst>
          </c:dPt>
          <c:dPt>
            <c:idx val="2"/>
            <c:invertIfNegative val="0"/>
            <c:bubble3D val="0"/>
            <c:spPr>
              <a:solidFill>
                <a:srgbClr val="808080"/>
              </a:solidFill>
              <a:ln>
                <a:noFill/>
              </a:ln>
            </c:spPr>
            <c:extLst>
              <c:ext xmlns:c16="http://schemas.microsoft.com/office/drawing/2014/chart" uri="{C3380CC4-5D6E-409C-BE32-E72D297353CC}">
                <c16:uniqueId val="{00000001-7311-024D-96F7-71A62E25153A}"/>
              </c:ext>
            </c:extLst>
          </c:dPt>
          <c:val>
            <c:numRef>
              <c:f>Sheet1!$A$1:$C$1</c:f>
              <c:numCache>
                <c:formatCode>General</c:formatCode>
                <c:ptCount val="3"/>
                <c:pt idx="0">
                  <c:v>1</c:v>
                </c:pt>
                <c:pt idx="1">
                  <c:v>1</c:v>
                </c:pt>
                <c:pt idx="2">
                  <c:v>1.4</c:v>
                </c:pt>
              </c:numCache>
            </c:numRef>
          </c:val>
          <c:extLst>
            <c:ext xmlns:c16="http://schemas.microsoft.com/office/drawing/2014/chart" uri="{C3380CC4-5D6E-409C-BE32-E72D297353CC}">
              <c16:uniqueId val="{00000002-7311-024D-96F7-71A62E25153A}"/>
            </c:ext>
          </c:extLst>
        </c:ser>
        <c:ser>
          <c:idx val="1"/>
          <c:order val="1"/>
          <c:spPr>
            <a:solidFill>
              <a:schemeClr val="tx1"/>
            </a:solidFill>
            <a:ln>
              <a:noFill/>
            </a:ln>
          </c:spPr>
          <c:invertIfNegative val="0"/>
          <c:val>
            <c:numRef>
              <c:f>Sheet1!$A$2:$C$2</c:f>
              <c:numCache>
                <c:formatCode>General</c:formatCode>
                <c:ptCount val="3"/>
                <c:pt idx="1">
                  <c:v>0.39999999999999991</c:v>
                </c:pt>
              </c:numCache>
            </c:numRef>
          </c:val>
          <c:extLst>
            <c:ext xmlns:c16="http://schemas.microsoft.com/office/drawing/2014/chart" uri="{C3380CC4-5D6E-409C-BE32-E72D297353CC}">
              <c16:uniqueId val="{00000003-7311-024D-96F7-71A62E25153A}"/>
            </c:ext>
          </c:extLst>
        </c:ser>
        <c:dLbls>
          <c:showLegendKey val="0"/>
          <c:showVal val="0"/>
          <c:showCatName val="0"/>
          <c:showSerName val="0"/>
          <c:showPercent val="0"/>
          <c:showBubbleSize val="0"/>
        </c:dLbls>
        <c:gapWidth val="80"/>
        <c:overlap val="100"/>
        <c:axId val="893501071"/>
        <c:axId val="1"/>
      </c:barChart>
      <c:catAx>
        <c:axId val="893501071"/>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4"/>
          <c:min val="0"/>
        </c:scaling>
        <c:delete val="1"/>
        <c:axPos val="l"/>
        <c:numFmt formatCode="General" sourceLinked="1"/>
        <c:majorTickMark val="out"/>
        <c:minorTickMark val="none"/>
        <c:tickLblPos val="nextTo"/>
        <c:crossAx val="893501071"/>
        <c:crosses val="min"/>
        <c:crossBetween val="between"/>
      </c:valAx>
    </c:plotArea>
    <c:plotVisOnly val="0"/>
    <c:dispBlanksAs val="gap"/>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6644880174291937E-2"/>
          <c:y val="5.701754385964912E-2"/>
          <c:w val="0.88671023965141615"/>
          <c:h val="0.88596491228070173"/>
        </c:manualLayout>
      </c:layout>
      <c:barChart>
        <c:barDir val="col"/>
        <c:grouping val="stacked"/>
        <c:varyColors val="0"/>
        <c:ser>
          <c:idx val="0"/>
          <c:order val="0"/>
          <c:spPr>
            <a:noFill/>
            <a:ln>
              <a:noFill/>
            </a:ln>
          </c:spPr>
          <c:invertIfNegative val="0"/>
          <c:dPt>
            <c:idx val="0"/>
            <c:invertIfNegative val="0"/>
            <c:bubble3D val="0"/>
            <c:spPr>
              <a:solidFill>
                <a:srgbClr val="00A9F6"/>
              </a:solidFill>
              <a:ln>
                <a:noFill/>
              </a:ln>
            </c:spPr>
            <c:extLst>
              <c:ext xmlns:c16="http://schemas.microsoft.com/office/drawing/2014/chart" uri="{C3380CC4-5D6E-409C-BE32-E72D297353CC}">
                <c16:uniqueId val="{00000000-C602-924C-92BF-DB55B93F2D76}"/>
              </c:ext>
            </c:extLst>
          </c:dPt>
          <c:dPt>
            <c:idx val="2"/>
            <c:invertIfNegative val="0"/>
            <c:bubble3D val="0"/>
            <c:spPr>
              <a:solidFill>
                <a:srgbClr val="808080"/>
              </a:solidFill>
              <a:ln>
                <a:noFill/>
              </a:ln>
            </c:spPr>
            <c:extLst>
              <c:ext xmlns:c16="http://schemas.microsoft.com/office/drawing/2014/chart" uri="{C3380CC4-5D6E-409C-BE32-E72D297353CC}">
                <c16:uniqueId val="{00000001-C602-924C-92BF-DB55B93F2D76}"/>
              </c:ext>
            </c:extLst>
          </c:dPt>
          <c:val>
            <c:numRef>
              <c:f>Sheet1!$A$1:$C$1</c:f>
              <c:numCache>
                <c:formatCode>General</c:formatCode>
                <c:ptCount val="3"/>
                <c:pt idx="0">
                  <c:v>0.8</c:v>
                </c:pt>
                <c:pt idx="1">
                  <c:v>0.8</c:v>
                </c:pt>
                <c:pt idx="2">
                  <c:v>1.1000000000000001</c:v>
                </c:pt>
              </c:numCache>
            </c:numRef>
          </c:val>
          <c:extLst>
            <c:ext xmlns:c16="http://schemas.microsoft.com/office/drawing/2014/chart" uri="{C3380CC4-5D6E-409C-BE32-E72D297353CC}">
              <c16:uniqueId val="{00000002-C602-924C-92BF-DB55B93F2D76}"/>
            </c:ext>
          </c:extLst>
        </c:ser>
        <c:ser>
          <c:idx val="1"/>
          <c:order val="1"/>
          <c:spPr>
            <a:solidFill>
              <a:schemeClr val="tx1"/>
            </a:solidFill>
            <a:ln>
              <a:noFill/>
            </a:ln>
          </c:spPr>
          <c:invertIfNegative val="0"/>
          <c:val>
            <c:numRef>
              <c:f>Sheet1!$A$2:$C$2</c:f>
              <c:numCache>
                <c:formatCode>General</c:formatCode>
                <c:ptCount val="3"/>
                <c:pt idx="1">
                  <c:v>0.30000000000000004</c:v>
                </c:pt>
              </c:numCache>
            </c:numRef>
          </c:val>
          <c:extLst>
            <c:ext xmlns:c16="http://schemas.microsoft.com/office/drawing/2014/chart" uri="{C3380CC4-5D6E-409C-BE32-E72D297353CC}">
              <c16:uniqueId val="{00000003-C602-924C-92BF-DB55B93F2D76}"/>
            </c:ext>
          </c:extLst>
        </c:ser>
        <c:dLbls>
          <c:showLegendKey val="0"/>
          <c:showVal val="0"/>
          <c:showCatName val="0"/>
          <c:showSerName val="0"/>
          <c:showPercent val="0"/>
          <c:showBubbleSize val="0"/>
        </c:dLbls>
        <c:gapWidth val="80"/>
        <c:overlap val="100"/>
        <c:axId val="595068319"/>
        <c:axId val="1"/>
      </c:barChart>
      <c:catAx>
        <c:axId val="595068319"/>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1000000000000001"/>
          <c:min val="0"/>
        </c:scaling>
        <c:delete val="1"/>
        <c:axPos val="l"/>
        <c:numFmt formatCode="General" sourceLinked="1"/>
        <c:majorTickMark val="out"/>
        <c:minorTickMark val="none"/>
        <c:tickLblPos val="nextTo"/>
        <c:crossAx val="595068319"/>
        <c:crosses val="min"/>
        <c:crossBetween val="between"/>
      </c:valAx>
    </c:plotArea>
    <c:plotVisOnly val="0"/>
    <c:dispBlanksAs val="gap"/>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6644880174291937E-2"/>
          <c:y val="4.8462255358807084E-2"/>
          <c:w val="0.88671023965141615"/>
          <c:h val="0.90307548928238579"/>
        </c:manualLayout>
      </c:layout>
      <c:barChart>
        <c:barDir val="col"/>
        <c:grouping val="stacked"/>
        <c:varyColors val="0"/>
        <c:ser>
          <c:idx val="0"/>
          <c:order val="0"/>
          <c:spPr>
            <a:noFill/>
            <a:ln>
              <a:noFill/>
            </a:ln>
          </c:spPr>
          <c:invertIfNegative val="0"/>
          <c:dPt>
            <c:idx val="0"/>
            <c:invertIfNegative val="0"/>
            <c:bubble3D val="0"/>
            <c:spPr>
              <a:solidFill>
                <a:srgbClr val="00A9F6"/>
              </a:solidFill>
              <a:ln>
                <a:noFill/>
              </a:ln>
            </c:spPr>
            <c:extLst>
              <c:ext xmlns:c16="http://schemas.microsoft.com/office/drawing/2014/chart" uri="{C3380CC4-5D6E-409C-BE32-E72D297353CC}">
                <c16:uniqueId val="{00000000-B07D-A14E-8C0B-0F35FC606D98}"/>
              </c:ext>
            </c:extLst>
          </c:dPt>
          <c:dPt>
            <c:idx val="2"/>
            <c:invertIfNegative val="0"/>
            <c:bubble3D val="0"/>
            <c:spPr>
              <a:solidFill>
                <a:srgbClr val="808080"/>
              </a:solidFill>
              <a:ln>
                <a:noFill/>
              </a:ln>
            </c:spPr>
            <c:extLst>
              <c:ext xmlns:c16="http://schemas.microsoft.com/office/drawing/2014/chart" uri="{C3380CC4-5D6E-409C-BE32-E72D297353CC}">
                <c16:uniqueId val="{00000001-B07D-A14E-8C0B-0F35FC606D98}"/>
              </c:ext>
            </c:extLst>
          </c:dPt>
          <c:val>
            <c:numRef>
              <c:f>Sheet1!$A$1:$C$1</c:f>
              <c:numCache>
                <c:formatCode>General</c:formatCode>
                <c:ptCount val="3"/>
                <c:pt idx="0">
                  <c:v>0.4</c:v>
                </c:pt>
                <c:pt idx="1">
                  <c:v>0.4</c:v>
                </c:pt>
                <c:pt idx="2">
                  <c:v>1.3</c:v>
                </c:pt>
              </c:numCache>
            </c:numRef>
          </c:val>
          <c:extLst>
            <c:ext xmlns:c16="http://schemas.microsoft.com/office/drawing/2014/chart" uri="{C3380CC4-5D6E-409C-BE32-E72D297353CC}">
              <c16:uniqueId val="{00000002-B07D-A14E-8C0B-0F35FC606D98}"/>
            </c:ext>
          </c:extLst>
        </c:ser>
        <c:ser>
          <c:idx val="1"/>
          <c:order val="1"/>
          <c:spPr>
            <a:solidFill>
              <a:schemeClr val="tx1"/>
            </a:solidFill>
            <a:ln>
              <a:noFill/>
            </a:ln>
          </c:spPr>
          <c:invertIfNegative val="0"/>
          <c:val>
            <c:numRef>
              <c:f>Sheet1!$A$2:$C$2</c:f>
              <c:numCache>
                <c:formatCode>General</c:formatCode>
                <c:ptCount val="3"/>
                <c:pt idx="1">
                  <c:v>0.9</c:v>
                </c:pt>
              </c:numCache>
            </c:numRef>
          </c:val>
          <c:extLst>
            <c:ext xmlns:c16="http://schemas.microsoft.com/office/drawing/2014/chart" uri="{C3380CC4-5D6E-409C-BE32-E72D297353CC}">
              <c16:uniqueId val="{00000003-B07D-A14E-8C0B-0F35FC606D98}"/>
            </c:ext>
          </c:extLst>
        </c:ser>
        <c:dLbls>
          <c:showLegendKey val="0"/>
          <c:showVal val="0"/>
          <c:showCatName val="0"/>
          <c:showSerName val="0"/>
          <c:showPercent val="0"/>
          <c:showBubbleSize val="0"/>
        </c:dLbls>
        <c:gapWidth val="80"/>
        <c:overlap val="100"/>
        <c:axId val="595546463"/>
        <c:axId val="1"/>
      </c:barChart>
      <c:catAx>
        <c:axId val="595546463"/>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3"/>
          <c:min val="0"/>
        </c:scaling>
        <c:delete val="1"/>
        <c:axPos val="l"/>
        <c:numFmt formatCode="General" sourceLinked="1"/>
        <c:majorTickMark val="out"/>
        <c:minorTickMark val="none"/>
        <c:tickLblPos val="nextTo"/>
        <c:crossAx val="595546463"/>
        <c:crosses val="min"/>
        <c:crossBetween val="between"/>
      </c:valAx>
    </c:plotArea>
    <c:plotVisOnly val="0"/>
    <c:dispBlanksAs val="gap"/>
    <c:showDLblsOverMax val="1"/>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6644880174291937E-2"/>
          <c:y val="0.11255411255411256"/>
          <c:w val="0.88671023965141615"/>
          <c:h val="0.77489177489177485"/>
        </c:manualLayout>
      </c:layout>
      <c:barChart>
        <c:barDir val="col"/>
        <c:grouping val="stacked"/>
        <c:varyColors val="0"/>
        <c:ser>
          <c:idx val="0"/>
          <c:order val="0"/>
          <c:spPr>
            <a:solidFill>
              <a:srgbClr val="808080"/>
            </a:solidFill>
            <a:ln>
              <a:noFill/>
            </a:ln>
          </c:spPr>
          <c:invertIfNegative val="0"/>
          <c:dPt>
            <c:idx val="0"/>
            <c:invertIfNegative val="0"/>
            <c:bubble3D val="0"/>
            <c:spPr>
              <a:solidFill>
                <a:srgbClr val="00A9F6"/>
              </a:solidFill>
              <a:ln>
                <a:noFill/>
              </a:ln>
            </c:spPr>
            <c:extLst>
              <c:ext xmlns:c16="http://schemas.microsoft.com/office/drawing/2014/chart" uri="{C3380CC4-5D6E-409C-BE32-E72D297353CC}">
                <c16:uniqueId val="{00000000-9A38-FE45-ACDA-025D829AAF08}"/>
              </c:ext>
            </c:extLst>
          </c:dPt>
          <c:dPt>
            <c:idx val="1"/>
            <c:invertIfNegative val="0"/>
            <c:bubble3D val="0"/>
            <c:spPr>
              <a:solidFill>
                <a:schemeClr val="tx1"/>
              </a:solidFill>
              <a:ln>
                <a:noFill/>
              </a:ln>
            </c:spPr>
            <c:extLst>
              <c:ext xmlns:c16="http://schemas.microsoft.com/office/drawing/2014/chart" uri="{C3380CC4-5D6E-409C-BE32-E72D297353CC}">
                <c16:uniqueId val="{00000001-9A38-FE45-ACDA-025D829AAF08}"/>
              </c:ext>
            </c:extLst>
          </c:dPt>
          <c:val>
            <c:numRef>
              <c:f>Sheet1!$A$1:$C$1</c:f>
              <c:numCache>
                <c:formatCode>General</c:formatCode>
                <c:ptCount val="3"/>
                <c:pt idx="0">
                  <c:v>-0.1</c:v>
                </c:pt>
                <c:pt idx="1">
                  <c:v>0.19999999999999998</c:v>
                </c:pt>
                <c:pt idx="2">
                  <c:v>0.19999999999999998</c:v>
                </c:pt>
              </c:numCache>
            </c:numRef>
          </c:val>
          <c:extLst>
            <c:ext xmlns:c16="http://schemas.microsoft.com/office/drawing/2014/chart" uri="{C3380CC4-5D6E-409C-BE32-E72D297353CC}">
              <c16:uniqueId val="{00000002-9A38-FE45-ACDA-025D829AAF08}"/>
            </c:ext>
          </c:extLst>
        </c:ser>
        <c:ser>
          <c:idx val="1"/>
          <c:order val="1"/>
          <c:spPr>
            <a:solidFill>
              <a:schemeClr val="tx1"/>
            </a:solidFill>
            <a:ln>
              <a:noFill/>
            </a:ln>
          </c:spPr>
          <c:invertIfNegative val="0"/>
          <c:val>
            <c:numRef>
              <c:f>Sheet1!$A$2:$C$2</c:f>
              <c:numCache>
                <c:formatCode>General</c:formatCode>
                <c:ptCount val="3"/>
                <c:pt idx="1">
                  <c:v>-0.1</c:v>
                </c:pt>
              </c:numCache>
            </c:numRef>
          </c:val>
          <c:extLst>
            <c:ext xmlns:c16="http://schemas.microsoft.com/office/drawing/2014/chart" uri="{C3380CC4-5D6E-409C-BE32-E72D297353CC}">
              <c16:uniqueId val="{00000003-9A38-FE45-ACDA-025D829AAF08}"/>
            </c:ext>
          </c:extLst>
        </c:ser>
        <c:dLbls>
          <c:showLegendKey val="0"/>
          <c:showVal val="0"/>
          <c:showCatName val="0"/>
          <c:showSerName val="0"/>
          <c:showPercent val="0"/>
          <c:showBubbleSize val="0"/>
        </c:dLbls>
        <c:gapWidth val="80"/>
        <c:overlap val="100"/>
        <c:axId val="595262751"/>
        <c:axId val="1"/>
      </c:barChart>
      <c:catAx>
        <c:axId val="595262751"/>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0.19999999999999998"/>
          <c:min val="-0.1"/>
        </c:scaling>
        <c:delete val="1"/>
        <c:axPos val="l"/>
        <c:numFmt formatCode="General" sourceLinked="1"/>
        <c:majorTickMark val="out"/>
        <c:minorTickMark val="none"/>
        <c:tickLblPos val="nextTo"/>
        <c:crossAx val="595262751"/>
        <c:crosses val="min"/>
        <c:crossBetween val="between"/>
      </c:valAx>
    </c:plotArea>
    <c:plotVisOnly val="0"/>
    <c:dispBlanksAs val="gap"/>
    <c:showDLblsOverMax val="1"/>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6644880174291937E-2"/>
          <c:y val="6.0818713450292397E-2"/>
          <c:w val="0.88671023965141615"/>
          <c:h val="0.87836257309941523"/>
        </c:manualLayout>
      </c:layout>
      <c:barChart>
        <c:barDir val="col"/>
        <c:grouping val="stacked"/>
        <c:varyColors val="0"/>
        <c:ser>
          <c:idx val="0"/>
          <c:order val="0"/>
          <c:spPr>
            <a:solidFill>
              <a:srgbClr val="808080"/>
            </a:solidFill>
            <a:ln>
              <a:noFill/>
            </a:ln>
          </c:spPr>
          <c:invertIfNegative val="0"/>
          <c:dPt>
            <c:idx val="0"/>
            <c:invertIfNegative val="0"/>
            <c:bubble3D val="0"/>
            <c:spPr>
              <a:solidFill>
                <a:srgbClr val="00A9F6"/>
              </a:solidFill>
              <a:ln>
                <a:noFill/>
              </a:ln>
            </c:spPr>
            <c:extLst>
              <c:ext xmlns:c16="http://schemas.microsoft.com/office/drawing/2014/chart" uri="{C3380CC4-5D6E-409C-BE32-E72D297353CC}">
                <c16:uniqueId val="{00000000-2118-0E47-BEE9-64289564757F}"/>
              </c:ext>
            </c:extLst>
          </c:dPt>
          <c:dPt>
            <c:idx val="1"/>
            <c:invertIfNegative val="0"/>
            <c:bubble3D val="0"/>
            <c:spPr>
              <a:solidFill>
                <a:schemeClr val="tx1"/>
              </a:solidFill>
              <a:ln>
                <a:noFill/>
              </a:ln>
            </c:spPr>
            <c:extLst>
              <c:ext xmlns:c16="http://schemas.microsoft.com/office/drawing/2014/chart" uri="{C3380CC4-5D6E-409C-BE32-E72D297353CC}">
                <c16:uniqueId val="{00000001-2118-0E47-BEE9-64289564757F}"/>
              </c:ext>
            </c:extLst>
          </c:dPt>
          <c:val>
            <c:numRef>
              <c:f>Sheet1!$A$1:$C$1</c:f>
              <c:numCache>
                <c:formatCode>General</c:formatCode>
                <c:ptCount val="3"/>
                <c:pt idx="0">
                  <c:v>-0.3</c:v>
                </c:pt>
                <c:pt idx="1">
                  <c:v>0.60000000000000009</c:v>
                </c:pt>
                <c:pt idx="2">
                  <c:v>0.60000000000000009</c:v>
                </c:pt>
              </c:numCache>
            </c:numRef>
          </c:val>
          <c:extLst>
            <c:ext xmlns:c16="http://schemas.microsoft.com/office/drawing/2014/chart" uri="{C3380CC4-5D6E-409C-BE32-E72D297353CC}">
              <c16:uniqueId val="{00000002-2118-0E47-BEE9-64289564757F}"/>
            </c:ext>
          </c:extLst>
        </c:ser>
        <c:ser>
          <c:idx val="1"/>
          <c:order val="1"/>
          <c:spPr>
            <a:solidFill>
              <a:schemeClr val="tx1"/>
            </a:solidFill>
            <a:ln>
              <a:noFill/>
            </a:ln>
          </c:spPr>
          <c:invertIfNegative val="0"/>
          <c:val>
            <c:numRef>
              <c:f>Sheet1!$A$2:$C$2</c:f>
              <c:numCache>
                <c:formatCode>General</c:formatCode>
                <c:ptCount val="3"/>
                <c:pt idx="1">
                  <c:v>-0.3</c:v>
                </c:pt>
              </c:numCache>
            </c:numRef>
          </c:val>
          <c:extLst>
            <c:ext xmlns:c16="http://schemas.microsoft.com/office/drawing/2014/chart" uri="{C3380CC4-5D6E-409C-BE32-E72D297353CC}">
              <c16:uniqueId val="{00000003-2118-0E47-BEE9-64289564757F}"/>
            </c:ext>
          </c:extLst>
        </c:ser>
        <c:dLbls>
          <c:showLegendKey val="0"/>
          <c:showVal val="0"/>
          <c:showCatName val="0"/>
          <c:showSerName val="0"/>
          <c:showPercent val="0"/>
          <c:showBubbleSize val="0"/>
        </c:dLbls>
        <c:gapWidth val="80"/>
        <c:overlap val="100"/>
        <c:axId val="265520047"/>
        <c:axId val="1"/>
      </c:barChart>
      <c:catAx>
        <c:axId val="265520047"/>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0.60000000000000009"/>
          <c:min val="-0.3"/>
        </c:scaling>
        <c:delete val="1"/>
        <c:axPos val="l"/>
        <c:numFmt formatCode="General" sourceLinked="1"/>
        <c:majorTickMark val="out"/>
        <c:minorTickMark val="none"/>
        <c:tickLblPos val="nextTo"/>
        <c:crossAx val="265520047"/>
        <c:crosses val="min"/>
        <c:crossBetween val="between"/>
      </c:valAx>
    </c:plotArea>
    <c:plotVisOnly val="0"/>
    <c:dispBlanksAs val="gap"/>
    <c:showDLblsOverMax val="1"/>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3167299845223023E-3"/>
          <c:y val="2.5012025012025013E-2"/>
          <c:w val="0.98536654003095536"/>
          <c:h val="0.94997594997595003"/>
        </c:manualLayout>
      </c:layout>
      <c:barChart>
        <c:barDir val="col"/>
        <c:grouping val="stacked"/>
        <c:varyColors val="0"/>
        <c:ser>
          <c:idx val="0"/>
          <c:order val="0"/>
          <c:spPr>
            <a:noFill/>
            <a:ln>
              <a:noFill/>
            </a:ln>
          </c:spPr>
          <c:invertIfNegative val="0"/>
          <c:dPt>
            <c:idx val="0"/>
            <c:invertIfNegative val="0"/>
            <c:bubble3D val="0"/>
            <c:spPr>
              <a:solidFill>
                <a:srgbClr val="808080"/>
              </a:solidFill>
              <a:ln>
                <a:noFill/>
              </a:ln>
            </c:spPr>
            <c:extLst>
              <c:ext xmlns:c16="http://schemas.microsoft.com/office/drawing/2014/chart" uri="{C3380CC4-5D6E-409C-BE32-E72D297353CC}">
                <c16:uniqueId val="{00000000-271F-F049-BA73-024901A57C50}"/>
              </c:ext>
            </c:extLst>
          </c:dPt>
          <c:val>
            <c:numRef>
              <c:f>Sheet1!$A$1:$H$1</c:f>
              <c:numCache>
                <c:formatCode>General</c:formatCode>
                <c:ptCount val="8"/>
                <c:pt idx="0">
                  <c:v>24.4</c:v>
                </c:pt>
                <c:pt idx="1">
                  <c:v>24.4</c:v>
                </c:pt>
                <c:pt idx="2">
                  <c:v>54.8</c:v>
                </c:pt>
                <c:pt idx="3">
                  <c:v>57.699999999999989</c:v>
                </c:pt>
                <c:pt idx="4">
                  <c:v>26.400000000000002</c:v>
                </c:pt>
                <c:pt idx="5">
                  <c:v>10.900000000000006</c:v>
                </c:pt>
                <c:pt idx="6">
                  <c:v>1.0000000000000107</c:v>
                </c:pt>
                <c:pt idx="7">
                  <c:v>1.000000000000016</c:v>
                </c:pt>
              </c:numCache>
            </c:numRef>
          </c:val>
          <c:extLst>
            <c:ext xmlns:c16="http://schemas.microsoft.com/office/drawing/2014/chart" uri="{C3380CC4-5D6E-409C-BE32-E72D297353CC}">
              <c16:uniqueId val="{00000001-271F-F049-BA73-024901A57C50}"/>
            </c:ext>
          </c:extLst>
        </c:ser>
        <c:ser>
          <c:idx val="1"/>
          <c:order val="1"/>
          <c:spPr>
            <a:solidFill>
              <a:srgbClr val="00A9F6"/>
            </a:solidFill>
            <a:ln>
              <a:noFill/>
            </a:ln>
          </c:spPr>
          <c:invertIfNegative val="0"/>
          <c:dPt>
            <c:idx val="4"/>
            <c:invertIfNegative val="0"/>
            <c:bubble3D val="0"/>
            <c:spPr>
              <a:solidFill>
                <a:schemeClr val="tx1"/>
              </a:solidFill>
              <a:ln>
                <a:noFill/>
              </a:ln>
            </c:spPr>
            <c:extLst>
              <c:ext xmlns:c16="http://schemas.microsoft.com/office/drawing/2014/chart" uri="{C3380CC4-5D6E-409C-BE32-E72D297353CC}">
                <c16:uniqueId val="{00000002-271F-F049-BA73-024901A57C50}"/>
              </c:ext>
            </c:extLst>
          </c:dPt>
          <c:dPt>
            <c:idx val="5"/>
            <c:invertIfNegative val="0"/>
            <c:bubble3D val="0"/>
            <c:spPr>
              <a:solidFill>
                <a:schemeClr val="tx1"/>
              </a:solidFill>
              <a:ln>
                <a:noFill/>
              </a:ln>
            </c:spPr>
            <c:extLst>
              <c:ext xmlns:c16="http://schemas.microsoft.com/office/drawing/2014/chart" uri="{C3380CC4-5D6E-409C-BE32-E72D297353CC}">
                <c16:uniqueId val="{00000003-271F-F049-BA73-024901A57C50}"/>
              </c:ext>
            </c:extLst>
          </c:dPt>
          <c:dPt>
            <c:idx val="6"/>
            <c:invertIfNegative val="0"/>
            <c:bubble3D val="0"/>
            <c:spPr>
              <a:solidFill>
                <a:schemeClr val="tx1"/>
              </a:solidFill>
              <a:ln>
                <a:noFill/>
              </a:ln>
            </c:spPr>
            <c:extLst>
              <c:ext xmlns:c16="http://schemas.microsoft.com/office/drawing/2014/chart" uri="{C3380CC4-5D6E-409C-BE32-E72D297353CC}">
                <c16:uniqueId val="{00000004-271F-F049-BA73-024901A57C50}"/>
              </c:ext>
            </c:extLst>
          </c:dPt>
          <c:dPt>
            <c:idx val="7"/>
            <c:invertIfNegative val="0"/>
            <c:bubble3D val="0"/>
            <c:spPr>
              <a:solidFill>
                <a:srgbClr val="808080"/>
              </a:solidFill>
              <a:ln>
                <a:noFill/>
              </a:ln>
            </c:spPr>
            <c:extLst>
              <c:ext xmlns:c16="http://schemas.microsoft.com/office/drawing/2014/chart" uri="{C3380CC4-5D6E-409C-BE32-E72D297353CC}">
                <c16:uniqueId val="{00000005-271F-F049-BA73-024901A57C50}"/>
              </c:ext>
            </c:extLst>
          </c:dPt>
          <c:val>
            <c:numRef>
              <c:f>Sheet1!$A$2:$H$2</c:f>
              <c:numCache>
                <c:formatCode>General</c:formatCode>
                <c:ptCount val="8"/>
                <c:pt idx="1">
                  <c:v>30.4</c:v>
                </c:pt>
                <c:pt idx="2">
                  <c:v>20.899999999999991</c:v>
                </c:pt>
                <c:pt idx="3">
                  <c:v>18</c:v>
                </c:pt>
                <c:pt idx="4">
                  <c:v>31.3</c:v>
                </c:pt>
                <c:pt idx="5">
                  <c:v>15.5</c:v>
                </c:pt>
                <c:pt idx="6">
                  <c:v>9.9</c:v>
                </c:pt>
                <c:pt idx="7">
                  <c:v>1</c:v>
                </c:pt>
              </c:numCache>
            </c:numRef>
          </c:val>
          <c:extLst>
            <c:ext xmlns:c16="http://schemas.microsoft.com/office/drawing/2014/chart" uri="{C3380CC4-5D6E-409C-BE32-E72D297353CC}">
              <c16:uniqueId val="{00000006-271F-F049-BA73-024901A57C50}"/>
            </c:ext>
          </c:extLst>
        </c:ser>
        <c:dLbls>
          <c:showLegendKey val="0"/>
          <c:showVal val="0"/>
          <c:showCatName val="0"/>
          <c:showSerName val="0"/>
          <c:showPercent val="0"/>
          <c:showBubbleSize val="0"/>
        </c:dLbls>
        <c:gapWidth val="80"/>
        <c:overlap val="100"/>
        <c:axId val="113705519"/>
        <c:axId val="1"/>
      </c:barChart>
      <c:catAx>
        <c:axId val="113705519"/>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5.699999999999989"/>
          <c:min val="0"/>
        </c:scaling>
        <c:delete val="1"/>
        <c:axPos val="l"/>
        <c:numFmt formatCode="General" sourceLinked="1"/>
        <c:majorTickMark val="out"/>
        <c:minorTickMark val="none"/>
        <c:tickLblPos val="nextTo"/>
        <c:crossAx val="113705519"/>
        <c:crosses val="min"/>
        <c:crossBetween val="between"/>
      </c:valAx>
    </c:plotArea>
    <c:plotVisOnly val="0"/>
    <c:dispBlanksAs val="gap"/>
    <c:showDLblsOverMax val="1"/>
  </c:chart>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3958185179917512E-3"/>
          <c:y val="2.4333177351427236E-2"/>
          <c:w val="0.98520836296401648"/>
          <c:h val="0.95133364529714548"/>
        </c:manualLayout>
      </c:layout>
      <c:barChart>
        <c:barDir val="col"/>
        <c:grouping val="clustered"/>
        <c:varyColors val="0"/>
        <c:ser>
          <c:idx val="0"/>
          <c:order val="0"/>
          <c:spPr>
            <a:solidFill>
              <a:schemeClr val="tx1"/>
            </a:solidFill>
            <a:ln>
              <a:noFill/>
            </a:ln>
          </c:spPr>
          <c:invertIfNegative val="0"/>
          <c:val>
            <c:numRef>
              <c:f>Sheet1!$A$1:$G$1</c:f>
              <c:numCache>
                <c:formatCode>General</c:formatCode>
                <c:ptCount val="7"/>
                <c:pt idx="0">
                  <c:v>1.1000000000000001</c:v>
                </c:pt>
                <c:pt idx="1">
                  <c:v>0.8</c:v>
                </c:pt>
                <c:pt idx="2">
                  <c:v>0.5</c:v>
                </c:pt>
                <c:pt idx="3">
                  <c:v>0.7</c:v>
                </c:pt>
                <c:pt idx="4">
                  <c:v>0.5</c:v>
                </c:pt>
                <c:pt idx="5">
                  <c:v>0.5</c:v>
                </c:pt>
                <c:pt idx="6">
                  <c:v>0.3</c:v>
                </c:pt>
              </c:numCache>
            </c:numRef>
          </c:val>
          <c:extLst>
            <c:ext xmlns:c16="http://schemas.microsoft.com/office/drawing/2014/chart" uri="{C3380CC4-5D6E-409C-BE32-E72D297353CC}">
              <c16:uniqueId val="{00000000-6E85-E240-8097-692D958BB5FD}"/>
            </c:ext>
          </c:extLst>
        </c:ser>
        <c:ser>
          <c:idx val="1"/>
          <c:order val="1"/>
          <c:spPr>
            <a:solidFill>
              <a:srgbClr val="00A9F6"/>
            </a:solidFill>
            <a:ln>
              <a:noFill/>
            </a:ln>
          </c:spPr>
          <c:invertIfNegative val="0"/>
          <c:val>
            <c:numRef>
              <c:f>Sheet1!$A$2:$G$2</c:f>
              <c:numCache>
                <c:formatCode>General</c:formatCode>
                <c:ptCount val="7"/>
                <c:pt idx="0">
                  <c:v>1.6</c:v>
                </c:pt>
                <c:pt idx="1">
                  <c:v>1.3</c:v>
                </c:pt>
                <c:pt idx="2">
                  <c:v>1</c:v>
                </c:pt>
                <c:pt idx="3">
                  <c:v>0.9</c:v>
                </c:pt>
                <c:pt idx="4">
                  <c:v>0.8</c:v>
                </c:pt>
                <c:pt idx="5">
                  <c:v>0.6</c:v>
                </c:pt>
                <c:pt idx="6">
                  <c:v>0.5</c:v>
                </c:pt>
              </c:numCache>
            </c:numRef>
          </c:val>
          <c:extLst>
            <c:ext xmlns:c16="http://schemas.microsoft.com/office/drawing/2014/chart" uri="{C3380CC4-5D6E-409C-BE32-E72D297353CC}">
              <c16:uniqueId val="{00000001-6E85-E240-8097-692D958BB5FD}"/>
            </c:ext>
          </c:extLst>
        </c:ser>
        <c:dLbls>
          <c:showLegendKey val="0"/>
          <c:showVal val="0"/>
          <c:showCatName val="0"/>
          <c:showSerName val="0"/>
          <c:showPercent val="0"/>
          <c:showBubbleSize val="0"/>
        </c:dLbls>
        <c:gapWidth val="150"/>
        <c:axId val="243186383"/>
        <c:axId val="1"/>
      </c:barChart>
      <c:catAx>
        <c:axId val="243186383"/>
        <c:scaling>
          <c:orientation val="minMax"/>
        </c:scaling>
        <c:delete val="0"/>
        <c:axPos val="b"/>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1.6"/>
          <c:min val="0"/>
        </c:scaling>
        <c:delete val="1"/>
        <c:axPos val="l"/>
        <c:numFmt formatCode="General" sourceLinked="1"/>
        <c:majorTickMark val="out"/>
        <c:minorTickMark val="none"/>
        <c:tickLblPos val="nextTo"/>
        <c:crossAx val="243186383"/>
        <c:crosses val="min"/>
        <c:crossBetween val="between"/>
      </c:valAx>
    </c:plotArea>
    <c:plotVisOnly val="0"/>
    <c:dispBlanksAs val="gap"/>
    <c:showDLblsOverMax val="1"/>
  </c:chart>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bar"/>
        <c:grouping val="clustered"/>
        <c:varyColors val="0"/>
        <c:ser>
          <c:idx val="0"/>
          <c:order val="0"/>
          <c:tx>
            <c:v>tusimpleBI</c:v>
          </c:tx>
          <c:spPr>
            <a:noFill/>
            <a:ln>
              <a:noFill/>
            </a:ln>
            <a:effectLst/>
            <a:extLst>
              <a:ext uri="{909E8E84-426E-40DD-AFC4-6F175D3DCCD1}">
                <a14:hiddenFill xmlns:a14="http://schemas.microsoft.com/office/drawing/2010/main">
                  <a:solidFill>
                    <a:srgbClr val="5B9BD5"/>
                  </a:solidFill>
                </a14:hiddenFill>
              </a:ext>
            </a:extLst>
          </c:spPr>
          <c:invertIfNegative val="0"/>
          <c:cat>
            <c:strRef>
              <c:f>Sheet1!$B$3:$B$14</c:f>
              <c:strCache>
                <c:ptCount val="12"/>
                <c:pt idx="0">
                  <c:v>队1</c:v>
                </c:pt>
                <c:pt idx="1">
                  <c:v>队2</c:v>
                </c:pt>
                <c:pt idx="2">
                  <c:v>队3</c:v>
                </c:pt>
                <c:pt idx="3">
                  <c:v>队4</c:v>
                </c:pt>
                <c:pt idx="4">
                  <c:v>队5</c:v>
                </c:pt>
                <c:pt idx="5">
                  <c:v>队6</c:v>
                </c:pt>
                <c:pt idx="6">
                  <c:v>队7</c:v>
                </c:pt>
                <c:pt idx="7">
                  <c:v>队8</c:v>
                </c:pt>
                <c:pt idx="8">
                  <c:v>队9</c:v>
                </c:pt>
                <c:pt idx="9">
                  <c:v>队10</c:v>
                </c:pt>
                <c:pt idx="10">
                  <c:v>队11</c:v>
                </c:pt>
                <c:pt idx="11">
                  <c:v>队12</c:v>
                </c:pt>
              </c:strCache>
            </c:strRef>
          </c:cat>
          <c:val>
            <c:numLit>
              <c:formatCode>General</c:formatCode>
              <c:ptCount val="12"/>
              <c:pt idx="0">
                <c:v>1</c:v>
              </c:pt>
              <c:pt idx="1">
                <c:v>1</c:v>
              </c:pt>
              <c:pt idx="2">
                <c:v>1</c:v>
              </c:pt>
              <c:pt idx="3">
                <c:v>1</c:v>
              </c:pt>
              <c:pt idx="4">
                <c:v>1</c:v>
              </c:pt>
              <c:pt idx="5">
                <c:v>1</c:v>
              </c:pt>
              <c:pt idx="6">
                <c:v>1</c:v>
              </c:pt>
              <c:pt idx="7">
                <c:v>1</c:v>
              </c:pt>
              <c:pt idx="8">
                <c:v>1</c:v>
              </c:pt>
              <c:pt idx="9">
                <c:v>1</c:v>
              </c:pt>
              <c:pt idx="10">
                <c:v>1</c:v>
              </c:pt>
              <c:pt idx="11">
                <c:v>1</c:v>
              </c:pt>
            </c:numLit>
          </c:val>
          <c:extLst>
            <c:ext xmlns:c16="http://schemas.microsoft.com/office/drawing/2014/chart" uri="{C3380CC4-5D6E-409C-BE32-E72D297353CC}">
              <c16:uniqueId val="{00000000-E4C3-42BA-855E-3323CE3D2113}"/>
            </c:ext>
          </c:extLst>
        </c:ser>
        <c:dLbls>
          <c:showLegendKey val="0"/>
          <c:showVal val="0"/>
          <c:showCatName val="0"/>
          <c:showSerName val="0"/>
          <c:showPercent val="0"/>
          <c:showBubbleSize val="0"/>
        </c:dLbls>
        <c:gapWidth val="300"/>
        <c:axId val="1788240144"/>
        <c:axId val="1788246864"/>
      </c:barChart>
      <c:scatterChart>
        <c:scatterStyle val="lineMarker"/>
        <c:varyColors val="0"/>
        <c:ser>
          <c:idx val="1"/>
          <c:order val="1"/>
          <c:tx>
            <c:v>tusimpleBI</c:v>
          </c:tx>
          <c:spPr>
            <a:ln w="25400" cap="rnd">
              <a:noFill/>
              <a:round/>
            </a:ln>
            <a:effectLst/>
          </c:spPr>
          <c:marker>
            <c:symbol val="none"/>
          </c:marker>
          <c:xVal>
            <c:numRef>
              <c:f>Sheet1!$C$3:$D$3</c:f>
              <c:numCache>
                <c:formatCode>General</c:formatCode>
                <c:ptCount val="2"/>
                <c:pt idx="0">
                  <c:v>2.2999999999999998</c:v>
                </c:pt>
                <c:pt idx="1">
                  <c:v>4.5999999999999996</c:v>
                </c:pt>
              </c:numCache>
            </c:numRef>
          </c:xVal>
          <c:yVal>
            <c:numLit>
              <c:formatCode>General</c:formatCode>
              <c:ptCount val="2"/>
              <c:pt idx="0">
                <c:v>1</c:v>
              </c:pt>
              <c:pt idx="1">
                <c:v>1</c:v>
              </c:pt>
            </c:numLit>
          </c:yVal>
          <c:smooth val="0"/>
          <c:extLst>
            <c:ext xmlns:c16="http://schemas.microsoft.com/office/drawing/2014/chart" uri="{C3380CC4-5D6E-409C-BE32-E72D297353CC}">
              <c16:uniqueId val="{00000003-E4C3-42BA-855E-3323CE3D2113}"/>
            </c:ext>
          </c:extLst>
        </c:ser>
        <c:ser>
          <c:idx val="2"/>
          <c:order val="2"/>
          <c:tx>
            <c:strRef>
              <c:f>Sheet1!$C$2</c:f>
              <c:strCache>
                <c:ptCount val="1"/>
                <c:pt idx="0">
                  <c:v>数值1</c:v>
                </c:pt>
              </c:strCache>
            </c:strRef>
          </c:tx>
          <c:spPr>
            <a:ln w="25400" cap="rnd">
              <a:noFill/>
              <a:round/>
            </a:ln>
            <a:effectLst/>
          </c:spPr>
          <c:marker>
            <c:symbol val="circle"/>
            <c:size val="13"/>
            <c:spPr>
              <a:solidFill>
                <a:sysClr val="windowText" lastClr="000000"/>
              </a:solidFill>
              <a:ln w="25400">
                <a:noFill/>
              </a:ln>
              <a:effectLst/>
            </c:spPr>
          </c:marker>
          <c:errBars>
            <c:errDir val="x"/>
            <c:errBarType val="plus"/>
            <c:errValType val="cust"/>
            <c:noEndCap val="1"/>
            <c:plus>
              <c:numRef>
                <c:f>Sheet1!tsF24_23961</c:f>
                <c:numCache>
                  <c:formatCode>General</c:formatCode>
                  <c:ptCount val="12"/>
                  <c:pt idx="0">
                    <c:v>2.2999999999999998</c:v>
                  </c:pt>
                  <c:pt idx="1">
                    <c:v>2.2999999999999998</c:v>
                  </c:pt>
                  <c:pt idx="2">
                    <c:v>1.7999999999999998</c:v>
                  </c:pt>
                  <c:pt idx="3">
                    <c:v>2</c:v>
                  </c:pt>
                  <c:pt idx="4">
                    <c:v>1.4</c:v>
                  </c:pt>
                  <c:pt idx="5">
                    <c:v>0.80000000000000027</c:v>
                  </c:pt>
                  <c:pt idx="6">
                    <c:v>1.0000000000000002</c:v>
                  </c:pt>
                  <c:pt idx="7">
                    <c:v>1.4</c:v>
                  </c:pt>
                  <c:pt idx="8">
                    <c:v>0.69999999999999973</c:v>
                  </c:pt>
                  <c:pt idx="9">
                    <c:v>1.1999999999999997</c:v>
                  </c:pt>
                  <c:pt idx="10">
                    <c:v>0.99999999999999989</c:v>
                  </c:pt>
                  <c:pt idx="11">
                    <c:v>0.7</c:v>
                  </c:pt>
                </c:numCache>
              </c:numRef>
            </c:plus>
            <c:spPr>
              <a:noFill/>
              <a:ln w="22225" cap="flat" cmpd="sng" algn="ctr">
                <a:solidFill>
                  <a:srgbClr val="01A9F5"/>
                </a:solidFill>
                <a:round/>
              </a:ln>
              <a:effectLst/>
            </c:spPr>
          </c:errBars>
          <c:xVal>
            <c:numRef>
              <c:f>Sheet1!$C$3:$C$14</c:f>
              <c:numCache>
                <c:formatCode>General</c:formatCode>
                <c:ptCount val="12"/>
                <c:pt idx="0">
                  <c:v>2.2999999999999998</c:v>
                </c:pt>
                <c:pt idx="1">
                  <c:v>1.6</c:v>
                </c:pt>
                <c:pt idx="2">
                  <c:v>2</c:v>
                </c:pt>
                <c:pt idx="3">
                  <c:v>1.2</c:v>
                </c:pt>
                <c:pt idx="4">
                  <c:v>1.5</c:v>
                </c:pt>
                <c:pt idx="5">
                  <c:v>1.9</c:v>
                </c:pt>
                <c:pt idx="6">
                  <c:v>1.7</c:v>
                </c:pt>
                <c:pt idx="7">
                  <c:v>1.1000000000000001</c:v>
                </c:pt>
                <c:pt idx="8">
                  <c:v>1.6</c:v>
                </c:pt>
                <c:pt idx="9">
                  <c:v>1.1000000000000001</c:v>
                </c:pt>
                <c:pt idx="10">
                  <c:v>0.9</c:v>
                </c:pt>
                <c:pt idx="11">
                  <c:v>0.8</c:v>
                </c:pt>
              </c:numCache>
            </c:numRef>
          </c:xVal>
          <c:yVal>
            <c:numLit>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Lit>
          </c:yVal>
          <c:smooth val="0"/>
          <c:extLst>
            <c:ext xmlns:c16="http://schemas.microsoft.com/office/drawing/2014/chart" uri="{C3380CC4-5D6E-409C-BE32-E72D297353CC}">
              <c16:uniqueId val="{00000004-E4C3-42BA-855E-3323CE3D2113}"/>
            </c:ext>
          </c:extLst>
        </c:ser>
        <c:ser>
          <c:idx val="3"/>
          <c:order val="3"/>
          <c:tx>
            <c:strRef>
              <c:f>Sheet1!$D$2</c:f>
              <c:strCache>
                <c:ptCount val="1"/>
                <c:pt idx="0">
                  <c:v>数值2</c:v>
                </c:pt>
              </c:strCache>
            </c:strRef>
          </c:tx>
          <c:spPr>
            <a:ln w="25400" cap="rnd">
              <a:noFill/>
              <a:round/>
            </a:ln>
            <a:effectLst/>
          </c:spPr>
          <c:marker>
            <c:symbol val="circle"/>
            <c:size val="13"/>
            <c:spPr>
              <a:solidFill>
                <a:srgbClr val="01A9F5"/>
              </a:solidFill>
              <a:ln w="25400">
                <a:noFill/>
              </a:ln>
              <a:effectLst/>
            </c:spPr>
          </c:marker>
          <c:xVal>
            <c:numRef>
              <c:f>Sheet1!$D$3:$D$14</c:f>
              <c:numCache>
                <c:formatCode>General</c:formatCode>
                <c:ptCount val="12"/>
                <c:pt idx="0">
                  <c:v>4.5999999999999996</c:v>
                </c:pt>
                <c:pt idx="1">
                  <c:v>3.9</c:v>
                </c:pt>
                <c:pt idx="2">
                  <c:v>3.8</c:v>
                </c:pt>
                <c:pt idx="3">
                  <c:v>3.2</c:v>
                </c:pt>
                <c:pt idx="4">
                  <c:v>2.9</c:v>
                </c:pt>
                <c:pt idx="5">
                  <c:v>2.7</c:v>
                </c:pt>
                <c:pt idx="6">
                  <c:v>2.7</c:v>
                </c:pt>
                <c:pt idx="7">
                  <c:v>2.5</c:v>
                </c:pt>
                <c:pt idx="8">
                  <c:v>2.2999999999999998</c:v>
                </c:pt>
                <c:pt idx="9">
                  <c:v>2.2999999999999998</c:v>
                </c:pt>
                <c:pt idx="10">
                  <c:v>1.9</c:v>
                </c:pt>
                <c:pt idx="11">
                  <c:v>1.5</c:v>
                </c:pt>
              </c:numCache>
            </c:numRef>
          </c:xVal>
          <c:yVal>
            <c:numLit>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Lit>
          </c:yVal>
          <c:smooth val="0"/>
          <c:extLst>
            <c:ext xmlns:c16="http://schemas.microsoft.com/office/drawing/2014/chart" uri="{C3380CC4-5D6E-409C-BE32-E72D297353CC}">
              <c16:uniqueId val="{00000005-E4C3-42BA-855E-3323CE3D2113}"/>
            </c:ext>
          </c:extLst>
        </c:ser>
        <c:dLbls>
          <c:showLegendKey val="0"/>
          <c:showVal val="0"/>
          <c:showCatName val="0"/>
          <c:showSerName val="0"/>
          <c:showPercent val="0"/>
          <c:showBubbleSize val="0"/>
        </c:dLbls>
        <c:axId val="1788244464"/>
        <c:axId val="1788238704"/>
      </c:scatterChart>
      <c:catAx>
        <c:axId val="1788240144"/>
        <c:scaling>
          <c:orientation val="maxMin"/>
        </c:scaling>
        <c:delete val="0"/>
        <c:axPos val="l"/>
        <c:numFmt formatCode="General" sourceLinked="1"/>
        <c:majorTickMark val="none"/>
        <c:minorTickMark val="none"/>
        <c:tickLblPos val="none"/>
        <c:spPr>
          <a:noFill/>
          <a:ln w="9525" cap="flat" cmpd="sng" algn="ctr">
            <a:noFill/>
            <a:round/>
          </a:ln>
          <a:effectLst/>
          <a:extLst>
            <a:ext uri="{91240B29-F687-4F45-9708-019B960494DF}">
              <a14:hiddenLine xmlns:a14="http://schemas.microsoft.com/office/drawing/2010/main" w="9525" cap="flat" cmpd="sng" algn="ctr">
                <a:solidFill>
                  <a:sysClr val="windowText" lastClr="000000">
                    <a:lumMod val="15000"/>
                    <a:lumOff val="85000"/>
                  </a:sysClr>
                </a:solidFill>
                <a:round/>
              </a14:hiddenLine>
            </a:ext>
          </a:ex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HarmonyOS Sans SC" pitchFamily="2" charset="-122"/>
                <a:ea typeface="HarmonyOS Sans SC" pitchFamily="2" charset="-122"/>
                <a:cs typeface="+mn-cs"/>
              </a:defRPr>
            </a:pPr>
            <a:endParaRPr lang="zh-CN"/>
          </a:p>
        </c:txPr>
        <c:crossAx val="1788246864"/>
        <c:crosses val="autoZero"/>
        <c:auto val="1"/>
        <c:lblAlgn val="ctr"/>
        <c:lblOffset val="100"/>
        <c:tickLblSkip val="1"/>
        <c:noMultiLvlLbl val="0"/>
      </c:catAx>
      <c:valAx>
        <c:axId val="1788246864"/>
        <c:scaling>
          <c:orientation val="minMax"/>
          <c:max val="1"/>
        </c:scaling>
        <c:delete val="0"/>
        <c:axPos val="t"/>
        <c:numFmt formatCode="General" sourceLinked="1"/>
        <c:majorTickMark val="none"/>
        <c:minorTickMark val="none"/>
        <c:tickLblPos val="none"/>
        <c:spPr>
          <a:noFill/>
          <a:ln>
            <a:noFill/>
          </a:ln>
          <a:effectLst/>
          <a:extLst>
            <a:ext uri="{91240B29-F687-4F45-9708-019B960494DF}">
              <a14:hiddenLine xmlns:a14="http://schemas.microsoft.com/office/drawing/2010/main">
                <a:noFill/>
              </a14:hiddenLine>
            </a:ext>
          </a:ex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HarmonyOS Sans SC" pitchFamily="2" charset="-122"/>
                <a:ea typeface="HarmonyOS Sans SC" pitchFamily="2" charset="-122"/>
                <a:cs typeface="+mn-cs"/>
              </a:defRPr>
            </a:pPr>
            <a:endParaRPr lang="zh-CN"/>
          </a:p>
        </c:txPr>
        <c:crossAx val="1788240144"/>
        <c:crosses val="autoZero"/>
        <c:crossBetween val="between"/>
      </c:valAx>
      <c:valAx>
        <c:axId val="1788238704"/>
        <c:scaling>
          <c:orientation val="maxMin"/>
          <c:max val="12.5"/>
          <c:min val="0.5"/>
        </c:scaling>
        <c:delete val="0"/>
        <c:axPos val="r"/>
        <c:numFmt formatCode="General" sourceLinked="1"/>
        <c:majorTickMark val="out"/>
        <c:minorTickMark val="none"/>
        <c:tickLblPos val="none"/>
        <c:spPr>
          <a:noFill/>
          <a:ln>
            <a:noFill/>
          </a:ln>
          <a:effectLst/>
          <a:extLst>
            <a:ext uri="{91240B29-F687-4F45-9708-019B960494DF}">
              <a14:hiddenLine xmlns:a14="http://schemas.microsoft.com/office/drawing/2010/main">
                <a:noFill/>
              </a14:hiddenLine>
            </a:ext>
          </a:ex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HarmonyOS Sans SC" pitchFamily="2" charset="-122"/>
                <a:ea typeface="HarmonyOS Sans SC" pitchFamily="2" charset="-122"/>
                <a:cs typeface="+mn-cs"/>
              </a:defRPr>
            </a:pPr>
            <a:endParaRPr lang="zh-CN"/>
          </a:p>
        </c:txPr>
        <c:crossAx val="1788244464"/>
        <c:crosses val="max"/>
        <c:crossBetween val="midCat"/>
      </c:valAx>
      <c:valAx>
        <c:axId val="1788244464"/>
        <c:scaling>
          <c:orientation val="minMax"/>
        </c:scaling>
        <c:delete val="0"/>
        <c:axPos val="b"/>
        <c:majorGridlines>
          <c:spPr>
            <a:ln w="9525" cap="flat" cmpd="sng" algn="ctr">
              <a:solidFill>
                <a:srgbClr val="FEFEFE"/>
              </a:solidFill>
              <a:round/>
            </a:ln>
            <a:effectLst/>
          </c:spPr>
        </c:majorGridlines>
        <c:numFmt formatCode="General" sourceLinked="1"/>
        <c:majorTickMark val="out"/>
        <c:minorTickMark val="none"/>
        <c:tickLblPos val="nextTo"/>
        <c:spPr>
          <a:noFill/>
          <a:ln>
            <a:solidFill>
              <a:srgbClr val="C7C7C7"/>
            </a:solid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HarmonyOS Sans SC" pitchFamily="2" charset="-122"/>
                <a:ea typeface="HarmonyOS Sans SC" pitchFamily="2" charset="-122"/>
                <a:cs typeface="+mn-cs"/>
              </a:defRPr>
            </a:pPr>
            <a:endParaRPr lang="zh-CN"/>
          </a:p>
        </c:txPr>
        <c:crossAx val="1788238704"/>
        <c:crosses val="max"/>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b="0" i="0">
          <a:latin typeface="HarmonyOS Sans SC" pitchFamily="2" charset="-122"/>
          <a:ea typeface="HarmonyOS Sans SC" pitchFamily="2" charset="-122"/>
        </a:defRPr>
      </a:pPr>
      <a:endParaRPr lang="zh-CN"/>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4679284963196635E-2"/>
          <c:y val="1.8099547511312219E-2"/>
          <c:w val="0.89064143007360674"/>
          <c:h val="0.96380090497737558"/>
        </c:manualLayout>
      </c:layout>
      <c:barChart>
        <c:barDir val="bar"/>
        <c:grouping val="clustered"/>
        <c:varyColors val="0"/>
        <c:ser>
          <c:idx val="0"/>
          <c:order val="0"/>
          <c:spPr>
            <a:solidFill>
              <a:schemeClr val="tx1"/>
            </a:solidFill>
            <a:ln>
              <a:noFill/>
            </a:ln>
          </c:spPr>
          <c:invertIfNegative val="0"/>
          <c:val>
            <c:numRef>
              <c:f>Sheet1!$A$1:$L$1</c:f>
              <c:numCache>
                <c:formatCode>General</c:formatCode>
                <c:ptCount val="12"/>
                <c:pt idx="0">
                  <c:v>7.4</c:v>
                </c:pt>
                <c:pt idx="1">
                  <c:v>11.8</c:v>
                </c:pt>
                <c:pt idx="2">
                  <c:v>8.6</c:v>
                </c:pt>
                <c:pt idx="3">
                  <c:v>7.2</c:v>
                </c:pt>
                <c:pt idx="4">
                  <c:v>6.2</c:v>
                </c:pt>
                <c:pt idx="5">
                  <c:v>2.9</c:v>
                </c:pt>
                <c:pt idx="6">
                  <c:v>15.3</c:v>
                </c:pt>
                <c:pt idx="7">
                  <c:v>12.9</c:v>
                </c:pt>
                <c:pt idx="8">
                  <c:v>5</c:v>
                </c:pt>
                <c:pt idx="9">
                  <c:v>0.9</c:v>
                </c:pt>
                <c:pt idx="10">
                  <c:v>7</c:v>
                </c:pt>
                <c:pt idx="11">
                  <c:v>8.3000000000000007</c:v>
                </c:pt>
              </c:numCache>
            </c:numRef>
          </c:val>
          <c:extLst>
            <c:ext xmlns:c16="http://schemas.microsoft.com/office/drawing/2014/chart" uri="{C3380CC4-5D6E-409C-BE32-E72D297353CC}">
              <c16:uniqueId val="{00000000-7DB0-5D45-A946-FE43C90C745F}"/>
            </c:ext>
          </c:extLst>
        </c:ser>
        <c:ser>
          <c:idx val="1"/>
          <c:order val="1"/>
          <c:spPr>
            <a:solidFill>
              <a:srgbClr val="00A9F6"/>
            </a:solidFill>
            <a:ln>
              <a:noFill/>
            </a:ln>
          </c:spPr>
          <c:invertIfNegative val="0"/>
          <c:val>
            <c:numRef>
              <c:f>Sheet1!$A$2:$L$2</c:f>
              <c:numCache>
                <c:formatCode>General</c:formatCode>
                <c:ptCount val="12"/>
                <c:pt idx="0">
                  <c:v>7.5</c:v>
                </c:pt>
                <c:pt idx="1">
                  <c:v>13</c:v>
                </c:pt>
                <c:pt idx="2">
                  <c:v>10.199999999999999</c:v>
                </c:pt>
                <c:pt idx="3">
                  <c:v>7.1</c:v>
                </c:pt>
                <c:pt idx="4">
                  <c:v>6.2</c:v>
                </c:pt>
                <c:pt idx="5">
                  <c:v>3.3</c:v>
                </c:pt>
                <c:pt idx="6">
                  <c:v>13.8</c:v>
                </c:pt>
                <c:pt idx="7">
                  <c:v>11.5</c:v>
                </c:pt>
                <c:pt idx="8">
                  <c:v>5.0999999999999996</c:v>
                </c:pt>
                <c:pt idx="9">
                  <c:v>0.9</c:v>
                </c:pt>
                <c:pt idx="10">
                  <c:v>7.1</c:v>
                </c:pt>
                <c:pt idx="11">
                  <c:v>8.3000000000000007</c:v>
                </c:pt>
              </c:numCache>
            </c:numRef>
          </c:val>
          <c:extLst>
            <c:ext xmlns:c16="http://schemas.microsoft.com/office/drawing/2014/chart" uri="{C3380CC4-5D6E-409C-BE32-E72D297353CC}">
              <c16:uniqueId val="{00000001-7DB0-5D45-A946-FE43C90C745F}"/>
            </c:ext>
          </c:extLst>
        </c:ser>
        <c:dLbls>
          <c:showLegendKey val="0"/>
          <c:showVal val="0"/>
          <c:showCatName val="0"/>
          <c:showSerName val="0"/>
          <c:showPercent val="0"/>
          <c:showBubbleSize val="0"/>
        </c:dLbls>
        <c:gapWidth val="80"/>
        <c:axId val="604985903"/>
        <c:axId val="1"/>
      </c:barChart>
      <c:catAx>
        <c:axId val="604985903"/>
        <c:scaling>
          <c:orientation val="maxMin"/>
        </c:scaling>
        <c:delete val="0"/>
        <c:axPos val="l"/>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15.3"/>
          <c:min val="0"/>
        </c:scaling>
        <c:delete val="1"/>
        <c:axPos val="t"/>
        <c:numFmt formatCode="General" sourceLinked="1"/>
        <c:majorTickMark val="out"/>
        <c:minorTickMark val="none"/>
        <c:tickLblPos val="nextTo"/>
        <c:crossAx val="604985903"/>
        <c:crosses val="min"/>
        <c:crossBetween val="between"/>
      </c:valAx>
    </c:plotArea>
    <c:plotVisOnly val="0"/>
    <c:dispBlanksAs val="gap"/>
    <c:showDLblsOverMax val="1"/>
  </c:chart>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4679284963196635E-2"/>
          <c:y val="1.8099547511312219E-2"/>
          <c:w val="0.89064143007360674"/>
          <c:h val="0.96380090497737558"/>
        </c:manualLayout>
      </c:layout>
      <c:barChart>
        <c:barDir val="bar"/>
        <c:grouping val="clustered"/>
        <c:varyColors val="0"/>
        <c:ser>
          <c:idx val="0"/>
          <c:order val="0"/>
          <c:spPr>
            <a:solidFill>
              <a:schemeClr val="tx1"/>
            </a:solidFill>
            <a:ln>
              <a:noFill/>
            </a:ln>
          </c:spPr>
          <c:invertIfNegative val="0"/>
          <c:val>
            <c:numRef>
              <c:f>Sheet1!$A$1:$L$1</c:f>
              <c:numCache>
                <c:formatCode>General</c:formatCode>
                <c:ptCount val="12"/>
                <c:pt idx="0">
                  <c:v>10.199999999999999</c:v>
                </c:pt>
                <c:pt idx="1">
                  <c:v>12.8</c:v>
                </c:pt>
                <c:pt idx="2">
                  <c:v>12.1</c:v>
                </c:pt>
                <c:pt idx="3">
                  <c:v>5.2</c:v>
                </c:pt>
                <c:pt idx="4">
                  <c:v>4.8</c:v>
                </c:pt>
                <c:pt idx="5">
                  <c:v>3.9</c:v>
                </c:pt>
                <c:pt idx="6">
                  <c:v>16</c:v>
                </c:pt>
                <c:pt idx="7">
                  <c:v>9.6999999999999993</c:v>
                </c:pt>
                <c:pt idx="8">
                  <c:v>5.4</c:v>
                </c:pt>
                <c:pt idx="9">
                  <c:v>0.8</c:v>
                </c:pt>
                <c:pt idx="10">
                  <c:v>3.4</c:v>
                </c:pt>
                <c:pt idx="11">
                  <c:v>5.4</c:v>
                </c:pt>
              </c:numCache>
            </c:numRef>
          </c:val>
          <c:extLst>
            <c:ext xmlns:c16="http://schemas.microsoft.com/office/drawing/2014/chart" uri="{C3380CC4-5D6E-409C-BE32-E72D297353CC}">
              <c16:uniqueId val="{00000000-08AA-894D-9957-E74B3B6A0266}"/>
            </c:ext>
          </c:extLst>
        </c:ser>
        <c:ser>
          <c:idx val="1"/>
          <c:order val="1"/>
          <c:spPr>
            <a:solidFill>
              <a:srgbClr val="00A9F6"/>
            </a:solidFill>
            <a:ln>
              <a:noFill/>
            </a:ln>
          </c:spPr>
          <c:invertIfNegative val="0"/>
          <c:val>
            <c:numRef>
              <c:f>Sheet1!$A$2:$L$2</c:f>
              <c:numCache>
                <c:formatCode>General</c:formatCode>
                <c:ptCount val="12"/>
                <c:pt idx="0">
                  <c:v>11.2</c:v>
                </c:pt>
                <c:pt idx="1">
                  <c:v>16.899999999999999</c:v>
                </c:pt>
                <c:pt idx="2">
                  <c:v>12.9</c:v>
                </c:pt>
                <c:pt idx="3">
                  <c:v>7.6</c:v>
                </c:pt>
                <c:pt idx="4">
                  <c:v>5.4</c:v>
                </c:pt>
                <c:pt idx="5">
                  <c:v>3.3</c:v>
                </c:pt>
                <c:pt idx="6">
                  <c:v>12.1</c:v>
                </c:pt>
                <c:pt idx="7">
                  <c:v>9.6</c:v>
                </c:pt>
                <c:pt idx="8">
                  <c:v>3.9</c:v>
                </c:pt>
                <c:pt idx="9">
                  <c:v>0.7</c:v>
                </c:pt>
                <c:pt idx="10">
                  <c:v>3.8</c:v>
                </c:pt>
                <c:pt idx="11">
                  <c:v>5.0999999999999996</c:v>
                </c:pt>
              </c:numCache>
            </c:numRef>
          </c:val>
          <c:extLst>
            <c:ext xmlns:c16="http://schemas.microsoft.com/office/drawing/2014/chart" uri="{C3380CC4-5D6E-409C-BE32-E72D297353CC}">
              <c16:uniqueId val="{00000001-08AA-894D-9957-E74B3B6A0266}"/>
            </c:ext>
          </c:extLst>
        </c:ser>
        <c:dLbls>
          <c:showLegendKey val="0"/>
          <c:showVal val="0"/>
          <c:showCatName val="0"/>
          <c:showSerName val="0"/>
          <c:showPercent val="0"/>
          <c:showBubbleSize val="0"/>
        </c:dLbls>
        <c:gapWidth val="80"/>
        <c:axId val="605471119"/>
        <c:axId val="1"/>
      </c:barChart>
      <c:catAx>
        <c:axId val="605471119"/>
        <c:scaling>
          <c:orientation val="maxMin"/>
        </c:scaling>
        <c:delete val="0"/>
        <c:axPos val="l"/>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16.899999999999999"/>
          <c:min val="0"/>
        </c:scaling>
        <c:delete val="1"/>
        <c:axPos val="t"/>
        <c:numFmt formatCode="General" sourceLinked="1"/>
        <c:majorTickMark val="out"/>
        <c:minorTickMark val="none"/>
        <c:tickLblPos val="nextTo"/>
        <c:crossAx val="605471119"/>
        <c:crosses val="min"/>
        <c:crossBetween val="between"/>
      </c:valAx>
    </c:plotArea>
    <c:plotVisOnly val="0"/>
    <c:dispBlanksAs val="gap"/>
    <c:showDLblsOverMax val="1"/>
  </c:chart>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6143790849673203E-2"/>
          <c:y val="1.7657045840407469E-2"/>
          <c:w val="0.94771241830065356"/>
          <c:h val="0.9646859083191851"/>
        </c:manualLayout>
      </c:layout>
      <c:barChart>
        <c:barDir val="bar"/>
        <c:grouping val="stacked"/>
        <c:varyColors val="0"/>
        <c:ser>
          <c:idx val="0"/>
          <c:order val="0"/>
          <c:spPr>
            <a:solidFill>
              <a:srgbClr val="0238C1"/>
            </a:solidFill>
            <a:ln>
              <a:noFill/>
            </a:ln>
          </c:spPr>
          <c:invertIfNegative val="0"/>
          <c:dPt>
            <c:idx val="0"/>
            <c:invertIfNegative val="0"/>
            <c:bubble3D val="0"/>
            <c:spPr>
              <a:solidFill>
                <a:srgbClr val="00207E"/>
              </a:solidFill>
              <a:ln>
                <a:noFill/>
              </a:ln>
            </c:spPr>
            <c:extLst>
              <c:ext xmlns:c16="http://schemas.microsoft.com/office/drawing/2014/chart" uri="{C3380CC4-5D6E-409C-BE32-E72D297353CC}">
                <c16:uniqueId val="{00000000-7B3B-C147-89F3-9AE12A2F66E2}"/>
              </c:ext>
            </c:extLst>
          </c:dPt>
          <c:dPt>
            <c:idx val="1"/>
            <c:invertIfNegative val="0"/>
            <c:bubble3D val="0"/>
            <c:spPr>
              <a:solidFill>
                <a:srgbClr val="00207E"/>
              </a:solidFill>
              <a:ln>
                <a:noFill/>
              </a:ln>
            </c:spPr>
            <c:extLst>
              <c:ext xmlns:c16="http://schemas.microsoft.com/office/drawing/2014/chart" uri="{C3380CC4-5D6E-409C-BE32-E72D297353CC}">
                <c16:uniqueId val="{00000001-7B3B-C147-89F3-9AE12A2F66E2}"/>
              </c:ext>
            </c:extLst>
          </c:dPt>
          <c:dPt>
            <c:idx val="2"/>
            <c:invertIfNegative val="0"/>
            <c:bubble3D val="0"/>
            <c:spPr>
              <a:solidFill>
                <a:srgbClr val="00207E"/>
              </a:solidFill>
              <a:ln>
                <a:noFill/>
              </a:ln>
            </c:spPr>
            <c:extLst>
              <c:ext xmlns:c16="http://schemas.microsoft.com/office/drawing/2014/chart" uri="{C3380CC4-5D6E-409C-BE32-E72D297353CC}">
                <c16:uniqueId val="{00000002-7B3B-C147-89F3-9AE12A2F66E2}"/>
              </c:ext>
            </c:extLst>
          </c:dPt>
          <c:dPt>
            <c:idx val="10"/>
            <c:invertIfNegative val="0"/>
            <c:bubble3D val="0"/>
            <c:spPr>
              <a:solidFill>
                <a:srgbClr val="0352FF"/>
              </a:solidFill>
              <a:ln>
                <a:noFill/>
              </a:ln>
            </c:spPr>
            <c:extLst>
              <c:ext xmlns:c16="http://schemas.microsoft.com/office/drawing/2014/chart" uri="{C3380CC4-5D6E-409C-BE32-E72D297353CC}">
                <c16:uniqueId val="{00000003-7B3B-C147-89F3-9AE12A2F66E2}"/>
              </c:ext>
            </c:extLst>
          </c:dPt>
          <c:dPt>
            <c:idx val="11"/>
            <c:invertIfNegative val="0"/>
            <c:bubble3D val="0"/>
            <c:spPr>
              <a:solidFill>
                <a:srgbClr val="0352FF"/>
              </a:solidFill>
              <a:ln>
                <a:noFill/>
              </a:ln>
            </c:spPr>
            <c:extLst>
              <c:ext xmlns:c16="http://schemas.microsoft.com/office/drawing/2014/chart" uri="{C3380CC4-5D6E-409C-BE32-E72D297353CC}">
                <c16:uniqueId val="{00000004-7B3B-C147-89F3-9AE12A2F66E2}"/>
              </c:ext>
            </c:extLst>
          </c:dPt>
          <c:dPt>
            <c:idx val="12"/>
            <c:invertIfNegative val="0"/>
            <c:bubble3D val="0"/>
            <c:spPr>
              <a:solidFill>
                <a:srgbClr val="0352FF"/>
              </a:solidFill>
              <a:ln>
                <a:noFill/>
              </a:ln>
            </c:spPr>
            <c:extLst>
              <c:ext xmlns:c16="http://schemas.microsoft.com/office/drawing/2014/chart" uri="{C3380CC4-5D6E-409C-BE32-E72D297353CC}">
                <c16:uniqueId val="{00000005-7B3B-C147-89F3-9AE12A2F66E2}"/>
              </c:ext>
            </c:extLst>
          </c:dPt>
          <c:dPt>
            <c:idx val="13"/>
            <c:invertIfNegative val="0"/>
            <c:bubble3D val="0"/>
            <c:spPr>
              <a:solidFill>
                <a:srgbClr val="0352FF"/>
              </a:solidFill>
              <a:ln>
                <a:noFill/>
              </a:ln>
            </c:spPr>
            <c:extLst>
              <c:ext xmlns:c16="http://schemas.microsoft.com/office/drawing/2014/chart" uri="{C3380CC4-5D6E-409C-BE32-E72D297353CC}">
                <c16:uniqueId val="{00000006-7B3B-C147-89F3-9AE12A2F66E2}"/>
              </c:ext>
            </c:extLst>
          </c:dPt>
          <c:dPt>
            <c:idx val="14"/>
            <c:invertIfNegative val="0"/>
            <c:bubble3D val="0"/>
            <c:spPr>
              <a:solidFill>
                <a:schemeClr val="accent1"/>
              </a:solidFill>
              <a:ln>
                <a:noFill/>
              </a:ln>
            </c:spPr>
            <c:extLst>
              <c:ext xmlns:c16="http://schemas.microsoft.com/office/drawing/2014/chart" uri="{C3380CC4-5D6E-409C-BE32-E72D297353CC}">
                <c16:uniqueId val="{00000007-7B3B-C147-89F3-9AE12A2F66E2}"/>
              </c:ext>
            </c:extLst>
          </c:dPt>
          <c:dPt>
            <c:idx val="15"/>
            <c:invertIfNegative val="0"/>
            <c:bubble3D val="0"/>
            <c:spPr>
              <a:solidFill>
                <a:schemeClr val="tx1"/>
              </a:solidFill>
              <a:ln>
                <a:noFill/>
              </a:ln>
            </c:spPr>
            <c:extLst>
              <c:ext xmlns:c16="http://schemas.microsoft.com/office/drawing/2014/chart" uri="{C3380CC4-5D6E-409C-BE32-E72D297353CC}">
                <c16:uniqueId val="{00000008-7B3B-C147-89F3-9AE12A2F66E2}"/>
              </c:ext>
            </c:extLst>
          </c:dPt>
          <c:dPt>
            <c:idx val="16"/>
            <c:invertIfNegative val="0"/>
            <c:bubble3D val="0"/>
            <c:spPr>
              <a:solidFill>
                <a:schemeClr val="tx1"/>
              </a:solidFill>
              <a:ln>
                <a:noFill/>
              </a:ln>
            </c:spPr>
            <c:extLst>
              <c:ext xmlns:c16="http://schemas.microsoft.com/office/drawing/2014/chart" uri="{C3380CC4-5D6E-409C-BE32-E72D297353CC}">
                <c16:uniqueId val="{00000009-7B3B-C147-89F3-9AE12A2F66E2}"/>
              </c:ext>
            </c:extLst>
          </c:dPt>
          <c:dPt>
            <c:idx val="17"/>
            <c:invertIfNegative val="0"/>
            <c:bubble3D val="0"/>
            <c:spPr>
              <a:solidFill>
                <a:schemeClr val="tx1"/>
              </a:solidFill>
              <a:ln>
                <a:noFill/>
              </a:ln>
            </c:spPr>
            <c:extLst>
              <c:ext xmlns:c16="http://schemas.microsoft.com/office/drawing/2014/chart" uri="{C3380CC4-5D6E-409C-BE32-E72D297353CC}">
                <c16:uniqueId val="{0000000A-7B3B-C147-89F3-9AE12A2F66E2}"/>
              </c:ext>
            </c:extLst>
          </c:dPt>
          <c:dPt>
            <c:idx val="18"/>
            <c:invertIfNegative val="0"/>
            <c:bubble3D val="0"/>
            <c:spPr>
              <a:solidFill>
                <a:schemeClr val="tx1"/>
              </a:solidFill>
              <a:ln>
                <a:noFill/>
              </a:ln>
            </c:spPr>
            <c:extLst>
              <c:ext xmlns:c16="http://schemas.microsoft.com/office/drawing/2014/chart" uri="{C3380CC4-5D6E-409C-BE32-E72D297353CC}">
                <c16:uniqueId val="{0000000B-7B3B-C147-89F3-9AE12A2F66E2}"/>
              </c:ext>
            </c:extLst>
          </c:dPt>
          <c:dPt>
            <c:idx val="19"/>
            <c:invertIfNegative val="0"/>
            <c:bubble3D val="0"/>
            <c:spPr>
              <a:solidFill>
                <a:schemeClr val="tx1"/>
              </a:solidFill>
              <a:ln>
                <a:noFill/>
              </a:ln>
            </c:spPr>
            <c:extLst>
              <c:ext xmlns:c16="http://schemas.microsoft.com/office/drawing/2014/chart" uri="{C3380CC4-5D6E-409C-BE32-E72D297353CC}">
                <c16:uniqueId val="{0000000C-7B3B-C147-89F3-9AE12A2F66E2}"/>
              </c:ext>
            </c:extLst>
          </c:dPt>
          <c:dPt>
            <c:idx val="20"/>
            <c:invertIfNegative val="0"/>
            <c:bubble3D val="0"/>
            <c:spPr>
              <a:solidFill>
                <a:schemeClr val="tx1"/>
              </a:solidFill>
              <a:ln>
                <a:noFill/>
              </a:ln>
            </c:spPr>
            <c:extLst>
              <c:ext xmlns:c16="http://schemas.microsoft.com/office/drawing/2014/chart" uri="{C3380CC4-5D6E-409C-BE32-E72D297353CC}">
                <c16:uniqueId val="{0000000D-7B3B-C147-89F3-9AE12A2F66E2}"/>
              </c:ext>
            </c:extLst>
          </c:dPt>
          <c:dPt>
            <c:idx val="21"/>
            <c:invertIfNegative val="0"/>
            <c:bubble3D val="0"/>
            <c:spPr>
              <a:solidFill>
                <a:schemeClr val="tx1"/>
              </a:solidFill>
              <a:ln>
                <a:noFill/>
              </a:ln>
            </c:spPr>
            <c:extLst>
              <c:ext xmlns:c16="http://schemas.microsoft.com/office/drawing/2014/chart" uri="{C3380CC4-5D6E-409C-BE32-E72D297353CC}">
                <c16:uniqueId val="{0000000E-7B3B-C147-89F3-9AE12A2F66E2}"/>
              </c:ext>
            </c:extLst>
          </c:dPt>
          <c:val>
            <c:numRef>
              <c:f>Sheet1!$A$1:$V$1</c:f>
              <c:numCache>
                <c:formatCode>General</c:formatCode>
                <c:ptCount val="22"/>
                <c:pt idx="0">
                  <c:v>2.1</c:v>
                </c:pt>
                <c:pt idx="1">
                  <c:v>1.1000000000000001</c:v>
                </c:pt>
                <c:pt idx="2">
                  <c:v>1.1000000000000001</c:v>
                </c:pt>
                <c:pt idx="3">
                  <c:v>0.9</c:v>
                </c:pt>
                <c:pt idx="4">
                  <c:v>0.6</c:v>
                </c:pt>
                <c:pt idx="5">
                  <c:v>0.6</c:v>
                </c:pt>
                <c:pt idx="6">
                  <c:v>0.5</c:v>
                </c:pt>
                <c:pt idx="7">
                  <c:v>0.5</c:v>
                </c:pt>
                <c:pt idx="8">
                  <c:v>0.5</c:v>
                </c:pt>
                <c:pt idx="9">
                  <c:v>0.5</c:v>
                </c:pt>
                <c:pt idx="10">
                  <c:v>0.3</c:v>
                </c:pt>
                <c:pt idx="11">
                  <c:v>0.3</c:v>
                </c:pt>
                <c:pt idx="12">
                  <c:v>0.2</c:v>
                </c:pt>
                <c:pt idx="13">
                  <c:v>0.1</c:v>
                </c:pt>
                <c:pt idx="14">
                  <c:v>0</c:v>
                </c:pt>
                <c:pt idx="15">
                  <c:v>-0.1</c:v>
                </c:pt>
                <c:pt idx="16">
                  <c:v>-0.3</c:v>
                </c:pt>
                <c:pt idx="17">
                  <c:v>-0.6</c:v>
                </c:pt>
                <c:pt idx="18">
                  <c:v>-1.1000000000000001</c:v>
                </c:pt>
                <c:pt idx="19">
                  <c:v>-1.5</c:v>
                </c:pt>
                <c:pt idx="20">
                  <c:v>-1.8</c:v>
                </c:pt>
                <c:pt idx="21">
                  <c:v>-3.7</c:v>
                </c:pt>
              </c:numCache>
            </c:numRef>
          </c:val>
          <c:extLst>
            <c:ext xmlns:c16="http://schemas.microsoft.com/office/drawing/2014/chart" uri="{C3380CC4-5D6E-409C-BE32-E72D297353CC}">
              <c16:uniqueId val="{0000000F-7B3B-C147-89F3-9AE12A2F66E2}"/>
            </c:ext>
          </c:extLst>
        </c:ser>
        <c:dLbls>
          <c:showLegendKey val="0"/>
          <c:showVal val="0"/>
          <c:showCatName val="0"/>
          <c:showSerName val="0"/>
          <c:showPercent val="0"/>
          <c:showBubbleSize val="0"/>
        </c:dLbls>
        <c:gapWidth val="50"/>
        <c:overlap val="100"/>
        <c:axId val="456621039"/>
        <c:axId val="1"/>
      </c:barChart>
      <c:catAx>
        <c:axId val="456621039"/>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2.1"/>
          <c:min val="-3.7"/>
        </c:scaling>
        <c:delete val="1"/>
        <c:axPos val="t"/>
        <c:numFmt formatCode="General" sourceLinked="1"/>
        <c:majorTickMark val="out"/>
        <c:minorTickMark val="none"/>
        <c:tickLblPos val="nextTo"/>
        <c:crossAx val="456621039"/>
        <c:crosses val="min"/>
        <c:crossBetween val="between"/>
      </c:valAx>
    </c:plotArea>
    <c:plotVisOnly val="0"/>
    <c:dispBlanksAs val="gap"/>
    <c:showDLblsOverMax val="1"/>
  </c:chart>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6943629846855653E-2"/>
          <c:y val="5.7318321392016376E-2"/>
          <c:w val="0.96611274030628869"/>
          <c:h val="0.88536335721596726"/>
        </c:manualLayout>
      </c:layout>
      <c:barChart>
        <c:barDir val="bar"/>
        <c:grouping val="stacked"/>
        <c:varyColors val="0"/>
        <c:ser>
          <c:idx val="0"/>
          <c:order val="0"/>
          <c:spPr>
            <a:solidFill>
              <a:srgbClr val="00A9F6"/>
            </a:solidFill>
            <a:ln>
              <a:noFill/>
            </a:ln>
          </c:spPr>
          <c:invertIfNegative val="0"/>
          <c:dLbls>
            <c:dLbl>
              <c:idx val="0"/>
              <c:layout>
                <c:manualLayout>
                  <c:x val="0"/>
                  <c:y val="1.0235414534288639E-3"/>
                </c:manualLayout>
              </c:layout>
              <c:numFmt formatCode="#,##0;&quot;-&quot;#,##0" sourceLinked="0"/>
              <c:spPr>
                <a:noFill/>
                <a:ln>
                  <a:noFill/>
                </a:ln>
              </c:spPr>
              <c:txPr>
                <a:bodyPr wrap="none"/>
                <a:lstStyle/>
                <a:p>
                  <a:pPr>
                    <a:defRPr kumimoji="1" sz="12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296B-4443-9E8B-54E32A650456}"/>
                </c:ext>
              </c:extLst>
            </c:dLbl>
            <c:dLbl>
              <c:idx val="1"/>
              <c:layout>
                <c:manualLayout>
                  <c:x val="0"/>
                  <c:y val="1.0235414534288639E-3"/>
                </c:manualLayout>
              </c:layout>
              <c:numFmt formatCode="#,##0;&quot;-&quot;#,##0" sourceLinked="0"/>
              <c:spPr>
                <a:noFill/>
                <a:ln>
                  <a:noFill/>
                </a:ln>
              </c:spPr>
              <c:txPr>
                <a:bodyPr wrap="none"/>
                <a:lstStyle/>
                <a:p>
                  <a:pPr>
                    <a:defRPr kumimoji="1" sz="12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296B-4443-9E8B-54E32A650456}"/>
                </c:ext>
              </c:extLst>
            </c:dLbl>
            <c:dLbl>
              <c:idx val="2"/>
              <c:layout>
                <c:manualLayout>
                  <c:x val="0"/>
                  <c:y val="1.0235414534288639E-3"/>
                </c:manualLayout>
              </c:layout>
              <c:numFmt formatCode="#,##0;&quot;-&quot;#,##0" sourceLinked="0"/>
              <c:spPr>
                <a:noFill/>
                <a:ln>
                  <a:noFill/>
                </a:ln>
              </c:spPr>
              <c:txPr>
                <a:bodyPr wrap="none"/>
                <a:lstStyle/>
                <a:p>
                  <a:pPr>
                    <a:defRPr kumimoji="1" sz="12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296B-4443-9E8B-54E32A650456}"/>
                </c:ext>
              </c:extLst>
            </c:dLbl>
            <c:dLbl>
              <c:idx val="3"/>
              <c:layout>
                <c:manualLayout>
                  <c:x val="0"/>
                  <c:y val="1.0235414534288639E-3"/>
                </c:manualLayout>
              </c:layout>
              <c:numFmt formatCode="#,##0;&quot;-&quot;#,##0" sourceLinked="0"/>
              <c:spPr>
                <a:noFill/>
                <a:ln>
                  <a:noFill/>
                </a:ln>
              </c:spPr>
              <c:txPr>
                <a:bodyPr wrap="none"/>
                <a:lstStyle/>
                <a:p>
                  <a:pPr>
                    <a:defRPr kumimoji="1" sz="12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296B-4443-9E8B-54E32A65045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Sheet1!$A$1:$D$1</c:f>
              <c:numCache>
                <c:formatCode>General</c:formatCode>
                <c:ptCount val="4"/>
                <c:pt idx="0">
                  <c:v>66</c:v>
                </c:pt>
                <c:pt idx="1">
                  <c:v>31</c:v>
                </c:pt>
                <c:pt idx="2">
                  <c:v>39</c:v>
                </c:pt>
                <c:pt idx="3">
                  <c:v>5</c:v>
                </c:pt>
              </c:numCache>
            </c:numRef>
          </c:val>
          <c:extLst>
            <c:ext xmlns:c16="http://schemas.microsoft.com/office/drawing/2014/chart" uri="{C3380CC4-5D6E-409C-BE32-E72D297353CC}">
              <c16:uniqueId val="{00000004-296B-4443-9E8B-54E32A650456}"/>
            </c:ext>
          </c:extLst>
        </c:ser>
        <c:ser>
          <c:idx val="1"/>
          <c:order val="1"/>
          <c:spPr>
            <a:solidFill>
              <a:srgbClr val="D6D7D9"/>
            </a:solidFill>
            <a:ln>
              <a:noFill/>
            </a:ln>
          </c:spPr>
          <c:invertIfNegative val="0"/>
          <c:dLbls>
            <c:dLbl>
              <c:idx val="0"/>
              <c:layout>
                <c:manualLayout>
                  <c:x val="0"/>
                  <c:y val="1.0235414534288639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296B-4443-9E8B-54E32A650456}"/>
                </c:ext>
              </c:extLst>
            </c:dLbl>
            <c:dLbl>
              <c:idx val="1"/>
              <c:layout>
                <c:manualLayout>
                  <c:x val="0"/>
                  <c:y val="1.0235414534288639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296B-4443-9E8B-54E32A650456}"/>
                </c:ext>
              </c:extLst>
            </c:dLbl>
            <c:dLbl>
              <c:idx val="2"/>
              <c:layout>
                <c:manualLayout>
                  <c:x val="0"/>
                  <c:y val="1.0235414534288639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296B-4443-9E8B-54E32A650456}"/>
                </c:ext>
              </c:extLst>
            </c:dLbl>
            <c:dLbl>
              <c:idx val="3"/>
              <c:layout>
                <c:manualLayout>
                  <c:x val="0"/>
                  <c:y val="1.0235414534288639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296B-4443-9E8B-54E32A65045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Sheet1!$A$2:$D$2</c:f>
              <c:numCache>
                <c:formatCode>General</c:formatCode>
                <c:ptCount val="4"/>
                <c:pt idx="0">
                  <c:v>15</c:v>
                </c:pt>
                <c:pt idx="1">
                  <c:v>13</c:v>
                </c:pt>
                <c:pt idx="2">
                  <c:v>14</c:v>
                </c:pt>
                <c:pt idx="3">
                  <c:v>18</c:v>
                </c:pt>
              </c:numCache>
            </c:numRef>
          </c:val>
          <c:extLst>
            <c:ext xmlns:c16="http://schemas.microsoft.com/office/drawing/2014/chart" uri="{C3380CC4-5D6E-409C-BE32-E72D297353CC}">
              <c16:uniqueId val="{00000009-296B-4443-9E8B-54E32A650456}"/>
            </c:ext>
          </c:extLst>
        </c:ser>
        <c:ser>
          <c:idx val="2"/>
          <c:order val="2"/>
          <c:spPr>
            <a:solidFill>
              <a:srgbClr val="C0C0C0"/>
            </a:solidFill>
            <a:ln>
              <a:noFill/>
            </a:ln>
          </c:spPr>
          <c:invertIfNegative val="0"/>
          <c:dLbls>
            <c:dLbl>
              <c:idx val="0"/>
              <c:layout>
                <c:manualLayout>
                  <c:x val="0"/>
                  <c:y val="1.0235414534288639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296B-4443-9E8B-54E32A650456}"/>
                </c:ext>
              </c:extLst>
            </c:dLbl>
            <c:dLbl>
              <c:idx val="1"/>
              <c:layout>
                <c:manualLayout>
                  <c:x val="0"/>
                  <c:y val="1.0235414534288639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296B-4443-9E8B-54E32A650456}"/>
                </c:ext>
              </c:extLst>
            </c:dLbl>
            <c:dLbl>
              <c:idx val="2"/>
              <c:layout>
                <c:manualLayout>
                  <c:x val="0"/>
                  <c:y val="1.0235414534288639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296B-4443-9E8B-54E32A650456}"/>
                </c:ext>
              </c:extLst>
            </c:dLbl>
            <c:dLbl>
              <c:idx val="3"/>
              <c:layout>
                <c:manualLayout>
                  <c:x val="0"/>
                  <c:y val="1.0235414534288639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296B-4443-9E8B-54E32A65045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Sheet1!$A$3:$D$3</c:f>
              <c:numCache>
                <c:formatCode>General</c:formatCode>
                <c:ptCount val="4"/>
                <c:pt idx="0">
                  <c:v>11</c:v>
                </c:pt>
                <c:pt idx="1">
                  <c:v>25</c:v>
                </c:pt>
                <c:pt idx="2">
                  <c:v>22</c:v>
                </c:pt>
                <c:pt idx="3">
                  <c:v>28</c:v>
                </c:pt>
              </c:numCache>
            </c:numRef>
          </c:val>
          <c:extLst>
            <c:ext xmlns:c16="http://schemas.microsoft.com/office/drawing/2014/chart" uri="{C3380CC4-5D6E-409C-BE32-E72D297353CC}">
              <c16:uniqueId val="{0000000E-296B-4443-9E8B-54E32A650456}"/>
            </c:ext>
          </c:extLst>
        </c:ser>
        <c:ser>
          <c:idx val="3"/>
          <c:order val="3"/>
          <c:spPr>
            <a:solidFill>
              <a:srgbClr val="969696"/>
            </a:solidFill>
            <a:ln>
              <a:noFill/>
            </a:ln>
          </c:spPr>
          <c:invertIfNegative val="0"/>
          <c:dLbls>
            <c:dLbl>
              <c:idx val="0"/>
              <c:layout>
                <c:manualLayout>
                  <c:x val="0"/>
                  <c:y val="1.0235414534288639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F-296B-4443-9E8B-54E32A650456}"/>
                </c:ext>
              </c:extLst>
            </c:dLbl>
            <c:dLbl>
              <c:idx val="1"/>
              <c:layout>
                <c:manualLayout>
                  <c:x val="0"/>
                  <c:y val="1.0235414534288639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0-296B-4443-9E8B-54E32A650456}"/>
                </c:ext>
              </c:extLst>
            </c:dLbl>
            <c:dLbl>
              <c:idx val="2"/>
              <c:layout>
                <c:manualLayout>
                  <c:x val="-3.2583903551645487E-4"/>
                  <c:y val="1.0235414534288639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296B-4443-9E8B-54E32A650456}"/>
                </c:ext>
              </c:extLst>
            </c:dLbl>
            <c:dLbl>
              <c:idx val="3"/>
              <c:layout>
                <c:manualLayout>
                  <c:x val="0"/>
                  <c:y val="1.0235414534288639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2-296B-4443-9E8B-54E32A65045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Sheet1!$A$4:$D$4</c:f>
              <c:numCache>
                <c:formatCode>General</c:formatCode>
                <c:ptCount val="4"/>
                <c:pt idx="0">
                  <c:v>6</c:v>
                </c:pt>
                <c:pt idx="1">
                  <c:v>20</c:v>
                </c:pt>
                <c:pt idx="2">
                  <c:v>13</c:v>
                </c:pt>
                <c:pt idx="3">
                  <c:v>29</c:v>
                </c:pt>
              </c:numCache>
            </c:numRef>
          </c:val>
          <c:extLst>
            <c:ext xmlns:c16="http://schemas.microsoft.com/office/drawing/2014/chart" uri="{C3380CC4-5D6E-409C-BE32-E72D297353CC}">
              <c16:uniqueId val="{00000013-296B-4443-9E8B-54E32A650456}"/>
            </c:ext>
          </c:extLst>
        </c:ser>
        <c:ser>
          <c:idx val="4"/>
          <c:order val="4"/>
          <c:spPr>
            <a:solidFill>
              <a:srgbClr val="808080"/>
            </a:solidFill>
            <a:ln>
              <a:noFill/>
            </a:ln>
          </c:spPr>
          <c:invertIfNegative val="0"/>
          <c:dLbls>
            <c:dLbl>
              <c:idx val="0"/>
              <c:layout>
                <c:manualLayout>
                  <c:x val="0"/>
                  <c:y val="1.0235414534288639E-3"/>
                </c:manualLayout>
              </c:layout>
              <c:numFmt formatCode="#,##0;&quot;-&quot;#,##0" sourceLinked="0"/>
              <c:spPr>
                <a:noFill/>
                <a:ln>
                  <a:noFill/>
                </a:ln>
              </c:spPr>
              <c:txPr>
                <a:bodyPr wrap="none"/>
                <a:lstStyle/>
                <a:p>
                  <a:pPr>
                    <a:defRPr kumimoji="1" sz="12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4-296B-4443-9E8B-54E32A650456}"/>
                </c:ext>
              </c:extLst>
            </c:dLbl>
            <c:dLbl>
              <c:idx val="1"/>
              <c:layout>
                <c:manualLayout>
                  <c:x val="0"/>
                  <c:y val="1.0235414534288639E-3"/>
                </c:manualLayout>
              </c:layout>
              <c:numFmt formatCode="#,##0;&quot;-&quot;#,##0" sourceLinked="0"/>
              <c:spPr>
                <a:noFill/>
                <a:ln>
                  <a:noFill/>
                </a:ln>
              </c:spPr>
              <c:txPr>
                <a:bodyPr wrap="none"/>
                <a:lstStyle/>
                <a:p>
                  <a:pPr>
                    <a:defRPr kumimoji="1" sz="12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5-296B-4443-9E8B-54E32A650456}"/>
                </c:ext>
              </c:extLst>
            </c:dLbl>
            <c:dLbl>
              <c:idx val="2"/>
              <c:layout>
                <c:manualLayout>
                  <c:x val="-3.2583903551645487E-4"/>
                  <c:y val="1.0235414534288639E-3"/>
                </c:manualLayout>
              </c:layout>
              <c:numFmt formatCode="#,##0;&quot;-&quot;#,##0" sourceLinked="0"/>
              <c:spPr>
                <a:noFill/>
                <a:ln>
                  <a:noFill/>
                </a:ln>
              </c:spPr>
              <c:txPr>
                <a:bodyPr wrap="none"/>
                <a:lstStyle/>
                <a:p>
                  <a:pPr>
                    <a:defRPr kumimoji="1" sz="12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6-296B-4443-9E8B-54E32A650456}"/>
                </c:ext>
              </c:extLst>
            </c:dLbl>
            <c:dLbl>
              <c:idx val="3"/>
              <c:layout>
                <c:manualLayout>
                  <c:x val="0"/>
                  <c:y val="1.0235414534288639E-3"/>
                </c:manualLayout>
              </c:layout>
              <c:numFmt formatCode="#,##0;&quot;-&quot;#,##0" sourceLinked="0"/>
              <c:spPr>
                <a:noFill/>
                <a:ln>
                  <a:noFill/>
                </a:ln>
              </c:spPr>
              <c:txPr>
                <a:bodyPr wrap="none"/>
                <a:lstStyle/>
                <a:p>
                  <a:pPr>
                    <a:defRPr kumimoji="1" sz="12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7-296B-4443-9E8B-54E32A65045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Sheet1!$A$5:$D$5</c:f>
              <c:numCache>
                <c:formatCode>General</c:formatCode>
                <c:ptCount val="4"/>
                <c:pt idx="0">
                  <c:v>3</c:v>
                </c:pt>
                <c:pt idx="1">
                  <c:v>11</c:v>
                </c:pt>
                <c:pt idx="2">
                  <c:v>11</c:v>
                </c:pt>
                <c:pt idx="3">
                  <c:v>20</c:v>
                </c:pt>
              </c:numCache>
            </c:numRef>
          </c:val>
          <c:extLst>
            <c:ext xmlns:c16="http://schemas.microsoft.com/office/drawing/2014/chart" uri="{C3380CC4-5D6E-409C-BE32-E72D297353CC}">
              <c16:uniqueId val="{00000018-296B-4443-9E8B-54E32A650456}"/>
            </c:ext>
          </c:extLst>
        </c:ser>
        <c:dLbls>
          <c:showLegendKey val="0"/>
          <c:showVal val="0"/>
          <c:showCatName val="0"/>
          <c:showSerName val="0"/>
          <c:showPercent val="0"/>
          <c:showBubbleSize val="0"/>
        </c:dLbls>
        <c:gapWidth val="80"/>
        <c:overlap val="100"/>
        <c:axId val="1334236623"/>
        <c:axId val="1"/>
      </c:barChart>
      <c:catAx>
        <c:axId val="1334236623"/>
        <c:scaling>
          <c:orientation val="maxMin"/>
        </c:scaling>
        <c:delete val="0"/>
        <c:axPos val="l"/>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101"/>
          <c:min val="0"/>
        </c:scaling>
        <c:delete val="1"/>
        <c:axPos val="t"/>
        <c:numFmt formatCode="General" sourceLinked="1"/>
        <c:majorTickMark val="out"/>
        <c:minorTickMark val="none"/>
        <c:tickLblPos val="nextTo"/>
        <c:crossAx val="1334236623"/>
        <c:crosses val="min"/>
        <c:crossBetween val="between"/>
      </c:valAx>
    </c:plotArea>
    <c:plotVisOnly val="0"/>
    <c:dispBlanksAs val="gap"/>
    <c:showDLblsOverMax val="1"/>
  </c:chart>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2807570977917984E-2"/>
          <c:y val="4.1901692183722805E-2"/>
          <c:w val="0.93438485804416405"/>
          <c:h val="0.91619661563255439"/>
        </c:manualLayout>
      </c:layout>
      <c:barChart>
        <c:barDir val="bar"/>
        <c:grouping val="stacked"/>
        <c:varyColors val="0"/>
        <c:ser>
          <c:idx val="0"/>
          <c:order val="0"/>
          <c:spPr>
            <a:solidFill>
              <a:schemeClr val="tx1"/>
            </a:solidFill>
            <a:ln>
              <a:noFill/>
            </a:ln>
          </c:spPr>
          <c:invertIfNegative val="0"/>
          <c:dPt>
            <c:idx val="0"/>
            <c:invertIfNegative val="0"/>
            <c:bubble3D val="0"/>
            <c:spPr>
              <a:solidFill>
                <a:srgbClr val="1041EF"/>
              </a:solidFill>
              <a:ln>
                <a:noFill/>
              </a:ln>
            </c:spPr>
            <c:extLst>
              <c:ext xmlns:c16="http://schemas.microsoft.com/office/drawing/2014/chart" uri="{C3380CC4-5D6E-409C-BE32-E72D297353CC}">
                <c16:uniqueId val="{00000000-7670-C948-8EF5-7C91F2122625}"/>
              </c:ext>
            </c:extLst>
          </c:dPt>
          <c:val>
            <c:numRef>
              <c:f>Sheet1!$A$1:$E$1</c:f>
              <c:numCache>
                <c:formatCode>General</c:formatCode>
                <c:ptCount val="5"/>
                <c:pt idx="0">
                  <c:v>21.9</c:v>
                </c:pt>
                <c:pt idx="1">
                  <c:v>14.9</c:v>
                </c:pt>
                <c:pt idx="2">
                  <c:v>12.7</c:v>
                </c:pt>
                <c:pt idx="3">
                  <c:v>9.8000000000000007</c:v>
                </c:pt>
                <c:pt idx="4">
                  <c:v>9.6999999999999993</c:v>
                </c:pt>
              </c:numCache>
            </c:numRef>
          </c:val>
          <c:extLst>
            <c:ext xmlns:c16="http://schemas.microsoft.com/office/drawing/2014/chart" uri="{C3380CC4-5D6E-409C-BE32-E72D297353CC}">
              <c16:uniqueId val="{00000001-7670-C948-8EF5-7C91F2122625}"/>
            </c:ext>
          </c:extLst>
        </c:ser>
        <c:dLbls>
          <c:showLegendKey val="0"/>
          <c:showVal val="0"/>
          <c:showCatName val="0"/>
          <c:showSerName val="0"/>
          <c:showPercent val="0"/>
          <c:showBubbleSize val="0"/>
        </c:dLbls>
        <c:gapWidth val="80"/>
        <c:overlap val="100"/>
        <c:axId val="2137922416"/>
        <c:axId val="1"/>
      </c:barChart>
      <c:catAx>
        <c:axId val="2137922416"/>
        <c:scaling>
          <c:orientation val="maxMin"/>
        </c:scaling>
        <c:delete val="0"/>
        <c:axPos val="l"/>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21.9"/>
          <c:min val="0"/>
        </c:scaling>
        <c:delete val="1"/>
        <c:axPos val="t"/>
        <c:numFmt formatCode="General" sourceLinked="1"/>
        <c:majorTickMark val="out"/>
        <c:minorTickMark val="none"/>
        <c:tickLblPos val="nextTo"/>
        <c:crossAx val="2137922416"/>
        <c:crosses val="min"/>
        <c:crossBetween val="between"/>
      </c:valAx>
    </c:plotArea>
    <c:plotVisOnly val="0"/>
    <c:dispBlanksAs val="gap"/>
    <c:showDLblsOverMax val="1"/>
  </c:chart>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579107197084725E-2"/>
          <c:y val="4.1901692183722805E-2"/>
          <c:w val="0.96841785605830555"/>
          <c:h val="0.91619661563255439"/>
        </c:manualLayout>
      </c:layout>
      <c:barChart>
        <c:barDir val="bar"/>
        <c:grouping val="stacked"/>
        <c:varyColors val="0"/>
        <c:ser>
          <c:idx val="0"/>
          <c:order val="0"/>
          <c:spPr>
            <a:solidFill>
              <a:schemeClr val="tx1"/>
            </a:solidFill>
            <a:ln>
              <a:noFill/>
            </a:ln>
          </c:spPr>
          <c:invertIfNegative val="0"/>
          <c:dPt>
            <c:idx val="0"/>
            <c:invertIfNegative val="0"/>
            <c:bubble3D val="0"/>
            <c:spPr>
              <a:solidFill>
                <a:srgbClr val="1041EF"/>
              </a:solidFill>
              <a:ln>
                <a:noFill/>
              </a:ln>
            </c:spPr>
            <c:extLst>
              <c:ext xmlns:c16="http://schemas.microsoft.com/office/drawing/2014/chart" uri="{C3380CC4-5D6E-409C-BE32-E72D297353CC}">
                <c16:uniqueId val="{00000000-BC69-B04D-90B3-6C9F05C94E7C}"/>
              </c:ext>
            </c:extLst>
          </c:dPt>
          <c:dPt>
            <c:idx val="1"/>
            <c:invertIfNegative val="0"/>
            <c:bubble3D val="0"/>
            <c:spPr>
              <a:solidFill>
                <a:srgbClr val="F84569"/>
              </a:solidFill>
              <a:ln>
                <a:noFill/>
              </a:ln>
            </c:spPr>
            <c:extLst>
              <c:ext xmlns:c16="http://schemas.microsoft.com/office/drawing/2014/chart" uri="{C3380CC4-5D6E-409C-BE32-E72D297353CC}">
                <c16:uniqueId val="{00000001-BC69-B04D-90B3-6C9F05C94E7C}"/>
              </c:ext>
            </c:extLst>
          </c:dPt>
          <c:val>
            <c:numRef>
              <c:f>Sheet1!$A$1:$E$1</c:f>
              <c:numCache>
                <c:formatCode>General</c:formatCode>
                <c:ptCount val="5"/>
                <c:pt idx="0">
                  <c:v>53.4</c:v>
                </c:pt>
                <c:pt idx="1">
                  <c:v>-4.4000000000000004</c:v>
                </c:pt>
                <c:pt idx="2">
                  <c:v>19.8</c:v>
                </c:pt>
                <c:pt idx="3">
                  <c:v>14.9</c:v>
                </c:pt>
                <c:pt idx="4">
                  <c:v>7</c:v>
                </c:pt>
              </c:numCache>
            </c:numRef>
          </c:val>
          <c:extLst>
            <c:ext xmlns:c16="http://schemas.microsoft.com/office/drawing/2014/chart" uri="{C3380CC4-5D6E-409C-BE32-E72D297353CC}">
              <c16:uniqueId val="{00000002-BC69-B04D-90B3-6C9F05C94E7C}"/>
            </c:ext>
          </c:extLst>
        </c:ser>
        <c:dLbls>
          <c:showLegendKey val="0"/>
          <c:showVal val="0"/>
          <c:showCatName val="0"/>
          <c:showSerName val="0"/>
          <c:showPercent val="0"/>
          <c:showBubbleSize val="0"/>
        </c:dLbls>
        <c:gapWidth val="80"/>
        <c:overlap val="100"/>
        <c:axId val="2137033088"/>
        <c:axId val="1"/>
      </c:barChart>
      <c:catAx>
        <c:axId val="2137033088"/>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53.4"/>
          <c:min val="-4.4000000000000004"/>
        </c:scaling>
        <c:delete val="1"/>
        <c:axPos val="t"/>
        <c:numFmt formatCode="General" sourceLinked="1"/>
        <c:majorTickMark val="out"/>
        <c:minorTickMark val="none"/>
        <c:tickLblPos val="nextTo"/>
        <c:crossAx val="2137033088"/>
        <c:crosses val="min"/>
        <c:crossBetween val="between"/>
      </c:valAx>
    </c:plotArea>
    <c:plotVisOnly val="0"/>
    <c:dispBlanksAs val="gap"/>
    <c:showDLblsOverMax val="1"/>
  </c:chart>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2807570977917984E-2"/>
          <c:y val="6.6157760814249358E-2"/>
          <c:w val="0.93438485804416405"/>
          <c:h val="0.86768447837150131"/>
        </c:manualLayout>
      </c:layout>
      <c:barChart>
        <c:barDir val="bar"/>
        <c:grouping val="stacked"/>
        <c:varyColors val="0"/>
        <c:ser>
          <c:idx val="0"/>
          <c:order val="0"/>
          <c:spPr>
            <a:solidFill>
              <a:schemeClr val="tx1"/>
            </a:solidFill>
            <a:ln>
              <a:noFill/>
            </a:ln>
          </c:spPr>
          <c:invertIfNegative val="0"/>
          <c:dPt>
            <c:idx val="0"/>
            <c:invertIfNegative val="0"/>
            <c:bubble3D val="0"/>
            <c:spPr>
              <a:solidFill>
                <a:srgbClr val="1041EF"/>
              </a:solidFill>
              <a:ln>
                <a:noFill/>
              </a:ln>
            </c:spPr>
            <c:extLst>
              <c:ext xmlns:c16="http://schemas.microsoft.com/office/drawing/2014/chart" uri="{C3380CC4-5D6E-409C-BE32-E72D297353CC}">
                <c16:uniqueId val="{00000000-B901-E74F-8672-22D8790D92BF}"/>
              </c:ext>
            </c:extLst>
          </c:dPt>
          <c:val>
            <c:numRef>
              <c:f>Sheet1!$A$1:$C$1</c:f>
              <c:numCache>
                <c:formatCode>General</c:formatCode>
                <c:ptCount val="3"/>
                <c:pt idx="0">
                  <c:v>15.6</c:v>
                </c:pt>
                <c:pt idx="1">
                  <c:v>8.6999999999999993</c:v>
                </c:pt>
                <c:pt idx="2">
                  <c:v>4.9000000000000004</c:v>
                </c:pt>
              </c:numCache>
            </c:numRef>
          </c:val>
          <c:extLst>
            <c:ext xmlns:c16="http://schemas.microsoft.com/office/drawing/2014/chart" uri="{C3380CC4-5D6E-409C-BE32-E72D297353CC}">
              <c16:uniqueId val="{00000001-B901-E74F-8672-22D8790D92BF}"/>
            </c:ext>
          </c:extLst>
        </c:ser>
        <c:dLbls>
          <c:showLegendKey val="0"/>
          <c:showVal val="0"/>
          <c:showCatName val="0"/>
          <c:showSerName val="0"/>
          <c:showPercent val="0"/>
          <c:showBubbleSize val="0"/>
        </c:dLbls>
        <c:gapWidth val="80"/>
        <c:overlap val="100"/>
        <c:axId val="757045280"/>
        <c:axId val="1"/>
      </c:barChart>
      <c:catAx>
        <c:axId val="757045280"/>
        <c:scaling>
          <c:orientation val="maxMin"/>
        </c:scaling>
        <c:delete val="0"/>
        <c:axPos val="l"/>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15.6"/>
          <c:min val="0"/>
        </c:scaling>
        <c:delete val="1"/>
        <c:axPos val="t"/>
        <c:numFmt formatCode="General" sourceLinked="1"/>
        <c:majorTickMark val="out"/>
        <c:minorTickMark val="none"/>
        <c:tickLblPos val="nextTo"/>
        <c:crossAx val="757045280"/>
        <c:crosses val="min"/>
        <c:crossBetween val="between"/>
      </c:valAx>
    </c:plotArea>
    <c:plotVisOnly val="0"/>
    <c:dispBlanksAs val="gap"/>
    <c:showDLblsOverMax val="1"/>
  </c:chart>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5974025974025976E-2"/>
          <c:y val="6.6157760814249358E-2"/>
          <c:w val="0.94805194805194803"/>
          <c:h val="0.86768447837150131"/>
        </c:manualLayout>
      </c:layout>
      <c:barChart>
        <c:barDir val="bar"/>
        <c:grouping val="stacked"/>
        <c:varyColors val="0"/>
        <c:ser>
          <c:idx val="0"/>
          <c:order val="0"/>
          <c:spPr>
            <a:solidFill>
              <a:srgbClr val="F84569"/>
            </a:solidFill>
            <a:ln>
              <a:noFill/>
            </a:ln>
          </c:spPr>
          <c:invertIfNegative val="0"/>
          <c:dPt>
            <c:idx val="0"/>
            <c:invertIfNegative val="0"/>
            <c:bubble3D val="0"/>
            <c:spPr>
              <a:solidFill>
                <a:srgbClr val="1041EF"/>
              </a:solidFill>
              <a:ln>
                <a:noFill/>
              </a:ln>
            </c:spPr>
            <c:extLst>
              <c:ext xmlns:c16="http://schemas.microsoft.com/office/drawing/2014/chart" uri="{C3380CC4-5D6E-409C-BE32-E72D297353CC}">
                <c16:uniqueId val="{00000000-B35B-8B4C-B71C-7310D19004A4}"/>
              </c:ext>
            </c:extLst>
          </c:dPt>
          <c:val>
            <c:numRef>
              <c:f>Sheet1!$A$1:$C$1</c:f>
              <c:numCache>
                <c:formatCode>General</c:formatCode>
                <c:ptCount val="3"/>
                <c:pt idx="0">
                  <c:v>25.1</c:v>
                </c:pt>
                <c:pt idx="1">
                  <c:v>-0.2</c:v>
                </c:pt>
                <c:pt idx="2">
                  <c:v>-3.4</c:v>
                </c:pt>
              </c:numCache>
            </c:numRef>
          </c:val>
          <c:extLst>
            <c:ext xmlns:c16="http://schemas.microsoft.com/office/drawing/2014/chart" uri="{C3380CC4-5D6E-409C-BE32-E72D297353CC}">
              <c16:uniqueId val="{00000001-B35B-8B4C-B71C-7310D19004A4}"/>
            </c:ext>
          </c:extLst>
        </c:ser>
        <c:dLbls>
          <c:showLegendKey val="0"/>
          <c:showVal val="0"/>
          <c:showCatName val="0"/>
          <c:showSerName val="0"/>
          <c:showPercent val="0"/>
          <c:showBubbleSize val="0"/>
        </c:dLbls>
        <c:gapWidth val="80"/>
        <c:overlap val="100"/>
        <c:axId val="704404816"/>
        <c:axId val="1"/>
      </c:barChart>
      <c:catAx>
        <c:axId val="704404816"/>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25.1"/>
          <c:min val="-3.4"/>
        </c:scaling>
        <c:delete val="1"/>
        <c:axPos val="t"/>
        <c:numFmt formatCode="General" sourceLinked="1"/>
        <c:majorTickMark val="out"/>
        <c:minorTickMark val="none"/>
        <c:tickLblPos val="nextTo"/>
        <c:crossAx val="704404816"/>
        <c:crosses val="min"/>
        <c:crossBetween val="between"/>
      </c:valAx>
    </c:plotArea>
    <c:plotVisOnly val="0"/>
    <c:dispBlanksAs val="gap"/>
    <c:showDLblsOverMax val="1"/>
  </c:chart>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781818181818182E-2"/>
          <c:y val="0.16326530612244897"/>
          <c:w val="0.92436363636363639"/>
          <c:h val="0.67346938775510201"/>
        </c:manualLayout>
      </c:layout>
      <c:barChart>
        <c:barDir val="col"/>
        <c:grouping val="stacked"/>
        <c:varyColors val="0"/>
        <c:ser>
          <c:idx val="0"/>
          <c:order val="0"/>
          <c:spPr>
            <a:solidFill>
              <a:srgbClr val="7FE9FF"/>
            </a:solidFill>
            <a:ln>
              <a:noFill/>
            </a:ln>
          </c:spPr>
          <c:invertIfNegative val="0"/>
          <c:dLbls>
            <c:dLbl>
              <c:idx val="1"/>
              <c:layout>
                <c:manualLayout>
                  <c:x val="-6.4000000000000001E-2"/>
                  <c:y val="-2.9154518950437317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9A46-9049-BCB0-764B7EC471E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11</c:v>
                </c:pt>
                <c:pt idx="1">
                  <c:v>12</c:v>
                </c:pt>
              </c:numCache>
            </c:numRef>
          </c:val>
          <c:extLst>
            <c:ext xmlns:c16="http://schemas.microsoft.com/office/drawing/2014/chart" uri="{C3380CC4-5D6E-409C-BE32-E72D297353CC}">
              <c16:uniqueId val="{00000001-9A46-9049-BCB0-764B7EC471EC}"/>
            </c:ext>
          </c:extLst>
        </c:ser>
        <c:ser>
          <c:idx val="1"/>
          <c:order val="1"/>
          <c:spPr>
            <a:solidFill>
              <a:srgbClr val="00ACFB"/>
            </a:solidFill>
            <a:ln>
              <a:noFill/>
            </a:ln>
          </c:spPr>
          <c:invertIfNegative val="0"/>
          <c:val>
            <c:numRef>
              <c:f>Sheet1!$A$2:$B$2</c:f>
              <c:numCache>
                <c:formatCode>General</c:formatCode>
                <c:ptCount val="2"/>
                <c:pt idx="0">
                  <c:v>11</c:v>
                </c:pt>
                <c:pt idx="1">
                  <c:v>9</c:v>
                </c:pt>
              </c:numCache>
            </c:numRef>
          </c:val>
          <c:extLst>
            <c:ext xmlns:c16="http://schemas.microsoft.com/office/drawing/2014/chart" uri="{C3380CC4-5D6E-409C-BE32-E72D297353CC}">
              <c16:uniqueId val="{00000002-9A46-9049-BCB0-764B7EC471EC}"/>
            </c:ext>
          </c:extLst>
        </c:ser>
        <c:ser>
          <c:idx val="2"/>
          <c:order val="2"/>
          <c:spPr>
            <a:solidFill>
              <a:srgbClr val="1041EF"/>
            </a:solidFill>
            <a:ln>
              <a:noFill/>
            </a:ln>
          </c:spPr>
          <c:invertIfNegative val="0"/>
          <c:dLbls>
            <c:dLbl>
              <c:idx val="0"/>
              <c:layout>
                <c:manualLayout>
                  <c:x val="0"/>
                  <c:y val="-2.915451895043731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9A46-9049-BCB0-764B7EC471EC}"/>
                </c:ext>
              </c:extLst>
            </c:dLbl>
            <c:dLbl>
              <c:idx val="1"/>
              <c:layout>
                <c:manualLayout>
                  <c:x val="0"/>
                  <c:y val="-2.915451895043731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9A46-9049-BCB0-764B7EC471E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Sheet1!$A$3:$B$3</c:f>
              <c:numCache>
                <c:formatCode>General</c:formatCode>
                <c:ptCount val="2"/>
                <c:pt idx="0">
                  <c:v>49</c:v>
                </c:pt>
                <c:pt idx="1">
                  <c:v>52</c:v>
                </c:pt>
              </c:numCache>
            </c:numRef>
          </c:val>
          <c:extLst>
            <c:ext xmlns:c16="http://schemas.microsoft.com/office/drawing/2014/chart" uri="{C3380CC4-5D6E-409C-BE32-E72D297353CC}">
              <c16:uniqueId val="{00000005-9A46-9049-BCB0-764B7EC471EC}"/>
            </c:ext>
          </c:extLst>
        </c:ser>
        <c:ser>
          <c:idx val="3"/>
          <c:order val="3"/>
          <c:spPr>
            <a:solidFill>
              <a:schemeClr val="tx1"/>
            </a:solidFill>
            <a:ln>
              <a:noFill/>
            </a:ln>
          </c:spPr>
          <c:invertIfNegative val="0"/>
          <c:dLbls>
            <c:dLbl>
              <c:idx val="0"/>
              <c:layout>
                <c:manualLayout>
                  <c:x val="0"/>
                  <c:y val="-2.915451895043731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9A46-9049-BCB0-764B7EC471EC}"/>
                </c:ext>
              </c:extLst>
            </c:dLbl>
            <c:dLbl>
              <c:idx val="1"/>
              <c:layout>
                <c:manualLayout>
                  <c:x val="0"/>
                  <c:y val="-3.887269193391642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9A46-9049-BCB0-764B7EC471E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Sheet1!$A$4:$B$4</c:f>
              <c:numCache>
                <c:formatCode>General</c:formatCode>
                <c:ptCount val="2"/>
                <c:pt idx="0">
                  <c:v>29</c:v>
                </c:pt>
                <c:pt idx="1">
                  <c:v>27</c:v>
                </c:pt>
              </c:numCache>
            </c:numRef>
          </c:val>
          <c:extLst>
            <c:ext xmlns:c16="http://schemas.microsoft.com/office/drawing/2014/chart" uri="{C3380CC4-5D6E-409C-BE32-E72D297353CC}">
              <c16:uniqueId val="{00000008-9A46-9049-BCB0-764B7EC471EC}"/>
            </c:ext>
          </c:extLst>
        </c:ser>
        <c:dLbls>
          <c:showLegendKey val="0"/>
          <c:showVal val="0"/>
          <c:showCatName val="0"/>
          <c:showSerName val="0"/>
          <c:showPercent val="0"/>
          <c:showBubbleSize val="0"/>
        </c:dLbls>
        <c:gapWidth val="80"/>
        <c:overlap val="100"/>
        <c:axId val="490888655"/>
        <c:axId val="1"/>
      </c:barChart>
      <c:catAx>
        <c:axId val="490888655"/>
        <c:scaling>
          <c:orientation val="minMax"/>
        </c:scaling>
        <c:delete val="0"/>
        <c:axPos val="b"/>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100"/>
          <c:min val="0"/>
        </c:scaling>
        <c:delete val="1"/>
        <c:axPos val="l"/>
        <c:numFmt formatCode="General" sourceLinked="1"/>
        <c:majorTickMark val="out"/>
        <c:minorTickMark val="none"/>
        <c:tickLblPos val="nextTo"/>
        <c:crossAx val="490888655"/>
        <c:crosses val="min"/>
        <c:crossBetween val="between"/>
      </c:valAx>
    </c:plotArea>
    <c:plotVisOnly val="0"/>
    <c:dispBlanksAs val="gap"/>
    <c:showDLblsOverMax val="1"/>
  </c:chart>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781818181818182E-2"/>
          <c:y val="0.16326530612244897"/>
          <c:w val="0.92436363636363639"/>
          <c:h val="0.67346938775510201"/>
        </c:manualLayout>
      </c:layout>
      <c:barChart>
        <c:barDir val="col"/>
        <c:grouping val="stacked"/>
        <c:varyColors val="0"/>
        <c:ser>
          <c:idx val="0"/>
          <c:order val="0"/>
          <c:spPr>
            <a:solidFill>
              <a:srgbClr val="7FE9FF"/>
            </a:solidFill>
            <a:ln>
              <a:noFill/>
            </a:ln>
          </c:spPr>
          <c:invertIfNegative val="0"/>
          <c:val>
            <c:numRef>
              <c:f>Sheet1!$A$1:$B$1</c:f>
              <c:numCache>
                <c:formatCode>General</c:formatCode>
                <c:ptCount val="2"/>
                <c:pt idx="0">
                  <c:v>3</c:v>
                </c:pt>
                <c:pt idx="1">
                  <c:v>3</c:v>
                </c:pt>
              </c:numCache>
            </c:numRef>
          </c:val>
          <c:extLst>
            <c:ext xmlns:c16="http://schemas.microsoft.com/office/drawing/2014/chart" uri="{C3380CC4-5D6E-409C-BE32-E72D297353CC}">
              <c16:uniqueId val="{00000000-DF12-954D-A0C9-0EB287859D85}"/>
            </c:ext>
          </c:extLst>
        </c:ser>
        <c:ser>
          <c:idx val="1"/>
          <c:order val="1"/>
          <c:spPr>
            <a:solidFill>
              <a:srgbClr val="00ACFB"/>
            </a:solidFill>
            <a:ln>
              <a:noFill/>
            </a:ln>
          </c:spPr>
          <c:invertIfNegative val="0"/>
          <c:dLbls>
            <c:dLbl>
              <c:idx val="0"/>
              <c:layout>
                <c:manualLayout>
                  <c:x val="0"/>
                  <c:y val="-2.915451895043731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DF12-954D-A0C9-0EB287859D85}"/>
                </c:ext>
              </c:extLst>
            </c:dLbl>
            <c:dLbl>
              <c:idx val="1"/>
              <c:layout>
                <c:manualLayout>
                  <c:x val="0"/>
                  <c:y val="-2.915451895043731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DF12-954D-A0C9-0EB287859D8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Sheet1!$A$2:$B$2</c:f>
              <c:numCache>
                <c:formatCode>General</c:formatCode>
                <c:ptCount val="2"/>
                <c:pt idx="0">
                  <c:v>61</c:v>
                </c:pt>
                <c:pt idx="1">
                  <c:v>59</c:v>
                </c:pt>
              </c:numCache>
            </c:numRef>
          </c:val>
          <c:extLst>
            <c:ext xmlns:c16="http://schemas.microsoft.com/office/drawing/2014/chart" uri="{C3380CC4-5D6E-409C-BE32-E72D297353CC}">
              <c16:uniqueId val="{00000003-DF12-954D-A0C9-0EB287859D85}"/>
            </c:ext>
          </c:extLst>
        </c:ser>
        <c:ser>
          <c:idx val="2"/>
          <c:order val="2"/>
          <c:spPr>
            <a:solidFill>
              <a:srgbClr val="1041EF"/>
            </a:solidFill>
            <a:ln>
              <a:noFill/>
            </a:ln>
          </c:spPr>
          <c:invertIfNegative val="0"/>
          <c:dLbls>
            <c:dLbl>
              <c:idx val="0"/>
              <c:layout>
                <c:manualLayout>
                  <c:x val="0"/>
                  <c:y val="-2.915451895043731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DF12-954D-A0C9-0EB287859D85}"/>
                </c:ext>
              </c:extLst>
            </c:dLbl>
            <c:dLbl>
              <c:idx val="1"/>
              <c:layout>
                <c:manualLayout>
                  <c:x val="0"/>
                  <c:y val="-2.915451895043731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DF12-954D-A0C9-0EB287859D8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Sheet1!$A$3:$B$3</c:f>
              <c:numCache>
                <c:formatCode>General</c:formatCode>
                <c:ptCount val="2"/>
                <c:pt idx="0">
                  <c:v>15</c:v>
                </c:pt>
                <c:pt idx="1">
                  <c:v>16</c:v>
                </c:pt>
              </c:numCache>
            </c:numRef>
          </c:val>
          <c:extLst>
            <c:ext xmlns:c16="http://schemas.microsoft.com/office/drawing/2014/chart" uri="{C3380CC4-5D6E-409C-BE32-E72D297353CC}">
              <c16:uniqueId val="{00000006-DF12-954D-A0C9-0EB287859D85}"/>
            </c:ext>
          </c:extLst>
        </c:ser>
        <c:ser>
          <c:idx val="3"/>
          <c:order val="3"/>
          <c:spPr>
            <a:solidFill>
              <a:schemeClr val="tx1"/>
            </a:solidFill>
            <a:ln>
              <a:noFill/>
            </a:ln>
          </c:spPr>
          <c:invertIfNegative val="0"/>
          <c:dLbls>
            <c:dLbl>
              <c:idx val="0"/>
              <c:layout>
                <c:manualLayout>
                  <c:x val="0"/>
                  <c:y val="-2.915451895043731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DF12-954D-A0C9-0EB287859D85}"/>
                </c:ext>
              </c:extLst>
            </c:dLbl>
            <c:dLbl>
              <c:idx val="1"/>
              <c:layout>
                <c:manualLayout>
                  <c:x val="0"/>
                  <c:y val="-2.915451895043731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DF12-954D-A0C9-0EB287859D8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Sheet1!$A$4:$B$4</c:f>
              <c:numCache>
                <c:formatCode>General</c:formatCode>
                <c:ptCount val="2"/>
                <c:pt idx="0">
                  <c:v>22</c:v>
                </c:pt>
                <c:pt idx="1">
                  <c:v>23</c:v>
                </c:pt>
              </c:numCache>
            </c:numRef>
          </c:val>
          <c:extLst>
            <c:ext xmlns:c16="http://schemas.microsoft.com/office/drawing/2014/chart" uri="{C3380CC4-5D6E-409C-BE32-E72D297353CC}">
              <c16:uniqueId val="{00000009-DF12-954D-A0C9-0EB287859D85}"/>
            </c:ext>
          </c:extLst>
        </c:ser>
        <c:dLbls>
          <c:showLegendKey val="0"/>
          <c:showVal val="0"/>
          <c:showCatName val="0"/>
          <c:showSerName val="0"/>
          <c:showPercent val="0"/>
          <c:showBubbleSize val="0"/>
        </c:dLbls>
        <c:gapWidth val="80"/>
        <c:overlap val="100"/>
        <c:axId val="490720975"/>
        <c:axId val="1"/>
      </c:barChart>
      <c:catAx>
        <c:axId val="490720975"/>
        <c:scaling>
          <c:orientation val="minMax"/>
        </c:scaling>
        <c:delete val="0"/>
        <c:axPos val="b"/>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101"/>
          <c:min val="0"/>
        </c:scaling>
        <c:delete val="1"/>
        <c:axPos val="l"/>
        <c:numFmt formatCode="General" sourceLinked="1"/>
        <c:majorTickMark val="out"/>
        <c:minorTickMark val="none"/>
        <c:tickLblPos val="nextTo"/>
        <c:crossAx val="490720975"/>
        <c:crosses val="min"/>
        <c:crossBetween val="between"/>
      </c:valAx>
    </c:plotArea>
    <c:plotVisOnly val="0"/>
    <c:dispBlanksAs val="gap"/>
    <c:showDLblsOverMax val="1"/>
  </c:chart>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781818181818182E-2"/>
          <c:y val="0.16326530612244897"/>
          <c:w val="0.92436363636363639"/>
          <c:h val="0.67346938775510201"/>
        </c:manualLayout>
      </c:layout>
      <c:barChart>
        <c:barDir val="col"/>
        <c:grouping val="stacked"/>
        <c:varyColors val="0"/>
        <c:ser>
          <c:idx val="0"/>
          <c:order val="0"/>
          <c:spPr>
            <a:solidFill>
              <a:srgbClr val="7FE9FF"/>
            </a:solidFill>
            <a:ln>
              <a:noFill/>
            </a:ln>
          </c:spPr>
          <c:invertIfNegative val="0"/>
          <c:val>
            <c:numRef>
              <c:f>Sheet1!$A$1:$B$1</c:f>
              <c:numCache>
                <c:formatCode>General</c:formatCode>
                <c:ptCount val="2"/>
                <c:pt idx="0">
                  <c:v>6</c:v>
                </c:pt>
                <c:pt idx="1">
                  <c:v>9</c:v>
                </c:pt>
              </c:numCache>
            </c:numRef>
          </c:val>
          <c:extLst>
            <c:ext xmlns:c16="http://schemas.microsoft.com/office/drawing/2014/chart" uri="{C3380CC4-5D6E-409C-BE32-E72D297353CC}">
              <c16:uniqueId val="{00000000-7AA5-1E42-BBD5-78E6C831935F}"/>
            </c:ext>
          </c:extLst>
        </c:ser>
        <c:ser>
          <c:idx val="1"/>
          <c:order val="1"/>
          <c:spPr>
            <a:solidFill>
              <a:srgbClr val="00ACFB"/>
            </a:solidFill>
            <a:ln>
              <a:noFill/>
            </a:ln>
          </c:spPr>
          <c:invertIfNegative val="0"/>
          <c:dLbls>
            <c:dLbl>
              <c:idx val="0"/>
              <c:layout>
                <c:manualLayout>
                  <c:x val="0"/>
                  <c:y val="-3.887269193391642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7AA5-1E42-BBD5-78E6C831935F}"/>
                </c:ext>
              </c:extLst>
            </c:dLbl>
            <c:dLbl>
              <c:idx val="1"/>
              <c:layout>
                <c:manualLayout>
                  <c:x val="0"/>
                  <c:y val="-2.915451895043731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7AA5-1E42-BBD5-78E6C831935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Sheet1!$A$2:$B$2</c:f>
              <c:numCache>
                <c:formatCode>General</c:formatCode>
                <c:ptCount val="2"/>
                <c:pt idx="0">
                  <c:v>36</c:v>
                </c:pt>
                <c:pt idx="1">
                  <c:v>27</c:v>
                </c:pt>
              </c:numCache>
            </c:numRef>
          </c:val>
          <c:extLst>
            <c:ext xmlns:c16="http://schemas.microsoft.com/office/drawing/2014/chart" uri="{C3380CC4-5D6E-409C-BE32-E72D297353CC}">
              <c16:uniqueId val="{00000003-7AA5-1E42-BBD5-78E6C831935F}"/>
            </c:ext>
          </c:extLst>
        </c:ser>
        <c:ser>
          <c:idx val="2"/>
          <c:order val="2"/>
          <c:spPr>
            <a:solidFill>
              <a:srgbClr val="1041EF"/>
            </a:solidFill>
            <a:ln>
              <a:noFill/>
            </a:ln>
          </c:spPr>
          <c:invertIfNegative val="0"/>
          <c:val>
            <c:numRef>
              <c:f>Sheet1!$A$3:$B$3</c:f>
              <c:numCache>
                <c:formatCode>General</c:formatCode>
                <c:ptCount val="2"/>
                <c:pt idx="0">
                  <c:v>9</c:v>
                </c:pt>
                <c:pt idx="1">
                  <c:v>11</c:v>
                </c:pt>
              </c:numCache>
            </c:numRef>
          </c:val>
          <c:extLst>
            <c:ext xmlns:c16="http://schemas.microsoft.com/office/drawing/2014/chart" uri="{C3380CC4-5D6E-409C-BE32-E72D297353CC}">
              <c16:uniqueId val="{00000004-7AA5-1E42-BBD5-78E6C831935F}"/>
            </c:ext>
          </c:extLst>
        </c:ser>
        <c:ser>
          <c:idx val="3"/>
          <c:order val="3"/>
          <c:spPr>
            <a:solidFill>
              <a:schemeClr val="tx1"/>
            </a:solidFill>
            <a:ln>
              <a:noFill/>
            </a:ln>
          </c:spPr>
          <c:invertIfNegative val="0"/>
          <c:dLbls>
            <c:dLbl>
              <c:idx val="0"/>
              <c:layout>
                <c:manualLayout>
                  <c:x val="0"/>
                  <c:y val="-2.915451895043731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7AA5-1E42-BBD5-78E6C831935F}"/>
                </c:ext>
              </c:extLst>
            </c:dLbl>
            <c:dLbl>
              <c:idx val="1"/>
              <c:layout>
                <c:manualLayout>
                  <c:x val="0"/>
                  <c:y val="-3.887269193391642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7AA5-1E42-BBD5-78E6C831935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Sheet1!$A$4:$B$4</c:f>
              <c:numCache>
                <c:formatCode>General</c:formatCode>
                <c:ptCount val="2"/>
                <c:pt idx="0">
                  <c:v>48</c:v>
                </c:pt>
                <c:pt idx="1">
                  <c:v>53</c:v>
                </c:pt>
              </c:numCache>
            </c:numRef>
          </c:val>
          <c:extLst>
            <c:ext xmlns:c16="http://schemas.microsoft.com/office/drawing/2014/chart" uri="{C3380CC4-5D6E-409C-BE32-E72D297353CC}">
              <c16:uniqueId val="{00000007-7AA5-1E42-BBD5-78E6C831935F}"/>
            </c:ext>
          </c:extLst>
        </c:ser>
        <c:dLbls>
          <c:showLegendKey val="0"/>
          <c:showVal val="0"/>
          <c:showCatName val="0"/>
          <c:showSerName val="0"/>
          <c:showPercent val="0"/>
          <c:showBubbleSize val="0"/>
        </c:dLbls>
        <c:gapWidth val="80"/>
        <c:overlap val="100"/>
        <c:axId val="490615199"/>
        <c:axId val="1"/>
      </c:barChart>
      <c:catAx>
        <c:axId val="490615199"/>
        <c:scaling>
          <c:orientation val="minMax"/>
        </c:scaling>
        <c:delete val="0"/>
        <c:axPos val="b"/>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100"/>
          <c:min val="0"/>
        </c:scaling>
        <c:delete val="1"/>
        <c:axPos val="l"/>
        <c:numFmt formatCode="General" sourceLinked="1"/>
        <c:majorTickMark val="out"/>
        <c:minorTickMark val="none"/>
        <c:tickLblPos val="nextTo"/>
        <c:crossAx val="490615199"/>
        <c:crosses val="min"/>
        <c:crossBetween val="between"/>
      </c:valAx>
    </c:plotArea>
    <c:plotVisOnly val="0"/>
    <c:dispBlanksAs val="gap"/>
    <c:showDLblsOverMax val="1"/>
  </c:chart>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781818181818182E-2"/>
          <c:y val="0.16326530612244897"/>
          <c:w val="0.92436363636363639"/>
          <c:h val="0.67346938775510201"/>
        </c:manualLayout>
      </c:layout>
      <c:barChart>
        <c:barDir val="col"/>
        <c:grouping val="stacked"/>
        <c:varyColors val="0"/>
        <c:ser>
          <c:idx val="0"/>
          <c:order val="0"/>
          <c:spPr>
            <a:solidFill>
              <a:srgbClr val="7FE9FF"/>
            </a:solidFill>
            <a:ln>
              <a:noFill/>
            </a:ln>
          </c:spPr>
          <c:invertIfNegative val="0"/>
          <c:val>
            <c:numRef>
              <c:f>Sheet1!$A$1:$B$1</c:f>
              <c:numCache>
                <c:formatCode>General</c:formatCode>
                <c:ptCount val="2"/>
                <c:pt idx="0">
                  <c:v>9</c:v>
                </c:pt>
                <c:pt idx="1">
                  <c:v>11</c:v>
                </c:pt>
              </c:numCache>
            </c:numRef>
          </c:val>
          <c:extLst>
            <c:ext xmlns:c16="http://schemas.microsoft.com/office/drawing/2014/chart" uri="{C3380CC4-5D6E-409C-BE32-E72D297353CC}">
              <c16:uniqueId val="{00000000-DC8B-1C45-8082-C9F54C6A2C8F}"/>
            </c:ext>
          </c:extLst>
        </c:ser>
        <c:ser>
          <c:idx val="1"/>
          <c:order val="1"/>
          <c:spPr>
            <a:solidFill>
              <a:srgbClr val="00ACFB"/>
            </a:solidFill>
            <a:ln>
              <a:noFill/>
            </a:ln>
          </c:spPr>
          <c:invertIfNegative val="0"/>
          <c:val>
            <c:numRef>
              <c:f>Sheet1!$A$2:$B$2</c:f>
              <c:numCache>
                <c:formatCode>General</c:formatCode>
                <c:ptCount val="2"/>
                <c:pt idx="0">
                  <c:v>0</c:v>
                </c:pt>
                <c:pt idx="1">
                  <c:v>0</c:v>
                </c:pt>
              </c:numCache>
            </c:numRef>
          </c:val>
          <c:extLst>
            <c:ext xmlns:c16="http://schemas.microsoft.com/office/drawing/2014/chart" uri="{C3380CC4-5D6E-409C-BE32-E72D297353CC}">
              <c16:uniqueId val="{00000001-DC8B-1C45-8082-C9F54C6A2C8F}"/>
            </c:ext>
          </c:extLst>
        </c:ser>
        <c:ser>
          <c:idx val="2"/>
          <c:order val="2"/>
          <c:spPr>
            <a:solidFill>
              <a:srgbClr val="1041EF"/>
            </a:solidFill>
            <a:ln>
              <a:noFill/>
            </a:ln>
          </c:spPr>
          <c:invertIfNegative val="0"/>
          <c:dLbls>
            <c:dLbl>
              <c:idx val="0"/>
              <c:layout>
                <c:manualLayout>
                  <c:x val="0"/>
                  <c:y val="-2.915451895043731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DC8B-1C45-8082-C9F54C6A2C8F}"/>
                </c:ext>
              </c:extLst>
            </c:dLbl>
            <c:dLbl>
              <c:idx val="1"/>
              <c:layout>
                <c:manualLayout>
                  <c:x val="0"/>
                  <c:y val="-3.887269193391642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DC8B-1C45-8082-C9F54C6A2C8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Sheet1!$A$3:$B$3</c:f>
              <c:numCache>
                <c:formatCode>General</c:formatCode>
                <c:ptCount val="2"/>
                <c:pt idx="0">
                  <c:v>58</c:v>
                </c:pt>
                <c:pt idx="1">
                  <c:v>59</c:v>
                </c:pt>
              </c:numCache>
            </c:numRef>
          </c:val>
          <c:extLst>
            <c:ext xmlns:c16="http://schemas.microsoft.com/office/drawing/2014/chart" uri="{C3380CC4-5D6E-409C-BE32-E72D297353CC}">
              <c16:uniqueId val="{00000004-DC8B-1C45-8082-C9F54C6A2C8F}"/>
            </c:ext>
          </c:extLst>
        </c:ser>
        <c:ser>
          <c:idx val="3"/>
          <c:order val="3"/>
          <c:spPr>
            <a:solidFill>
              <a:schemeClr val="tx1"/>
            </a:solidFill>
            <a:ln>
              <a:noFill/>
            </a:ln>
          </c:spPr>
          <c:invertIfNegative val="0"/>
          <c:dLbls>
            <c:dLbl>
              <c:idx val="0"/>
              <c:layout>
                <c:manualLayout>
                  <c:x val="0"/>
                  <c:y val="-2.915451895043731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DC8B-1C45-8082-C9F54C6A2C8F}"/>
                </c:ext>
              </c:extLst>
            </c:dLbl>
            <c:dLbl>
              <c:idx val="1"/>
              <c:layout>
                <c:manualLayout>
                  <c:x val="0"/>
                  <c:y val="-3.887269193391642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DC8B-1C45-8082-C9F54C6A2C8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Sheet1!$A$4:$B$4</c:f>
              <c:numCache>
                <c:formatCode>General</c:formatCode>
                <c:ptCount val="2"/>
                <c:pt idx="0">
                  <c:v>33</c:v>
                </c:pt>
                <c:pt idx="1">
                  <c:v>29</c:v>
                </c:pt>
              </c:numCache>
            </c:numRef>
          </c:val>
          <c:extLst>
            <c:ext xmlns:c16="http://schemas.microsoft.com/office/drawing/2014/chart" uri="{C3380CC4-5D6E-409C-BE32-E72D297353CC}">
              <c16:uniqueId val="{00000007-DC8B-1C45-8082-C9F54C6A2C8F}"/>
            </c:ext>
          </c:extLst>
        </c:ser>
        <c:dLbls>
          <c:showLegendKey val="0"/>
          <c:showVal val="0"/>
          <c:showCatName val="0"/>
          <c:showSerName val="0"/>
          <c:showPercent val="0"/>
          <c:showBubbleSize val="0"/>
        </c:dLbls>
        <c:gapWidth val="80"/>
        <c:overlap val="100"/>
        <c:axId val="866928943"/>
        <c:axId val="1"/>
      </c:barChart>
      <c:catAx>
        <c:axId val="866928943"/>
        <c:scaling>
          <c:orientation val="minMax"/>
        </c:scaling>
        <c:delete val="0"/>
        <c:axPos val="b"/>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100"/>
          <c:min val="0"/>
        </c:scaling>
        <c:delete val="1"/>
        <c:axPos val="l"/>
        <c:numFmt formatCode="General" sourceLinked="1"/>
        <c:majorTickMark val="out"/>
        <c:minorTickMark val="none"/>
        <c:tickLblPos val="nextTo"/>
        <c:crossAx val="866928943"/>
        <c:crosses val="min"/>
        <c:crossBetween val="between"/>
      </c:valAx>
    </c:plotArea>
    <c:plotVisOnly val="0"/>
    <c:dispBlanksAs val="gap"/>
    <c:showDLblsOverMax val="1"/>
  </c:chart>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781818181818182E-2"/>
          <c:y val="0.16326530612244897"/>
          <c:w val="0.92436363636363639"/>
          <c:h val="0.67346938775510201"/>
        </c:manualLayout>
      </c:layout>
      <c:barChart>
        <c:barDir val="col"/>
        <c:grouping val="stacked"/>
        <c:varyColors val="0"/>
        <c:ser>
          <c:idx val="0"/>
          <c:order val="0"/>
          <c:spPr>
            <a:solidFill>
              <a:srgbClr val="7FE9FF"/>
            </a:solidFill>
            <a:ln>
              <a:noFill/>
            </a:ln>
          </c:spPr>
          <c:invertIfNegative val="0"/>
          <c:val>
            <c:numRef>
              <c:f>Sheet1!$A$1:$B$1</c:f>
              <c:numCache>
                <c:formatCode>General</c:formatCode>
                <c:ptCount val="2"/>
                <c:pt idx="0">
                  <c:v>10</c:v>
                </c:pt>
                <c:pt idx="1">
                  <c:v>11</c:v>
                </c:pt>
              </c:numCache>
            </c:numRef>
          </c:val>
          <c:extLst>
            <c:ext xmlns:c16="http://schemas.microsoft.com/office/drawing/2014/chart" uri="{C3380CC4-5D6E-409C-BE32-E72D297353CC}">
              <c16:uniqueId val="{00000000-2C3C-1648-829B-AA5757E53644}"/>
            </c:ext>
          </c:extLst>
        </c:ser>
        <c:ser>
          <c:idx val="1"/>
          <c:order val="1"/>
          <c:spPr>
            <a:solidFill>
              <a:srgbClr val="00ACFB"/>
            </a:solidFill>
            <a:ln>
              <a:noFill/>
            </a:ln>
          </c:spPr>
          <c:invertIfNegative val="0"/>
          <c:val>
            <c:numRef>
              <c:f>Sheet1!$A$2:$B$2</c:f>
              <c:numCache>
                <c:formatCode>General</c:formatCode>
                <c:ptCount val="2"/>
                <c:pt idx="0">
                  <c:v>8</c:v>
                </c:pt>
                <c:pt idx="1">
                  <c:v>9</c:v>
                </c:pt>
              </c:numCache>
            </c:numRef>
          </c:val>
          <c:extLst>
            <c:ext xmlns:c16="http://schemas.microsoft.com/office/drawing/2014/chart" uri="{C3380CC4-5D6E-409C-BE32-E72D297353CC}">
              <c16:uniqueId val="{00000001-2C3C-1648-829B-AA5757E53644}"/>
            </c:ext>
          </c:extLst>
        </c:ser>
        <c:ser>
          <c:idx val="2"/>
          <c:order val="2"/>
          <c:spPr>
            <a:solidFill>
              <a:srgbClr val="1041EF"/>
            </a:solidFill>
            <a:ln>
              <a:noFill/>
            </a:ln>
          </c:spPr>
          <c:invertIfNegative val="0"/>
          <c:dLbls>
            <c:dLbl>
              <c:idx val="0"/>
              <c:layout>
                <c:manualLayout>
                  <c:x val="0"/>
                  <c:y val="-3.887269193391642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2C3C-1648-829B-AA5757E53644}"/>
                </c:ext>
              </c:extLst>
            </c:dLbl>
            <c:dLbl>
              <c:idx val="1"/>
              <c:layout>
                <c:manualLayout>
                  <c:x val="0"/>
                  <c:y val="-2.915451895043731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2C3C-1648-829B-AA5757E5364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Sheet1!$A$3:$B$3</c:f>
              <c:numCache>
                <c:formatCode>General</c:formatCode>
                <c:ptCount val="2"/>
                <c:pt idx="0">
                  <c:v>24</c:v>
                </c:pt>
                <c:pt idx="1">
                  <c:v>27</c:v>
                </c:pt>
              </c:numCache>
            </c:numRef>
          </c:val>
          <c:extLst>
            <c:ext xmlns:c16="http://schemas.microsoft.com/office/drawing/2014/chart" uri="{C3380CC4-5D6E-409C-BE32-E72D297353CC}">
              <c16:uniqueId val="{00000004-2C3C-1648-829B-AA5757E53644}"/>
            </c:ext>
          </c:extLst>
        </c:ser>
        <c:ser>
          <c:idx val="3"/>
          <c:order val="3"/>
          <c:spPr>
            <a:solidFill>
              <a:schemeClr val="tx1"/>
            </a:solidFill>
            <a:ln>
              <a:noFill/>
            </a:ln>
          </c:spPr>
          <c:invertIfNegative val="0"/>
          <c:dLbls>
            <c:dLbl>
              <c:idx val="0"/>
              <c:layout>
                <c:manualLayout>
                  <c:x val="0"/>
                  <c:y val="-2.915451895043731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2C3C-1648-829B-AA5757E53644}"/>
                </c:ext>
              </c:extLst>
            </c:dLbl>
            <c:dLbl>
              <c:idx val="1"/>
              <c:layout>
                <c:manualLayout>
                  <c:x val="0"/>
                  <c:y val="-2.915451895043731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2C3C-1648-829B-AA5757E5364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Sheet1!$A$4:$B$4</c:f>
              <c:numCache>
                <c:formatCode>General</c:formatCode>
                <c:ptCount val="2"/>
                <c:pt idx="0">
                  <c:v>58</c:v>
                </c:pt>
                <c:pt idx="1">
                  <c:v>53</c:v>
                </c:pt>
              </c:numCache>
            </c:numRef>
          </c:val>
          <c:extLst>
            <c:ext xmlns:c16="http://schemas.microsoft.com/office/drawing/2014/chart" uri="{C3380CC4-5D6E-409C-BE32-E72D297353CC}">
              <c16:uniqueId val="{00000007-2C3C-1648-829B-AA5757E53644}"/>
            </c:ext>
          </c:extLst>
        </c:ser>
        <c:dLbls>
          <c:showLegendKey val="0"/>
          <c:showVal val="0"/>
          <c:showCatName val="0"/>
          <c:showSerName val="0"/>
          <c:showPercent val="0"/>
          <c:showBubbleSize val="0"/>
        </c:dLbls>
        <c:gapWidth val="80"/>
        <c:overlap val="100"/>
        <c:axId val="866853039"/>
        <c:axId val="1"/>
      </c:barChart>
      <c:catAx>
        <c:axId val="866853039"/>
        <c:scaling>
          <c:orientation val="minMax"/>
        </c:scaling>
        <c:delete val="0"/>
        <c:axPos val="b"/>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100"/>
          <c:min val="0"/>
        </c:scaling>
        <c:delete val="1"/>
        <c:axPos val="l"/>
        <c:numFmt formatCode="General" sourceLinked="1"/>
        <c:majorTickMark val="out"/>
        <c:minorTickMark val="none"/>
        <c:tickLblPos val="nextTo"/>
        <c:crossAx val="866853039"/>
        <c:crosses val="min"/>
        <c:crossBetween val="between"/>
      </c:valAx>
    </c:plotArea>
    <c:plotVisOnly val="0"/>
    <c:dispBlanksAs val="gap"/>
    <c:showDLblsOverMax val="1"/>
  </c:chart>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781818181818182E-2"/>
          <c:y val="0.16326530612244897"/>
          <c:w val="0.92436363636363639"/>
          <c:h val="0.67346938775510201"/>
        </c:manualLayout>
      </c:layout>
      <c:barChart>
        <c:barDir val="col"/>
        <c:grouping val="stacked"/>
        <c:varyColors val="0"/>
        <c:ser>
          <c:idx val="0"/>
          <c:order val="0"/>
          <c:spPr>
            <a:solidFill>
              <a:srgbClr val="7FE9FF"/>
            </a:solidFill>
            <a:ln>
              <a:noFill/>
            </a:ln>
          </c:spPr>
          <c:invertIfNegative val="0"/>
          <c:dLbls>
            <c:dLbl>
              <c:idx val="0"/>
              <c:layout>
                <c:manualLayout>
                  <c:x val="0"/>
                  <c:y val="-2.9154518950437317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3F02-864B-91B9-641820F04B10}"/>
                </c:ext>
              </c:extLst>
            </c:dLbl>
            <c:dLbl>
              <c:idx val="1"/>
              <c:layout>
                <c:manualLayout>
                  <c:x val="-6.4000000000000001E-2"/>
                  <c:y val="-2.9154518950437317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3F02-864B-91B9-641820F04B1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26</c:v>
                </c:pt>
                <c:pt idx="1">
                  <c:v>22</c:v>
                </c:pt>
              </c:numCache>
            </c:numRef>
          </c:val>
          <c:extLst>
            <c:ext xmlns:c16="http://schemas.microsoft.com/office/drawing/2014/chart" uri="{C3380CC4-5D6E-409C-BE32-E72D297353CC}">
              <c16:uniqueId val="{00000002-3F02-864B-91B9-641820F04B10}"/>
            </c:ext>
          </c:extLst>
        </c:ser>
        <c:ser>
          <c:idx val="1"/>
          <c:order val="1"/>
          <c:spPr>
            <a:solidFill>
              <a:srgbClr val="00ACFB"/>
            </a:solidFill>
            <a:ln>
              <a:noFill/>
            </a:ln>
          </c:spPr>
          <c:invertIfNegative val="0"/>
          <c:val>
            <c:numRef>
              <c:f>Sheet1!$A$2:$B$2</c:f>
              <c:numCache>
                <c:formatCode>General</c:formatCode>
                <c:ptCount val="2"/>
                <c:pt idx="0">
                  <c:v>3</c:v>
                </c:pt>
                <c:pt idx="1">
                  <c:v>1</c:v>
                </c:pt>
              </c:numCache>
            </c:numRef>
          </c:val>
          <c:extLst>
            <c:ext xmlns:c16="http://schemas.microsoft.com/office/drawing/2014/chart" uri="{C3380CC4-5D6E-409C-BE32-E72D297353CC}">
              <c16:uniqueId val="{00000003-3F02-864B-91B9-641820F04B10}"/>
            </c:ext>
          </c:extLst>
        </c:ser>
        <c:ser>
          <c:idx val="2"/>
          <c:order val="2"/>
          <c:spPr>
            <a:solidFill>
              <a:srgbClr val="1041EF"/>
            </a:solidFill>
            <a:ln>
              <a:noFill/>
            </a:ln>
          </c:spPr>
          <c:invertIfNegative val="0"/>
          <c:dLbls>
            <c:dLbl>
              <c:idx val="0"/>
              <c:layout>
                <c:manualLayout>
                  <c:x val="0"/>
                  <c:y val="-2.915451895043731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3F02-864B-91B9-641820F04B10}"/>
                </c:ext>
              </c:extLst>
            </c:dLbl>
            <c:dLbl>
              <c:idx val="1"/>
              <c:layout>
                <c:manualLayout>
                  <c:x val="0"/>
                  <c:y val="-2.915451895043731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3F02-864B-91B9-641820F04B1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Sheet1!$A$3:$B$3</c:f>
              <c:numCache>
                <c:formatCode>General</c:formatCode>
                <c:ptCount val="2"/>
                <c:pt idx="0">
                  <c:v>43</c:v>
                </c:pt>
                <c:pt idx="1">
                  <c:v>46</c:v>
                </c:pt>
              </c:numCache>
            </c:numRef>
          </c:val>
          <c:extLst>
            <c:ext xmlns:c16="http://schemas.microsoft.com/office/drawing/2014/chart" uri="{C3380CC4-5D6E-409C-BE32-E72D297353CC}">
              <c16:uniqueId val="{00000006-3F02-864B-91B9-641820F04B10}"/>
            </c:ext>
          </c:extLst>
        </c:ser>
        <c:ser>
          <c:idx val="3"/>
          <c:order val="3"/>
          <c:spPr>
            <a:solidFill>
              <a:schemeClr val="tx1"/>
            </a:solidFill>
            <a:ln>
              <a:noFill/>
            </a:ln>
          </c:spPr>
          <c:invertIfNegative val="0"/>
          <c:dLbls>
            <c:dLbl>
              <c:idx val="0"/>
              <c:layout>
                <c:manualLayout>
                  <c:x val="0"/>
                  <c:y val="-2.915451895043731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3F02-864B-91B9-641820F04B10}"/>
                </c:ext>
              </c:extLst>
            </c:dLbl>
            <c:dLbl>
              <c:idx val="1"/>
              <c:layout>
                <c:manualLayout>
                  <c:x val="0"/>
                  <c:y val="-3.887269193391642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3F02-864B-91B9-641820F04B1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Sheet1!$A$4:$B$4</c:f>
              <c:numCache>
                <c:formatCode>General</c:formatCode>
                <c:ptCount val="2"/>
                <c:pt idx="0">
                  <c:v>29</c:v>
                </c:pt>
                <c:pt idx="1">
                  <c:v>31</c:v>
                </c:pt>
              </c:numCache>
            </c:numRef>
          </c:val>
          <c:extLst>
            <c:ext xmlns:c16="http://schemas.microsoft.com/office/drawing/2014/chart" uri="{C3380CC4-5D6E-409C-BE32-E72D297353CC}">
              <c16:uniqueId val="{00000009-3F02-864B-91B9-641820F04B10}"/>
            </c:ext>
          </c:extLst>
        </c:ser>
        <c:dLbls>
          <c:showLegendKey val="0"/>
          <c:showVal val="0"/>
          <c:showCatName val="0"/>
          <c:showSerName val="0"/>
          <c:showPercent val="0"/>
          <c:showBubbleSize val="0"/>
        </c:dLbls>
        <c:gapWidth val="80"/>
        <c:overlap val="100"/>
        <c:axId val="866550783"/>
        <c:axId val="1"/>
      </c:barChart>
      <c:catAx>
        <c:axId val="866550783"/>
        <c:scaling>
          <c:orientation val="minMax"/>
        </c:scaling>
        <c:delete val="0"/>
        <c:axPos val="b"/>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101"/>
          <c:min val="0"/>
        </c:scaling>
        <c:delete val="1"/>
        <c:axPos val="l"/>
        <c:numFmt formatCode="General" sourceLinked="1"/>
        <c:majorTickMark val="out"/>
        <c:minorTickMark val="none"/>
        <c:tickLblPos val="nextTo"/>
        <c:crossAx val="866550783"/>
        <c:crosses val="min"/>
        <c:crossBetween val="between"/>
      </c:valAx>
    </c:plotArea>
    <c:plotVisOnly val="0"/>
    <c:dispBlanksAs val="gap"/>
    <c:showDLblsOverMax val="1"/>
  </c:chart>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1907487978016945E-2"/>
          <c:y val="0.10157194679564692"/>
          <c:w val="0.97618502404396612"/>
          <c:h val="0.79685610640870619"/>
        </c:manualLayout>
      </c:layout>
      <c:barChart>
        <c:barDir val="bar"/>
        <c:grouping val="stacked"/>
        <c:varyColors val="0"/>
        <c:ser>
          <c:idx val="0"/>
          <c:order val="0"/>
          <c:spPr>
            <a:solidFill>
              <a:schemeClr val="tx1"/>
            </a:solidFill>
            <a:ln>
              <a:noFill/>
            </a:ln>
          </c:spPr>
          <c:invertIfNegative val="0"/>
          <c:dLbls>
            <c:dLbl>
              <c:idx val="0"/>
              <c:layout>
                <c:manualLayout>
                  <c:x val="0"/>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DD91-F142-AD43-0E4596BA03CF}"/>
                </c:ext>
              </c:extLst>
            </c:dLbl>
            <c:dLbl>
              <c:idx val="1"/>
              <c:layout>
                <c:manualLayout>
                  <c:x val="-2.2899015342340279E-4"/>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DD91-F142-AD43-0E4596BA03CF}"/>
                </c:ext>
              </c:extLst>
            </c:dLbl>
            <c:dLbl>
              <c:idx val="2"/>
              <c:layout>
                <c:manualLayout>
                  <c:x val="0"/>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DD91-F142-AD43-0E4596BA03CF}"/>
                </c:ext>
              </c:extLst>
            </c:dLbl>
            <c:dLbl>
              <c:idx val="3"/>
              <c:layout>
                <c:manualLayout>
                  <c:x val="0"/>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DD91-F142-AD43-0E4596BA03CF}"/>
                </c:ext>
              </c:extLst>
            </c:dLbl>
            <c:dLbl>
              <c:idx val="4"/>
              <c:layout>
                <c:manualLayout>
                  <c:x val="0"/>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DD91-F142-AD43-0E4596BA03CF}"/>
                </c:ext>
              </c:extLst>
            </c:dLbl>
            <c:dLbl>
              <c:idx val="5"/>
              <c:layout>
                <c:manualLayout>
                  <c:x val="0"/>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DD91-F142-AD43-0E4596BA03CF}"/>
                </c:ext>
              </c:extLst>
            </c:dLbl>
            <c:dLbl>
              <c:idx val="6"/>
              <c:layout>
                <c:manualLayout>
                  <c:x val="0"/>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DD91-F142-AD43-0E4596BA03CF}"/>
                </c:ext>
              </c:extLst>
            </c:dLbl>
            <c:dLbl>
              <c:idx val="7"/>
              <c:layout>
                <c:manualLayout>
                  <c:x val="0"/>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DD91-F142-AD43-0E4596BA03C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Sheet1!$A$1:$H$1</c:f>
              <c:numCache>
                <c:formatCode>General</c:formatCode>
                <c:ptCount val="8"/>
                <c:pt idx="0">
                  <c:v>28</c:v>
                </c:pt>
                <c:pt idx="1">
                  <c:v>22</c:v>
                </c:pt>
                <c:pt idx="2">
                  <c:v>17</c:v>
                </c:pt>
                <c:pt idx="3">
                  <c:v>16</c:v>
                </c:pt>
                <c:pt idx="4">
                  <c:v>16</c:v>
                </c:pt>
                <c:pt idx="5">
                  <c:v>41</c:v>
                </c:pt>
                <c:pt idx="6">
                  <c:v>18</c:v>
                </c:pt>
                <c:pt idx="7">
                  <c:v>7</c:v>
                </c:pt>
              </c:numCache>
            </c:numRef>
          </c:val>
          <c:extLst>
            <c:ext xmlns:c16="http://schemas.microsoft.com/office/drawing/2014/chart" uri="{C3380CC4-5D6E-409C-BE32-E72D297353CC}">
              <c16:uniqueId val="{00000008-DD91-F142-AD43-0E4596BA03CF}"/>
            </c:ext>
          </c:extLst>
        </c:ser>
        <c:ser>
          <c:idx val="1"/>
          <c:order val="1"/>
          <c:spPr>
            <a:solidFill>
              <a:srgbClr val="00ACFB"/>
            </a:solidFill>
            <a:ln>
              <a:noFill/>
            </a:ln>
          </c:spPr>
          <c:invertIfNegative val="0"/>
          <c:dLbls>
            <c:dLbl>
              <c:idx val="0"/>
              <c:layout>
                <c:manualLayout>
                  <c:x val="0"/>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DD91-F142-AD43-0E4596BA03CF}"/>
                </c:ext>
              </c:extLst>
            </c:dLbl>
            <c:dLbl>
              <c:idx val="1"/>
              <c:layout>
                <c:manualLayout>
                  <c:x val="-2.2899015342340279E-4"/>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DD91-F142-AD43-0E4596BA03CF}"/>
                </c:ext>
              </c:extLst>
            </c:dLbl>
            <c:dLbl>
              <c:idx val="2"/>
              <c:layout>
                <c:manualLayout>
                  <c:x val="0"/>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DD91-F142-AD43-0E4596BA03CF}"/>
                </c:ext>
              </c:extLst>
            </c:dLbl>
            <c:dLbl>
              <c:idx val="3"/>
              <c:layout>
                <c:manualLayout>
                  <c:x val="-2.2899015342340279E-4"/>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DD91-F142-AD43-0E4596BA03CF}"/>
                </c:ext>
              </c:extLst>
            </c:dLbl>
            <c:dLbl>
              <c:idx val="4"/>
              <c:layout>
                <c:manualLayout>
                  <c:x val="-2.2899015342340279E-4"/>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DD91-F142-AD43-0E4596BA03CF}"/>
                </c:ext>
              </c:extLst>
            </c:dLbl>
            <c:dLbl>
              <c:idx val="5"/>
              <c:layout>
                <c:manualLayout>
                  <c:x val="0"/>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DD91-F142-AD43-0E4596BA03CF}"/>
                </c:ext>
              </c:extLst>
            </c:dLbl>
            <c:dLbl>
              <c:idx val="6"/>
              <c:layout>
                <c:manualLayout>
                  <c:x val="-2.2899015342340279E-4"/>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F-DD91-F142-AD43-0E4596BA03CF}"/>
                </c:ext>
              </c:extLst>
            </c:dLbl>
            <c:dLbl>
              <c:idx val="7"/>
              <c:layout>
                <c:manualLayout>
                  <c:x val="0"/>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0-DD91-F142-AD43-0E4596BA03C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Sheet1!$A$2:$H$2</c:f>
              <c:numCache>
                <c:formatCode>General</c:formatCode>
                <c:ptCount val="8"/>
                <c:pt idx="0">
                  <c:v>8</c:v>
                </c:pt>
                <c:pt idx="1">
                  <c:v>19</c:v>
                </c:pt>
                <c:pt idx="2">
                  <c:v>16</c:v>
                </c:pt>
                <c:pt idx="3">
                  <c:v>11</c:v>
                </c:pt>
                <c:pt idx="4">
                  <c:v>11</c:v>
                </c:pt>
                <c:pt idx="5">
                  <c:v>11</c:v>
                </c:pt>
                <c:pt idx="6">
                  <c:v>17</c:v>
                </c:pt>
                <c:pt idx="7">
                  <c:v>6</c:v>
                </c:pt>
              </c:numCache>
            </c:numRef>
          </c:val>
          <c:extLst>
            <c:ext xmlns:c16="http://schemas.microsoft.com/office/drawing/2014/chart" uri="{C3380CC4-5D6E-409C-BE32-E72D297353CC}">
              <c16:uniqueId val="{00000011-DD91-F142-AD43-0E4596BA03CF}"/>
            </c:ext>
          </c:extLst>
        </c:ser>
        <c:ser>
          <c:idx val="2"/>
          <c:order val="2"/>
          <c:spPr>
            <a:solidFill>
              <a:srgbClr val="0352FF"/>
            </a:solidFill>
            <a:ln>
              <a:noFill/>
            </a:ln>
          </c:spPr>
          <c:invertIfNegative val="0"/>
          <c:dLbls>
            <c:dLbl>
              <c:idx val="0"/>
              <c:layout>
                <c:manualLayout>
                  <c:x val="0"/>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2-DD91-F142-AD43-0E4596BA03CF}"/>
                </c:ext>
              </c:extLst>
            </c:dLbl>
            <c:dLbl>
              <c:idx val="1"/>
              <c:layout>
                <c:manualLayout>
                  <c:x val="0"/>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3-DD91-F142-AD43-0E4596BA03CF}"/>
                </c:ext>
              </c:extLst>
            </c:dLbl>
            <c:dLbl>
              <c:idx val="2"/>
              <c:layout>
                <c:manualLayout>
                  <c:x val="0"/>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4-DD91-F142-AD43-0E4596BA03CF}"/>
                </c:ext>
              </c:extLst>
            </c:dLbl>
            <c:dLbl>
              <c:idx val="3"/>
              <c:layout>
                <c:manualLayout>
                  <c:x val="-2.2899015342340279E-4"/>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5-DD91-F142-AD43-0E4596BA03CF}"/>
                </c:ext>
              </c:extLst>
            </c:dLbl>
            <c:dLbl>
              <c:idx val="4"/>
              <c:layout>
                <c:manualLayout>
                  <c:x val="-2.2899015342340279E-4"/>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6-DD91-F142-AD43-0E4596BA03CF}"/>
                </c:ext>
              </c:extLst>
            </c:dLbl>
            <c:dLbl>
              <c:idx val="5"/>
              <c:layout>
                <c:manualLayout>
                  <c:x val="0"/>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7-DD91-F142-AD43-0E4596BA03CF}"/>
                </c:ext>
              </c:extLst>
            </c:dLbl>
            <c:dLbl>
              <c:idx val="6"/>
              <c:layout>
                <c:manualLayout>
                  <c:x val="0"/>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8-DD91-F142-AD43-0E4596BA03CF}"/>
                </c:ext>
              </c:extLst>
            </c:dLbl>
            <c:dLbl>
              <c:idx val="7"/>
              <c:layout>
                <c:manualLayout>
                  <c:x val="-2.2899015342340279E-4"/>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9-DD91-F142-AD43-0E4596BA03C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Sheet1!$A$3:$H$3</c:f>
              <c:numCache>
                <c:formatCode>General</c:formatCode>
                <c:ptCount val="8"/>
                <c:pt idx="0">
                  <c:v>7</c:v>
                </c:pt>
                <c:pt idx="1">
                  <c:v>18</c:v>
                </c:pt>
                <c:pt idx="2">
                  <c:v>10</c:v>
                </c:pt>
                <c:pt idx="3">
                  <c:v>9</c:v>
                </c:pt>
                <c:pt idx="4">
                  <c:v>9</c:v>
                </c:pt>
                <c:pt idx="5">
                  <c:v>10</c:v>
                </c:pt>
                <c:pt idx="6">
                  <c:v>15</c:v>
                </c:pt>
                <c:pt idx="7">
                  <c:v>6</c:v>
                </c:pt>
              </c:numCache>
            </c:numRef>
          </c:val>
          <c:extLst>
            <c:ext xmlns:c16="http://schemas.microsoft.com/office/drawing/2014/chart" uri="{C3380CC4-5D6E-409C-BE32-E72D297353CC}">
              <c16:uniqueId val="{0000001A-DD91-F142-AD43-0E4596BA03CF}"/>
            </c:ext>
          </c:extLst>
        </c:ser>
        <c:ser>
          <c:idx val="3"/>
          <c:order val="3"/>
          <c:spPr>
            <a:solidFill>
              <a:srgbClr val="98E8F2"/>
            </a:solidFill>
            <a:ln>
              <a:noFill/>
            </a:ln>
          </c:spPr>
          <c:invertIfNegative val="0"/>
          <c:dLbls>
            <c:dLbl>
              <c:idx val="0"/>
              <c:layout>
                <c:manualLayout>
                  <c:x val="-2.2899015342340279E-4"/>
                  <c:y val="1.8137847642079807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B-DD91-F142-AD43-0E4596BA03CF}"/>
                </c:ext>
              </c:extLst>
            </c:dLbl>
            <c:dLbl>
              <c:idx val="1"/>
              <c:layout>
                <c:manualLayout>
                  <c:x val="-2.2899015342340279E-4"/>
                  <c:y val="1.8137847642079807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C-DD91-F142-AD43-0E4596BA03CF}"/>
                </c:ext>
              </c:extLst>
            </c:dLbl>
            <c:dLbl>
              <c:idx val="2"/>
              <c:layout>
                <c:manualLayout>
                  <c:x val="0"/>
                  <c:y val="1.8137847642079807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D-DD91-F142-AD43-0E4596BA03CF}"/>
                </c:ext>
              </c:extLst>
            </c:dLbl>
            <c:dLbl>
              <c:idx val="3"/>
              <c:layout>
                <c:manualLayout>
                  <c:x val="0"/>
                  <c:y val="1.8137847642079807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E-DD91-F142-AD43-0E4596BA03CF}"/>
                </c:ext>
              </c:extLst>
            </c:dLbl>
            <c:dLbl>
              <c:idx val="4"/>
              <c:layout>
                <c:manualLayout>
                  <c:x val="0"/>
                  <c:y val="1.8137847642079807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F-DD91-F142-AD43-0E4596BA03CF}"/>
                </c:ext>
              </c:extLst>
            </c:dLbl>
            <c:dLbl>
              <c:idx val="5"/>
              <c:layout>
                <c:manualLayout>
                  <c:x val="0"/>
                  <c:y val="1.8137847642079807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0-DD91-F142-AD43-0E4596BA03CF}"/>
                </c:ext>
              </c:extLst>
            </c:dLbl>
            <c:dLbl>
              <c:idx val="6"/>
              <c:layout>
                <c:manualLayout>
                  <c:x val="-2.2899015342340279E-4"/>
                  <c:y val="1.8137847642079807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1-DD91-F142-AD43-0E4596BA03CF}"/>
                </c:ext>
              </c:extLst>
            </c:dLbl>
            <c:dLbl>
              <c:idx val="7"/>
              <c:layout>
                <c:manualLayout>
                  <c:x val="0"/>
                  <c:y val="1.8137847642079807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2-DD91-F142-AD43-0E4596BA03C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Sheet1!$A$4:$H$4</c:f>
              <c:numCache>
                <c:formatCode>General</c:formatCode>
                <c:ptCount val="8"/>
                <c:pt idx="0">
                  <c:v>4</c:v>
                </c:pt>
                <c:pt idx="1">
                  <c:v>12</c:v>
                </c:pt>
                <c:pt idx="2">
                  <c:v>10</c:v>
                </c:pt>
                <c:pt idx="3">
                  <c:v>7</c:v>
                </c:pt>
                <c:pt idx="4">
                  <c:v>9</c:v>
                </c:pt>
                <c:pt idx="5">
                  <c:v>8</c:v>
                </c:pt>
                <c:pt idx="6">
                  <c:v>11</c:v>
                </c:pt>
                <c:pt idx="7">
                  <c:v>6</c:v>
                </c:pt>
              </c:numCache>
            </c:numRef>
          </c:val>
          <c:extLst>
            <c:ext xmlns:c16="http://schemas.microsoft.com/office/drawing/2014/chart" uri="{C3380CC4-5D6E-409C-BE32-E72D297353CC}">
              <c16:uniqueId val="{00000023-DD91-F142-AD43-0E4596BA03CF}"/>
            </c:ext>
          </c:extLst>
        </c:ser>
        <c:ser>
          <c:idx val="4"/>
          <c:order val="4"/>
          <c:spPr>
            <a:solidFill>
              <a:srgbClr val="0098B7"/>
            </a:solidFill>
            <a:ln>
              <a:noFill/>
            </a:ln>
          </c:spPr>
          <c:invertIfNegative val="0"/>
          <c:dLbls>
            <c:dLbl>
              <c:idx val="0"/>
              <c:layout>
                <c:manualLayout>
                  <c:x val="0"/>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4-DD91-F142-AD43-0E4596BA03CF}"/>
                </c:ext>
              </c:extLst>
            </c:dLbl>
            <c:dLbl>
              <c:idx val="1"/>
              <c:layout>
                <c:manualLayout>
                  <c:x val="-2.2899015342340279E-4"/>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5-DD91-F142-AD43-0E4596BA03CF}"/>
                </c:ext>
              </c:extLst>
            </c:dLbl>
            <c:dLbl>
              <c:idx val="2"/>
              <c:layout>
                <c:manualLayout>
                  <c:x val="0"/>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6-DD91-F142-AD43-0E4596BA03CF}"/>
                </c:ext>
              </c:extLst>
            </c:dLbl>
            <c:dLbl>
              <c:idx val="3"/>
              <c:layout>
                <c:manualLayout>
                  <c:x val="0"/>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7-DD91-F142-AD43-0E4596BA03CF}"/>
                </c:ext>
              </c:extLst>
            </c:dLbl>
            <c:dLbl>
              <c:idx val="4"/>
              <c:layout>
                <c:manualLayout>
                  <c:x val="0"/>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8-DD91-F142-AD43-0E4596BA03CF}"/>
                </c:ext>
              </c:extLst>
            </c:dLbl>
            <c:dLbl>
              <c:idx val="5"/>
              <c:layout>
                <c:manualLayout>
                  <c:x val="0"/>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9-DD91-F142-AD43-0E4596BA03CF}"/>
                </c:ext>
              </c:extLst>
            </c:dLbl>
            <c:dLbl>
              <c:idx val="6"/>
              <c:layout>
                <c:manualLayout>
                  <c:x val="-2.2899015342340279E-4"/>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A-DD91-F142-AD43-0E4596BA03CF}"/>
                </c:ext>
              </c:extLst>
            </c:dLbl>
            <c:dLbl>
              <c:idx val="7"/>
              <c:layout>
                <c:manualLayout>
                  <c:x val="0"/>
                  <c:y val="1.813784764207980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B-DD91-F142-AD43-0E4596BA03C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Sheet1!$A$5:$H$5</c:f>
              <c:numCache>
                <c:formatCode>General</c:formatCode>
                <c:ptCount val="8"/>
                <c:pt idx="0">
                  <c:v>4</c:v>
                </c:pt>
                <c:pt idx="1">
                  <c:v>5</c:v>
                </c:pt>
                <c:pt idx="2">
                  <c:v>7</c:v>
                </c:pt>
                <c:pt idx="3">
                  <c:v>7</c:v>
                </c:pt>
                <c:pt idx="4">
                  <c:v>7</c:v>
                </c:pt>
                <c:pt idx="5">
                  <c:v>6</c:v>
                </c:pt>
                <c:pt idx="6">
                  <c:v>5</c:v>
                </c:pt>
                <c:pt idx="7">
                  <c:v>5</c:v>
                </c:pt>
              </c:numCache>
            </c:numRef>
          </c:val>
          <c:extLst>
            <c:ext xmlns:c16="http://schemas.microsoft.com/office/drawing/2014/chart" uri="{C3380CC4-5D6E-409C-BE32-E72D297353CC}">
              <c16:uniqueId val="{0000002C-DD91-F142-AD43-0E4596BA03CF}"/>
            </c:ext>
          </c:extLst>
        </c:ser>
        <c:ser>
          <c:idx val="5"/>
          <c:order val="5"/>
          <c:spPr>
            <a:solidFill>
              <a:srgbClr val="AAC4FF"/>
            </a:solidFill>
            <a:ln>
              <a:noFill/>
            </a:ln>
          </c:spPr>
          <c:invertIfNegative val="0"/>
          <c:dLbls>
            <c:dLbl>
              <c:idx val="0"/>
              <c:layout>
                <c:manualLayout>
                  <c:x val="0"/>
                  <c:y val="1.8137847642079807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D-DD91-F142-AD43-0E4596BA03CF}"/>
                </c:ext>
              </c:extLst>
            </c:dLbl>
            <c:dLbl>
              <c:idx val="1"/>
              <c:layout>
                <c:manualLayout>
                  <c:x val="-2.2899015342340279E-4"/>
                  <c:y val="1.8137847642079807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E-DD91-F142-AD43-0E4596BA03CF}"/>
                </c:ext>
              </c:extLst>
            </c:dLbl>
            <c:dLbl>
              <c:idx val="2"/>
              <c:layout>
                <c:manualLayout>
                  <c:x val="-2.2899015342340279E-4"/>
                  <c:y val="1.8137847642079807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F-DD91-F142-AD43-0E4596BA03CF}"/>
                </c:ext>
              </c:extLst>
            </c:dLbl>
            <c:dLbl>
              <c:idx val="3"/>
              <c:layout>
                <c:manualLayout>
                  <c:x val="-2.2899015342340279E-4"/>
                  <c:y val="1.8137847642079807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0-DD91-F142-AD43-0E4596BA03CF}"/>
                </c:ext>
              </c:extLst>
            </c:dLbl>
            <c:dLbl>
              <c:idx val="4"/>
              <c:layout>
                <c:manualLayout>
                  <c:x val="0"/>
                  <c:y val="1.8137847642079807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1-DD91-F142-AD43-0E4596BA03CF}"/>
                </c:ext>
              </c:extLst>
            </c:dLbl>
            <c:dLbl>
              <c:idx val="5"/>
              <c:layout>
                <c:manualLayout>
                  <c:x val="0"/>
                  <c:y val="1.8137847642079807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2-DD91-F142-AD43-0E4596BA03CF}"/>
                </c:ext>
              </c:extLst>
            </c:dLbl>
            <c:dLbl>
              <c:idx val="6"/>
              <c:layout>
                <c:manualLayout>
                  <c:x val="-2.2899015342340279E-4"/>
                  <c:y val="1.8137847642079807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3-DD91-F142-AD43-0E4596BA03CF}"/>
                </c:ext>
              </c:extLst>
            </c:dLbl>
            <c:dLbl>
              <c:idx val="7"/>
              <c:layout>
                <c:manualLayout>
                  <c:x val="0"/>
                  <c:y val="1.8137847642079807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4-DD91-F142-AD43-0E4596BA03C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Sheet1!$A$6:$H$6</c:f>
              <c:numCache>
                <c:formatCode>General</c:formatCode>
                <c:ptCount val="8"/>
                <c:pt idx="0">
                  <c:v>49</c:v>
                </c:pt>
                <c:pt idx="1">
                  <c:v>24</c:v>
                </c:pt>
                <c:pt idx="2">
                  <c:v>40</c:v>
                </c:pt>
                <c:pt idx="3">
                  <c:v>50</c:v>
                </c:pt>
                <c:pt idx="4">
                  <c:v>49</c:v>
                </c:pt>
                <c:pt idx="5">
                  <c:v>23</c:v>
                </c:pt>
                <c:pt idx="6">
                  <c:v>35</c:v>
                </c:pt>
                <c:pt idx="7">
                  <c:v>72</c:v>
                </c:pt>
              </c:numCache>
            </c:numRef>
          </c:val>
          <c:extLst>
            <c:ext xmlns:c16="http://schemas.microsoft.com/office/drawing/2014/chart" uri="{C3380CC4-5D6E-409C-BE32-E72D297353CC}">
              <c16:uniqueId val="{00000035-DD91-F142-AD43-0E4596BA03CF}"/>
            </c:ext>
          </c:extLst>
        </c:ser>
        <c:dLbls>
          <c:showLegendKey val="0"/>
          <c:showVal val="0"/>
          <c:showCatName val="0"/>
          <c:showSerName val="0"/>
          <c:showPercent val="0"/>
          <c:showBubbleSize val="0"/>
        </c:dLbls>
        <c:gapWidth val="80"/>
        <c:overlap val="100"/>
        <c:axId val="489911279"/>
        <c:axId val="1"/>
      </c:barChart>
      <c:catAx>
        <c:axId val="489911279"/>
        <c:scaling>
          <c:orientation val="maxMin"/>
        </c:scaling>
        <c:delete val="0"/>
        <c:axPos val="l"/>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102"/>
          <c:min val="0"/>
        </c:scaling>
        <c:delete val="1"/>
        <c:axPos val="t"/>
        <c:numFmt formatCode="General" sourceLinked="1"/>
        <c:majorTickMark val="out"/>
        <c:minorTickMark val="none"/>
        <c:tickLblPos val="nextTo"/>
        <c:crossAx val="489911279"/>
        <c:crosses val="min"/>
        <c:crossBetween val="between"/>
      </c:valAx>
    </c:plotArea>
    <c:plotVisOnly val="0"/>
    <c:dispBlanksAs val="gap"/>
    <c:showDLblsOverMax val="1"/>
  </c:chart>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1907487978016945E-2"/>
          <c:y val="0.16884422110552763"/>
          <c:w val="0.97618502404396612"/>
          <c:h val="0.66231155778894468"/>
        </c:manualLayout>
      </c:layout>
      <c:barChart>
        <c:barDir val="bar"/>
        <c:grouping val="stacked"/>
        <c:varyColors val="0"/>
        <c:ser>
          <c:idx val="0"/>
          <c:order val="0"/>
          <c:spPr>
            <a:solidFill>
              <a:schemeClr val="tx1"/>
            </a:solidFill>
            <a:ln>
              <a:noFill/>
            </a:ln>
          </c:spPr>
          <c:invertIfNegative val="0"/>
          <c:dLbls>
            <c:dLbl>
              <c:idx val="0"/>
              <c:layout>
                <c:manualLayout>
                  <c:x val="-2.2899015342340279E-4"/>
                  <c:y val="3.01507537688442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4E0C-794D-A630-7C63F8266B04}"/>
                </c:ext>
              </c:extLst>
            </c:dLbl>
            <c:dLbl>
              <c:idx val="1"/>
              <c:layout>
                <c:manualLayout>
                  <c:x val="-2.2899015342340279E-4"/>
                  <c:y val="3.01507537688442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4E0C-794D-A630-7C63F8266B04}"/>
                </c:ext>
              </c:extLst>
            </c:dLbl>
            <c:dLbl>
              <c:idx val="2"/>
              <c:layout>
                <c:manualLayout>
                  <c:x val="0"/>
                  <c:y val="3.01507537688442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4E0C-794D-A630-7C63F8266B04}"/>
                </c:ext>
              </c:extLst>
            </c:dLbl>
            <c:dLbl>
              <c:idx val="3"/>
              <c:layout>
                <c:manualLayout>
                  <c:x val="0"/>
                  <c:y val="3.01507537688442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4E0C-794D-A630-7C63F8266B0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Sheet1!$A$1:$D$1</c:f>
              <c:numCache>
                <c:formatCode>General</c:formatCode>
                <c:ptCount val="4"/>
                <c:pt idx="0">
                  <c:v>16</c:v>
                </c:pt>
                <c:pt idx="1">
                  <c:v>64</c:v>
                </c:pt>
                <c:pt idx="2">
                  <c:v>13</c:v>
                </c:pt>
                <c:pt idx="3">
                  <c:v>28</c:v>
                </c:pt>
              </c:numCache>
            </c:numRef>
          </c:val>
          <c:extLst>
            <c:ext xmlns:c16="http://schemas.microsoft.com/office/drawing/2014/chart" uri="{C3380CC4-5D6E-409C-BE32-E72D297353CC}">
              <c16:uniqueId val="{00000004-4E0C-794D-A630-7C63F8266B04}"/>
            </c:ext>
          </c:extLst>
        </c:ser>
        <c:ser>
          <c:idx val="1"/>
          <c:order val="1"/>
          <c:spPr>
            <a:solidFill>
              <a:srgbClr val="00ACFB"/>
            </a:solidFill>
            <a:ln>
              <a:noFill/>
            </a:ln>
          </c:spPr>
          <c:invertIfNegative val="0"/>
          <c:dLbls>
            <c:dLbl>
              <c:idx val="0"/>
              <c:layout>
                <c:manualLayout>
                  <c:x val="-2.2899015342340279E-4"/>
                  <c:y val="3.01507537688442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4E0C-794D-A630-7C63F8266B04}"/>
                </c:ext>
              </c:extLst>
            </c:dLbl>
            <c:dLbl>
              <c:idx val="1"/>
              <c:layout>
                <c:manualLayout>
                  <c:x val="0"/>
                  <c:y val="3.01507537688442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4E0C-794D-A630-7C63F8266B04}"/>
                </c:ext>
              </c:extLst>
            </c:dLbl>
            <c:dLbl>
              <c:idx val="2"/>
              <c:layout>
                <c:manualLayout>
                  <c:x val="0"/>
                  <c:y val="3.01507537688442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4E0C-794D-A630-7C63F8266B04}"/>
                </c:ext>
              </c:extLst>
            </c:dLbl>
            <c:dLbl>
              <c:idx val="3"/>
              <c:layout>
                <c:manualLayout>
                  <c:x val="0"/>
                  <c:y val="3.01507537688442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4E0C-794D-A630-7C63F8266B0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Sheet1!$A$2:$D$2</c:f>
              <c:numCache>
                <c:formatCode>General</c:formatCode>
                <c:ptCount val="4"/>
                <c:pt idx="0">
                  <c:v>15</c:v>
                </c:pt>
                <c:pt idx="1">
                  <c:v>8</c:v>
                </c:pt>
                <c:pt idx="2">
                  <c:v>13</c:v>
                </c:pt>
                <c:pt idx="3">
                  <c:v>25</c:v>
                </c:pt>
              </c:numCache>
            </c:numRef>
          </c:val>
          <c:extLst>
            <c:ext xmlns:c16="http://schemas.microsoft.com/office/drawing/2014/chart" uri="{C3380CC4-5D6E-409C-BE32-E72D297353CC}">
              <c16:uniqueId val="{00000009-4E0C-794D-A630-7C63F8266B04}"/>
            </c:ext>
          </c:extLst>
        </c:ser>
        <c:ser>
          <c:idx val="2"/>
          <c:order val="2"/>
          <c:spPr>
            <a:solidFill>
              <a:srgbClr val="0352FF"/>
            </a:solidFill>
            <a:ln>
              <a:noFill/>
            </a:ln>
          </c:spPr>
          <c:invertIfNegative val="0"/>
          <c:dLbls>
            <c:dLbl>
              <c:idx val="0"/>
              <c:layout>
                <c:manualLayout>
                  <c:x val="-2.2899015342340279E-4"/>
                  <c:y val="3.01507537688442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4E0C-794D-A630-7C63F8266B04}"/>
                </c:ext>
              </c:extLst>
            </c:dLbl>
            <c:dLbl>
              <c:idx val="1"/>
              <c:layout>
                <c:manualLayout>
                  <c:x val="-2.2899015342340279E-4"/>
                  <c:y val="3.01507537688442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4E0C-794D-A630-7C63F8266B04}"/>
                </c:ext>
              </c:extLst>
            </c:dLbl>
            <c:dLbl>
              <c:idx val="2"/>
              <c:layout>
                <c:manualLayout>
                  <c:x val="-2.2899015342340279E-4"/>
                  <c:y val="3.01507537688442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4E0C-794D-A630-7C63F8266B04}"/>
                </c:ext>
              </c:extLst>
            </c:dLbl>
            <c:dLbl>
              <c:idx val="3"/>
              <c:layout>
                <c:manualLayout>
                  <c:x val="0"/>
                  <c:y val="3.01507537688442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4E0C-794D-A630-7C63F8266B0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Sheet1!$A$3:$D$3</c:f>
              <c:numCache>
                <c:formatCode>General</c:formatCode>
                <c:ptCount val="4"/>
                <c:pt idx="0">
                  <c:v>14</c:v>
                </c:pt>
                <c:pt idx="1">
                  <c:v>6</c:v>
                </c:pt>
                <c:pt idx="2">
                  <c:v>11</c:v>
                </c:pt>
                <c:pt idx="3">
                  <c:v>11</c:v>
                </c:pt>
              </c:numCache>
            </c:numRef>
          </c:val>
          <c:extLst>
            <c:ext xmlns:c16="http://schemas.microsoft.com/office/drawing/2014/chart" uri="{C3380CC4-5D6E-409C-BE32-E72D297353CC}">
              <c16:uniqueId val="{0000000E-4E0C-794D-A630-7C63F8266B04}"/>
            </c:ext>
          </c:extLst>
        </c:ser>
        <c:ser>
          <c:idx val="3"/>
          <c:order val="3"/>
          <c:spPr>
            <a:solidFill>
              <a:srgbClr val="98E8F2"/>
            </a:solidFill>
            <a:ln>
              <a:noFill/>
            </a:ln>
          </c:spPr>
          <c:invertIfNegative val="0"/>
          <c:dLbls>
            <c:dLbl>
              <c:idx val="0"/>
              <c:layout>
                <c:manualLayout>
                  <c:x val="-2.2899015342340279E-4"/>
                  <c:y val="3.015075376884422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F-4E0C-794D-A630-7C63F8266B04}"/>
                </c:ext>
              </c:extLst>
            </c:dLbl>
            <c:dLbl>
              <c:idx val="1"/>
              <c:layout>
                <c:manualLayout>
                  <c:x val="-2.2899015342340279E-4"/>
                  <c:y val="3.015075376884422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0-4E0C-794D-A630-7C63F8266B04}"/>
                </c:ext>
              </c:extLst>
            </c:dLbl>
            <c:dLbl>
              <c:idx val="2"/>
              <c:layout>
                <c:manualLayout>
                  <c:x val="-2.2899015342340279E-4"/>
                  <c:y val="3.015075376884422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4E0C-794D-A630-7C63F8266B04}"/>
                </c:ext>
              </c:extLst>
            </c:dLbl>
            <c:dLbl>
              <c:idx val="3"/>
              <c:layout>
                <c:manualLayout>
                  <c:x val="0"/>
                  <c:y val="3.015075376884422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2-4E0C-794D-A630-7C63F8266B0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Sheet1!$A$4:$D$4</c:f>
              <c:numCache>
                <c:formatCode>General</c:formatCode>
                <c:ptCount val="4"/>
                <c:pt idx="0">
                  <c:v>11</c:v>
                </c:pt>
                <c:pt idx="1">
                  <c:v>6</c:v>
                </c:pt>
                <c:pt idx="2">
                  <c:v>8</c:v>
                </c:pt>
                <c:pt idx="3">
                  <c:v>7</c:v>
                </c:pt>
              </c:numCache>
            </c:numRef>
          </c:val>
          <c:extLst>
            <c:ext xmlns:c16="http://schemas.microsoft.com/office/drawing/2014/chart" uri="{C3380CC4-5D6E-409C-BE32-E72D297353CC}">
              <c16:uniqueId val="{00000013-4E0C-794D-A630-7C63F8266B04}"/>
            </c:ext>
          </c:extLst>
        </c:ser>
        <c:ser>
          <c:idx val="4"/>
          <c:order val="4"/>
          <c:spPr>
            <a:solidFill>
              <a:srgbClr val="0098B7"/>
            </a:solidFill>
            <a:ln>
              <a:noFill/>
            </a:ln>
          </c:spPr>
          <c:invertIfNegative val="0"/>
          <c:dLbls>
            <c:dLbl>
              <c:idx val="0"/>
              <c:layout>
                <c:manualLayout>
                  <c:x val="0"/>
                  <c:y val="3.01507537688442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4-4E0C-794D-A630-7C63F8266B04}"/>
                </c:ext>
              </c:extLst>
            </c:dLbl>
            <c:dLbl>
              <c:idx val="1"/>
              <c:layout>
                <c:manualLayout>
                  <c:x val="-2.2899015342340279E-4"/>
                  <c:y val="3.01507537688442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5-4E0C-794D-A630-7C63F8266B04}"/>
                </c:ext>
              </c:extLst>
            </c:dLbl>
            <c:dLbl>
              <c:idx val="2"/>
              <c:layout>
                <c:manualLayout>
                  <c:x val="0"/>
                  <c:y val="3.01507537688442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6-4E0C-794D-A630-7C63F8266B04}"/>
                </c:ext>
              </c:extLst>
            </c:dLbl>
            <c:dLbl>
              <c:idx val="3"/>
              <c:layout>
                <c:manualLayout>
                  <c:x val="0"/>
                  <c:y val="3.01507537688442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7-4E0C-794D-A630-7C63F8266B0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Sheet1!$A$5:$D$5</c:f>
              <c:numCache>
                <c:formatCode>General</c:formatCode>
                <c:ptCount val="4"/>
                <c:pt idx="0">
                  <c:v>11</c:v>
                </c:pt>
                <c:pt idx="1">
                  <c:v>3</c:v>
                </c:pt>
                <c:pt idx="2">
                  <c:v>6</c:v>
                </c:pt>
                <c:pt idx="3">
                  <c:v>7</c:v>
                </c:pt>
              </c:numCache>
            </c:numRef>
          </c:val>
          <c:extLst>
            <c:ext xmlns:c16="http://schemas.microsoft.com/office/drawing/2014/chart" uri="{C3380CC4-5D6E-409C-BE32-E72D297353CC}">
              <c16:uniqueId val="{00000018-4E0C-794D-A630-7C63F8266B04}"/>
            </c:ext>
          </c:extLst>
        </c:ser>
        <c:ser>
          <c:idx val="5"/>
          <c:order val="5"/>
          <c:spPr>
            <a:solidFill>
              <a:srgbClr val="AAC4FF"/>
            </a:solidFill>
            <a:ln>
              <a:noFill/>
            </a:ln>
          </c:spPr>
          <c:invertIfNegative val="0"/>
          <c:dLbls>
            <c:dLbl>
              <c:idx val="0"/>
              <c:layout>
                <c:manualLayout>
                  <c:x val="0"/>
                  <c:y val="3.015075376884422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9-4E0C-794D-A630-7C63F8266B04}"/>
                </c:ext>
              </c:extLst>
            </c:dLbl>
            <c:dLbl>
              <c:idx val="1"/>
              <c:layout>
                <c:manualLayout>
                  <c:x val="0"/>
                  <c:y val="3.015075376884422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A-4E0C-794D-A630-7C63F8266B04}"/>
                </c:ext>
              </c:extLst>
            </c:dLbl>
            <c:dLbl>
              <c:idx val="2"/>
              <c:layout>
                <c:manualLayout>
                  <c:x val="0"/>
                  <c:y val="3.015075376884422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B-4E0C-794D-A630-7C63F8266B04}"/>
                </c:ext>
              </c:extLst>
            </c:dLbl>
            <c:dLbl>
              <c:idx val="3"/>
              <c:layout>
                <c:manualLayout>
                  <c:x val="-2.2899015342340279E-4"/>
                  <c:y val="3.015075376884422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C-4E0C-794D-A630-7C63F8266B0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Sheet1!$A$6:$D$6</c:f>
              <c:numCache>
                <c:formatCode>General</c:formatCode>
                <c:ptCount val="4"/>
                <c:pt idx="0">
                  <c:v>34</c:v>
                </c:pt>
                <c:pt idx="1">
                  <c:v>13</c:v>
                </c:pt>
                <c:pt idx="2">
                  <c:v>50</c:v>
                </c:pt>
                <c:pt idx="3">
                  <c:v>23</c:v>
                </c:pt>
              </c:numCache>
            </c:numRef>
          </c:val>
          <c:extLst>
            <c:ext xmlns:c16="http://schemas.microsoft.com/office/drawing/2014/chart" uri="{C3380CC4-5D6E-409C-BE32-E72D297353CC}">
              <c16:uniqueId val="{0000001D-4E0C-794D-A630-7C63F8266B04}"/>
            </c:ext>
          </c:extLst>
        </c:ser>
        <c:dLbls>
          <c:showLegendKey val="0"/>
          <c:showVal val="0"/>
          <c:showCatName val="0"/>
          <c:showSerName val="0"/>
          <c:showPercent val="0"/>
          <c:showBubbleSize val="0"/>
        </c:dLbls>
        <c:gapWidth val="80"/>
        <c:overlap val="100"/>
        <c:axId val="1838976335"/>
        <c:axId val="1"/>
      </c:barChart>
      <c:catAx>
        <c:axId val="1838976335"/>
        <c:scaling>
          <c:orientation val="maxMin"/>
        </c:scaling>
        <c:delete val="0"/>
        <c:axPos val="l"/>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101"/>
          <c:min val="0"/>
        </c:scaling>
        <c:delete val="1"/>
        <c:axPos val="t"/>
        <c:numFmt formatCode="General" sourceLinked="1"/>
        <c:majorTickMark val="out"/>
        <c:minorTickMark val="none"/>
        <c:tickLblPos val="nextTo"/>
        <c:crossAx val="1838976335"/>
        <c:crosses val="min"/>
        <c:crossBetween val="between"/>
      </c:valAx>
    </c:plotArea>
    <c:plotVisOnly val="0"/>
    <c:dispBlanksAs val="gap"/>
    <c:showDLblsOverMax val="1"/>
  </c:chart>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161381254404511E-3"/>
          <c:y val="9.4545454545454544E-2"/>
          <c:w val="0.98167723749119096"/>
          <c:h val="0.81090909090909091"/>
        </c:manualLayout>
      </c:layout>
      <c:barChart>
        <c:barDir val="col"/>
        <c:grouping val="stacked"/>
        <c:varyColors val="0"/>
        <c:ser>
          <c:idx val="0"/>
          <c:order val="0"/>
          <c:spPr>
            <a:solidFill>
              <a:srgbClr val="00ACFB"/>
            </a:solidFill>
            <a:ln>
              <a:noFill/>
            </a:ln>
          </c:spPr>
          <c:invertIfNegative val="0"/>
          <c:dPt>
            <c:idx val="0"/>
            <c:invertIfNegative val="0"/>
            <c:bubble3D val="0"/>
            <c:spPr>
              <a:solidFill>
                <a:schemeClr val="tx1"/>
              </a:solidFill>
              <a:ln>
                <a:noFill/>
              </a:ln>
            </c:spPr>
            <c:extLst>
              <c:ext xmlns:c16="http://schemas.microsoft.com/office/drawing/2014/chart" uri="{C3380CC4-5D6E-409C-BE32-E72D297353CC}">
                <c16:uniqueId val="{00000000-A61C-7B40-88FE-0EFEF3633C56}"/>
              </c:ext>
            </c:extLst>
          </c:dPt>
          <c:dPt>
            <c:idx val="1"/>
            <c:invertIfNegative val="0"/>
            <c:bubble3D val="0"/>
            <c:spPr>
              <a:solidFill>
                <a:schemeClr val="tx1"/>
              </a:solidFill>
              <a:ln>
                <a:noFill/>
              </a:ln>
            </c:spPr>
            <c:extLst>
              <c:ext xmlns:c16="http://schemas.microsoft.com/office/drawing/2014/chart" uri="{C3380CC4-5D6E-409C-BE32-E72D297353CC}">
                <c16:uniqueId val="{00000001-A61C-7B40-88FE-0EFEF3633C56}"/>
              </c:ext>
            </c:extLst>
          </c:dPt>
          <c:dPt>
            <c:idx val="2"/>
            <c:invertIfNegative val="0"/>
            <c:bubble3D val="0"/>
            <c:spPr>
              <a:solidFill>
                <a:schemeClr val="tx1"/>
              </a:solidFill>
              <a:ln>
                <a:noFill/>
              </a:ln>
            </c:spPr>
            <c:extLst>
              <c:ext xmlns:c16="http://schemas.microsoft.com/office/drawing/2014/chart" uri="{C3380CC4-5D6E-409C-BE32-E72D297353CC}">
                <c16:uniqueId val="{00000002-A61C-7B40-88FE-0EFEF3633C56}"/>
              </c:ext>
            </c:extLst>
          </c:dPt>
          <c:val>
            <c:numRef>
              <c:f>Sheet1!$A$1:$F$1</c:f>
              <c:numCache>
                <c:formatCode>General</c:formatCode>
                <c:ptCount val="6"/>
                <c:pt idx="0">
                  <c:v>18</c:v>
                </c:pt>
                <c:pt idx="1">
                  <c:v>16</c:v>
                </c:pt>
                <c:pt idx="2">
                  <c:v>11</c:v>
                </c:pt>
                <c:pt idx="3">
                  <c:v>12</c:v>
                </c:pt>
                <c:pt idx="4">
                  <c:v>18</c:v>
                </c:pt>
                <c:pt idx="5">
                  <c:v>25</c:v>
                </c:pt>
              </c:numCache>
            </c:numRef>
          </c:val>
          <c:extLst>
            <c:ext xmlns:c16="http://schemas.microsoft.com/office/drawing/2014/chart" uri="{C3380CC4-5D6E-409C-BE32-E72D297353CC}">
              <c16:uniqueId val="{00000003-A61C-7B40-88FE-0EFEF3633C56}"/>
            </c:ext>
          </c:extLst>
        </c:ser>
        <c:dLbls>
          <c:showLegendKey val="0"/>
          <c:showVal val="0"/>
          <c:showCatName val="0"/>
          <c:showSerName val="0"/>
          <c:showPercent val="0"/>
          <c:showBubbleSize val="0"/>
        </c:dLbls>
        <c:gapWidth val="80"/>
        <c:overlap val="100"/>
        <c:axId val="738926447"/>
        <c:axId val="1"/>
      </c:barChart>
      <c:catAx>
        <c:axId val="738926447"/>
        <c:scaling>
          <c:orientation val="minMax"/>
        </c:scaling>
        <c:delete val="0"/>
        <c:axPos val="b"/>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25"/>
          <c:min val="0"/>
        </c:scaling>
        <c:delete val="1"/>
        <c:axPos val="l"/>
        <c:numFmt formatCode="General" sourceLinked="1"/>
        <c:majorTickMark val="out"/>
        <c:minorTickMark val="none"/>
        <c:tickLblPos val="nextTo"/>
        <c:crossAx val="738926447"/>
        <c:crosses val="min"/>
        <c:crossBetween val="between"/>
      </c:valAx>
    </c:plotArea>
    <c:plotVisOnly val="0"/>
    <c:dispBlanksAs val="gap"/>
    <c:showDLblsOverMax val="1"/>
  </c:chart>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161381254404511E-3"/>
          <c:y val="9.4545454545454544E-2"/>
          <c:w val="0.98167723749119096"/>
          <c:h val="0.81090909090909091"/>
        </c:manualLayout>
      </c:layout>
      <c:barChart>
        <c:barDir val="col"/>
        <c:grouping val="stacked"/>
        <c:varyColors val="0"/>
        <c:ser>
          <c:idx val="0"/>
          <c:order val="0"/>
          <c:spPr>
            <a:solidFill>
              <a:srgbClr val="00ACFB"/>
            </a:solidFill>
            <a:ln>
              <a:noFill/>
            </a:ln>
          </c:spPr>
          <c:invertIfNegative val="0"/>
          <c:dPt>
            <c:idx val="0"/>
            <c:invertIfNegative val="0"/>
            <c:bubble3D val="0"/>
            <c:spPr>
              <a:solidFill>
                <a:schemeClr val="tx1"/>
              </a:solidFill>
              <a:ln>
                <a:noFill/>
              </a:ln>
            </c:spPr>
            <c:extLst>
              <c:ext xmlns:c16="http://schemas.microsoft.com/office/drawing/2014/chart" uri="{C3380CC4-5D6E-409C-BE32-E72D297353CC}">
                <c16:uniqueId val="{00000000-A047-4E47-8FE1-388D7A1E023C}"/>
              </c:ext>
            </c:extLst>
          </c:dPt>
          <c:dPt>
            <c:idx val="1"/>
            <c:invertIfNegative val="0"/>
            <c:bubble3D val="0"/>
            <c:spPr>
              <a:solidFill>
                <a:schemeClr val="tx1"/>
              </a:solidFill>
              <a:ln>
                <a:noFill/>
              </a:ln>
            </c:spPr>
            <c:extLst>
              <c:ext xmlns:c16="http://schemas.microsoft.com/office/drawing/2014/chart" uri="{C3380CC4-5D6E-409C-BE32-E72D297353CC}">
                <c16:uniqueId val="{00000001-A047-4E47-8FE1-388D7A1E023C}"/>
              </c:ext>
            </c:extLst>
          </c:dPt>
          <c:dPt>
            <c:idx val="2"/>
            <c:invertIfNegative val="0"/>
            <c:bubble3D val="0"/>
            <c:spPr>
              <a:solidFill>
                <a:schemeClr val="tx1"/>
              </a:solidFill>
              <a:ln>
                <a:noFill/>
              </a:ln>
            </c:spPr>
            <c:extLst>
              <c:ext xmlns:c16="http://schemas.microsoft.com/office/drawing/2014/chart" uri="{C3380CC4-5D6E-409C-BE32-E72D297353CC}">
                <c16:uniqueId val="{00000002-A047-4E47-8FE1-388D7A1E023C}"/>
              </c:ext>
            </c:extLst>
          </c:dPt>
          <c:val>
            <c:numRef>
              <c:f>Sheet1!$A$1:$F$1</c:f>
              <c:numCache>
                <c:formatCode>General</c:formatCode>
                <c:ptCount val="6"/>
                <c:pt idx="0">
                  <c:v>19</c:v>
                </c:pt>
                <c:pt idx="1">
                  <c:v>17</c:v>
                </c:pt>
                <c:pt idx="2">
                  <c:v>10</c:v>
                </c:pt>
                <c:pt idx="3">
                  <c:v>12</c:v>
                </c:pt>
                <c:pt idx="4">
                  <c:v>19</c:v>
                </c:pt>
                <c:pt idx="5">
                  <c:v>23</c:v>
                </c:pt>
              </c:numCache>
            </c:numRef>
          </c:val>
          <c:extLst>
            <c:ext xmlns:c16="http://schemas.microsoft.com/office/drawing/2014/chart" uri="{C3380CC4-5D6E-409C-BE32-E72D297353CC}">
              <c16:uniqueId val="{00000003-A047-4E47-8FE1-388D7A1E023C}"/>
            </c:ext>
          </c:extLst>
        </c:ser>
        <c:dLbls>
          <c:showLegendKey val="0"/>
          <c:showVal val="0"/>
          <c:showCatName val="0"/>
          <c:showSerName val="0"/>
          <c:showPercent val="0"/>
          <c:showBubbleSize val="0"/>
        </c:dLbls>
        <c:gapWidth val="80"/>
        <c:overlap val="100"/>
        <c:axId val="738429727"/>
        <c:axId val="1"/>
      </c:barChart>
      <c:catAx>
        <c:axId val="738429727"/>
        <c:scaling>
          <c:orientation val="minMax"/>
        </c:scaling>
        <c:delete val="0"/>
        <c:axPos val="b"/>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23"/>
          <c:min val="0"/>
        </c:scaling>
        <c:delete val="1"/>
        <c:axPos val="l"/>
        <c:numFmt formatCode="General" sourceLinked="1"/>
        <c:majorTickMark val="out"/>
        <c:minorTickMark val="none"/>
        <c:tickLblPos val="nextTo"/>
        <c:crossAx val="738429727"/>
        <c:crosses val="min"/>
        <c:crossBetween val="between"/>
      </c:valAx>
    </c:plotArea>
    <c:plotVisOnly val="0"/>
    <c:dispBlanksAs val="gap"/>
    <c:showDLblsOverMax val="1"/>
  </c:chart>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161381254404511E-3"/>
          <c:y val="9.4545454545454544E-2"/>
          <c:w val="0.98167723749119096"/>
          <c:h val="0.81090909090909091"/>
        </c:manualLayout>
      </c:layout>
      <c:barChart>
        <c:barDir val="col"/>
        <c:grouping val="stacked"/>
        <c:varyColors val="0"/>
        <c:ser>
          <c:idx val="0"/>
          <c:order val="0"/>
          <c:spPr>
            <a:solidFill>
              <a:srgbClr val="00ACFB"/>
            </a:solidFill>
            <a:ln>
              <a:noFill/>
            </a:ln>
          </c:spPr>
          <c:invertIfNegative val="0"/>
          <c:dPt>
            <c:idx val="0"/>
            <c:invertIfNegative val="0"/>
            <c:bubble3D val="0"/>
            <c:spPr>
              <a:solidFill>
                <a:schemeClr val="tx1"/>
              </a:solidFill>
              <a:ln>
                <a:noFill/>
              </a:ln>
            </c:spPr>
            <c:extLst>
              <c:ext xmlns:c16="http://schemas.microsoft.com/office/drawing/2014/chart" uri="{C3380CC4-5D6E-409C-BE32-E72D297353CC}">
                <c16:uniqueId val="{00000000-667F-4945-88BC-57E0E21155C1}"/>
              </c:ext>
            </c:extLst>
          </c:dPt>
          <c:dPt>
            <c:idx val="1"/>
            <c:invertIfNegative val="0"/>
            <c:bubble3D val="0"/>
            <c:spPr>
              <a:solidFill>
                <a:schemeClr val="tx1"/>
              </a:solidFill>
              <a:ln>
                <a:noFill/>
              </a:ln>
            </c:spPr>
            <c:extLst>
              <c:ext xmlns:c16="http://schemas.microsoft.com/office/drawing/2014/chart" uri="{C3380CC4-5D6E-409C-BE32-E72D297353CC}">
                <c16:uniqueId val="{00000001-667F-4945-88BC-57E0E21155C1}"/>
              </c:ext>
            </c:extLst>
          </c:dPt>
          <c:dPt>
            <c:idx val="2"/>
            <c:invertIfNegative val="0"/>
            <c:bubble3D val="0"/>
            <c:spPr>
              <a:solidFill>
                <a:schemeClr val="tx1"/>
              </a:solidFill>
              <a:ln>
                <a:noFill/>
              </a:ln>
            </c:spPr>
            <c:extLst>
              <c:ext xmlns:c16="http://schemas.microsoft.com/office/drawing/2014/chart" uri="{C3380CC4-5D6E-409C-BE32-E72D297353CC}">
                <c16:uniqueId val="{00000002-667F-4945-88BC-57E0E21155C1}"/>
              </c:ext>
            </c:extLst>
          </c:dPt>
          <c:val>
            <c:numRef>
              <c:f>Sheet1!$A$1:$F$1</c:f>
              <c:numCache>
                <c:formatCode>General</c:formatCode>
                <c:ptCount val="6"/>
                <c:pt idx="0">
                  <c:v>10</c:v>
                </c:pt>
                <c:pt idx="1">
                  <c:v>24</c:v>
                </c:pt>
                <c:pt idx="2">
                  <c:v>26</c:v>
                </c:pt>
                <c:pt idx="3">
                  <c:v>15</c:v>
                </c:pt>
                <c:pt idx="4">
                  <c:v>18</c:v>
                </c:pt>
                <c:pt idx="5">
                  <c:v>8</c:v>
                </c:pt>
              </c:numCache>
            </c:numRef>
          </c:val>
          <c:extLst>
            <c:ext xmlns:c16="http://schemas.microsoft.com/office/drawing/2014/chart" uri="{C3380CC4-5D6E-409C-BE32-E72D297353CC}">
              <c16:uniqueId val="{00000003-667F-4945-88BC-57E0E21155C1}"/>
            </c:ext>
          </c:extLst>
        </c:ser>
        <c:dLbls>
          <c:showLegendKey val="0"/>
          <c:showVal val="0"/>
          <c:showCatName val="0"/>
          <c:showSerName val="0"/>
          <c:showPercent val="0"/>
          <c:showBubbleSize val="0"/>
        </c:dLbls>
        <c:gapWidth val="80"/>
        <c:overlap val="100"/>
        <c:axId val="740660127"/>
        <c:axId val="1"/>
      </c:barChart>
      <c:catAx>
        <c:axId val="740660127"/>
        <c:scaling>
          <c:orientation val="minMax"/>
        </c:scaling>
        <c:delete val="0"/>
        <c:axPos val="b"/>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26"/>
          <c:min val="0"/>
        </c:scaling>
        <c:delete val="1"/>
        <c:axPos val="l"/>
        <c:numFmt formatCode="General" sourceLinked="1"/>
        <c:majorTickMark val="out"/>
        <c:minorTickMark val="none"/>
        <c:tickLblPos val="nextTo"/>
        <c:crossAx val="740660127"/>
        <c:crosses val="min"/>
        <c:crossBetween val="between"/>
      </c:valAx>
    </c:plotArea>
    <c:plotVisOnly val="0"/>
    <c:dispBlanksAs val="gap"/>
    <c:showDLblsOverMax val="1"/>
  </c:chart>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161381254404511E-3"/>
          <c:y val="9.4545454545454544E-2"/>
          <c:w val="0.98167723749119096"/>
          <c:h val="0.81090909090909091"/>
        </c:manualLayout>
      </c:layout>
      <c:barChart>
        <c:barDir val="col"/>
        <c:grouping val="stacked"/>
        <c:varyColors val="0"/>
        <c:ser>
          <c:idx val="0"/>
          <c:order val="0"/>
          <c:spPr>
            <a:solidFill>
              <a:srgbClr val="00ACFB"/>
            </a:solidFill>
            <a:ln>
              <a:noFill/>
            </a:ln>
          </c:spPr>
          <c:invertIfNegative val="0"/>
          <c:dPt>
            <c:idx val="0"/>
            <c:invertIfNegative val="0"/>
            <c:bubble3D val="0"/>
            <c:spPr>
              <a:solidFill>
                <a:schemeClr val="tx1"/>
              </a:solidFill>
              <a:ln>
                <a:noFill/>
              </a:ln>
            </c:spPr>
            <c:extLst>
              <c:ext xmlns:c16="http://schemas.microsoft.com/office/drawing/2014/chart" uri="{C3380CC4-5D6E-409C-BE32-E72D297353CC}">
                <c16:uniqueId val="{00000000-8064-D44B-BA6E-6D15E3C59EA4}"/>
              </c:ext>
            </c:extLst>
          </c:dPt>
          <c:dPt>
            <c:idx val="1"/>
            <c:invertIfNegative val="0"/>
            <c:bubble3D val="0"/>
            <c:spPr>
              <a:solidFill>
                <a:schemeClr val="tx1"/>
              </a:solidFill>
              <a:ln>
                <a:noFill/>
              </a:ln>
            </c:spPr>
            <c:extLst>
              <c:ext xmlns:c16="http://schemas.microsoft.com/office/drawing/2014/chart" uri="{C3380CC4-5D6E-409C-BE32-E72D297353CC}">
                <c16:uniqueId val="{00000001-8064-D44B-BA6E-6D15E3C59EA4}"/>
              </c:ext>
            </c:extLst>
          </c:dPt>
          <c:dPt>
            <c:idx val="2"/>
            <c:invertIfNegative val="0"/>
            <c:bubble3D val="0"/>
            <c:spPr>
              <a:solidFill>
                <a:schemeClr val="tx1"/>
              </a:solidFill>
              <a:ln>
                <a:noFill/>
              </a:ln>
            </c:spPr>
            <c:extLst>
              <c:ext xmlns:c16="http://schemas.microsoft.com/office/drawing/2014/chart" uri="{C3380CC4-5D6E-409C-BE32-E72D297353CC}">
                <c16:uniqueId val="{00000002-8064-D44B-BA6E-6D15E3C59EA4}"/>
              </c:ext>
            </c:extLst>
          </c:dPt>
          <c:val>
            <c:numRef>
              <c:f>Sheet1!$A$1:$F$1</c:f>
              <c:numCache>
                <c:formatCode>General</c:formatCode>
                <c:ptCount val="6"/>
                <c:pt idx="0">
                  <c:v>17</c:v>
                </c:pt>
                <c:pt idx="1">
                  <c:v>10</c:v>
                </c:pt>
                <c:pt idx="2">
                  <c:v>9</c:v>
                </c:pt>
                <c:pt idx="3">
                  <c:v>8</c:v>
                </c:pt>
                <c:pt idx="4">
                  <c:v>11</c:v>
                </c:pt>
                <c:pt idx="5">
                  <c:v>45</c:v>
                </c:pt>
              </c:numCache>
            </c:numRef>
          </c:val>
          <c:extLst>
            <c:ext xmlns:c16="http://schemas.microsoft.com/office/drawing/2014/chart" uri="{C3380CC4-5D6E-409C-BE32-E72D297353CC}">
              <c16:uniqueId val="{00000003-8064-D44B-BA6E-6D15E3C59EA4}"/>
            </c:ext>
          </c:extLst>
        </c:ser>
        <c:dLbls>
          <c:showLegendKey val="0"/>
          <c:showVal val="0"/>
          <c:showCatName val="0"/>
          <c:showSerName val="0"/>
          <c:showPercent val="0"/>
          <c:showBubbleSize val="0"/>
        </c:dLbls>
        <c:gapWidth val="80"/>
        <c:overlap val="100"/>
        <c:axId val="739220047"/>
        <c:axId val="1"/>
      </c:barChart>
      <c:catAx>
        <c:axId val="739220047"/>
        <c:scaling>
          <c:orientation val="minMax"/>
        </c:scaling>
        <c:delete val="0"/>
        <c:axPos val="b"/>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45"/>
          <c:min val="0"/>
        </c:scaling>
        <c:delete val="1"/>
        <c:axPos val="l"/>
        <c:numFmt formatCode="General" sourceLinked="1"/>
        <c:majorTickMark val="out"/>
        <c:minorTickMark val="none"/>
        <c:tickLblPos val="nextTo"/>
        <c:crossAx val="739220047"/>
        <c:crosses val="min"/>
        <c:crossBetween val="between"/>
      </c:valAx>
    </c:plotArea>
    <c:plotVisOnly val="0"/>
    <c:dispBlanksAs val="gap"/>
    <c:showDLblsOverMax val="1"/>
  </c:chart>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161381254404511E-3"/>
          <c:y val="2.709744658676394E-2"/>
          <c:w val="0.98167723749119096"/>
          <c:h val="0.94580510682647212"/>
        </c:manualLayout>
      </c:layout>
      <c:barChart>
        <c:barDir val="col"/>
        <c:grouping val="stacked"/>
        <c:varyColors val="0"/>
        <c:ser>
          <c:idx val="0"/>
          <c:order val="0"/>
          <c:spPr>
            <a:solidFill>
              <a:schemeClr val="tx1"/>
            </a:solidFill>
            <a:ln>
              <a:noFill/>
            </a:ln>
          </c:spPr>
          <c:invertIfNegative val="0"/>
          <c:val>
            <c:numRef>
              <c:f>Sheet1!$A$1:$F$1</c:f>
              <c:numCache>
                <c:formatCode>General</c:formatCode>
                <c:ptCount val="6"/>
                <c:pt idx="0">
                  <c:v>25</c:v>
                </c:pt>
                <c:pt idx="1">
                  <c:v>11</c:v>
                </c:pt>
                <c:pt idx="2">
                  <c:v>17</c:v>
                </c:pt>
                <c:pt idx="3">
                  <c:v>11</c:v>
                </c:pt>
                <c:pt idx="4">
                  <c:v>12</c:v>
                </c:pt>
                <c:pt idx="5">
                  <c:v>23</c:v>
                </c:pt>
              </c:numCache>
            </c:numRef>
          </c:val>
          <c:extLst>
            <c:ext xmlns:c16="http://schemas.microsoft.com/office/drawing/2014/chart" uri="{C3380CC4-5D6E-409C-BE32-E72D297353CC}">
              <c16:uniqueId val="{00000000-13FA-8F4B-B831-A9FCADF22E6B}"/>
            </c:ext>
          </c:extLst>
        </c:ser>
        <c:dLbls>
          <c:showLegendKey val="0"/>
          <c:showVal val="0"/>
          <c:showCatName val="0"/>
          <c:showSerName val="0"/>
          <c:showPercent val="0"/>
          <c:showBubbleSize val="0"/>
        </c:dLbls>
        <c:gapWidth val="80"/>
        <c:overlap val="100"/>
        <c:axId val="1332315647"/>
        <c:axId val="1"/>
      </c:barChart>
      <c:catAx>
        <c:axId val="1332315647"/>
        <c:scaling>
          <c:orientation val="minMax"/>
        </c:scaling>
        <c:delete val="0"/>
        <c:axPos val="b"/>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25"/>
          <c:min val="0"/>
        </c:scaling>
        <c:delete val="1"/>
        <c:axPos val="l"/>
        <c:numFmt formatCode="General" sourceLinked="1"/>
        <c:majorTickMark val="out"/>
        <c:minorTickMark val="none"/>
        <c:tickLblPos val="nextTo"/>
        <c:crossAx val="1332315647"/>
        <c:crosses val="min"/>
        <c:crossBetween val="between"/>
      </c:valAx>
    </c:plotArea>
    <c:plotVisOnly val="0"/>
    <c:dispBlanksAs val="gap"/>
    <c:showDLblsOverMax val="1"/>
  </c:chart>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F3D206-C5C3-4DDF-D969-7EFF1D4DA974}"/>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68C489C0-9711-15E6-47CF-8E88F1185F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6D532082-F92C-8B03-EF38-13D210A85C8A}"/>
              </a:ext>
            </a:extLst>
          </p:cNvPr>
          <p:cNvSpPr>
            <a:spLocks noGrp="1"/>
          </p:cNvSpPr>
          <p:nvPr>
            <p:ph type="dt" sz="half" idx="10"/>
          </p:nvPr>
        </p:nvSpPr>
        <p:spPr/>
        <p:txBody>
          <a:bodyPr/>
          <a:lstStyle/>
          <a:p>
            <a:fld id="{957B1A34-FF1B-8B4D-A647-0633F8BB977D}" type="datetimeFigureOut">
              <a:rPr kumimoji="1" lang="zh-CN" altLang="en-US" smtClean="0"/>
              <a:t>2024/11/12</a:t>
            </a:fld>
            <a:endParaRPr kumimoji="1" lang="zh-CN" altLang="en-US"/>
          </a:p>
        </p:txBody>
      </p:sp>
      <p:sp>
        <p:nvSpPr>
          <p:cNvPr id="5" name="页脚占位符 4">
            <a:extLst>
              <a:ext uri="{FF2B5EF4-FFF2-40B4-BE49-F238E27FC236}">
                <a16:creationId xmlns:a16="http://schemas.microsoft.com/office/drawing/2014/main" id="{94875039-C6A6-0D39-61F1-47FD605E7BD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B31BC9B-0CDD-8523-D00A-B992B25E7B32}"/>
              </a:ext>
            </a:extLst>
          </p:cNvPr>
          <p:cNvSpPr>
            <a:spLocks noGrp="1"/>
          </p:cNvSpPr>
          <p:nvPr>
            <p:ph type="sldNum" sz="quarter" idx="12"/>
          </p:nvPr>
        </p:nvSpPr>
        <p:spPr/>
        <p:txBody>
          <a:bodyPr/>
          <a:lstStyle/>
          <a:p>
            <a:fld id="{DF47B7AE-4B23-AB48-AFC7-DA1F288BE341}" type="slidenum">
              <a:rPr kumimoji="1" lang="zh-CN" altLang="en-US" smtClean="0"/>
              <a:t>‹#›</a:t>
            </a:fld>
            <a:endParaRPr kumimoji="1" lang="zh-CN" altLang="en-US"/>
          </a:p>
        </p:txBody>
      </p:sp>
    </p:spTree>
    <p:extLst>
      <p:ext uri="{BB962C8B-B14F-4D97-AF65-F5344CB8AC3E}">
        <p14:creationId xmlns:p14="http://schemas.microsoft.com/office/powerpoint/2010/main" val="1190546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820717-69C0-DB6F-2603-6ECAA6A666D8}"/>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33F9F5F3-5BFC-D254-99FC-266276A5BA42}"/>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D9CC826-1657-EE2F-1921-A7D97ACCE4FE}"/>
              </a:ext>
            </a:extLst>
          </p:cNvPr>
          <p:cNvSpPr>
            <a:spLocks noGrp="1"/>
          </p:cNvSpPr>
          <p:nvPr>
            <p:ph type="dt" sz="half" idx="10"/>
          </p:nvPr>
        </p:nvSpPr>
        <p:spPr/>
        <p:txBody>
          <a:bodyPr/>
          <a:lstStyle/>
          <a:p>
            <a:fld id="{957B1A34-FF1B-8B4D-A647-0633F8BB977D}" type="datetimeFigureOut">
              <a:rPr kumimoji="1" lang="zh-CN" altLang="en-US" smtClean="0"/>
              <a:t>2024/11/12</a:t>
            </a:fld>
            <a:endParaRPr kumimoji="1" lang="zh-CN" altLang="en-US"/>
          </a:p>
        </p:txBody>
      </p:sp>
      <p:sp>
        <p:nvSpPr>
          <p:cNvPr id="5" name="页脚占位符 4">
            <a:extLst>
              <a:ext uri="{FF2B5EF4-FFF2-40B4-BE49-F238E27FC236}">
                <a16:creationId xmlns:a16="http://schemas.microsoft.com/office/drawing/2014/main" id="{0461C318-8188-F32C-0B18-D4F883C64E1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E1EF1AB-E8BC-9728-9722-5137ADD76BCE}"/>
              </a:ext>
            </a:extLst>
          </p:cNvPr>
          <p:cNvSpPr>
            <a:spLocks noGrp="1"/>
          </p:cNvSpPr>
          <p:nvPr>
            <p:ph type="sldNum" sz="quarter" idx="12"/>
          </p:nvPr>
        </p:nvSpPr>
        <p:spPr/>
        <p:txBody>
          <a:bodyPr/>
          <a:lstStyle/>
          <a:p>
            <a:fld id="{DF47B7AE-4B23-AB48-AFC7-DA1F288BE341}" type="slidenum">
              <a:rPr kumimoji="1" lang="zh-CN" altLang="en-US" smtClean="0"/>
              <a:t>‹#›</a:t>
            </a:fld>
            <a:endParaRPr kumimoji="1" lang="zh-CN" altLang="en-US"/>
          </a:p>
        </p:txBody>
      </p:sp>
    </p:spTree>
    <p:extLst>
      <p:ext uri="{BB962C8B-B14F-4D97-AF65-F5344CB8AC3E}">
        <p14:creationId xmlns:p14="http://schemas.microsoft.com/office/powerpoint/2010/main" val="14733552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569E2-F300-1BFF-3C57-D2CB9F40752A}"/>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1909D72B-21EF-292C-A5D6-6C3538BBBC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21C67264-A71B-2A5A-35E5-BBE3FDF3B3CD}"/>
              </a:ext>
            </a:extLst>
          </p:cNvPr>
          <p:cNvSpPr>
            <a:spLocks noGrp="1"/>
          </p:cNvSpPr>
          <p:nvPr>
            <p:ph type="dt" sz="half" idx="10"/>
          </p:nvPr>
        </p:nvSpPr>
        <p:spPr/>
        <p:txBody>
          <a:bodyPr/>
          <a:lstStyle/>
          <a:p>
            <a:fld id="{957B1A34-FF1B-8B4D-A647-0633F8BB977D}" type="datetimeFigureOut">
              <a:rPr kumimoji="1" lang="zh-CN" altLang="en-US" smtClean="0"/>
              <a:t>2024/11/12</a:t>
            </a:fld>
            <a:endParaRPr kumimoji="1" lang="zh-CN" altLang="en-US"/>
          </a:p>
        </p:txBody>
      </p:sp>
      <p:sp>
        <p:nvSpPr>
          <p:cNvPr id="5" name="页脚占位符 4">
            <a:extLst>
              <a:ext uri="{FF2B5EF4-FFF2-40B4-BE49-F238E27FC236}">
                <a16:creationId xmlns:a16="http://schemas.microsoft.com/office/drawing/2014/main" id="{E1DE280A-F1F2-B939-FA8D-58ECCDBACE2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0DCEA9B-E7AC-328E-17E5-6823172AD451}"/>
              </a:ext>
            </a:extLst>
          </p:cNvPr>
          <p:cNvSpPr>
            <a:spLocks noGrp="1"/>
          </p:cNvSpPr>
          <p:nvPr>
            <p:ph type="sldNum" sz="quarter" idx="12"/>
          </p:nvPr>
        </p:nvSpPr>
        <p:spPr/>
        <p:txBody>
          <a:bodyPr/>
          <a:lstStyle/>
          <a:p>
            <a:fld id="{DF47B7AE-4B23-AB48-AFC7-DA1F288BE341}" type="slidenum">
              <a:rPr kumimoji="1" lang="zh-CN" altLang="en-US" smtClean="0"/>
              <a:t>‹#›</a:t>
            </a:fld>
            <a:endParaRPr kumimoji="1" lang="zh-CN" altLang="en-US"/>
          </a:p>
        </p:txBody>
      </p:sp>
    </p:spTree>
    <p:extLst>
      <p:ext uri="{BB962C8B-B14F-4D97-AF65-F5344CB8AC3E}">
        <p14:creationId xmlns:p14="http://schemas.microsoft.com/office/powerpoint/2010/main" val="1602490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74184B-1E29-C504-D428-008A87D22782}"/>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B9B747FA-DF83-ACBF-DDBA-41FE12957D91}"/>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AD245BCB-F6D3-6F58-F07A-7F0438662015}"/>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54FEE056-3AE1-5656-2C02-A61236520439}"/>
              </a:ext>
            </a:extLst>
          </p:cNvPr>
          <p:cNvSpPr>
            <a:spLocks noGrp="1"/>
          </p:cNvSpPr>
          <p:nvPr>
            <p:ph type="dt" sz="half" idx="10"/>
          </p:nvPr>
        </p:nvSpPr>
        <p:spPr/>
        <p:txBody>
          <a:bodyPr/>
          <a:lstStyle/>
          <a:p>
            <a:fld id="{957B1A34-FF1B-8B4D-A647-0633F8BB977D}" type="datetimeFigureOut">
              <a:rPr kumimoji="1" lang="zh-CN" altLang="en-US" smtClean="0"/>
              <a:t>2024/11/12</a:t>
            </a:fld>
            <a:endParaRPr kumimoji="1" lang="zh-CN" altLang="en-US"/>
          </a:p>
        </p:txBody>
      </p:sp>
      <p:sp>
        <p:nvSpPr>
          <p:cNvPr id="6" name="页脚占位符 5">
            <a:extLst>
              <a:ext uri="{FF2B5EF4-FFF2-40B4-BE49-F238E27FC236}">
                <a16:creationId xmlns:a16="http://schemas.microsoft.com/office/drawing/2014/main" id="{0B9570C1-ADCF-F543-D32D-37C5C2CDB36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3F507817-5ACF-D18A-C308-030739986646}"/>
              </a:ext>
            </a:extLst>
          </p:cNvPr>
          <p:cNvSpPr>
            <a:spLocks noGrp="1"/>
          </p:cNvSpPr>
          <p:nvPr>
            <p:ph type="sldNum" sz="quarter" idx="12"/>
          </p:nvPr>
        </p:nvSpPr>
        <p:spPr/>
        <p:txBody>
          <a:bodyPr/>
          <a:lstStyle/>
          <a:p>
            <a:fld id="{DF47B7AE-4B23-AB48-AFC7-DA1F288BE341}" type="slidenum">
              <a:rPr kumimoji="1" lang="zh-CN" altLang="en-US" smtClean="0"/>
              <a:t>‹#›</a:t>
            </a:fld>
            <a:endParaRPr kumimoji="1" lang="zh-CN" altLang="en-US"/>
          </a:p>
        </p:txBody>
      </p:sp>
    </p:spTree>
    <p:extLst>
      <p:ext uri="{BB962C8B-B14F-4D97-AF65-F5344CB8AC3E}">
        <p14:creationId xmlns:p14="http://schemas.microsoft.com/office/powerpoint/2010/main" val="187182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273709-5C0D-CC0E-340D-0833325B7FC1}"/>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E3411F3D-7420-B5D6-F030-2AAE04A9FD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71CB986C-5F40-98C1-5FB2-EFA7BB5AFA64}"/>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A30CA3A4-475C-2224-040A-4361D94834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FD9E7F97-264B-C15D-E1CD-E7C9D740CC85}"/>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BCC638BB-3EDC-483E-85CE-039B302A69F4}"/>
              </a:ext>
            </a:extLst>
          </p:cNvPr>
          <p:cNvSpPr>
            <a:spLocks noGrp="1"/>
          </p:cNvSpPr>
          <p:nvPr>
            <p:ph type="dt" sz="half" idx="10"/>
          </p:nvPr>
        </p:nvSpPr>
        <p:spPr/>
        <p:txBody>
          <a:bodyPr/>
          <a:lstStyle/>
          <a:p>
            <a:fld id="{957B1A34-FF1B-8B4D-A647-0633F8BB977D}" type="datetimeFigureOut">
              <a:rPr kumimoji="1" lang="zh-CN" altLang="en-US" smtClean="0"/>
              <a:t>2024/11/12</a:t>
            </a:fld>
            <a:endParaRPr kumimoji="1" lang="zh-CN" altLang="en-US"/>
          </a:p>
        </p:txBody>
      </p:sp>
      <p:sp>
        <p:nvSpPr>
          <p:cNvPr id="8" name="页脚占位符 7">
            <a:extLst>
              <a:ext uri="{FF2B5EF4-FFF2-40B4-BE49-F238E27FC236}">
                <a16:creationId xmlns:a16="http://schemas.microsoft.com/office/drawing/2014/main" id="{7237B4CA-05EC-4467-3795-7839FCFCA26E}"/>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5271B74F-BEF7-4C5A-F35D-63458B67A83F}"/>
              </a:ext>
            </a:extLst>
          </p:cNvPr>
          <p:cNvSpPr>
            <a:spLocks noGrp="1"/>
          </p:cNvSpPr>
          <p:nvPr>
            <p:ph type="sldNum" sz="quarter" idx="12"/>
          </p:nvPr>
        </p:nvSpPr>
        <p:spPr/>
        <p:txBody>
          <a:bodyPr/>
          <a:lstStyle/>
          <a:p>
            <a:fld id="{DF47B7AE-4B23-AB48-AFC7-DA1F288BE341}" type="slidenum">
              <a:rPr kumimoji="1" lang="zh-CN" altLang="en-US" smtClean="0"/>
              <a:t>‹#›</a:t>
            </a:fld>
            <a:endParaRPr kumimoji="1" lang="zh-CN" altLang="en-US"/>
          </a:p>
        </p:txBody>
      </p:sp>
    </p:spTree>
    <p:extLst>
      <p:ext uri="{BB962C8B-B14F-4D97-AF65-F5344CB8AC3E}">
        <p14:creationId xmlns:p14="http://schemas.microsoft.com/office/powerpoint/2010/main" val="41461277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28FDDF-AB38-112F-993B-89031C6536DA}"/>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15B61E78-ECF8-04DA-D317-4CC76F3A77A8}"/>
              </a:ext>
            </a:extLst>
          </p:cNvPr>
          <p:cNvSpPr>
            <a:spLocks noGrp="1"/>
          </p:cNvSpPr>
          <p:nvPr>
            <p:ph type="dt" sz="half" idx="10"/>
          </p:nvPr>
        </p:nvSpPr>
        <p:spPr/>
        <p:txBody>
          <a:bodyPr/>
          <a:lstStyle/>
          <a:p>
            <a:fld id="{957B1A34-FF1B-8B4D-A647-0633F8BB977D}" type="datetimeFigureOut">
              <a:rPr kumimoji="1" lang="zh-CN" altLang="en-US" smtClean="0"/>
              <a:t>2024/11/12</a:t>
            </a:fld>
            <a:endParaRPr kumimoji="1" lang="zh-CN" altLang="en-US"/>
          </a:p>
        </p:txBody>
      </p:sp>
      <p:sp>
        <p:nvSpPr>
          <p:cNvPr id="4" name="页脚占位符 3">
            <a:extLst>
              <a:ext uri="{FF2B5EF4-FFF2-40B4-BE49-F238E27FC236}">
                <a16:creationId xmlns:a16="http://schemas.microsoft.com/office/drawing/2014/main" id="{A12E19C1-104F-6266-D213-DD26D1C302A9}"/>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570D123D-70A6-BFF4-D0FC-726457824122}"/>
              </a:ext>
            </a:extLst>
          </p:cNvPr>
          <p:cNvSpPr>
            <a:spLocks noGrp="1"/>
          </p:cNvSpPr>
          <p:nvPr>
            <p:ph type="sldNum" sz="quarter" idx="12"/>
          </p:nvPr>
        </p:nvSpPr>
        <p:spPr/>
        <p:txBody>
          <a:bodyPr/>
          <a:lstStyle/>
          <a:p>
            <a:fld id="{DF47B7AE-4B23-AB48-AFC7-DA1F288BE341}" type="slidenum">
              <a:rPr kumimoji="1" lang="zh-CN" altLang="en-US" smtClean="0"/>
              <a:t>‹#›</a:t>
            </a:fld>
            <a:endParaRPr kumimoji="1" lang="zh-CN" altLang="en-US"/>
          </a:p>
        </p:txBody>
      </p:sp>
    </p:spTree>
    <p:extLst>
      <p:ext uri="{BB962C8B-B14F-4D97-AF65-F5344CB8AC3E}">
        <p14:creationId xmlns:p14="http://schemas.microsoft.com/office/powerpoint/2010/main" val="4254302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5673356-705D-994C-1420-9A95768F90E5}"/>
              </a:ext>
            </a:extLst>
          </p:cNvPr>
          <p:cNvSpPr>
            <a:spLocks noGrp="1"/>
          </p:cNvSpPr>
          <p:nvPr>
            <p:ph type="dt" sz="half" idx="10"/>
          </p:nvPr>
        </p:nvSpPr>
        <p:spPr/>
        <p:txBody>
          <a:bodyPr/>
          <a:lstStyle/>
          <a:p>
            <a:fld id="{957B1A34-FF1B-8B4D-A647-0633F8BB977D}" type="datetimeFigureOut">
              <a:rPr kumimoji="1" lang="zh-CN" altLang="en-US" smtClean="0"/>
              <a:t>2024/11/12</a:t>
            </a:fld>
            <a:endParaRPr kumimoji="1" lang="zh-CN" altLang="en-US"/>
          </a:p>
        </p:txBody>
      </p:sp>
      <p:sp>
        <p:nvSpPr>
          <p:cNvPr id="3" name="页脚占位符 2">
            <a:extLst>
              <a:ext uri="{FF2B5EF4-FFF2-40B4-BE49-F238E27FC236}">
                <a16:creationId xmlns:a16="http://schemas.microsoft.com/office/drawing/2014/main" id="{3CAAAA7D-5214-827C-1616-74D4E9FDBB4D}"/>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88B244F9-B330-2644-9127-A08F141D0CA1}"/>
              </a:ext>
            </a:extLst>
          </p:cNvPr>
          <p:cNvSpPr>
            <a:spLocks noGrp="1"/>
          </p:cNvSpPr>
          <p:nvPr>
            <p:ph type="sldNum" sz="quarter" idx="12"/>
          </p:nvPr>
        </p:nvSpPr>
        <p:spPr/>
        <p:txBody>
          <a:bodyPr/>
          <a:lstStyle/>
          <a:p>
            <a:fld id="{DF47B7AE-4B23-AB48-AFC7-DA1F288BE341}" type="slidenum">
              <a:rPr kumimoji="1" lang="zh-CN" altLang="en-US" smtClean="0"/>
              <a:t>‹#›</a:t>
            </a:fld>
            <a:endParaRPr kumimoji="1" lang="zh-CN" altLang="en-US"/>
          </a:p>
        </p:txBody>
      </p:sp>
    </p:spTree>
    <p:extLst>
      <p:ext uri="{BB962C8B-B14F-4D97-AF65-F5344CB8AC3E}">
        <p14:creationId xmlns:p14="http://schemas.microsoft.com/office/powerpoint/2010/main" val="2570816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31A03F-A1ED-86DB-E9C8-13ACDF017C63}"/>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CEF3B9C0-2FAC-72B6-7CF6-B838D16036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E3E7C6EF-B5A0-0BCB-2F6F-C0D0AE789E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02BA2E1F-854B-0431-5B6E-C6318C5EE02D}"/>
              </a:ext>
            </a:extLst>
          </p:cNvPr>
          <p:cNvSpPr>
            <a:spLocks noGrp="1"/>
          </p:cNvSpPr>
          <p:nvPr>
            <p:ph type="dt" sz="half" idx="10"/>
          </p:nvPr>
        </p:nvSpPr>
        <p:spPr/>
        <p:txBody>
          <a:bodyPr/>
          <a:lstStyle/>
          <a:p>
            <a:fld id="{957B1A34-FF1B-8B4D-A647-0633F8BB977D}" type="datetimeFigureOut">
              <a:rPr kumimoji="1" lang="zh-CN" altLang="en-US" smtClean="0"/>
              <a:t>2024/11/12</a:t>
            </a:fld>
            <a:endParaRPr kumimoji="1" lang="zh-CN" altLang="en-US"/>
          </a:p>
        </p:txBody>
      </p:sp>
      <p:sp>
        <p:nvSpPr>
          <p:cNvPr id="6" name="页脚占位符 5">
            <a:extLst>
              <a:ext uri="{FF2B5EF4-FFF2-40B4-BE49-F238E27FC236}">
                <a16:creationId xmlns:a16="http://schemas.microsoft.com/office/drawing/2014/main" id="{43AFC0AB-F01E-5C14-6CAD-CA704DA2DDDB}"/>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051CC5AB-6236-88B8-4CB9-CF861E4353CA}"/>
              </a:ext>
            </a:extLst>
          </p:cNvPr>
          <p:cNvSpPr>
            <a:spLocks noGrp="1"/>
          </p:cNvSpPr>
          <p:nvPr>
            <p:ph type="sldNum" sz="quarter" idx="12"/>
          </p:nvPr>
        </p:nvSpPr>
        <p:spPr/>
        <p:txBody>
          <a:bodyPr/>
          <a:lstStyle/>
          <a:p>
            <a:fld id="{DF47B7AE-4B23-AB48-AFC7-DA1F288BE341}" type="slidenum">
              <a:rPr kumimoji="1" lang="zh-CN" altLang="en-US" smtClean="0"/>
              <a:t>‹#›</a:t>
            </a:fld>
            <a:endParaRPr kumimoji="1" lang="zh-CN" altLang="en-US"/>
          </a:p>
        </p:txBody>
      </p:sp>
    </p:spTree>
    <p:extLst>
      <p:ext uri="{BB962C8B-B14F-4D97-AF65-F5344CB8AC3E}">
        <p14:creationId xmlns:p14="http://schemas.microsoft.com/office/powerpoint/2010/main" val="1086487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D2F7EB-C91F-C525-291F-8508CE10D4E9}"/>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123C8F3F-53AD-478F-DE77-EBB3C9F708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7474AA6E-FEF5-97BC-BFFB-7428B46DFA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10335AB8-341E-1456-2D3F-2DED9F8BF9D8}"/>
              </a:ext>
            </a:extLst>
          </p:cNvPr>
          <p:cNvSpPr>
            <a:spLocks noGrp="1"/>
          </p:cNvSpPr>
          <p:nvPr>
            <p:ph type="dt" sz="half" idx="10"/>
          </p:nvPr>
        </p:nvSpPr>
        <p:spPr/>
        <p:txBody>
          <a:bodyPr/>
          <a:lstStyle/>
          <a:p>
            <a:fld id="{957B1A34-FF1B-8B4D-A647-0633F8BB977D}" type="datetimeFigureOut">
              <a:rPr kumimoji="1" lang="zh-CN" altLang="en-US" smtClean="0"/>
              <a:t>2024/11/12</a:t>
            </a:fld>
            <a:endParaRPr kumimoji="1" lang="zh-CN" altLang="en-US"/>
          </a:p>
        </p:txBody>
      </p:sp>
      <p:sp>
        <p:nvSpPr>
          <p:cNvPr id="6" name="页脚占位符 5">
            <a:extLst>
              <a:ext uri="{FF2B5EF4-FFF2-40B4-BE49-F238E27FC236}">
                <a16:creationId xmlns:a16="http://schemas.microsoft.com/office/drawing/2014/main" id="{03560664-FF62-334E-D814-35E0B7262B56}"/>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26332464-2D04-0BC9-F0D8-7A6060633122}"/>
              </a:ext>
            </a:extLst>
          </p:cNvPr>
          <p:cNvSpPr>
            <a:spLocks noGrp="1"/>
          </p:cNvSpPr>
          <p:nvPr>
            <p:ph type="sldNum" sz="quarter" idx="12"/>
          </p:nvPr>
        </p:nvSpPr>
        <p:spPr/>
        <p:txBody>
          <a:bodyPr/>
          <a:lstStyle/>
          <a:p>
            <a:fld id="{DF47B7AE-4B23-AB48-AFC7-DA1F288BE341}" type="slidenum">
              <a:rPr kumimoji="1" lang="zh-CN" altLang="en-US" smtClean="0"/>
              <a:t>‹#›</a:t>
            </a:fld>
            <a:endParaRPr kumimoji="1" lang="zh-CN" altLang="en-US"/>
          </a:p>
        </p:txBody>
      </p:sp>
    </p:spTree>
    <p:extLst>
      <p:ext uri="{BB962C8B-B14F-4D97-AF65-F5344CB8AC3E}">
        <p14:creationId xmlns:p14="http://schemas.microsoft.com/office/powerpoint/2010/main" val="174116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7977CD-4E65-B0DE-7616-2D55BD71203E}"/>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B361E323-87AE-E656-AF10-7BD480FAB04B}"/>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7F0FD034-7BAE-89E5-DDBE-D041468CD36A}"/>
              </a:ext>
            </a:extLst>
          </p:cNvPr>
          <p:cNvSpPr>
            <a:spLocks noGrp="1"/>
          </p:cNvSpPr>
          <p:nvPr>
            <p:ph type="dt" sz="half" idx="10"/>
          </p:nvPr>
        </p:nvSpPr>
        <p:spPr/>
        <p:txBody>
          <a:bodyPr/>
          <a:lstStyle/>
          <a:p>
            <a:fld id="{957B1A34-FF1B-8B4D-A647-0633F8BB977D}" type="datetimeFigureOut">
              <a:rPr kumimoji="1" lang="zh-CN" altLang="en-US" smtClean="0"/>
              <a:t>2024/11/12</a:t>
            </a:fld>
            <a:endParaRPr kumimoji="1" lang="zh-CN" altLang="en-US"/>
          </a:p>
        </p:txBody>
      </p:sp>
      <p:sp>
        <p:nvSpPr>
          <p:cNvPr id="5" name="页脚占位符 4">
            <a:extLst>
              <a:ext uri="{FF2B5EF4-FFF2-40B4-BE49-F238E27FC236}">
                <a16:creationId xmlns:a16="http://schemas.microsoft.com/office/drawing/2014/main" id="{00059E25-6BF8-FD8C-29EF-55550B09C88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4143D5F-DEEC-E438-A1BE-F6BF93F681A5}"/>
              </a:ext>
            </a:extLst>
          </p:cNvPr>
          <p:cNvSpPr>
            <a:spLocks noGrp="1"/>
          </p:cNvSpPr>
          <p:nvPr>
            <p:ph type="sldNum" sz="quarter" idx="12"/>
          </p:nvPr>
        </p:nvSpPr>
        <p:spPr/>
        <p:txBody>
          <a:bodyPr/>
          <a:lstStyle/>
          <a:p>
            <a:fld id="{DF47B7AE-4B23-AB48-AFC7-DA1F288BE341}" type="slidenum">
              <a:rPr kumimoji="1" lang="zh-CN" altLang="en-US" smtClean="0"/>
              <a:t>‹#›</a:t>
            </a:fld>
            <a:endParaRPr kumimoji="1" lang="zh-CN" altLang="en-US"/>
          </a:p>
        </p:txBody>
      </p:sp>
    </p:spTree>
    <p:extLst>
      <p:ext uri="{BB962C8B-B14F-4D97-AF65-F5344CB8AC3E}">
        <p14:creationId xmlns:p14="http://schemas.microsoft.com/office/powerpoint/2010/main" val="769806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DBFF95E-2734-7D30-D8A1-569D0B1E68D6}"/>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DAF76696-9A25-0326-F152-66F030E32897}"/>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9B0958C-519B-8885-6A60-782802765E8E}"/>
              </a:ext>
            </a:extLst>
          </p:cNvPr>
          <p:cNvSpPr>
            <a:spLocks noGrp="1"/>
          </p:cNvSpPr>
          <p:nvPr>
            <p:ph type="dt" sz="half" idx="10"/>
          </p:nvPr>
        </p:nvSpPr>
        <p:spPr/>
        <p:txBody>
          <a:bodyPr/>
          <a:lstStyle/>
          <a:p>
            <a:fld id="{957B1A34-FF1B-8B4D-A647-0633F8BB977D}" type="datetimeFigureOut">
              <a:rPr kumimoji="1" lang="zh-CN" altLang="en-US" smtClean="0"/>
              <a:t>2024/11/12</a:t>
            </a:fld>
            <a:endParaRPr kumimoji="1" lang="zh-CN" altLang="en-US"/>
          </a:p>
        </p:txBody>
      </p:sp>
      <p:sp>
        <p:nvSpPr>
          <p:cNvPr id="5" name="页脚占位符 4">
            <a:extLst>
              <a:ext uri="{FF2B5EF4-FFF2-40B4-BE49-F238E27FC236}">
                <a16:creationId xmlns:a16="http://schemas.microsoft.com/office/drawing/2014/main" id="{BDB5B75F-2110-0705-1249-84317D9DD5D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F0EE4E5-6A79-534D-7270-7A431EABCD7C}"/>
              </a:ext>
            </a:extLst>
          </p:cNvPr>
          <p:cNvSpPr>
            <a:spLocks noGrp="1"/>
          </p:cNvSpPr>
          <p:nvPr>
            <p:ph type="sldNum" sz="quarter" idx="12"/>
          </p:nvPr>
        </p:nvSpPr>
        <p:spPr/>
        <p:txBody>
          <a:bodyPr/>
          <a:lstStyle/>
          <a:p>
            <a:fld id="{DF47B7AE-4B23-AB48-AFC7-DA1F288BE341}" type="slidenum">
              <a:rPr kumimoji="1" lang="zh-CN" altLang="en-US" smtClean="0"/>
              <a:t>‹#›</a:t>
            </a:fld>
            <a:endParaRPr kumimoji="1" lang="zh-CN" altLang="en-US"/>
          </a:p>
        </p:txBody>
      </p:sp>
    </p:spTree>
    <p:extLst>
      <p:ext uri="{BB962C8B-B14F-4D97-AF65-F5344CB8AC3E}">
        <p14:creationId xmlns:p14="http://schemas.microsoft.com/office/powerpoint/2010/main" val="103593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4C62463-6D8A-9168-4428-53AB0C621114}"/>
              </a:ext>
            </a:extLst>
          </p:cNvPr>
          <p:cNvGraphicFramePr>
            <a:graphicFrameLocks noChangeAspect="1"/>
          </p:cNvGraphicFramePr>
          <p:nvPr userDrawn="1">
            <p:custDataLst>
              <p:tags r:id="rId13"/>
            </p:custDataLst>
            <p:extLst>
              <p:ext uri="{D42A27DB-BD31-4B8C-83A1-F6EECF244321}">
                <p14:modId xmlns:p14="http://schemas.microsoft.com/office/powerpoint/2010/main" val="19260518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14" imgW="7772400" imgH="10058400" progId="TCLayout.ActiveDocument.1">
                  <p:embed/>
                </p:oleObj>
              </mc:Choice>
              <mc:Fallback>
                <p:oleObj name="think-cell 幻灯片" r:id="rId14" imgW="7772400" imgH="10058400" progId="TCLayout.ActiveDocument.1">
                  <p:embed/>
                  <p:pic>
                    <p:nvPicPr>
                      <p:cNvPr id="0" name=""/>
                      <p:cNvPicPr/>
                      <p:nvPr/>
                    </p:nvPicPr>
                    <p:blipFill>
                      <a:blip r:embed="rId15"/>
                      <a:stretch>
                        <a:fillRect/>
                      </a:stretch>
                    </p:blipFill>
                    <p:spPr>
                      <a:xfrm>
                        <a:off x="1588" y="1588"/>
                        <a:ext cx="1227" cy="1588"/>
                      </a:xfrm>
                      <a:prstGeom prst="rect">
                        <a:avLst/>
                      </a:prstGeom>
                    </p:spPr>
                  </p:pic>
                </p:oleObj>
              </mc:Fallback>
            </mc:AlternateContent>
          </a:graphicData>
        </a:graphic>
      </p:graphicFrame>
      <p:sp>
        <p:nvSpPr>
          <p:cNvPr id="2" name="标题占位符 1">
            <a:extLst>
              <a:ext uri="{FF2B5EF4-FFF2-40B4-BE49-F238E27FC236}">
                <a16:creationId xmlns:a16="http://schemas.microsoft.com/office/drawing/2014/main" id="{8B9BA6ED-CB00-3EC6-D69D-295070DDDD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D338179F-0FB8-5D99-6556-CBB3266161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7D9ECBA6-4CFA-3CA7-C8C2-2E9B1984D4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57B1A34-FF1B-8B4D-A647-0633F8BB977D}" type="datetimeFigureOut">
              <a:rPr kumimoji="1" lang="zh-CN" altLang="en-US" smtClean="0"/>
              <a:t>2024/11/12</a:t>
            </a:fld>
            <a:endParaRPr kumimoji="1" lang="zh-CN" altLang="en-US"/>
          </a:p>
        </p:txBody>
      </p:sp>
      <p:sp>
        <p:nvSpPr>
          <p:cNvPr id="5" name="页脚占位符 4">
            <a:extLst>
              <a:ext uri="{FF2B5EF4-FFF2-40B4-BE49-F238E27FC236}">
                <a16:creationId xmlns:a16="http://schemas.microsoft.com/office/drawing/2014/main" id="{50B1D7C3-48E2-EC96-AF5B-BA14D43313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6F4D6744-A7A3-5EBA-8529-633026142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F47B7AE-4B23-AB48-AFC7-DA1F288BE341}" type="slidenum">
              <a:rPr kumimoji="1" lang="zh-CN" altLang="en-US" smtClean="0"/>
              <a:t>‹#›</a:t>
            </a:fld>
            <a:endParaRPr kumimoji="1" lang="zh-CN" altLang="en-US"/>
          </a:p>
        </p:txBody>
      </p:sp>
    </p:spTree>
    <p:extLst>
      <p:ext uri="{BB962C8B-B14F-4D97-AF65-F5344CB8AC3E}">
        <p14:creationId xmlns:p14="http://schemas.microsoft.com/office/powerpoint/2010/main" val="28247993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oleObject" Target="../embeddings/oleObject2.bin"/><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slideLayout" Target="../slideLayouts/slideLayout1.xml"/><Relationship Id="rId2" Type="http://schemas.openxmlformats.org/officeDocument/2006/relationships/tags" Target="../tags/tag4.xml"/><Relationship Id="rId16" Type="http://schemas.openxmlformats.org/officeDocument/2006/relationships/chart" Target="../charts/chart2.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5" Type="http://schemas.openxmlformats.org/officeDocument/2006/relationships/tags" Target="../tags/tag7.xml"/><Relationship Id="rId15" Type="http://schemas.openxmlformats.org/officeDocument/2006/relationships/chart" Target="../charts/chart1.xml"/><Relationship Id="rId10" Type="http://schemas.openxmlformats.org/officeDocument/2006/relationships/tags" Target="../tags/tag12.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image" Target="../media/image2.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tags" Target="../tags/tag14.xml"/><Relationship Id="rId5" Type="http://schemas.openxmlformats.org/officeDocument/2006/relationships/chart" Target="../charts/chart3.xml"/><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13" Type="http://schemas.openxmlformats.org/officeDocument/2006/relationships/tags" Target="../tags/tag27.xml"/><Relationship Id="rId18" Type="http://schemas.openxmlformats.org/officeDocument/2006/relationships/tags" Target="../tags/tag32.xml"/><Relationship Id="rId26" Type="http://schemas.openxmlformats.org/officeDocument/2006/relationships/tags" Target="../tags/tag40.xml"/><Relationship Id="rId39" Type="http://schemas.openxmlformats.org/officeDocument/2006/relationships/chart" Target="../charts/chart4.xml"/><Relationship Id="rId21" Type="http://schemas.openxmlformats.org/officeDocument/2006/relationships/tags" Target="../tags/tag35.xml"/><Relationship Id="rId34" Type="http://schemas.openxmlformats.org/officeDocument/2006/relationships/tags" Target="../tags/tag48.xml"/><Relationship Id="rId42" Type="http://schemas.openxmlformats.org/officeDocument/2006/relationships/chart" Target="../charts/chart7.xml"/><Relationship Id="rId7" Type="http://schemas.openxmlformats.org/officeDocument/2006/relationships/tags" Target="../tags/tag21.xml"/><Relationship Id="rId2" Type="http://schemas.openxmlformats.org/officeDocument/2006/relationships/tags" Target="../tags/tag16.xml"/><Relationship Id="rId16" Type="http://schemas.openxmlformats.org/officeDocument/2006/relationships/tags" Target="../tags/tag30.xml"/><Relationship Id="rId29" Type="http://schemas.openxmlformats.org/officeDocument/2006/relationships/tags" Target="../tags/tag43.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tags" Target="../tags/tag25.xml"/><Relationship Id="rId24" Type="http://schemas.openxmlformats.org/officeDocument/2006/relationships/tags" Target="../tags/tag38.xml"/><Relationship Id="rId32" Type="http://schemas.openxmlformats.org/officeDocument/2006/relationships/tags" Target="../tags/tag46.xml"/><Relationship Id="rId37" Type="http://schemas.openxmlformats.org/officeDocument/2006/relationships/oleObject" Target="../embeddings/oleObject4.bin"/><Relationship Id="rId40" Type="http://schemas.openxmlformats.org/officeDocument/2006/relationships/chart" Target="../charts/chart5.xml"/><Relationship Id="rId45" Type="http://schemas.openxmlformats.org/officeDocument/2006/relationships/chart" Target="../charts/chart10.xml"/><Relationship Id="rId5" Type="http://schemas.openxmlformats.org/officeDocument/2006/relationships/tags" Target="../tags/tag19.xml"/><Relationship Id="rId15" Type="http://schemas.openxmlformats.org/officeDocument/2006/relationships/tags" Target="../tags/tag29.xml"/><Relationship Id="rId23" Type="http://schemas.openxmlformats.org/officeDocument/2006/relationships/tags" Target="../tags/tag37.xml"/><Relationship Id="rId28" Type="http://schemas.openxmlformats.org/officeDocument/2006/relationships/tags" Target="../tags/tag42.xml"/><Relationship Id="rId36" Type="http://schemas.openxmlformats.org/officeDocument/2006/relationships/slideLayout" Target="../slideLayouts/slideLayout2.xml"/><Relationship Id="rId10" Type="http://schemas.openxmlformats.org/officeDocument/2006/relationships/tags" Target="../tags/tag24.xml"/><Relationship Id="rId19" Type="http://schemas.openxmlformats.org/officeDocument/2006/relationships/tags" Target="../tags/tag33.xml"/><Relationship Id="rId31" Type="http://schemas.openxmlformats.org/officeDocument/2006/relationships/tags" Target="../tags/tag45.xml"/><Relationship Id="rId44" Type="http://schemas.openxmlformats.org/officeDocument/2006/relationships/chart" Target="../charts/chart9.xml"/><Relationship Id="rId4" Type="http://schemas.openxmlformats.org/officeDocument/2006/relationships/tags" Target="../tags/tag18.xml"/><Relationship Id="rId9" Type="http://schemas.openxmlformats.org/officeDocument/2006/relationships/tags" Target="../tags/tag23.xml"/><Relationship Id="rId14" Type="http://schemas.openxmlformats.org/officeDocument/2006/relationships/tags" Target="../tags/tag28.xml"/><Relationship Id="rId22" Type="http://schemas.openxmlformats.org/officeDocument/2006/relationships/tags" Target="../tags/tag36.xml"/><Relationship Id="rId27" Type="http://schemas.openxmlformats.org/officeDocument/2006/relationships/tags" Target="../tags/tag41.xml"/><Relationship Id="rId30" Type="http://schemas.openxmlformats.org/officeDocument/2006/relationships/tags" Target="../tags/tag44.xml"/><Relationship Id="rId35" Type="http://schemas.openxmlformats.org/officeDocument/2006/relationships/tags" Target="../tags/tag49.xml"/><Relationship Id="rId43" Type="http://schemas.openxmlformats.org/officeDocument/2006/relationships/chart" Target="../charts/chart8.xml"/><Relationship Id="rId8" Type="http://schemas.openxmlformats.org/officeDocument/2006/relationships/tags" Target="../tags/tag22.xml"/><Relationship Id="rId3" Type="http://schemas.openxmlformats.org/officeDocument/2006/relationships/tags" Target="../tags/tag17.xml"/><Relationship Id="rId12" Type="http://schemas.openxmlformats.org/officeDocument/2006/relationships/tags" Target="../tags/tag26.xml"/><Relationship Id="rId17" Type="http://schemas.openxmlformats.org/officeDocument/2006/relationships/tags" Target="../tags/tag31.xml"/><Relationship Id="rId25" Type="http://schemas.openxmlformats.org/officeDocument/2006/relationships/tags" Target="../tags/tag39.xml"/><Relationship Id="rId33" Type="http://schemas.openxmlformats.org/officeDocument/2006/relationships/tags" Target="../tags/tag47.xml"/><Relationship Id="rId38" Type="http://schemas.openxmlformats.org/officeDocument/2006/relationships/image" Target="../media/image3.emf"/><Relationship Id="rId46" Type="http://schemas.openxmlformats.org/officeDocument/2006/relationships/chart" Target="../charts/chart11.xml"/><Relationship Id="rId20" Type="http://schemas.openxmlformats.org/officeDocument/2006/relationships/tags" Target="../tags/tag34.xml"/><Relationship Id="rId41" Type="http://schemas.openxmlformats.org/officeDocument/2006/relationships/chart" Target="../charts/chart6.xml"/></Relationships>
</file>

<file path=ppt/slides/_rels/slide4.xml.rels><?xml version="1.0" encoding="UTF-8" standalone="yes"?>
<Relationships xmlns="http://schemas.openxmlformats.org/package/2006/relationships"><Relationship Id="rId8" Type="http://schemas.openxmlformats.org/officeDocument/2006/relationships/tags" Target="../tags/tag57.xml"/><Relationship Id="rId13" Type="http://schemas.openxmlformats.org/officeDocument/2006/relationships/tags" Target="../tags/tag62.xml"/><Relationship Id="rId18" Type="http://schemas.openxmlformats.org/officeDocument/2006/relationships/slideLayout" Target="../slideLayouts/slideLayout2.xml"/><Relationship Id="rId3" Type="http://schemas.openxmlformats.org/officeDocument/2006/relationships/tags" Target="../tags/tag52.xml"/><Relationship Id="rId21" Type="http://schemas.openxmlformats.org/officeDocument/2006/relationships/chart" Target="../charts/chart12.xml"/><Relationship Id="rId7" Type="http://schemas.openxmlformats.org/officeDocument/2006/relationships/tags" Target="../tags/tag56.xml"/><Relationship Id="rId12" Type="http://schemas.openxmlformats.org/officeDocument/2006/relationships/tags" Target="../tags/tag61.xml"/><Relationship Id="rId17" Type="http://schemas.openxmlformats.org/officeDocument/2006/relationships/tags" Target="../tags/tag66.xml"/><Relationship Id="rId2" Type="http://schemas.openxmlformats.org/officeDocument/2006/relationships/tags" Target="../tags/tag51.xml"/><Relationship Id="rId16" Type="http://schemas.openxmlformats.org/officeDocument/2006/relationships/tags" Target="../tags/tag65.xml"/><Relationship Id="rId20" Type="http://schemas.openxmlformats.org/officeDocument/2006/relationships/image" Target="../media/image3.emf"/><Relationship Id="rId1" Type="http://schemas.openxmlformats.org/officeDocument/2006/relationships/tags" Target="../tags/tag50.xml"/><Relationship Id="rId6" Type="http://schemas.openxmlformats.org/officeDocument/2006/relationships/tags" Target="../tags/tag55.xml"/><Relationship Id="rId11" Type="http://schemas.openxmlformats.org/officeDocument/2006/relationships/tags" Target="../tags/tag60.xml"/><Relationship Id="rId5" Type="http://schemas.openxmlformats.org/officeDocument/2006/relationships/tags" Target="../tags/tag54.xml"/><Relationship Id="rId15" Type="http://schemas.openxmlformats.org/officeDocument/2006/relationships/tags" Target="../tags/tag64.xml"/><Relationship Id="rId10" Type="http://schemas.openxmlformats.org/officeDocument/2006/relationships/tags" Target="../tags/tag59.xml"/><Relationship Id="rId19" Type="http://schemas.openxmlformats.org/officeDocument/2006/relationships/oleObject" Target="../embeddings/oleObject5.bin"/><Relationship Id="rId4" Type="http://schemas.openxmlformats.org/officeDocument/2006/relationships/tags" Target="../tags/tag53.xml"/><Relationship Id="rId9" Type="http://schemas.openxmlformats.org/officeDocument/2006/relationships/tags" Target="../tags/tag58.xml"/><Relationship Id="rId14" Type="http://schemas.openxmlformats.org/officeDocument/2006/relationships/tags" Target="../tags/tag63.xml"/></Relationships>
</file>

<file path=ppt/slides/_rels/slide5.xml.rels><?xml version="1.0" encoding="UTF-8" standalone="yes"?>
<Relationships xmlns="http://schemas.openxmlformats.org/package/2006/relationships"><Relationship Id="rId8" Type="http://schemas.openxmlformats.org/officeDocument/2006/relationships/tags" Target="../tags/tag74.xml"/><Relationship Id="rId13" Type="http://schemas.openxmlformats.org/officeDocument/2006/relationships/tags" Target="../tags/tag79.xml"/><Relationship Id="rId18" Type="http://schemas.openxmlformats.org/officeDocument/2006/relationships/oleObject" Target="../embeddings/oleObject6.bin"/><Relationship Id="rId3" Type="http://schemas.openxmlformats.org/officeDocument/2006/relationships/tags" Target="../tags/tag69.xml"/><Relationship Id="rId7" Type="http://schemas.openxmlformats.org/officeDocument/2006/relationships/tags" Target="../tags/tag73.xml"/><Relationship Id="rId12" Type="http://schemas.openxmlformats.org/officeDocument/2006/relationships/tags" Target="../tags/tag78.xml"/><Relationship Id="rId17" Type="http://schemas.openxmlformats.org/officeDocument/2006/relationships/slideLayout" Target="../slideLayouts/slideLayout2.xml"/><Relationship Id="rId2" Type="http://schemas.openxmlformats.org/officeDocument/2006/relationships/tags" Target="../tags/tag68.xml"/><Relationship Id="rId16" Type="http://schemas.openxmlformats.org/officeDocument/2006/relationships/tags" Target="../tags/tag82.xml"/><Relationship Id="rId20" Type="http://schemas.openxmlformats.org/officeDocument/2006/relationships/chart" Target="../charts/chart13.xml"/><Relationship Id="rId1" Type="http://schemas.openxmlformats.org/officeDocument/2006/relationships/tags" Target="../tags/tag67.xml"/><Relationship Id="rId6" Type="http://schemas.openxmlformats.org/officeDocument/2006/relationships/tags" Target="../tags/tag72.xml"/><Relationship Id="rId11" Type="http://schemas.openxmlformats.org/officeDocument/2006/relationships/tags" Target="../tags/tag77.xml"/><Relationship Id="rId5" Type="http://schemas.openxmlformats.org/officeDocument/2006/relationships/tags" Target="../tags/tag71.xml"/><Relationship Id="rId15" Type="http://schemas.openxmlformats.org/officeDocument/2006/relationships/tags" Target="../tags/tag81.xml"/><Relationship Id="rId10" Type="http://schemas.openxmlformats.org/officeDocument/2006/relationships/tags" Target="../tags/tag76.xml"/><Relationship Id="rId19" Type="http://schemas.openxmlformats.org/officeDocument/2006/relationships/image" Target="../media/image3.emf"/><Relationship Id="rId4" Type="http://schemas.openxmlformats.org/officeDocument/2006/relationships/tags" Target="../tags/tag70.xml"/><Relationship Id="rId9" Type="http://schemas.openxmlformats.org/officeDocument/2006/relationships/tags" Target="../tags/tag75.xml"/><Relationship Id="rId14" Type="http://schemas.openxmlformats.org/officeDocument/2006/relationships/tags" Target="../tags/tag80.xml"/></Relationships>
</file>

<file path=ppt/slides/_rels/slide6.xml.rels><?xml version="1.0" encoding="UTF-8" standalone="yes"?>
<Relationships xmlns="http://schemas.openxmlformats.org/package/2006/relationships"><Relationship Id="rId13" Type="http://schemas.openxmlformats.org/officeDocument/2006/relationships/tags" Target="../tags/tag95.xml"/><Relationship Id="rId18" Type="http://schemas.openxmlformats.org/officeDocument/2006/relationships/tags" Target="../tags/tag100.xml"/><Relationship Id="rId26" Type="http://schemas.openxmlformats.org/officeDocument/2006/relationships/tags" Target="../tags/tag108.xml"/><Relationship Id="rId39" Type="http://schemas.openxmlformats.org/officeDocument/2006/relationships/tags" Target="../tags/tag121.xml"/><Relationship Id="rId21" Type="http://schemas.openxmlformats.org/officeDocument/2006/relationships/tags" Target="../tags/tag103.xml"/><Relationship Id="rId34" Type="http://schemas.openxmlformats.org/officeDocument/2006/relationships/tags" Target="../tags/tag116.xml"/><Relationship Id="rId42" Type="http://schemas.openxmlformats.org/officeDocument/2006/relationships/tags" Target="../tags/tag124.xml"/><Relationship Id="rId47" Type="http://schemas.openxmlformats.org/officeDocument/2006/relationships/tags" Target="../tags/tag129.xml"/><Relationship Id="rId50" Type="http://schemas.openxmlformats.org/officeDocument/2006/relationships/tags" Target="../tags/tag132.xml"/><Relationship Id="rId55" Type="http://schemas.openxmlformats.org/officeDocument/2006/relationships/chart" Target="../charts/chart14.xml"/><Relationship Id="rId7" Type="http://schemas.openxmlformats.org/officeDocument/2006/relationships/tags" Target="../tags/tag89.xml"/><Relationship Id="rId2" Type="http://schemas.openxmlformats.org/officeDocument/2006/relationships/tags" Target="../tags/tag84.xml"/><Relationship Id="rId16" Type="http://schemas.openxmlformats.org/officeDocument/2006/relationships/tags" Target="../tags/tag98.xml"/><Relationship Id="rId29" Type="http://schemas.openxmlformats.org/officeDocument/2006/relationships/tags" Target="../tags/tag111.xml"/><Relationship Id="rId11" Type="http://schemas.openxmlformats.org/officeDocument/2006/relationships/tags" Target="../tags/tag93.xml"/><Relationship Id="rId24" Type="http://schemas.openxmlformats.org/officeDocument/2006/relationships/tags" Target="../tags/tag106.xml"/><Relationship Id="rId32" Type="http://schemas.openxmlformats.org/officeDocument/2006/relationships/tags" Target="../tags/tag114.xml"/><Relationship Id="rId37" Type="http://schemas.openxmlformats.org/officeDocument/2006/relationships/tags" Target="../tags/tag119.xml"/><Relationship Id="rId40" Type="http://schemas.openxmlformats.org/officeDocument/2006/relationships/tags" Target="../tags/tag122.xml"/><Relationship Id="rId45" Type="http://schemas.openxmlformats.org/officeDocument/2006/relationships/tags" Target="../tags/tag127.xml"/><Relationship Id="rId53" Type="http://schemas.openxmlformats.org/officeDocument/2006/relationships/oleObject" Target="../embeddings/oleObject7.bin"/><Relationship Id="rId5" Type="http://schemas.openxmlformats.org/officeDocument/2006/relationships/tags" Target="../tags/tag87.xml"/><Relationship Id="rId19" Type="http://schemas.openxmlformats.org/officeDocument/2006/relationships/tags" Target="../tags/tag101.xml"/><Relationship Id="rId4" Type="http://schemas.openxmlformats.org/officeDocument/2006/relationships/tags" Target="../tags/tag86.xml"/><Relationship Id="rId9" Type="http://schemas.openxmlformats.org/officeDocument/2006/relationships/tags" Target="../tags/tag91.xml"/><Relationship Id="rId14" Type="http://schemas.openxmlformats.org/officeDocument/2006/relationships/tags" Target="../tags/tag96.xml"/><Relationship Id="rId22" Type="http://schemas.openxmlformats.org/officeDocument/2006/relationships/tags" Target="../tags/tag104.xml"/><Relationship Id="rId27" Type="http://schemas.openxmlformats.org/officeDocument/2006/relationships/tags" Target="../tags/tag109.xml"/><Relationship Id="rId30" Type="http://schemas.openxmlformats.org/officeDocument/2006/relationships/tags" Target="../tags/tag112.xml"/><Relationship Id="rId35" Type="http://schemas.openxmlformats.org/officeDocument/2006/relationships/tags" Target="../tags/tag117.xml"/><Relationship Id="rId43" Type="http://schemas.openxmlformats.org/officeDocument/2006/relationships/tags" Target="../tags/tag125.xml"/><Relationship Id="rId48" Type="http://schemas.openxmlformats.org/officeDocument/2006/relationships/tags" Target="../tags/tag130.xml"/><Relationship Id="rId56" Type="http://schemas.openxmlformats.org/officeDocument/2006/relationships/chart" Target="../charts/chart15.xml"/><Relationship Id="rId8" Type="http://schemas.openxmlformats.org/officeDocument/2006/relationships/tags" Target="../tags/tag90.xml"/><Relationship Id="rId51" Type="http://schemas.openxmlformats.org/officeDocument/2006/relationships/tags" Target="../tags/tag133.xml"/><Relationship Id="rId3" Type="http://schemas.openxmlformats.org/officeDocument/2006/relationships/tags" Target="../tags/tag85.xml"/><Relationship Id="rId12" Type="http://schemas.openxmlformats.org/officeDocument/2006/relationships/tags" Target="../tags/tag94.xml"/><Relationship Id="rId17" Type="http://schemas.openxmlformats.org/officeDocument/2006/relationships/tags" Target="../tags/tag99.xml"/><Relationship Id="rId25" Type="http://schemas.openxmlformats.org/officeDocument/2006/relationships/tags" Target="../tags/tag107.xml"/><Relationship Id="rId33" Type="http://schemas.openxmlformats.org/officeDocument/2006/relationships/tags" Target="../tags/tag115.xml"/><Relationship Id="rId38" Type="http://schemas.openxmlformats.org/officeDocument/2006/relationships/tags" Target="../tags/tag120.xml"/><Relationship Id="rId46" Type="http://schemas.openxmlformats.org/officeDocument/2006/relationships/tags" Target="../tags/tag128.xml"/><Relationship Id="rId20" Type="http://schemas.openxmlformats.org/officeDocument/2006/relationships/tags" Target="../tags/tag102.xml"/><Relationship Id="rId41" Type="http://schemas.openxmlformats.org/officeDocument/2006/relationships/tags" Target="../tags/tag123.xml"/><Relationship Id="rId54" Type="http://schemas.openxmlformats.org/officeDocument/2006/relationships/image" Target="../media/image3.emf"/><Relationship Id="rId1" Type="http://schemas.openxmlformats.org/officeDocument/2006/relationships/tags" Target="../tags/tag83.xml"/><Relationship Id="rId6" Type="http://schemas.openxmlformats.org/officeDocument/2006/relationships/tags" Target="../tags/tag88.xml"/><Relationship Id="rId15" Type="http://schemas.openxmlformats.org/officeDocument/2006/relationships/tags" Target="../tags/tag97.xml"/><Relationship Id="rId23" Type="http://schemas.openxmlformats.org/officeDocument/2006/relationships/tags" Target="../tags/tag105.xml"/><Relationship Id="rId28" Type="http://schemas.openxmlformats.org/officeDocument/2006/relationships/tags" Target="../tags/tag110.xml"/><Relationship Id="rId36" Type="http://schemas.openxmlformats.org/officeDocument/2006/relationships/tags" Target="../tags/tag118.xml"/><Relationship Id="rId49" Type="http://schemas.openxmlformats.org/officeDocument/2006/relationships/tags" Target="../tags/tag131.xml"/><Relationship Id="rId57" Type="http://schemas.openxmlformats.org/officeDocument/2006/relationships/chart" Target="../charts/chart16.xml"/><Relationship Id="rId10" Type="http://schemas.openxmlformats.org/officeDocument/2006/relationships/tags" Target="../tags/tag92.xml"/><Relationship Id="rId31" Type="http://schemas.openxmlformats.org/officeDocument/2006/relationships/tags" Target="../tags/tag113.xml"/><Relationship Id="rId44" Type="http://schemas.openxmlformats.org/officeDocument/2006/relationships/tags" Target="../tags/tag126.xml"/><Relationship Id="rId5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3" Type="http://schemas.openxmlformats.org/officeDocument/2006/relationships/tags" Target="../tags/tag146.xml"/><Relationship Id="rId18" Type="http://schemas.openxmlformats.org/officeDocument/2006/relationships/tags" Target="../tags/tag151.xml"/><Relationship Id="rId26" Type="http://schemas.openxmlformats.org/officeDocument/2006/relationships/tags" Target="../tags/tag159.xml"/><Relationship Id="rId39" Type="http://schemas.openxmlformats.org/officeDocument/2006/relationships/tags" Target="../tags/tag172.xml"/><Relationship Id="rId21" Type="http://schemas.openxmlformats.org/officeDocument/2006/relationships/tags" Target="../tags/tag154.xml"/><Relationship Id="rId34" Type="http://schemas.openxmlformats.org/officeDocument/2006/relationships/tags" Target="../tags/tag167.xml"/><Relationship Id="rId42" Type="http://schemas.openxmlformats.org/officeDocument/2006/relationships/tags" Target="../tags/tag175.xml"/><Relationship Id="rId47" Type="http://schemas.openxmlformats.org/officeDocument/2006/relationships/tags" Target="../tags/tag180.xml"/><Relationship Id="rId50" Type="http://schemas.openxmlformats.org/officeDocument/2006/relationships/tags" Target="../tags/tag183.xml"/><Relationship Id="rId55" Type="http://schemas.openxmlformats.org/officeDocument/2006/relationships/tags" Target="../tags/tag188.xml"/><Relationship Id="rId63" Type="http://schemas.openxmlformats.org/officeDocument/2006/relationships/chart" Target="../charts/chart17.xml"/><Relationship Id="rId7" Type="http://schemas.openxmlformats.org/officeDocument/2006/relationships/tags" Target="../tags/tag140.xml"/><Relationship Id="rId2" Type="http://schemas.openxmlformats.org/officeDocument/2006/relationships/tags" Target="../tags/tag135.xml"/><Relationship Id="rId16" Type="http://schemas.openxmlformats.org/officeDocument/2006/relationships/tags" Target="../tags/tag149.xml"/><Relationship Id="rId29" Type="http://schemas.openxmlformats.org/officeDocument/2006/relationships/tags" Target="../tags/tag162.xml"/><Relationship Id="rId11" Type="http://schemas.openxmlformats.org/officeDocument/2006/relationships/tags" Target="../tags/tag144.xml"/><Relationship Id="rId24" Type="http://schemas.openxmlformats.org/officeDocument/2006/relationships/tags" Target="../tags/tag157.xml"/><Relationship Id="rId32" Type="http://schemas.openxmlformats.org/officeDocument/2006/relationships/tags" Target="../tags/tag165.xml"/><Relationship Id="rId37" Type="http://schemas.openxmlformats.org/officeDocument/2006/relationships/tags" Target="../tags/tag170.xml"/><Relationship Id="rId40" Type="http://schemas.openxmlformats.org/officeDocument/2006/relationships/tags" Target="../tags/tag173.xml"/><Relationship Id="rId45" Type="http://schemas.openxmlformats.org/officeDocument/2006/relationships/tags" Target="../tags/tag178.xml"/><Relationship Id="rId53" Type="http://schemas.openxmlformats.org/officeDocument/2006/relationships/tags" Target="../tags/tag186.xml"/><Relationship Id="rId58" Type="http://schemas.openxmlformats.org/officeDocument/2006/relationships/tags" Target="../tags/tag191.xml"/><Relationship Id="rId5" Type="http://schemas.openxmlformats.org/officeDocument/2006/relationships/tags" Target="../tags/tag138.xml"/><Relationship Id="rId61" Type="http://schemas.openxmlformats.org/officeDocument/2006/relationships/oleObject" Target="../embeddings/oleObject8.bin"/><Relationship Id="rId19" Type="http://schemas.openxmlformats.org/officeDocument/2006/relationships/tags" Target="../tags/tag152.xml"/><Relationship Id="rId14" Type="http://schemas.openxmlformats.org/officeDocument/2006/relationships/tags" Target="../tags/tag147.xml"/><Relationship Id="rId22" Type="http://schemas.openxmlformats.org/officeDocument/2006/relationships/tags" Target="../tags/tag155.xml"/><Relationship Id="rId27" Type="http://schemas.openxmlformats.org/officeDocument/2006/relationships/tags" Target="../tags/tag160.xml"/><Relationship Id="rId30" Type="http://schemas.openxmlformats.org/officeDocument/2006/relationships/tags" Target="../tags/tag163.xml"/><Relationship Id="rId35" Type="http://schemas.openxmlformats.org/officeDocument/2006/relationships/tags" Target="../tags/tag168.xml"/><Relationship Id="rId43" Type="http://schemas.openxmlformats.org/officeDocument/2006/relationships/tags" Target="../tags/tag176.xml"/><Relationship Id="rId48" Type="http://schemas.openxmlformats.org/officeDocument/2006/relationships/tags" Target="../tags/tag181.xml"/><Relationship Id="rId56" Type="http://schemas.openxmlformats.org/officeDocument/2006/relationships/tags" Target="../tags/tag189.xml"/><Relationship Id="rId64" Type="http://schemas.openxmlformats.org/officeDocument/2006/relationships/chart" Target="../charts/chart18.xml"/><Relationship Id="rId8" Type="http://schemas.openxmlformats.org/officeDocument/2006/relationships/tags" Target="../tags/tag141.xml"/><Relationship Id="rId51" Type="http://schemas.openxmlformats.org/officeDocument/2006/relationships/tags" Target="../tags/tag184.xml"/><Relationship Id="rId3" Type="http://schemas.openxmlformats.org/officeDocument/2006/relationships/tags" Target="../tags/tag136.xml"/><Relationship Id="rId12" Type="http://schemas.openxmlformats.org/officeDocument/2006/relationships/tags" Target="../tags/tag145.xml"/><Relationship Id="rId17" Type="http://schemas.openxmlformats.org/officeDocument/2006/relationships/tags" Target="../tags/tag150.xml"/><Relationship Id="rId25" Type="http://schemas.openxmlformats.org/officeDocument/2006/relationships/tags" Target="../tags/tag158.xml"/><Relationship Id="rId33" Type="http://schemas.openxmlformats.org/officeDocument/2006/relationships/tags" Target="../tags/tag166.xml"/><Relationship Id="rId38" Type="http://schemas.openxmlformats.org/officeDocument/2006/relationships/tags" Target="../tags/tag171.xml"/><Relationship Id="rId46" Type="http://schemas.openxmlformats.org/officeDocument/2006/relationships/tags" Target="../tags/tag179.xml"/><Relationship Id="rId59" Type="http://schemas.openxmlformats.org/officeDocument/2006/relationships/tags" Target="../tags/tag192.xml"/><Relationship Id="rId20" Type="http://schemas.openxmlformats.org/officeDocument/2006/relationships/tags" Target="../tags/tag153.xml"/><Relationship Id="rId41" Type="http://schemas.openxmlformats.org/officeDocument/2006/relationships/tags" Target="../tags/tag174.xml"/><Relationship Id="rId54" Type="http://schemas.openxmlformats.org/officeDocument/2006/relationships/tags" Target="../tags/tag187.xml"/><Relationship Id="rId62" Type="http://schemas.openxmlformats.org/officeDocument/2006/relationships/image" Target="../media/image3.emf"/><Relationship Id="rId1" Type="http://schemas.openxmlformats.org/officeDocument/2006/relationships/tags" Target="../tags/tag134.xml"/><Relationship Id="rId6" Type="http://schemas.openxmlformats.org/officeDocument/2006/relationships/tags" Target="../tags/tag139.xml"/><Relationship Id="rId15" Type="http://schemas.openxmlformats.org/officeDocument/2006/relationships/tags" Target="../tags/tag148.xml"/><Relationship Id="rId23" Type="http://schemas.openxmlformats.org/officeDocument/2006/relationships/tags" Target="../tags/tag156.xml"/><Relationship Id="rId28" Type="http://schemas.openxmlformats.org/officeDocument/2006/relationships/tags" Target="../tags/tag161.xml"/><Relationship Id="rId36" Type="http://schemas.openxmlformats.org/officeDocument/2006/relationships/tags" Target="../tags/tag169.xml"/><Relationship Id="rId49" Type="http://schemas.openxmlformats.org/officeDocument/2006/relationships/tags" Target="../tags/tag182.xml"/><Relationship Id="rId57" Type="http://schemas.openxmlformats.org/officeDocument/2006/relationships/tags" Target="../tags/tag190.xml"/><Relationship Id="rId10" Type="http://schemas.openxmlformats.org/officeDocument/2006/relationships/tags" Target="../tags/tag143.xml"/><Relationship Id="rId31" Type="http://schemas.openxmlformats.org/officeDocument/2006/relationships/tags" Target="../tags/tag164.xml"/><Relationship Id="rId44" Type="http://schemas.openxmlformats.org/officeDocument/2006/relationships/tags" Target="../tags/tag177.xml"/><Relationship Id="rId52" Type="http://schemas.openxmlformats.org/officeDocument/2006/relationships/tags" Target="../tags/tag185.xml"/><Relationship Id="rId60" Type="http://schemas.openxmlformats.org/officeDocument/2006/relationships/slideLayout" Target="../slideLayouts/slideLayout2.xml"/><Relationship Id="rId4" Type="http://schemas.openxmlformats.org/officeDocument/2006/relationships/tags" Target="../tags/tag137.xml"/><Relationship Id="rId9" Type="http://schemas.openxmlformats.org/officeDocument/2006/relationships/tags" Target="../tags/tag14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xml"/><Relationship Id="rId1" Type="http://schemas.openxmlformats.org/officeDocument/2006/relationships/tags" Target="../tags/tag193.xml"/><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13" Type="http://schemas.openxmlformats.org/officeDocument/2006/relationships/tags" Target="../tags/tag206.xml"/><Relationship Id="rId18" Type="http://schemas.openxmlformats.org/officeDocument/2006/relationships/tags" Target="../tags/tag211.xml"/><Relationship Id="rId26" Type="http://schemas.openxmlformats.org/officeDocument/2006/relationships/tags" Target="../tags/tag219.xml"/><Relationship Id="rId21" Type="http://schemas.openxmlformats.org/officeDocument/2006/relationships/tags" Target="../tags/tag214.xml"/><Relationship Id="rId34" Type="http://schemas.openxmlformats.org/officeDocument/2006/relationships/image" Target="../media/image4.emf"/><Relationship Id="rId7" Type="http://schemas.openxmlformats.org/officeDocument/2006/relationships/tags" Target="../tags/tag200.xml"/><Relationship Id="rId12" Type="http://schemas.openxmlformats.org/officeDocument/2006/relationships/tags" Target="../tags/tag205.xml"/><Relationship Id="rId17" Type="http://schemas.openxmlformats.org/officeDocument/2006/relationships/tags" Target="../tags/tag210.xml"/><Relationship Id="rId25" Type="http://schemas.openxmlformats.org/officeDocument/2006/relationships/tags" Target="../tags/tag218.xml"/><Relationship Id="rId33" Type="http://schemas.openxmlformats.org/officeDocument/2006/relationships/oleObject" Target="../embeddings/oleObject10.bin"/><Relationship Id="rId38" Type="http://schemas.openxmlformats.org/officeDocument/2006/relationships/chart" Target="../charts/chart22.xml"/><Relationship Id="rId2" Type="http://schemas.openxmlformats.org/officeDocument/2006/relationships/tags" Target="../tags/tag195.xml"/><Relationship Id="rId16" Type="http://schemas.openxmlformats.org/officeDocument/2006/relationships/tags" Target="../tags/tag209.xml"/><Relationship Id="rId20" Type="http://schemas.openxmlformats.org/officeDocument/2006/relationships/tags" Target="../tags/tag213.xml"/><Relationship Id="rId29" Type="http://schemas.openxmlformats.org/officeDocument/2006/relationships/tags" Target="../tags/tag222.xml"/><Relationship Id="rId1" Type="http://schemas.openxmlformats.org/officeDocument/2006/relationships/tags" Target="../tags/tag194.xml"/><Relationship Id="rId6" Type="http://schemas.openxmlformats.org/officeDocument/2006/relationships/tags" Target="../tags/tag199.xml"/><Relationship Id="rId11" Type="http://schemas.openxmlformats.org/officeDocument/2006/relationships/tags" Target="../tags/tag204.xml"/><Relationship Id="rId24" Type="http://schemas.openxmlformats.org/officeDocument/2006/relationships/tags" Target="../tags/tag217.xml"/><Relationship Id="rId32" Type="http://schemas.openxmlformats.org/officeDocument/2006/relationships/slideLayout" Target="../slideLayouts/slideLayout1.xml"/><Relationship Id="rId37" Type="http://schemas.openxmlformats.org/officeDocument/2006/relationships/chart" Target="../charts/chart21.xml"/><Relationship Id="rId5" Type="http://schemas.openxmlformats.org/officeDocument/2006/relationships/tags" Target="../tags/tag198.xml"/><Relationship Id="rId15" Type="http://schemas.openxmlformats.org/officeDocument/2006/relationships/tags" Target="../tags/tag208.xml"/><Relationship Id="rId23" Type="http://schemas.openxmlformats.org/officeDocument/2006/relationships/tags" Target="../tags/tag216.xml"/><Relationship Id="rId28" Type="http://schemas.openxmlformats.org/officeDocument/2006/relationships/tags" Target="../tags/tag221.xml"/><Relationship Id="rId36" Type="http://schemas.openxmlformats.org/officeDocument/2006/relationships/chart" Target="../charts/chart20.xml"/><Relationship Id="rId10" Type="http://schemas.openxmlformats.org/officeDocument/2006/relationships/tags" Target="../tags/tag203.xml"/><Relationship Id="rId19" Type="http://schemas.openxmlformats.org/officeDocument/2006/relationships/tags" Target="../tags/tag212.xml"/><Relationship Id="rId31" Type="http://schemas.openxmlformats.org/officeDocument/2006/relationships/tags" Target="../tags/tag224.xml"/><Relationship Id="rId4" Type="http://schemas.openxmlformats.org/officeDocument/2006/relationships/tags" Target="../tags/tag197.xml"/><Relationship Id="rId9" Type="http://schemas.openxmlformats.org/officeDocument/2006/relationships/tags" Target="../tags/tag202.xml"/><Relationship Id="rId14" Type="http://schemas.openxmlformats.org/officeDocument/2006/relationships/tags" Target="../tags/tag207.xml"/><Relationship Id="rId22" Type="http://schemas.openxmlformats.org/officeDocument/2006/relationships/tags" Target="../tags/tag215.xml"/><Relationship Id="rId27" Type="http://schemas.openxmlformats.org/officeDocument/2006/relationships/tags" Target="../tags/tag220.xml"/><Relationship Id="rId30" Type="http://schemas.openxmlformats.org/officeDocument/2006/relationships/tags" Target="../tags/tag223.xml"/><Relationship Id="rId35" Type="http://schemas.openxmlformats.org/officeDocument/2006/relationships/chart" Target="../charts/chart19.xml"/><Relationship Id="rId8" Type="http://schemas.openxmlformats.org/officeDocument/2006/relationships/tags" Target="../tags/tag201.xml"/><Relationship Id="rId3" Type="http://schemas.openxmlformats.org/officeDocument/2006/relationships/tags" Target="../tags/tag196.xml"/></Relationships>
</file>

<file path=ppt/slides/_rels/slide10.xml.rels><?xml version="1.0" encoding="UTF-8" standalone="yes"?>
<Relationships xmlns="http://schemas.openxmlformats.org/package/2006/relationships"><Relationship Id="rId26" Type="http://schemas.openxmlformats.org/officeDocument/2006/relationships/tags" Target="../tags/tag250.xml"/><Relationship Id="rId21" Type="http://schemas.openxmlformats.org/officeDocument/2006/relationships/tags" Target="../tags/tag245.xml"/><Relationship Id="rId42" Type="http://schemas.openxmlformats.org/officeDocument/2006/relationships/tags" Target="../tags/tag266.xml"/><Relationship Id="rId47" Type="http://schemas.openxmlformats.org/officeDocument/2006/relationships/tags" Target="../tags/tag271.xml"/><Relationship Id="rId63" Type="http://schemas.openxmlformats.org/officeDocument/2006/relationships/slideLayout" Target="../slideLayouts/slideLayout1.xml"/><Relationship Id="rId68" Type="http://schemas.openxmlformats.org/officeDocument/2006/relationships/chart" Target="../charts/chart25.xml"/><Relationship Id="rId7" Type="http://schemas.openxmlformats.org/officeDocument/2006/relationships/tags" Target="../tags/tag231.xml"/><Relationship Id="rId71" Type="http://schemas.openxmlformats.org/officeDocument/2006/relationships/chart" Target="../charts/chart28.xml"/><Relationship Id="rId2" Type="http://schemas.openxmlformats.org/officeDocument/2006/relationships/tags" Target="../tags/tag226.xml"/><Relationship Id="rId16" Type="http://schemas.openxmlformats.org/officeDocument/2006/relationships/tags" Target="../tags/tag240.xml"/><Relationship Id="rId29" Type="http://schemas.openxmlformats.org/officeDocument/2006/relationships/tags" Target="../tags/tag253.xml"/><Relationship Id="rId11" Type="http://schemas.openxmlformats.org/officeDocument/2006/relationships/tags" Target="../tags/tag235.xml"/><Relationship Id="rId24" Type="http://schemas.openxmlformats.org/officeDocument/2006/relationships/tags" Target="../tags/tag248.xml"/><Relationship Id="rId32" Type="http://schemas.openxmlformats.org/officeDocument/2006/relationships/tags" Target="../tags/tag256.xml"/><Relationship Id="rId37" Type="http://schemas.openxmlformats.org/officeDocument/2006/relationships/tags" Target="../tags/tag261.xml"/><Relationship Id="rId40" Type="http://schemas.openxmlformats.org/officeDocument/2006/relationships/tags" Target="../tags/tag264.xml"/><Relationship Id="rId45" Type="http://schemas.openxmlformats.org/officeDocument/2006/relationships/tags" Target="../tags/tag269.xml"/><Relationship Id="rId53" Type="http://schemas.openxmlformats.org/officeDocument/2006/relationships/tags" Target="../tags/tag277.xml"/><Relationship Id="rId58" Type="http://schemas.openxmlformats.org/officeDocument/2006/relationships/tags" Target="../tags/tag282.xml"/><Relationship Id="rId66" Type="http://schemas.openxmlformats.org/officeDocument/2006/relationships/chart" Target="../charts/chart23.xml"/><Relationship Id="rId5" Type="http://schemas.openxmlformats.org/officeDocument/2006/relationships/tags" Target="../tags/tag229.xml"/><Relationship Id="rId61" Type="http://schemas.openxmlformats.org/officeDocument/2006/relationships/tags" Target="../tags/tag285.xml"/><Relationship Id="rId19" Type="http://schemas.openxmlformats.org/officeDocument/2006/relationships/tags" Target="../tags/tag243.xml"/><Relationship Id="rId14" Type="http://schemas.openxmlformats.org/officeDocument/2006/relationships/tags" Target="../tags/tag238.xml"/><Relationship Id="rId22" Type="http://schemas.openxmlformats.org/officeDocument/2006/relationships/tags" Target="../tags/tag246.xml"/><Relationship Id="rId27" Type="http://schemas.openxmlformats.org/officeDocument/2006/relationships/tags" Target="../tags/tag251.xml"/><Relationship Id="rId30" Type="http://schemas.openxmlformats.org/officeDocument/2006/relationships/tags" Target="../tags/tag254.xml"/><Relationship Id="rId35" Type="http://schemas.openxmlformats.org/officeDocument/2006/relationships/tags" Target="../tags/tag259.xml"/><Relationship Id="rId43" Type="http://schemas.openxmlformats.org/officeDocument/2006/relationships/tags" Target="../tags/tag267.xml"/><Relationship Id="rId48" Type="http://schemas.openxmlformats.org/officeDocument/2006/relationships/tags" Target="../tags/tag272.xml"/><Relationship Id="rId56" Type="http://schemas.openxmlformats.org/officeDocument/2006/relationships/tags" Target="../tags/tag280.xml"/><Relationship Id="rId64" Type="http://schemas.openxmlformats.org/officeDocument/2006/relationships/oleObject" Target="../embeddings/oleObject11.bin"/><Relationship Id="rId69" Type="http://schemas.openxmlformats.org/officeDocument/2006/relationships/chart" Target="../charts/chart26.xml"/><Relationship Id="rId8" Type="http://schemas.openxmlformats.org/officeDocument/2006/relationships/tags" Target="../tags/tag232.xml"/><Relationship Id="rId51" Type="http://schemas.openxmlformats.org/officeDocument/2006/relationships/tags" Target="../tags/tag275.xml"/><Relationship Id="rId3" Type="http://schemas.openxmlformats.org/officeDocument/2006/relationships/tags" Target="../tags/tag227.xml"/><Relationship Id="rId12" Type="http://schemas.openxmlformats.org/officeDocument/2006/relationships/tags" Target="../tags/tag236.xml"/><Relationship Id="rId17" Type="http://schemas.openxmlformats.org/officeDocument/2006/relationships/tags" Target="../tags/tag241.xml"/><Relationship Id="rId25" Type="http://schemas.openxmlformats.org/officeDocument/2006/relationships/tags" Target="../tags/tag249.xml"/><Relationship Id="rId33" Type="http://schemas.openxmlformats.org/officeDocument/2006/relationships/tags" Target="../tags/tag257.xml"/><Relationship Id="rId38" Type="http://schemas.openxmlformats.org/officeDocument/2006/relationships/tags" Target="../tags/tag262.xml"/><Relationship Id="rId46" Type="http://schemas.openxmlformats.org/officeDocument/2006/relationships/tags" Target="../tags/tag270.xml"/><Relationship Id="rId59" Type="http://schemas.openxmlformats.org/officeDocument/2006/relationships/tags" Target="../tags/tag283.xml"/><Relationship Id="rId67" Type="http://schemas.openxmlformats.org/officeDocument/2006/relationships/chart" Target="../charts/chart24.xml"/><Relationship Id="rId20" Type="http://schemas.openxmlformats.org/officeDocument/2006/relationships/tags" Target="../tags/tag244.xml"/><Relationship Id="rId41" Type="http://schemas.openxmlformats.org/officeDocument/2006/relationships/tags" Target="../tags/tag265.xml"/><Relationship Id="rId54" Type="http://schemas.openxmlformats.org/officeDocument/2006/relationships/tags" Target="../tags/tag278.xml"/><Relationship Id="rId62" Type="http://schemas.openxmlformats.org/officeDocument/2006/relationships/tags" Target="../tags/tag286.xml"/><Relationship Id="rId70" Type="http://schemas.openxmlformats.org/officeDocument/2006/relationships/chart" Target="../charts/chart27.xml"/><Relationship Id="rId1" Type="http://schemas.openxmlformats.org/officeDocument/2006/relationships/tags" Target="../tags/tag225.xml"/><Relationship Id="rId6" Type="http://schemas.openxmlformats.org/officeDocument/2006/relationships/tags" Target="../tags/tag230.xml"/><Relationship Id="rId15" Type="http://schemas.openxmlformats.org/officeDocument/2006/relationships/tags" Target="../tags/tag239.xml"/><Relationship Id="rId23" Type="http://schemas.openxmlformats.org/officeDocument/2006/relationships/tags" Target="../tags/tag247.xml"/><Relationship Id="rId28" Type="http://schemas.openxmlformats.org/officeDocument/2006/relationships/tags" Target="../tags/tag252.xml"/><Relationship Id="rId36" Type="http://schemas.openxmlformats.org/officeDocument/2006/relationships/tags" Target="../tags/tag260.xml"/><Relationship Id="rId49" Type="http://schemas.openxmlformats.org/officeDocument/2006/relationships/tags" Target="../tags/tag273.xml"/><Relationship Id="rId57" Type="http://schemas.openxmlformats.org/officeDocument/2006/relationships/tags" Target="../tags/tag281.xml"/><Relationship Id="rId10" Type="http://schemas.openxmlformats.org/officeDocument/2006/relationships/tags" Target="../tags/tag234.xml"/><Relationship Id="rId31" Type="http://schemas.openxmlformats.org/officeDocument/2006/relationships/tags" Target="../tags/tag255.xml"/><Relationship Id="rId44" Type="http://schemas.openxmlformats.org/officeDocument/2006/relationships/tags" Target="../tags/tag268.xml"/><Relationship Id="rId52" Type="http://schemas.openxmlformats.org/officeDocument/2006/relationships/tags" Target="../tags/tag276.xml"/><Relationship Id="rId60" Type="http://schemas.openxmlformats.org/officeDocument/2006/relationships/tags" Target="../tags/tag284.xml"/><Relationship Id="rId65" Type="http://schemas.openxmlformats.org/officeDocument/2006/relationships/image" Target="../media/image4.emf"/><Relationship Id="rId4" Type="http://schemas.openxmlformats.org/officeDocument/2006/relationships/tags" Target="../tags/tag228.xml"/><Relationship Id="rId9" Type="http://schemas.openxmlformats.org/officeDocument/2006/relationships/tags" Target="../tags/tag233.xml"/><Relationship Id="rId13" Type="http://schemas.openxmlformats.org/officeDocument/2006/relationships/tags" Target="../tags/tag237.xml"/><Relationship Id="rId18" Type="http://schemas.openxmlformats.org/officeDocument/2006/relationships/tags" Target="../tags/tag242.xml"/><Relationship Id="rId39" Type="http://schemas.openxmlformats.org/officeDocument/2006/relationships/tags" Target="../tags/tag263.xml"/><Relationship Id="rId34" Type="http://schemas.openxmlformats.org/officeDocument/2006/relationships/tags" Target="../tags/tag258.xml"/><Relationship Id="rId50" Type="http://schemas.openxmlformats.org/officeDocument/2006/relationships/tags" Target="../tags/tag274.xml"/><Relationship Id="rId55" Type="http://schemas.openxmlformats.org/officeDocument/2006/relationships/tags" Target="../tags/tag279.xml"/></Relationships>
</file>

<file path=ppt/slides/_rels/slide11.xml.rels><?xml version="1.0" encoding="UTF-8" standalone="yes"?>
<Relationships xmlns="http://schemas.openxmlformats.org/package/2006/relationships"><Relationship Id="rId8" Type="http://schemas.openxmlformats.org/officeDocument/2006/relationships/tags" Target="../tags/tag294.xml"/><Relationship Id="rId13" Type="http://schemas.openxmlformats.org/officeDocument/2006/relationships/oleObject" Target="../embeddings/oleObject12.bin"/><Relationship Id="rId3" Type="http://schemas.openxmlformats.org/officeDocument/2006/relationships/tags" Target="../tags/tag289.xml"/><Relationship Id="rId7" Type="http://schemas.openxmlformats.org/officeDocument/2006/relationships/tags" Target="../tags/tag293.xml"/><Relationship Id="rId12" Type="http://schemas.openxmlformats.org/officeDocument/2006/relationships/slideLayout" Target="../slideLayouts/slideLayout1.xml"/><Relationship Id="rId2" Type="http://schemas.openxmlformats.org/officeDocument/2006/relationships/tags" Target="../tags/tag288.xml"/><Relationship Id="rId16" Type="http://schemas.openxmlformats.org/officeDocument/2006/relationships/chart" Target="../charts/chart30.xml"/><Relationship Id="rId1" Type="http://schemas.openxmlformats.org/officeDocument/2006/relationships/tags" Target="../tags/tag287.xml"/><Relationship Id="rId6" Type="http://schemas.openxmlformats.org/officeDocument/2006/relationships/tags" Target="../tags/tag292.xml"/><Relationship Id="rId11" Type="http://schemas.openxmlformats.org/officeDocument/2006/relationships/tags" Target="../tags/tag297.xml"/><Relationship Id="rId5" Type="http://schemas.openxmlformats.org/officeDocument/2006/relationships/tags" Target="../tags/tag291.xml"/><Relationship Id="rId15" Type="http://schemas.openxmlformats.org/officeDocument/2006/relationships/chart" Target="../charts/chart29.xml"/><Relationship Id="rId10" Type="http://schemas.openxmlformats.org/officeDocument/2006/relationships/tags" Target="../tags/tag296.xml"/><Relationship Id="rId4" Type="http://schemas.openxmlformats.org/officeDocument/2006/relationships/tags" Target="../tags/tag290.xml"/><Relationship Id="rId9" Type="http://schemas.openxmlformats.org/officeDocument/2006/relationships/tags" Target="../tags/tag295.xml"/><Relationship Id="rId14" Type="http://schemas.openxmlformats.org/officeDocument/2006/relationships/image" Target="../media/image4.emf"/></Relationships>
</file>

<file path=ppt/slides/_rels/slide12.xml.rels><?xml version="1.0" encoding="UTF-8" standalone="yes"?>
<Relationships xmlns="http://schemas.openxmlformats.org/package/2006/relationships"><Relationship Id="rId13" Type="http://schemas.openxmlformats.org/officeDocument/2006/relationships/tags" Target="../tags/tag310.xml"/><Relationship Id="rId18" Type="http://schemas.openxmlformats.org/officeDocument/2006/relationships/tags" Target="../tags/tag315.xml"/><Relationship Id="rId26" Type="http://schemas.openxmlformats.org/officeDocument/2006/relationships/tags" Target="../tags/tag323.xml"/><Relationship Id="rId39" Type="http://schemas.openxmlformats.org/officeDocument/2006/relationships/tags" Target="../tags/tag336.xml"/><Relationship Id="rId21" Type="http://schemas.openxmlformats.org/officeDocument/2006/relationships/tags" Target="../tags/tag318.xml"/><Relationship Id="rId34" Type="http://schemas.openxmlformats.org/officeDocument/2006/relationships/tags" Target="../tags/tag331.xml"/><Relationship Id="rId42" Type="http://schemas.openxmlformats.org/officeDocument/2006/relationships/tags" Target="../tags/tag339.xml"/><Relationship Id="rId47" Type="http://schemas.openxmlformats.org/officeDocument/2006/relationships/tags" Target="../tags/tag344.xml"/><Relationship Id="rId50" Type="http://schemas.openxmlformats.org/officeDocument/2006/relationships/tags" Target="../tags/tag347.xml"/><Relationship Id="rId55" Type="http://schemas.openxmlformats.org/officeDocument/2006/relationships/oleObject" Target="../embeddings/oleObject13.bin"/><Relationship Id="rId7" Type="http://schemas.openxmlformats.org/officeDocument/2006/relationships/tags" Target="../tags/tag304.xml"/><Relationship Id="rId2" Type="http://schemas.openxmlformats.org/officeDocument/2006/relationships/tags" Target="../tags/tag299.xml"/><Relationship Id="rId16" Type="http://schemas.openxmlformats.org/officeDocument/2006/relationships/tags" Target="../tags/tag313.xml"/><Relationship Id="rId29" Type="http://schemas.openxmlformats.org/officeDocument/2006/relationships/tags" Target="../tags/tag326.xml"/><Relationship Id="rId11" Type="http://schemas.openxmlformats.org/officeDocument/2006/relationships/tags" Target="../tags/tag308.xml"/><Relationship Id="rId24" Type="http://schemas.openxmlformats.org/officeDocument/2006/relationships/tags" Target="../tags/tag321.xml"/><Relationship Id="rId32" Type="http://schemas.openxmlformats.org/officeDocument/2006/relationships/tags" Target="../tags/tag329.xml"/><Relationship Id="rId37" Type="http://schemas.openxmlformats.org/officeDocument/2006/relationships/tags" Target="../tags/tag334.xml"/><Relationship Id="rId40" Type="http://schemas.openxmlformats.org/officeDocument/2006/relationships/tags" Target="../tags/tag337.xml"/><Relationship Id="rId45" Type="http://schemas.openxmlformats.org/officeDocument/2006/relationships/tags" Target="../tags/tag342.xml"/><Relationship Id="rId53" Type="http://schemas.openxmlformats.org/officeDocument/2006/relationships/tags" Target="../tags/tag350.xml"/><Relationship Id="rId58" Type="http://schemas.openxmlformats.org/officeDocument/2006/relationships/chart" Target="../charts/chart32.xml"/><Relationship Id="rId5" Type="http://schemas.openxmlformats.org/officeDocument/2006/relationships/tags" Target="../tags/tag302.xml"/><Relationship Id="rId19" Type="http://schemas.openxmlformats.org/officeDocument/2006/relationships/tags" Target="../tags/tag316.xml"/><Relationship Id="rId4" Type="http://schemas.openxmlformats.org/officeDocument/2006/relationships/tags" Target="../tags/tag301.xml"/><Relationship Id="rId9" Type="http://schemas.openxmlformats.org/officeDocument/2006/relationships/tags" Target="../tags/tag306.xml"/><Relationship Id="rId14" Type="http://schemas.openxmlformats.org/officeDocument/2006/relationships/tags" Target="../tags/tag311.xml"/><Relationship Id="rId22" Type="http://schemas.openxmlformats.org/officeDocument/2006/relationships/tags" Target="../tags/tag319.xml"/><Relationship Id="rId27" Type="http://schemas.openxmlformats.org/officeDocument/2006/relationships/tags" Target="../tags/tag324.xml"/><Relationship Id="rId30" Type="http://schemas.openxmlformats.org/officeDocument/2006/relationships/tags" Target="../tags/tag327.xml"/><Relationship Id="rId35" Type="http://schemas.openxmlformats.org/officeDocument/2006/relationships/tags" Target="../tags/tag332.xml"/><Relationship Id="rId43" Type="http://schemas.openxmlformats.org/officeDocument/2006/relationships/tags" Target="../tags/tag340.xml"/><Relationship Id="rId48" Type="http://schemas.openxmlformats.org/officeDocument/2006/relationships/tags" Target="../tags/tag345.xml"/><Relationship Id="rId56" Type="http://schemas.openxmlformats.org/officeDocument/2006/relationships/image" Target="../media/image4.emf"/><Relationship Id="rId8" Type="http://schemas.openxmlformats.org/officeDocument/2006/relationships/tags" Target="../tags/tag305.xml"/><Relationship Id="rId51" Type="http://schemas.openxmlformats.org/officeDocument/2006/relationships/tags" Target="../tags/tag348.xml"/><Relationship Id="rId3" Type="http://schemas.openxmlformats.org/officeDocument/2006/relationships/tags" Target="../tags/tag300.xml"/><Relationship Id="rId12" Type="http://schemas.openxmlformats.org/officeDocument/2006/relationships/tags" Target="../tags/tag309.xml"/><Relationship Id="rId17" Type="http://schemas.openxmlformats.org/officeDocument/2006/relationships/tags" Target="../tags/tag314.xml"/><Relationship Id="rId25" Type="http://schemas.openxmlformats.org/officeDocument/2006/relationships/tags" Target="../tags/tag322.xml"/><Relationship Id="rId33" Type="http://schemas.openxmlformats.org/officeDocument/2006/relationships/tags" Target="../tags/tag330.xml"/><Relationship Id="rId38" Type="http://schemas.openxmlformats.org/officeDocument/2006/relationships/tags" Target="../tags/tag335.xml"/><Relationship Id="rId46" Type="http://schemas.openxmlformats.org/officeDocument/2006/relationships/tags" Target="../tags/tag343.xml"/><Relationship Id="rId59" Type="http://schemas.openxmlformats.org/officeDocument/2006/relationships/chart" Target="../charts/chart33.xml"/><Relationship Id="rId20" Type="http://schemas.openxmlformats.org/officeDocument/2006/relationships/tags" Target="../tags/tag317.xml"/><Relationship Id="rId41" Type="http://schemas.openxmlformats.org/officeDocument/2006/relationships/tags" Target="../tags/tag338.xml"/><Relationship Id="rId54" Type="http://schemas.openxmlformats.org/officeDocument/2006/relationships/slideLayout" Target="../slideLayouts/slideLayout1.xml"/><Relationship Id="rId1" Type="http://schemas.openxmlformats.org/officeDocument/2006/relationships/tags" Target="../tags/tag298.xml"/><Relationship Id="rId6" Type="http://schemas.openxmlformats.org/officeDocument/2006/relationships/tags" Target="../tags/tag303.xml"/><Relationship Id="rId15" Type="http://schemas.openxmlformats.org/officeDocument/2006/relationships/tags" Target="../tags/tag312.xml"/><Relationship Id="rId23" Type="http://schemas.openxmlformats.org/officeDocument/2006/relationships/tags" Target="../tags/tag320.xml"/><Relationship Id="rId28" Type="http://schemas.openxmlformats.org/officeDocument/2006/relationships/tags" Target="../tags/tag325.xml"/><Relationship Id="rId36" Type="http://schemas.openxmlformats.org/officeDocument/2006/relationships/tags" Target="../tags/tag333.xml"/><Relationship Id="rId49" Type="http://schemas.openxmlformats.org/officeDocument/2006/relationships/tags" Target="../tags/tag346.xml"/><Relationship Id="rId57" Type="http://schemas.openxmlformats.org/officeDocument/2006/relationships/chart" Target="../charts/chart31.xml"/><Relationship Id="rId10" Type="http://schemas.openxmlformats.org/officeDocument/2006/relationships/tags" Target="../tags/tag307.xml"/><Relationship Id="rId31" Type="http://schemas.openxmlformats.org/officeDocument/2006/relationships/tags" Target="../tags/tag328.xml"/><Relationship Id="rId44" Type="http://schemas.openxmlformats.org/officeDocument/2006/relationships/tags" Target="../tags/tag341.xml"/><Relationship Id="rId52" Type="http://schemas.openxmlformats.org/officeDocument/2006/relationships/tags" Target="../tags/tag349.xml"/><Relationship Id="rId60" Type="http://schemas.openxmlformats.org/officeDocument/2006/relationships/chart" Target="../charts/chart34.xml"/></Relationships>
</file>

<file path=ppt/slides/_rels/slide13.xml.rels><?xml version="1.0" encoding="UTF-8" standalone="yes"?>
<Relationships xmlns="http://schemas.openxmlformats.org/package/2006/relationships"><Relationship Id="rId8" Type="http://schemas.openxmlformats.org/officeDocument/2006/relationships/tags" Target="../tags/tag358.xml"/><Relationship Id="rId13" Type="http://schemas.openxmlformats.org/officeDocument/2006/relationships/tags" Target="../tags/tag363.xml"/><Relationship Id="rId18" Type="http://schemas.openxmlformats.org/officeDocument/2006/relationships/chart" Target="../charts/chart35.xml"/><Relationship Id="rId3" Type="http://schemas.openxmlformats.org/officeDocument/2006/relationships/tags" Target="../tags/tag353.xml"/><Relationship Id="rId7" Type="http://schemas.openxmlformats.org/officeDocument/2006/relationships/tags" Target="../tags/tag357.xml"/><Relationship Id="rId12" Type="http://schemas.openxmlformats.org/officeDocument/2006/relationships/tags" Target="../tags/tag362.xml"/><Relationship Id="rId17" Type="http://schemas.openxmlformats.org/officeDocument/2006/relationships/image" Target="../media/image4.emf"/><Relationship Id="rId2" Type="http://schemas.openxmlformats.org/officeDocument/2006/relationships/tags" Target="../tags/tag352.xml"/><Relationship Id="rId16" Type="http://schemas.openxmlformats.org/officeDocument/2006/relationships/oleObject" Target="../embeddings/oleObject14.bin"/><Relationship Id="rId1" Type="http://schemas.openxmlformats.org/officeDocument/2006/relationships/tags" Target="../tags/tag351.xml"/><Relationship Id="rId6" Type="http://schemas.openxmlformats.org/officeDocument/2006/relationships/tags" Target="../tags/tag356.xml"/><Relationship Id="rId11" Type="http://schemas.openxmlformats.org/officeDocument/2006/relationships/tags" Target="../tags/tag361.xml"/><Relationship Id="rId5" Type="http://schemas.openxmlformats.org/officeDocument/2006/relationships/tags" Target="../tags/tag355.xml"/><Relationship Id="rId15" Type="http://schemas.openxmlformats.org/officeDocument/2006/relationships/slideLayout" Target="../slideLayouts/slideLayout1.xml"/><Relationship Id="rId10" Type="http://schemas.openxmlformats.org/officeDocument/2006/relationships/tags" Target="../tags/tag360.xml"/><Relationship Id="rId4" Type="http://schemas.openxmlformats.org/officeDocument/2006/relationships/tags" Target="../tags/tag354.xml"/><Relationship Id="rId9" Type="http://schemas.openxmlformats.org/officeDocument/2006/relationships/tags" Target="../tags/tag359.xml"/><Relationship Id="rId14" Type="http://schemas.openxmlformats.org/officeDocument/2006/relationships/tags" Target="../tags/tag36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8A0E77B-F8BB-08C8-02F8-B6DA83E1DF8D}"/>
              </a:ext>
            </a:extLst>
          </p:cNvPr>
          <p:cNvGraphicFramePr>
            <a:graphicFrameLocks noChangeAspect="1"/>
          </p:cNvGraphicFramePr>
          <p:nvPr>
            <p:custDataLst>
              <p:tags r:id="rId1"/>
            </p:custDataLst>
            <p:extLst>
              <p:ext uri="{D42A27DB-BD31-4B8C-83A1-F6EECF244321}">
                <p14:modId xmlns:p14="http://schemas.microsoft.com/office/powerpoint/2010/main" val="27230626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13" imgW="7772400" imgH="10058400" progId="TCLayout.ActiveDocument.1">
                  <p:embed/>
                </p:oleObj>
              </mc:Choice>
              <mc:Fallback>
                <p:oleObj name="think-cell 幻灯片" r:id="rId13" imgW="7772400" imgH="10058400" progId="TCLayout.ActiveDocument.1">
                  <p:embed/>
                  <p:pic>
                    <p:nvPicPr>
                      <p:cNvPr id="0" name=""/>
                      <p:cNvPicPr/>
                      <p:nvPr/>
                    </p:nvPicPr>
                    <p:blipFill>
                      <a:blip r:embed="rId14"/>
                      <a:stretch>
                        <a:fillRect/>
                      </a:stretch>
                    </p:blipFill>
                    <p:spPr>
                      <a:xfrm>
                        <a:off x="1588" y="1588"/>
                        <a:ext cx="1227" cy="1588"/>
                      </a:xfrm>
                      <a:prstGeom prst="rect">
                        <a:avLst/>
                      </a:prstGeom>
                    </p:spPr>
                  </p:pic>
                </p:oleObj>
              </mc:Fallback>
            </mc:AlternateContent>
          </a:graphicData>
        </a:graphic>
      </p:graphicFrame>
      <p:graphicFrame>
        <p:nvGraphicFramePr>
          <p:cNvPr id="5" name="Chart 38">
            <a:extLst>
              <a:ext uri="{FF2B5EF4-FFF2-40B4-BE49-F238E27FC236}">
                <a16:creationId xmlns:a16="http://schemas.microsoft.com/office/drawing/2014/main" id="{62F8B4BC-ABCD-AF26-A218-B4824FCF34A8}"/>
              </a:ext>
            </a:extLst>
          </p:cNvPr>
          <p:cNvGraphicFramePr/>
          <p:nvPr>
            <p:extLst>
              <p:ext uri="{D42A27DB-BD31-4B8C-83A1-F6EECF244321}">
                <p14:modId xmlns:p14="http://schemas.microsoft.com/office/powerpoint/2010/main" val="1985683637"/>
              </p:ext>
            </p:extLst>
          </p:nvPr>
        </p:nvGraphicFramePr>
        <p:xfrm>
          <a:off x="477275" y="609174"/>
          <a:ext cx="5383288" cy="5851552"/>
        </p:xfrm>
        <a:graphic>
          <a:graphicData uri="http://schemas.openxmlformats.org/drawingml/2006/chart">
            <c:chart xmlns:c="http://schemas.openxmlformats.org/drawingml/2006/chart" xmlns:r="http://schemas.openxmlformats.org/officeDocument/2006/relationships" r:id="rId15"/>
          </a:graphicData>
        </a:graphic>
      </p:graphicFrame>
      <p:cxnSp>
        <p:nvCxnSpPr>
          <p:cNvPr id="7" name="直线连接符 6">
            <a:extLst>
              <a:ext uri="{FF2B5EF4-FFF2-40B4-BE49-F238E27FC236}">
                <a16:creationId xmlns:a16="http://schemas.microsoft.com/office/drawing/2014/main" id="{716E8CD0-8571-5B0A-CC81-937FBD9C8EF9}"/>
              </a:ext>
            </a:extLst>
          </p:cNvPr>
          <p:cNvCxnSpPr>
            <a:cxnSpLocks/>
          </p:cNvCxnSpPr>
          <p:nvPr/>
        </p:nvCxnSpPr>
        <p:spPr>
          <a:xfrm>
            <a:off x="3161455" y="4488173"/>
            <a:ext cx="0" cy="1923190"/>
          </a:xfrm>
          <a:prstGeom prst="line">
            <a:avLst/>
          </a:prstGeom>
          <a:ln>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sp>
        <p:nvSpPr>
          <p:cNvPr id="6" name="文本框 5">
            <a:extLst>
              <a:ext uri="{FF2B5EF4-FFF2-40B4-BE49-F238E27FC236}">
                <a16:creationId xmlns:a16="http://schemas.microsoft.com/office/drawing/2014/main" id="{7B81BD77-4D3D-1A17-DE8F-1B67CA383AF6}"/>
              </a:ext>
            </a:extLst>
          </p:cNvPr>
          <p:cNvSpPr txBox="1"/>
          <p:nvPr/>
        </p:nvSpPr>
        <p:spPr>
          <a:xfrm>
            <a:off x="3161455" y="4841340"/>
            <a:ext cx="535724" cy="307777"/>
          </a:xfrm>
          <a:prstGeom prst="rect">
            <a:avLst/>
          </a:prstGeom>
          <a:noFill/>
        </p:spPr>
        <p:txBody>
          <a:bodyPr wrap="none" rtlCol="0">
            <a:spAutoFit/>
          </a:bodyPr>
          <a:lstStyle/>
          <a:p>
            <a:r>
              <a:rPr kumimoji="1" lang="en-US" altLang="zh-CN" sz="1400" dirty="0">
                <a:latin typeface="HarmonyOS Sans SC Medium" pitchFamily="2" charset="-122"/>
                <a:ea typeface="HarmonyOS Sans SC Medium" pitchFamily="2" charset="-122"/>
              </a:rPr>
              <a:t>11%</a:t>
            </a:r>
            <a:endParaRPr kumimoji="1" lang="zh-CN" altLang="en-US" sz="1400" dirty="0">
              <a:latin typeface="HarmonyOS Sans SC Medium" pitchFamily="2" charset="-122"/>
              <a:ea typeface="HarmonyOS Sans SC Medium" pitchFamily="2" charset="-122"/>
            </a:endParaRPr>
          </a:p>
        </p:txBody>
      </p:sp>
      <p:sp>
        <p:nvSpPr>
          <p:cNvPr id="8" name="文本框 7">
            <a:extLst>
              <a:ext uri="{FF2B5EF4-FFF2-40B4-BE49-F238E27FC236}">
                <a16:creationId xmlns:a16="http://schemas.microsoft.com/office/drawing/2014/main" id="{7E3F4255-9E17-C3DB-AFC2-CECDB10C4807}"/>
              </a:ext>
            </a:extLst>
          </p:cNvPr>
          <p:cNvSpPr txBox="1"/>
          <p:nvPr/>
        </p:nvSpPr>
        <p:spPr>
          <a:xfrm>
            <a:off x="3161455" y="5157358"/>
            <a:ext cx="535724" cy="307777"/>
          </a:xfrm>
          <a:prstGeom prst="rect">
            <a:avLst/>
          </a:prstGeom>
          <a:noFill/>
        </p:spPr>
        <p:txBody>
          <a:bodyPr wrap="none" rtlCol="0">
            <a:spAutoFit/>
          </a:bodyPr>
          <a:lstStyle/>
          <a:p>
            <a:r>
              <a:rPr kumimoji="1" lang="en-US" altLang="zh-CN" sz="1400" dirty="0">
                <a:latin typeface="HarmonyOS Sans SC Medium" pitchFamily="2" charset="-122"/>
                <a:ea typeface="HarmonyOS Sans SC Medium" pitchFamily="2" charset="-122"/>
              </a:rPr>
              <a:t>30%</a:t>
            </a:r>
            <a:endParaRPr kumimoji="1" lang="zh-CN" altLang="en-US" sz="1400" dirty="0">
              <a:latin typeface="HarmonyOS Sans SC Medium" pitchFamily="2" charset="-122"/>
              <a:ea typeface="HarmonyOS Sans SC Medium" pitchFamily="2" charset="-122"/>
            </a:endParaRPr>
          </a:p>
        </p:txBody>
      </p:sp>
      <p:sp>
        <p:nvSpPr>
          <p:cNvPr id="9" name="文本框 8">
            <a:extLst>
              <a:ext uri="{FF2B5EF4-FFF2-40B4-BE49-F238E27FC236}">
                <a16:creationId xmlns:a16="http://schemas.microsoft.com/office/drawing/2014/main" id="{51BEA05E-403F-EE36-3615-B99562BAB086}"/>
              </a:ext>
            </a:extLst>
          </p:cNvPr>
          <p:cNvSpPr txBox="1"/>
          <p:nvPr/>
        </p:nvSpPr>
        <p:spPr>
          <a:xfrm>
            <a:off x="3161455" y="5473376"/>
            <a:ext cx="535724" cy="307777"/>
          </a:xfrm>
          <a:prstGeom prst="rect">
            <a:avLst/>
          </a:prstGeom>
          <a:noFill/>
        </p:spPr>
        <p:txBody>
          <a:bodyPr wrap="none" rtlCol="0">
            <a:spAutoFit/>
          </a:bodyPr>
          <a:lstStyle/>
          <a:p>
            <a:r>
              <a:rPr kumimoji="1" lang="en-US" altLang="zh-CN" sz="1400" dirty="0">
                <a:latin typeface="HarmonyOS Sans SC Medium" pitchFamily="2" charset="-122"/>
                <a:ea typeface="HarmonyOS Sans SC Medium" pitchFamily="2" charset="-122"/>
              </a:rPr>
              <a:t>38%</a:t>
            </a:r>
            <a:endParaRPr kumimoji="1" lang="zh-CN" altLang="en-US" sz="1400" dirty="0">
              <a:latin typeface="HarmonyOS Sans SC Medium" pitchFamily="2" charset="-122"/>
              <a:ea typeface="HarmonyOS Sans SC Medium" pitchFamily="2" charset="-122"/>
            </a:endParaRPr>
          </a:p>
        </p:txBody>
      </p:sp>
      <p:sp>
        <p:nvSpPr>
          <p:cNvPr id="10" name="文本框 9">
            <a:extLst>
              <a:ext uri="{FF2B5EF4-FFF2-40B4-BE49-F238E27FC236}">
                <a16:creationId xmlns:a16="http://schemas.microsoft.com/office/drawing/2014/main" id="{5262AD0A-DCEA-FD66-A7BE-024EB2D98B89}"/>
              </a:ext>
            </a:extLst>
          </p:cNvPr>
          <p:cNvSpPr txBox="1"/>
          <p:nvPr/>
        </p:nvSpPr>
        <p:spPr>
          <a:xfrm>
            <a:off x="3161455" y="5789395"/>
            <a:ext cx="535724" cy="307777"/>
          </a:xfrm>
          <a:prstGeom prst="rect">
            <a:avLst/>
          </a:prstGeom>
          <a:noFill/>
        </p:spPr>
        <p:txBody>
          <a:bodyPr wrap="none" rtlCol="0">
            <a:spAutoFit/>
          </a:bodyPr>
          <a:lstStyle/>
          <a:p>
            <a:r>
              <a:rPr kumimoji="1" lang="en-US" altLang="zh-CN" sz="1400" dirty="0">
                <a:latin typeface="HarmonyOS Sans SC Medium" pitchFamily="2" charset="-122"/>
                <a:ea typeface="HarmonyOS Sans SC Medium" pitchFamily="2" charset="-122"/>
              </a:rPr>
              <a:t>28%</a:t>
            </a:r>
            <a:endParaRPr kumimoji="1" lang="zh-CN" altLang="en-US" sz="1400" dirty="0">
              <a:latin typeface="HarmonyOS Sans SC Medium" pitchFamily="2" charset="-122"/>
              <a:ea typeface="HarmonyOS Sans SC Medium" pitchFamily="2" charset="-122"/>
            </a:endParaRPr>
          </a:p>
        </p:txBody>
      </p:sp>
      <p:sp>
        <p:nvSpPr>
          <p:cNvPr id="11" name="终止符 10">
            <a:extLst>
              <a:ext uri="{FF2B5EF4-FFF2-40B4-BE49-F238E27FC236}">
                <a16:creationId xmlns:a16="http://schemas.microsoft.com/office/drawing/2014/main" id="{D6A31D1B-19B5-995A-B48F-B82D26D51E87}"/>
              </a:ext>
            </a:extLst>
          </p:cNvPr>
          <p:cNvSpPr/>
          <p:nvPr/>
        </p:nvSpPr>
        <p:spPr>
          <a:xfrm>
            <a:off x="381423" y="1076849"/>
            <a:ext cx="849661" cy="312667"/>
          </a:xfrm>
          <a:prstGeom prst="flowChartTerminator">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终止符 11">
            <a:extLst>
              <a:ext uri="{FF2B5EF4-FFF2-40B4-BE49-F238E27FC236}">
                <a16:creationId xmlns:a16="http://schemas.microsoft.com/office/drawing/2014/main" id="{F5F9B77D-DC74-325A-00B8-BF5F17516D45}"/>
              </a:ext>
            </a:extLst>
          </p:cNvPr>
          <p:cNvSpPr/>
          <p:nvPr/>
        </p:nvSpPr>
        <p:spPr>
          <a:xfrm>
            <a:off x="1422603" y="1076849"/>
            <a:ext cx="849661" cy="312667"/>
          </a:xfrm>
          <a:prstGeom prst="flowChartTerminator">
            <a:avLst/>
          </a:prstGeom>
          <a:solidFill>
            <a:srgbClr val="2040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终止符 12">
            <a:extLst>
              <a:ext uri="{FF2B5EF4-FFF2-40B4-BE49-F238E27FC236}">
                <a16:creationId xmlns:a16="http://schemas.microsoft.com/office/drawing/2014/main" id="{A60DFEDF-4A1F-8390-9E24-EBFF13E4717A}"/>
              </a:ext>
            </a:extLst>
          </p:cNvPr>
          <p:cNvSpPr/>
          <p:nvPr/>
        </p:nvSpPr>
        <p:spPr>
          <a:xfrm>
            <a:off x="2463783" y="1076848"/>
            <a:ext cx="849661" cy="312667"/>
          </a:xfrm>
          <a:prstGeom prst="flowChartTerminator">
            <a:avLst/>
          </a:prstGeom>
          <a:solidFill>
            <a:srgbClr val="01A9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终止符 13">
            <a:extLst>
              <a:ext uri="{FF2B5EF4-FFF2-40B4-BE49-F238E27FC236}">
                <a16:creationId xmlns:a16="http://schemas.microsoft.com/office/drawing/2014/main" id="{EE141D64-F6FF-DC8D-7AD7-7248DEFA496B}"/>
              </a:ext>
            </a:extLst>
          </p:cNvPr>
          <p:cNvSpPr/>
          <p:nvPr/>
        </p:nvSpPr>
        <p:spPr>
          <a:xfrm>
            <a:off x="3504962" y="1076847"/>
            <a:ext cx="849661" cy="312667"/>
          </a:xfrm>
          <a:prstGeom prst="flowChartTerminator">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文本框 14">
            <a:extLst>
              <a:ext uri="{FF2B5EF4-FFF2-40B4-BE49-F238E27FC236}">
                <a16:creationId xmlns:a16="http://schemas.microsoft.com/office/drawing/2014/main" id="{97849530-E99A-208B-5653-73C0FBBBCFA1}"/>
              </a:ext>
            </a:extLst>
          </p:cNvPr>
          <p:cNvSpPr txBox="1"/>
          <p:nvPr/>
        </p:nvSpPr>
        <p:spPr>
          <a:xfrm>
            <a:off x="521627" y="1110068"/>
            <a:ext cx="566181" cy="246221"/>
          </a:xfrm>
          <a:prstGeom prst="rect">
            <a:avLst/>
          </a:prstGeom>
          <a:noFill/>
        </p:spPr>
        <p:txBody>
          <a:bodyPr wrap="none" rtlCol="0">
            <a:spAutoFit/>
          </a:bodyPr>
          <a:lstStyle>
            <a:defPPr>
              <a:defRPr lang="zh-CN"/>
            </a:defPPr>
            <a:lvl1pPr>
              <a:defRPr kumimoji="1" sz="1000">
                <a:solidFill>
                  <a:schemeClr val="bg1"/>
                </a:solidFill>
                <a:latin typeface="HarmonyOS Sans SC Medium" pitchFamily="2" charset="-122"/>
                <a:ea typeface="HarmonyOS Sans SC Medium" pitchFamily="2" charset="-122"/>
              </a:defRPr>
            </a:lvl1pPr>
          </a:lstStyle>
          <a:p>
            <a:r>
              <a:rPr lang="en-US" altLang="zh-CN" dirty="0"/>
              <a:t>Global</a:t>
            </a:r>
            <a:endParaRPr lang="zh-CN" altLang="en-US" dirty="0"/>
          </a:p>
        </p:txBody>
      </p:sp>
      <p:sp>
        <p:nvSpPr>
          <p:cNvPr id="16" name="文本框 15">
            <a:extLst>
              <a:ext uri="{FF2B5EF4-FFF2-40B4-BE49-F238E27FC236}">
                <a16:creationId xmlns:a16="http://schemas.microsoft.com/office/drawing/2014/main" id="{C156EC8C-88B4-C11B-859A-247AA14AEFBD}"/>
              </a:ext>
            </a:extLst>
          </p:cNvPr>
          <p:cNvSpPr txBox="1"/>
          <p:nvPr/>
        </p:nvSpPr>
        <p:spPr>
          <a:xfrm>
            <a:off x="1546709" y="1108786"/>
            <a:ext cx="601447" cy="246221"/>
          </a:xfrm>
          <a:prstGeom prst="rect">
            <a:avLst/>
          </a:prstGeom>
          <a:noFill/>
        </p:spPr>
        <p:txBody>
          <a:bodyPr wrap="none" rtlCol="0">
            <a:spAutoFit/>
          </a:bodyPr>
          <a:lstStyle>
            <a:defPPr>
              <a:defRPr lang="zh-CN"/>
            </a:defPPr>
            <a:lvl1pPr>
              <a:defRPr kumimoji="1" sz="1000">
                <a:solidFill>
                  <a:schemeClr val="bg1"/>
                </a:solidFill>
                <a:latin typeface="HarmonyOS Sans SC Medium" pitchFamily="2" charset="-122"/>
                <a:ea typeface="HarmonyOS Sans SC Medium" pitchFamily="2" charset="-122"/>
              </a:defRPr>
            </a:lvl1pPr>
          </a:lstStyle>
          <a:p>
            <a:r>
              <a:rPr lang="en-US" altLang="zh-CN" dirty="0"/>
              <a:t>Region</a:t>
            </a:r>
            <a:endParaRPr lang="zh-CN" altLang="en-US" dirty="0"/>
          </a:p>
        </p:txBody>
      </p:sp>
      <p:sp>
        <p:nvSpPr>
          <p:cNvPr id="17" name="文本框 16">
            <a:extLst>
              <a:ext uri="{FF2B5EF4-FFF2-40B4-BE49-F238E27FC236}">
                <a16:creationId xmlns:a16="http://schemas.microsoft.com/office/drawing/2014/main" id="{73E66119-0EE2-9672-FE18-DBA3B5D27E89}"/>
              </a:ext>
            </a:extLst>
          </p:cNvPr>
          <p:cNvSpPr txBox="1"/>
          <p:nvPr/>
        </p:nvSpPr>
        <p:spPr>
          <a:xfrm>
            <a:off x="2648804" y="1108786"/>
            <a:ext cx="479618" cy="246221"/>
          </a:xfrm>
          <a:prstGeom prst="rect">
            <a:avLst/>
          </a:prstGeom>
          <a:noFill/>
        </p:spPr>
        <p:txBody>
          <a:bodyPr wrap="none" rtlCol="0">
            <a:spAutoFit/>
          </a:bodyPr>
          <a:lstStyle>
            <a:defPPr>
              <a:defRPr lang="zh-CN"/>
            </a:defPPr>
            <a:lvl1pPr>
              <a:defRPr kumimoji="1" sz="1000">
                <a:solidFill>
                  <a:schemeClr val="bg1"/>
                </a:solidFill>
                <a:latin typeface="HarmonyOS Sans SC Medium" pitchFamily="2" charset="-122"/>
                <a:ea typeface="HarmonyOS Sans SC Medium" pitchFamily="2" charset="-122"/>
              </a:defRPr>
            </a:lvl1pPr>
          </a:lstStyle>
          <a:p>
            <a:r>
              <a:rPr lang="en-US" altLang="zh-CN" dirty="0"/>
              <a:t>AUM</a:t>
            </a:r>
            <a:endParaRPr lang="zh-CN" altLang="en-US" dirty="0"/>
          </a:p>
        </p:txBody>
      </p:sp>
      <p:sp>
        <p:nvSpPr>
          <p:cNvPr id="18" name="文本框 17">
            <a:extLst>
              <a:ext uri="{FF2B5EF4-FFF2-40B4-BE49-F238E27FC236}">
                <a16:creationId xmlns:a16="http://schemas.microsoft.com/office/drawing/2014/main" id="{12B8D2C5-A564-CBE1-918C-3A10F84D8244}"/>
              </a:ext>
            </a:extLst>
          </p:cNvPr>
          <p:cNvSpPr txBox="1"/>
          <p:nvPr/>
        </p:nvSpPr>
        <p:spPr>
          <a:xfrm>
            <a:off x="3507916" y="1110069"/>
            <a:ext cx="846707" cy="246221"/>
          </a:xfrm>
          <a:prstGeom prst="rect">
            <a:avLst/>
          </a:prstGeom>
          <a:noFill/>
        </p:spPr>
        <p:txBody>
          <a:bodyPr wrap="none" rtlCol="0">
            <a:spAutoFit/>
          </a:bodyPr>
          <a:lstStyle/>
          <a:p>
            <a:r>
              <a:rPr kumimoji="1" lang="en-US" altLang="zh-CN" sz="1000" dirty="0">
                <a:solidFill>
                  <a:schemeClr val="bg1"/>
                </a:solidFill>
                <a:latin typeface="HarmonyOS Sans SC Medium" pitchFamily="2" charset="-122"/>
                <a:ea typeface="HarmonyOS Sans SC Medium" pitchFamily="2" charset="-122"/>
              </a:rPr>
              <a:t>Generation</a:t>
            </a:r>
            <a:endParaRPr kumimoji="1" lang="zh-CN" altLang="en-US" sz="1000" dirty="0">
              <a:solidFill>
                <a:schemeClr val="bg1"/>
              </a:solidFill>
              <a:latin typeface="HarmonyOS Sans SC Medium" pitchFamily="2" charset="-122"/>
              <a:ea typeface="HarmonyOS Sans SC Medium" pitchFamily="2" charset="-122"/>
            </a:endParaRPr>
          </a:p>
        </p:txBody>
      </p:sp>
      <p:sp>
        <p:nvSpPr>
          <p:cNvPr id="19" name="文本框 18">
            <a:extLst>
              <a:ext uri="{FF2B5EF4-FFF2-40B4-BE49-F238E27FC236}">
                <a16:creationId xmlns:a16="http://schemas.microsoft.com/office/drawing/2014/main" id="{3B56072A-9DF9-2FAA-8C09-06261590A920}"/>
              </a:ext>
            </a:extLst>
          </p:cNvPr>
          <p:cNvSpPr txBox="1"/>
          <p:nvPr/>
        </p:nvSpPr>
        <p:spPr>
          <a:xfrm>
            <a:off x="304731" y="274319"/>
            <a:ext cx="5484194" cy="523220"/>
          </a:xfrm>
          <a:prstGeom prst="rect">
            <a:avLst/>
          </a:prstGeom>
          <a:noFill/>
        </p:spPr>
        <p:txBody>
          <a:bodyPr wrap="none" rtlCol="0">
            <a:spAutoFit/>
          </a:bodyPr>
          <a:lstStyle/>
          <a:p>
            <a:r>
              <a:rPr kumimoji="1" lang="en-US" altLang="zh-CN" sz="1400" dirty="0">
                <a:latin typeface="HarmonyOS Sans SC Medium" pitchFamily="2" charset="-122"/>
                <a:ea typeface="HarmonyOS Sans SC Medium" pitchFamily="2" charset="-122"/>
              </a:rPr>
              <a:t>Whether family offices believe they have sufficiently invested in</a:t>
            </a:r>
          </a:p>
          <a:p>
            <a:r>
              <a:rPr kumimoji="1" lang="en-US" altLang="zh-CN" sz="1400" dirty="0">
                <a:latin typeface="HarmonyOS Sans SC Medium" pitchFamily="2" charset="-122"/>
                <a:ea typeface="HarmonyOS Sans SC Medium" pitchFamily="2" charset="-122"/>
              </a:rPr>
              <a:t>operational technology to run a</a:t>
            </a:r>
            <a:r>
              <a:rPr kumimoji="1" lang="zh-CN" altLang="en-US" sz="1400" dirty="0">
                <a:latin typeface="HarmonyOS Sans SC Medium" pitchFamily="2" charset="-122"/>
                <a:ea typeface="HarmonyOS Sans SC Medium" pitchFamily="2" charset="-122"/>
              </a:rPr>
              <a:t> </a:t>
            </a:r>
            <a:r>
              <a:rPr kumimoji="1" lang="en-US" altLang="zh-CN" sz="1400" dirty="0">
                <a:latin typeface="HarmonyOS Sans SC Medium" pitchFamily="2" charset="-122"/>
                <a:ea typeface="HarmonyOS Sans SC Medium" pitchFamily="2" charset="-122"/>
              </a:rPr>
              <a:t>modern business</a:t>
            </a:r>
            <a:endParaRPr kumimoji="1" lang="zh-CN" altLang="en-US" sz="1400" dirty="0">
              <a:latin typeface="HarmonyOS Sans SC Medium" pitchFamily="2" charset="-122"/>
              <a:ea typeface="HarmonyOS Sans SC Medium" pitchFamily="2" charset="-122"/>
            </a:endParaRPr>
          </a:p>
        </p:txBody>
      </p:sp>
      <p:sp>
        <p:nvSpPr>
          <p:cNvPr id="21" name="文本框 20">
            <a:extLst>
              <a:ext uri="{FF2B5EF4-FFF2-40B4-BE49-F238E27FC236}">
                <a16:creationId xmlns:a16="http://schemas.microsoft.com/office/drawing/2014/main" id="{CC750AC2-6BB4-3DEA-7A76-2EA518C92081}"/>
              </a:ext>
            </a:extLst>
          </p:cNvPr>
          <p:cNvSpPr txBox="1"/>
          <p:nvPr/>
        </p:nvSpPr>
        <p:spPr>
          <a:xfrm>
            <a:off x="3697179" y="4856728"/>
            <a:ext cx="840295" cy="276999"/>
          </a:xfrm>
          <a:prstGeom prst="rect">
            <a:avLst/>
          </a:prstGeom>
          <a:noFill/>
        </p:spPr>
        <p:txBody>
          <a:bodyPr wrap="none" rtlCol="0">
            <a:spAutoFit/>
          </a:bodyPr>
          <a:lstStyle/>
          <a:p>
            <a:r>
              <a:rPr kumimoji="1" lang="en-US" altLang="zh-CN" sz="1200" dirty="0">
                <a:latin typeface="HarmonyOS Sans SC Medium" pitchFamily="2" charset="-122"/>
                <a:ea typeface="HarmonyOS Sans SC Medium" pitchFamily="2" charset="-122"/>
              </a:rPr>
              <a:t>Not at all</a:t>
            </a:r>
            <a:endParaRPr kumimoji="1" lang="zh-CN" altLang="en-US" sz="1200" dirty="0">
              <a:latin typeface="HarmonyOS Sans SC Medium" pitchFamily="2" charset="-122"/>
              <a:ea typeface="HarmonyOS Sans SC Medium" pitchFamily="2" charset="-122"/>
            </a:endParaRPr>
          </a:p>
        </p:txBody>
      </p:sp>
      <p:sp>
        <p:nvSpPr>
          <p:cNvPr id="22" name="文本框 21">
            <a:extLst>
              <a:ext uri="{FF2B5EF4-FFF2-40B4-BE49-F238E27FC236}">
                <a16:creationId xmlns:a16="http://schemas.microsoft.com/office/drawing/2014/main" id="{46675B98-1E50-BE95-10D9-E7087E2F766A}"/>
              </a:ext>
            </a:extLst>
          </p:cNvPr>
          <p:cNvSpPr txBox="1"/>
          <p:nvPr/>
        </p:nvSpPr>
        <p:spPr>
          <a:xfrm>
            <a:off x="3697178" y="5175703"/>
            <a:ext cx="1398140" cy="276999"/>
          </a:xfrm>
          <a:prstGeom prst="rect">
            <a:avLst/>
          </a:prstGeom>
          <a:noFill/>
        </p:spPr>
        <p:txBody>
          <a:bodyPr wrap="none" rtlCol="0">
            <a:spAutoFit/>
          </a:bodyPr>
          <a:lstStyle/>
          <a:p>
            <a:r>
              <a:rPr kumimoji="1" lang="en-US" altLang="zh-CN" sz="1200" dirty="0">
                <a:latin typeface="HarmonyOS Sans SC Medium" pitchFamily="2" charset="-122"/>
                <a:ea typeface="HarmonyOS Sans SC Medium" pitchFamily="2" charset="-122"/>
              </a:rPr>
              <a:t>To a small extent</a:t>
            </a:r>
            <a:endParaRPr kumimoji="1" lang="zh-CN" altLang="en-US" sz="1200" dirty="0">
              <a:latin typeface="HarmonyOS Sans SC Medium" pitchFamily="2" charset="-122"/>
              <a:ea typeface="HarmonyOS Sans SC Medium" pitchFamily="2" charset="-122"/>
            </a:endParaRPr>
          </a:p>
        </p:txBody>
      </p:sp>
      <p:sp>
        <p:nvSpPr>
          <p:cNvPr id="23" name="文本框 22">
            <a:extLst>
              <a:ext uri="{FF2B5EF4-FFF2-40B4-BE49-F238E27FC236}">
                <a16:creationId xmlns:a16="http://schemas.microsoft.com/office/drawing/2014/main" id="{C7C566CF-5433-09F2-B49E-DDBF124CB4E1}"/>
              </a:ext>
            </a:extLst>
          </p:cNvPr>
          <p:cNvSpPr txBox="1"/>
          <p:nvPr/>
        </p:nvSpPr>
        <p:spPr>
          <a:xfrm>
            <a:off x="3697177" y="5492266"/>
            <a:ext cx="1726755" cy="276999"/>
          </a:xfrm>
          <a:prstGeom prst="rect">
            <a:avLst/>
          </a:prstGeom>
          <a:noFill/>
        </p:spPr>
        <p:txBody>
          <a:bodyPr wrap="none" rtlCol="0">
            <a:spAutoFit/>
          </a:bodyPr>
          <a:lstStyle/>
          <a:p>
            <a:r>
              <a:rPr kumimoji="1" lang="en-US" altLang="zh-CN" sz="1200" dirty="0">
                <a:latin typeface="HarmonyOS Sans SC Medium" pitchFamily="2" charset="-122"/>
                <a:ea typeface="HarmonyOS Sans SC Medium" pitchFamily="2" charset="-122"/>
              </a:rPr>
              <a:t>To a moderate extent</a:t>
            </a:r>
            <a:endParaRPr kumimoji="1" lang="zh-CN" altLang="en-US" sz="1200" dirty="0">
              <a:latin typeface="HarmonyOS Sans SC Medium" pitchFamily="2" charset="-122"/>
              <a:ea typeface="HarmonyOS Sans SC Medium" pitchFamily="2" charset="-122"/>
            </a:endParaRPr>
          </a:p>
        </p:txBody>
      </p:sp>
      <p:sp>
        <p:nvSpPr>
          <p:cNvPr id="24" name="文本框 23">
            <a:extLst>
              <a:ext uri="{FF2B5EF4-FFF2-40B4-BE49-F238E27FC236}">
                <a16:creationId xmlns:a16="http://schemas.microsoft.com/office/drawing/2014/main" id="{32D9DEF8-2411-09A7-8009-7F766FB5C178}"/>
              </a:ext>
            </a:extLst>
          </p:cNvPr>
          <p:cNvSpPr txBox="1"/>
          <p:nvPr/>
        </p:nvSpPr>
        <p:spPr>
          <a:xfrm>
            <a:off x="3697176" y="5804783"/>
            <a:ext cx="1269899" cy="461665"/>
          </a:xfrm>
          <a:prstGeom prst="rect">
            <a:avLst/>
          </a:prstGeom>
          <a:noFill/>
        </p:spPr>
        <p:txBody>
          <a:bodyPr wrap="none" rtlCol="0">
            <a:spAutoFit/>
          </a:bodyPr>
          <a:lstStyle/>
          <a:p>
            <a:r>
              <a:rPr kumimoji="1" lang="en-US" altLang="zh-CN" sz="1200" dirty="0">
                <a:latin typeface="HarmonyOS Sans SC Medium" pitchFamily="2" charset="-122"/>
                <a:ea typeface="HarmonyOS Sans SC Medium" pitchFamily="2" charset="-122"/>
              </a:rPr>
              <a:t>To a</a:t>
            </a:r>
            <a:r>
              <a:rPr kumimoji="1" lang="zh-CN" altLang="en-US" sz="1200" dirty="0">
                <a:latin typeface="HarmonyOS Sans SC Medium" pitchFamily="2" charset="-122"/>
                <a:ea typeface="HarmonyOS Sans SC Medium" pitchFamily="2" charset="-122"/>
              </a:rPr>
              <a:t> </a:t>
            </a:r>
            <a:r>
              <a:rPr kumimoji="1" lang="en-US" altLang="zh-CN" sz="1200" dirty="0">
                <a:latin typeface="HarmonyOS Sans SC Medium" pitchFamily="2" charset="-122"/>
                <a:ea typeface="HarmonyOS Sans SC Medium" pitchFamily="2" charset="-122"/>
              </a:rPr>
              <a:t>large/very</a:t>
            </a:r>
          </a:p>
          <a:p>
            <a:r>
              <a:rPr kumimoji="1" lang="en-US" altLang="zh-CN" sz="1200" dirty="0">
                <a:latin typeface="HarmonyOS Sans SC Medium" pitchFamily="2" charset="-122"/>
                <a:ea typeface="HarmonyOS Sans SC Medium" pitchFamily="2" charset="-122"/>
              </a:rPr>
              <a:t>large extent</a:t>
            </a:r>
            <a:endParaRPr kumimoji="1" lang="zh-CN" altLang="en-US" sz="1200" dirty="0">
              <a:latin typeface="HarmonyOS Sans SC Medium" pitchFamily="2" charset="-122"/>
              <a:ea typeface="HarmonyOS Sans SC Medium" pitchFamily="2" charset="-122"/>
            </a:endParaRPr>
          </a:p>
        </p:txBody>
      </p:sp>
      <p:sp>
        <p:nvSpPr>
          <p:cNvPr id="25" name="文本框 24">
            <a:extLst>
              <a:ext uri="{FF2B5EF4-FFF2-40B4-BE49-F238E27FC236}">
                <a16:creationId xmlns:a16="http://schemas.microsoft.com/office/drawing/2014/main" id="{D5F4F204-B16C-5537-E167-50FD3C6DD8EC}"/>
              </a:ext>
            </a:extLst>
          </p:cNvPr>
          <p:cNvSpPr txBox="1"/>
          <p:nvPr/>
        </p:nvSpPr>
        <p:spPr>
          <a:xfrm>
            <a:off x="6230531" y="274319"/>
            <a:ext cx="5656738" cy="738664"/>
          </a:xfrm>
          <a:prstGeom prst="rect">
            <a:avLst/>
          </a:prstGeom>
          <a:noFill/>
        </p:spPr>
        <p:txBody>
          <a:bodyPr wrap="square" rtlCol="0">
            <a:spAutoFit/>
          </a:bodyPr>
          <a:lstStyle/>
          <a:p>
            <a:r>
              <a:rPr kumimoji="1" lang="en-US" altLang="zh-CN" sz="1400" dirty="0">
                <a:latin typeface="HarmonyOS Sans SC Medium" pitchFamily="2" charset="-122"/>
                <a:ea typeface="HarmonyOS Sans SC Medium" pitchFamily="2" charset="-122"/>
              </a:rPr>
              <a:t>Proportion of respondents that rank inadequate investment and/or adoption of</a:t>
            </a:r>
            <a:r>
              <a:rPr kumimoji="1" lang="zh-CN" altLang="en-US" sz="1400" dirty="0">
                <a:latin typeface="HarmonyOS Sans SC Medium" pitchFamily="2" charset="-122"/>
                <a:ea typeface="HarmonyOS Sans SC Medium" pitchFamily="2" charset="-122"/>
              </a:rPr>
              <a:t> </a:t>
            </a:r>
            <a:r>
              <a:rPr kumimoji="1" lang="en-US" altLang="zh-CN" sz="1400" dirty="0">
                <a:latin typeface="HarmonyOS Sans SC Medium" pitchFamily="2" charset="-122"/>
                <a:ea typeface="HarmonyOS Sans SC Medium" pitchFamily="2" charset="-122"/>
              </a:rPr>
              <a:t>new technologies as a core risk to their family office in 2024</a:t>
            </a:r>
            <a:endParaRPr kumimoji="1" lang="zh-CN" altLang="en-US" sz="1400" dirty="0">
              <a:latin typeface="HarmonyOS Sans SC Medium" pitchFamily="2" charset="-122"/>
              <a:ea typeface="HarmonyOS Sans SC Medium" pitchFamily="2" charset="-122"/>
            </a:endParaRPr>
          </a:p>
        </p:txBody>
      </p:sp>
      <p:graphicFrame>
        <p:nvGraphicFramePr>
          <p:cNvPr id="98" name="Chart 3">
            <a:extLst>
              <a:ext uri="{FF2B5EF4-FFF2-40B4-BE49-F238E27FC236}">
                <a16:creationId xmlns:a16="http://schemas.microsoft.com/office/drawing/2014/main" id="{7BF4834A-D6E8-9145-69AF-7A4A3688E1ED}"/>
              </a:ext>
            </a:extLst>
          </p:cNvPr>
          <p:cNvGraphicFramePr/>
          <p:nvPr>
            <p:custDataLst>
              <p:tags r:id="rId2"/>
            </p:custDataLst>
            <p:extLst>
              <p:ext uri="{D42A27DB-BD31-4B8C-83A1-F6EECF244321}">
                <p14:modId xmlns:p14="http://schemas.microsoft.com/office/powerpoint/2010/main" val="3221231078"/>
              </p:ext>
            </p:extLst>
          </p:nvPr>
        </p:nvGraphicFramePr>
        <p:xfrm>
          <a:off x="7535863" y="803275"/>
          <a:ext cx="4329112" cy="5964238"/>
        </p:xfrm>
        <a:graphic>
          <a:graphicData uri="http://schemas.openxmlformats.org/drawingml/2006/chart">
            <c:chart xmlns:c="http://schemas.openxmlformats.org/drawingml/2006/chart" xmlns:r="http://schemas.openxmlformats.org/officeDocument/2006/relationships" r:id="rId16"/>
          </a:graphicData>
        </a:graphic>
      </p:graphicFrame>
      <p:sp>
        <p:nvSpPr>
          <p:cNvPr id="28" name="文本占位符 2">
            <a:extLst>
              <a:ext uri="{FF2B5EF4-FFF2-40B4-BE49-F238E27FC236}">
                <a16:creationId xmlns:a16="http://schemas.microsoft.com/office/drawing/2014/main" id="{C0AAEA2C-D4C1-B02B-A57F-2E8BF2866056}"/>
              </a:ext>
            </a:extLst>
          </p:cNvPr>
          <p:cNvSpPr txBox="1">
            <a:spLocks/>
          </p:cNvSpPr>
          <p:nvPr>
            <p:custDataLst>
              <p:tags r:id="rId3"/>
            </p:custDataLst>
          </p:nvPr>
        </p:nvSpPr>
        <p:spPr bwMode="auto">
          <a:xfrm>
            <a:off x="6297613" y="1906588"/>
            <a:ext cx="120332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E8465612-2307-4A18-8578-6B6D898CEABB}" type="datetime'''No''''''r''''t''h'' ''''''''''''''''A''''m''''e''r''''ic''a'">
              <a:rPr kumimoji="1" lang="en-US" altLang="en-US" sz="1400" smtClean="0">
                <a:latin typeface="HarmonyOS Sans SC Medium" pitchFamily="2" charset="-122"/>
                <a:ea typeface="HarmonyOS Sans SC Medium" pitchFamily="2" charset="-122"/>
                <a:sym typeface="HarmonyOS Sans SC Medium" pitchFamily="2" charset="-122"/>
              </a:rPr>
              <a:pPr algn="l">
                <a:spcBef>
                  <a:spcPct val="0"/>
                </a:spcBef>
                <a:spcAft>
                  <a:spcPct val="0"/>
                </a:spcAft>
              </a:pPr>
              <a:t>North America</a:t>
            </a:fld>
            <a:endParaRPr kumimoji="1" lang="zh-CN" altLang="en-US" sz="1400" dirty="0">
              <a:latin typeface="HarmonyOS Sans SC Medium" pitchFamily="2" charset="-122"/>
              <a:ea typeface="HarmonyOS Sans SC Medium" pitchFamily="2" charset="-122"/>
              <a:sym typeface="HarmonyOS Sans SC Medium" pitchFamily="2" charset="-122"/>
            </a:endParaRPr>
          </a:p>
        </p:txBody>
      </p:sp>
      <p:sp>
        <p:nvSpPr>
          <p:cNvPr id="29" name="文本占位符 2">
            <a:extLst>
              <a:ext uri="{FF2B5EF4-FFF2-40B4-BE49-F238E27FC236}">
                <a16:creationId xmlns:a16="http://schemas.microsoft.com/office/drawing/2014/main" id="{4B944409-6D6D-26C9-B0A1-EF07524827AB}"/>
              </a:ext>
            </a:extLst>
          </p:cNvPr>
          <p:cNvSpPr txBox="1">
            <a:spLocks/>
          </p:cNvSpPr>
          <p:nvPr>
            <p:custDataLst>
              <p:tags r:id="rId4"/>
            </p:custDataLst>
          </p:nvPr>
        </p:nvSpPr>
        <p:spPr bwMode="auto">
          <a:xfrm>
            <a:off x="6297613" y="2500313"/>
            <a:ext cx="59531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38F90E96-A72C-4A2B-BAD5-E4F6FAC49C46}" type="datetime'''''''''''''''''''Eu''''''''''ro''p''''''''''e'''''''''''">
              <a:rPr kumimoji="1" lang="en-US" altLang="en-US" sz="1400" smtClean="0">
                <a:latin typeface="HarmonyOS Sans SC Medium" pitchFamily="2" charset="-122"/>
                <a:ea typeface="HarmonyOS Sans SC Medium" pitchFamily="2" charset="-122"/>
                <a:sym typeface="HarmonyOS Sans SC Medium" pitchFamily="2" charset="-122"/>
              </a:rPr>
              <a:pPr algn="l">
                <a:spcBef>
                  <a:spcPct val="0"/>
                </a:spcBef>
                <a:spcAft>
                  <a:spcPct val="0"/>
                </a:spcAft>
              </a:pPr>
              <a:t>Europe</a:t>
            </a:fld>
            <a:endParaRPr kumimoji="1" lang="zh-CN" altLang="en-US" sz="1400" dirty="0">
              <a:latin typeface="HarmonyOS Sans SC Medium" pitchFamily="2" charset="-122"/>
              <a:ea typeface="HarmonyOS Sans SC Medium" pitchFamily="2" charset="-122"/>
              <a:sym typeface="HarmonyOS Sans SC Medium" pitchFamily="2" charset="-122"/>
            </a:endParaRPr>
          </a:p>
        </p:txBody>
      </p:sp>
      <p:sp>
        <p:nvSpPr>
          <p:cNvPr id="49" name="文本占位符 2">
            <a:extLst>
              <a:ext uri="{FF2B5EF4-FFF2-40B4-BE49-F238E27FC236}">
                <a16:creationId xmlns:a16="http://schemas.microsoft.com/office/drawing/2014/main" id="{B1AE887C-F9CE-0BB4-27F4-561827AE3C68}"/>
              </a:ext>
            </a:extLst>
          </p:cNvPr>
          <p:cNvSpPr txBox="1">
            <a:spLocks/>
          </p:cNvSpPr>
          <p:nvPr>
            <p:custDataLst>
              <p:tags r:id="rId5"/>
            </p:custDataLst>
          </p:nvPr>
        </p:nvSpPr>
        <p:spPr bwMode="auto">
          <a:xfrm>
            <a:off x="6297613" y="3095625"/>
            <a:ext cx="92868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11AFD009-8E33-428D-946C-A3F5FCB03DEB}" type="datetime'''''''A''s''''ia'''''''''' Pac''''''''''''i''f''''i''''''''c'">
              <a:rPr kumimoji="1" lang="en-US" altLang="en-US" sz="1400" smtClean="0">
                <a:latin typeface="HarmonyOS Sans SC Medium" pitchFamily="2" charset="-122"/>
                <a:ea typeface="HarmonyOS Sans SC Medium" pitchFamily="2" charset="-122"/>
                <a:sym typeface="HarmonyOS Sans SC Medium" pitchFamily="2" charset="-122"/>
              </a:rPr>
              <a:pPr algn="l">
                <a:spcBef>
                  <a:spcPct val="0"/>
                </a:spcBef>
                <a:spcAft>
                  <a:spcPct val="0"/>
                </a:spcAft>
              </a:pPr>
              <a:t>Asia Pacific</a:t>
            </a:fld>
            <a:endParaRPr kumimoji="1" lang="zh-CN" altLang="en-US" sz="1400" dirty="0">
              <a:latin typeface="HarmonyOS Sans SC Medium" pitchFamily="2" charset="-122"/>
              <a:ea typeface="HarmonyOS Sans SC Medium" pitchFamily="2" charset="-122"/>
              <a:sym typeface="HarmonyOS Sans SC Medium" pitchFamily="2" charset="-122"/>
            </a:endParaRPr>
          </a:p>
        </p:txBody>
      </p:sp>
      <p:sp>
        <p:nvSpPr>
          <p:cNvPr id="52" name="文本占位符 2">
            <a:extLst>
              <a:ext uri="{FF2B5EF4-FFF2-40B4-BE49-F238E27FC236}">
                <a16:creationId xmlns:a16="http://schemas.microsoft.com/office/drawing/2014/main" id="{DBB03C8E-F704-792F-9E1F-399FFB68E5A8}"/>
              </a:ext>
            </a:extLst>
          </p:cNvPr>
          <p:cNvSpPr txBox="1">
            <a:spLocks/>
          </p:cNvSpPr>
          <p:nvPr>
            <p:custDataLst>
              <p:tags r:id="rId6"/>
            </p:custDataLst>
          </p:nvPr>
        </p:nvSpPr>
        <p:spPr bwMode="auto">
          <a:xfrm>
            <a:off x="6297613" y="3689350"/>
            <a:ext cx="42703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C5E1FC39-218B-4BAF-83EF-9C982C1FDA37}" type="datetime'R''O''''W'''''''''''''''''''''''''''''''''''''''''''''">
              <a:rPr kumimoji="1" lang="en-US" altLang="en-US" sz="1400" smtClean="0">
                <a:latin typeface="HarmonyOS Sans SC Medium" pitchFamily="2" charset="-122"/>
                <a:ea typeface="HarmonyOS Sans SC Medium" pitchFamily="2" charset="-122"/>
                <a:sym typeface="HarmonyOS Sans SC Medium" pitchFamily="2" charset="-122"/>
              </a:rPr>
              <a:pPr algn="l">
                <a:spcBef>
                  <a:spcPct val="0"/>
                </a:spcBef>
                <a:spcAft>
                  <a:spcPct val="0"/>
                </a:spcAft>
              </a:pPr>
              <a:t>ROW</a:t>
            </a:fld>
            <a:endParaRPr kumimoji="1" lang="zh-CN" altLang="en-US" sz="1400" dirty="0">
              <a:latin typeface="HarmonyOS Sans SC Medium" pitchFamily="2" charset="-122"/>
              <a:ea typeface="HarmonyOS Sans SC Medium" pitchFamily="2" charset="-122"/>
              <a:sym typeface="HarmonyOS Sans SC Medium" pitchFamily="2" charset="-122"/>
            </a:endParaRPr>
          </a:p>
        </p:txBody>
      </p:sp>
      <p:sp>
        <p:nvSpPr>
          <p:cNvPr id="26" name="文本占位符 2">
            <a:extLst>
              <a:ext uri="{FF2B5EF4-FFF2-40B4-BE49-F238E27FC236}">
                <a16:creationId xmlns:a16="http://schemas.microsoft.com/office/drawing/2014/main" id="{170A3642-B906-9954-5F1B-480DF84597F3}"/>
              </a:ext>
            </a:extLst>
          </p:cNvPr>
          <p:cNvSpPr txBox="1">
            <a:spLocks/>
          </p:cNvSpPr>
          <p:nvPr>
            <p:custDataLst>
              <p:tags r:id="rId7"/>
            </p:custDataLst>
          </p:nvPr>
        </p:nvSpPr>
        <p:spPr bwMode="auto">
          <a:xfrm>
            <a:off x="6297613" y="1311275"/>
            <a:ext cx="52863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89E92B21-84E5-4A87-A9C5-FE3664AC2E4E}" type="datetime'''''G''''''''''''l''''o''''''''b''''''''''''''''a''l'">
              <a:rPr kumimoji="1" lang="en-US" altLang="en-US" sz="1400" smtClean="0">
                <a:latin typeface="HarmonyOS Sans SC Medium" pitchFamily="2" charset="-122"/>
                <a:ea typeface="HarmonyOS Sans SC Medium" pitchFamily="2" charset="-122"/>
                <a:sym typeface="HarmonyOS Sans SC Medium" pitchFamily="2" charset="-122"/>
              </a:rPr>
              <a:pPr algn="l">
                <a:spcBef>
                  <a:spcPct val="0"/>
                </a:spcBef>
                <a:spcAft>
                  <a:spcPct val="0"/>
                </a:spcAft>
              </a:pPr>
              <a:t>Global</a:t>
            </a:fld>
            <a:endParaRPr kumimoji="1" lang="zh-CN" altLang="en-US" sz="1400" dirty="0">
              <a:latin typeface="HarmonyOS Sans SC Medium" pitchFamily="2" charset="-122"/>
              <a:ea typeface="HarmonyOS Sans SC Medium" pitchFamily="2" charset="-122"/>
              <a:sym typeface="HarmonyOS Sans SC Medium" pitchFamily="2" charset="-122"/>
            </a:endParaRPr>
          </a:p>
        </p:txBody>
      </p:sp>
      <p:sp>
        <p:nvSpPr>
          <p:cNvPr id="58" name="文本占位符 2">
            <a:extLst>
              <a:ext uri="{FF2B5EF4-FFF2-40B4-BE49-F238E27FC236}">
                <a16:creationId xmlns:a16="http://schemas.microsoft.com/office/drawing/2014/main" id="{B6A483E5-100E-FD53-C66D-CE75D72C9719}"/>
              </a:ext>
            </a:extLst>
          </p:cNvPr>
          <p:cNvSpPr txBox="1">
            <a:spLocks/>
          </p:cNvSpPr>
          <p:nvPr>
            <p:custDataLst>
              <p:tags r:id="rId8"/>
            </p:custDataLst>
          </p:nvPr>
        </p:nvSpPr>
        <p:spPr bwMode="auto">
          <a:xfrm>
            <a:off x="6297613" y="4878388"/>
            <a:ext cx="8810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A566CA1C-55B3-4AA3-89AB-71F6F24DC3EA}" type="datetime'A''''U''''''M'''' ''''$1''''''B+'''''''''''''''''">
              <a:rPr kumimoji="1" lang="en-US" altLang="en-US" sz="1400" smtClean="0">
                <a:latin typeface="HarmonyOS Sans SC Medium" pitchFamily="2" charset="-122"/>
                <a:ea typeface="HarmonyOS Sans SC Medium" pitchFamily="2" charset="-122"/>
                <a:sym typeface="HarmonyOS Sans SC Medium" pitchFamily="2" charset="-122"/>
              </a:rPr>
              <a:pPr algn="l">
                <a:spcBef>
                  <a:spcPct val="0"/>
                </a:spcBef>
                <a:spcAft>
                  <a:spcPct val="0"/>
                </a:spcAft>
              </a:pPr>
              <a:t>AUM $1B+</a:t>
            </a:fld>
            <a:endParaRPr kumimoji="1" lang="zh-CN" altLang="en-US" sz="1400" dirty="0">
              <a:latin typeface="HarmonyOS Sans SC Medium" pitchFamily="2" charset="-122"/>
              <a:ea typeface="HarmonyOS Sans SC Medium" pitchFamily="2" charset="-122"/>
              <a:sym typeface="HarmonyOS Sans SC Medium" pitchFamily="2" charset="-122"/>
            </a:endParaRPr>
          </a:p>
        </p:txBody>
      </p:sp>
      <p:sp>
        <p:nvSpPr>
          <p:cNvPr id="61" name="文本占位符 2">
            <a:extLst>
              <a:ext uri="{FF2B5EF4-FFF2-40B4-BE49-F238E27FC236}">
                <a16:creationId xmlns:a16="http://schemas.microsoft.com/office/drawing/2014/main" id="{E8B398E5-BE97-99E3-D82C-B9313B15BD58}"/>
              </a:ext>
            </a:extLst>
          </p:cNvPr>
          <p:cNvSpPr txBox="1">
            <a:spLocks/>
          </p:cNvSpPr>
          <p:nvPr>
            <p:custDataLst>
              <p:tags r:id="rId9"/>
            </p:custDataLst>
          </p:nvPr>
        </p:nvSpPr>
        <p:spPr bwMode="auto">
          <a:xfrm>
            <a:off x="6297613" y="5473700"/>
            <a:ext cx="66992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65489A1A-0E79-49A0-9060-5CB373F007DE}" type="datetime'G''''''''''''''''''''''e''''''''''n'''' ''''1''''''-3'''''''''">
              <a:rPr kumimoji="1" lang="en-US" altLang="en-US" sz="1400" smtClean="0">
                <a:latin typeface="HarmonyOS Sans SC Medium" pitchFamily="2" charset="-122"/>
                <a:ea typeface="HarmonyOS Sans SC Medium" pitchFamily="2" charset="-122"/>
                <a:sym typeface="HarmonyOS Sans SC Medium" pitchFamily="2" charset="-122"/>
              </a:rPr>
              <a:pPr algn="l">
                <a:spcBef>
                  <a:spcPct val="0"/>
                </a:spcBef>
                <a:spcAft>
                  <a:spcPct val="0"/>
                </a:spcAft>
              </a:pPr>
              <a:t>Gen 1-3</a:t>
            </a:fld>
            <a:endParaRPr kumimoji="1" lang="zh-CN" altLang="en-US" sz="1400" dirty="0">
              <a:latin typeface="HarmonyOS Sans SC Medium" pitchFamily="2" charset="-122"/>
              <a:ea typeface="HarmonyOS Sans SC Medium" pitchFamily="2" charset="-122"/>
              <a:sym typeface="HarmonyOS Sans SC Medium" pitchFamily="2" charset="-122"/>
            </a:endParaRPr>
          </a:p>
        </p:txBody>
      </p:sp>
      <p:sp>
        <p:nvSpPr>
          <p:cNvPr id="64" name="文本占位符 2">
            <a:extLst>
              <a:ext uri="{FF2B5EF4-FFF2-40B4-BE49-F238E27FC236}">
                <a16:creationId xmlns:a16="http://schemas.microsoft.com/office/drawing/2014/main" id="{03F85EB6-D3D3-E7FD-7CEC-586A2CB326DD}"/>
              </a:ext>
            </a:extLst>
          </p:cNvPr>
          <p:cNvSpPr txBox="1">
            <a:spLocks/>
          </p:cNvSpPr>
          <p:nvPr>
            <p:custDataLst>
              <p:tags r:id="rId10"/>
            </p:custDataLst>
          </p:nvPr>
        </p:nvSpPr>
        <p:spPr bwMode="auto">
          <a:xfrm>
            <a:off x="6297613" y="6067425"/>
            <a:ext cx="58261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44BDA7A6-E480-454B-97A2-D6D5AC9CE4CE}" type="datetime'''''G''''''''''''''''e''''''''n'''''' ''''''''4''''''+'''''">
              <a:rPr kumimoji="1" lang="en-US" altLang="en-US" sz="1400" smtClean="0">
                <a:latin typeface="HarmonyOS Sans SC Medium" pitchFamily="2" charset="-122"/>
                <a:ea typeface="HarmonyOS Sans SC Medium" pitchFamily="2" charset="-122"/>
                <a:sym typeface="HarmonyOS Sans SC Medium" pitchFamily="2" charset="-122"/>
              </a:rPr>
              <a:pPr algn="l">
                <a:spcBef>
                  <a:spcPct val="0"/>
                </a:spcBef>
                <a:spcAft>
                  <a:spcPct val="0"/>
                </a:spcAft>
              </a:pPr>
              <a:t>Gen 4+</a:t>
            </a:fld>
            <a:endParaRPr kumimoji="1" lang="zh-CN" altLang="en-US" sz="1400" dirty="0">
              <a:latin typeface="HarmonyOS Sans SC Medium" pitchFamily="2" charset="-122"/>
              <a:ea typeface="HarmonyOS Sans SC Medium" pitchFamily="2" charset="-122"/>
              <a:sym typeface="HarmonyOS Sans SC Medium" pitchFamily="2" charset="-122"/>
            </a:endParaRPr>
          </a:p>
        </p:txBody>
      </p:sp>
      <p:sp>
        <p:nvSpPr>
          <p:cNvPr id="55" name="文本占位符 2">
            <a:extLst>
              <a:ext uri="{FF2B5EF4-FFF2-40B4-BE49-F238E27FC236}">
                <a16:creationId xmlns:a16="http://schemas.microsoft.com/office/drawing/2014/main" id="{1BFF0605-2656-9837-7185-729C43F586CC}"/>
              </a:ext>
            </a:extLst>
          </p:cNvPr>
          <p:cNvSpPr txBox="1">
            <a:spLocks/>
          </p:cNvSpPr>
          <p:nvPr>
            <p:custDataLst>
              <p:tags r:id="rId11"/>
            </p:custDataLst>
          </p:nvPr>
        </p:nvSpPr>
        <p:spPr bwMode="auto">
          <a:xfrm>
            <a:off x="6297613" y="4284663"/>
            <a:ext cx="8810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E2C7C3F2-DD8C-4A21-AF72-02A852A05AC4}" type="datetime'''A''''''''''U''M'''' &lt;''''''''''''''$''''''''1''B'''">
              <a:rPr kumimoji="1" lang="en-US" altLang="en-US" sz="1400" smtClean="0">
                <a:latin typeface="HarmonyOS Sans SC Medium" pitchFamily="2" charset="-122"/>
                <a:ea typeface="HarmonyOS Sans SC Medium" pitchFamily="2" charset="-122"/>
                <a:sym typeface="HarmonyOS Sans SC Medium" pitchFamily="2" charset="-122"/>
              </a:rPr>
              <a:pPr algn="l">
                <a:spcBef>
                  <a:spcPct val="0"/>
                </a:spcBef>
                <a:spcAft>
                  <a:spcPct val="0"/>
                </a:spcAft>
              </a:pPr>
              <a:t>AUM &lt;$1B</a:t>
            </a:fld>
            <a:endParaRPr kumimoji="1" lang="zh-CN" altLang="en-US" sz="1400" dirty="0">
              <a:latin typeface="HarmonyOS Sans SC Medium" pitchFamily="2" charset="-122"/>
              <a:ea typeface="HarmonyOS Sans SC Medium" pitchFamily="2" charset="-122"/>
              <a:sym typeface="HarmonyOS Sans SC Medium" pitchFamily="2" charset="-122"/>
            </a:endParaRPr>
          </a:p>
        </p:txBody>
      </p:sp>
    </p:spTree>
    <p:extLst>
      <p:ext uri="{BB962C8B-B14F-4D97-AF65-F5344CB8AC3E}">
        <p14:creationId xmlns:p14="http://schemas.microsoft.com/office/powerpoint/2010/main" val="25685019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8A0E77B-F8BB-08C8-02F8-B6DA83E1DF8D}"/>
              </a:ext>
            </a:extLst>
          </p:cNvPr>
          <p:cNvGraphicFramePr>
            <a:graphicFrameLocks noChangeAspect="1"/>
          </p:cNvGraphicFramePr>
          <p:nvPr>
            <p:custDataLst>
              <p:tags r:id="rId1"/>
            </p:custDataLst>
            <p:extLst>
              <p:ext uri="{D42A27DB-BD31-4B8C-83A1-F6EECF244321}">
                <p14:modId xmlns:p14="http://schemas.microsoft.com/office/powerpoint/2010/main" val="31211081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4" name="think-cell data - do not delete" hidden="1">
                        <a:extLst>
                          <a:ext uri="{FF2B5EF4-FFF2-40B4-BE49-F238E27FC236}">
                            <a16:creationId xmlns:a16="http://schemas.microsoft.com/office/drawing/2014/main" id="{18A0E77B-F8BB-08C8-02F8-B6DA83E1DF8D}"/>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graphicFrame>
        <p:nvGraphicFramePr>
          <p:cNvPr id="5" name="Chart 38">
            <a:extLst>
              <a:ext uri="{FF2B5EF4-FFF2-40B4-BE49-F238E27FC236}">
                <a16:creationId xmlns:a16="http://schemas.microsoft.com/office/drawing/2014/main" id="{62F8B4BC-ABCD-AF26-A218-B4824FCF34A8}"/>
              </a:ext>
            </a:extLst>
          </p:cNvPr>
          <p:cNvGraphicFramePr/>
          <p:nvPr>
            <p:extLst>
              <p:ext uri="{D42A27DB-BD31-4B8C-83A1-F6EECF244321}">
                <p14:modId xmlns:p14="http://schemas.microsoft.com/office/powerpoint/2010/main" val="267982232"/>
              </p:ext>
            </p:extLst>
          </p:nvPr>
        </p:nvGraphicFramePr>
        <p:xfrm>
          <a:off x="3133840" y="1070497"/>
          <a:ext cx="9427811" cy="8117040"/>
        </p:xfrm>
        <a:graphic>
          <a:graphicData uri="http://schemas.openxmlformats.org/drawingml/2006/chart">
            <c:chart xmlns:c="http://schemas.openxmlformats.org/drawingml/2006/chart" xmlns:r="http://schemas.openxmlformats.org/officeDocument/2006/relationships" r:id="rId5"/>
          </a:graphicData>
        </a:graphic>
      </p:graphicFrame>
      <p:cxnSp>
        <p:nvCxnSpPr>
          <p:cNvPr id="7" name="直线连接符 6">
            <a:extLst>
              <a:ext uri="{FF2B5EF4-FFF2-40B4-BE49-F238E27FC236}">
                <a16:creationId xmlns:a16="http://schemas.microsoft.com/office/drawing/2014/main" id="{716E8CD0-8571-5B0A-CC81-937FBD9C8EF9}"/>
              </a:ext>
            </a:extLst>
          </p:cNvPr>
          <p:cNvCxnSpPr>
            <a:cxnSpLocks/>
          </p:cNvCxnSpPr>
          <p:nvPr/>
        </p:nvCxnSpPr>
        <p:spPr>
          <a:xfrm flipH="1">
            <a:off x="7840865" y="1070497"/>
            <a:ext cx="13760" cy="3495153"/>
          </a:xfrm>
          <a:prstGeom prst="line">
            <a:avLst/>
          </a:prstGeom>
          <a:ln>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sp>
        <p:nvSpPr>
          <p:cNvPr id="19" name="文本框 18">
            <a:extLst>
              <a:ext uri="{FF2B5EF4-FFF2-40B4-BE49-F238E27FC236}">
                <a16:creationId xmlns:a16="http://schemas.microsoft.com/office/drawing/2014/main" id="{3B56072A-9DF9-2FAA-8C09-06261590A920}"/>
              </a:ext>
            </a:extLst>
          </p:cNvPr>
          <p:cNvSpPr txBox="1"/>
          <p:nvPr/>
        </p:nvSpPr>
        <p:spPr>
          <a:xfrm>
            <a:off x="708099" y="985282"/>
            <a:ext cx="6563015" cy="646331"/>
          </a:xfrm>
          <a:prstGeom prst="rect">
            <a:avLst/>
          </a:prstGeom>
          <a:noFill/>
        </p:spPr>
        <p:txBody>
          <a:bodyPr wrap="none" rtlCol="0">
            <a:spAutoFit/>
          </a:bodyPr>
          <a:lstStyle/>
          <a:p>
            <a:r>
              <a:rPr kumimoji="1" lang="en-US" altLang="zh-CN" dirty="0">
                <a:latin typeface="HarmonyOS Sans SC Medium" pitchFamily="2" charset="-122"/>
                <a:ea typeface="HarmonyOS Sans SC Medium" pitchFamily="2" charset="-122"/>
              </a:rPr>
              <a:t>Proportion of family offices that rank cybersecurity as a top</a:t>
            </a:r>
          </a:p>
          <a:p>
            <a:r>
              <a:rPr kumimoji="1" lang="en-US" altLang="zh-CN" dirty="0">
                <a:latin typeface="HarmonyOS Sans SC Medium" pitchFamily="2" charset="-122"/>
                <a:ea typeface="HarmonyOS Sans SC Medium" pitchFamily="2" charset="-122"/>
              </a:rPr>
              <a:t>perceived risk in 2024</a:t>
            </a:r>
            <a:endParaRPr kumimoji="1" lang="zh-CN" altLang="en-US" dirty="0">
              <a:latin typeface="HarmonyOS Sans SC Medium" pitchFamily="2" charset="-122"/>
              <a:ea typeface="HarmonyOS Sans SC Medium" pitchFamily="2" charset="-122"/>
            </a:endParaRPr>
          </a:p>
        </p:txBody>
      </p:sp>
      <p:sp>
        <p:nvSpPr>
          <p:cNvPr id="3" name="文本框 2">
            <a:extLst>
              <a:ext uri="{FF2B5EF4-FFF2-40B4-BE49-F238E27FC236}">
                <a16:creationId xmlns:a16="http://schemas.microsoft.com/office/drawing/2014/main" id="{5B96F677-DCC3-2C00-D6F4-7738D36E587B}"/>
              </a:ext>
            </a:extLst>
          </p:cNvPr>
          <p:cNvSpPr txBox="1"/>
          <p:nvPr/>
        </p:nvSpPr>
        <p:spPr>
          <a:xfrm>
            <a:off x="827524" y="2576733"/>
            <a:ext cx="1491114" cy="1138773"/>
          </a:xfrm>
          <a:prstGeom prst="rect">
            <a:avLst/>
          </a:prstGeom>
          <a:noFill/>
        </p:spPr>
        <p:txBody>
          <a:bodyPr wrap="none" rtlCol="0">
            <a:spAutoFit/>
          </a:bodyPr>
          <a:lstStyle/>
          <a:p>
            <a:pPr algn="ctr"/>
            <a:r>
              <a:rPr kumimoji="1" lang="en-US" altLang="zh-CN" sz="4800" b="1" dirty="0">
                <a:solidFill>
                  <a:schemeClr val="bg2">
                    <a:lumMod val="90000"/>
                  </a:schemeClr>
                </a:solidFill>
                <a:latin typeface="HarmonyOS Sans SC Black" pitchFamily="2" charset="-122"/>
                <a:ea typeface="HarmonyOS Sans SC Black" pitchFamily="2" charset="-122"/>
              </a:rPr>
              <a:t>22%</a:t>
            </a:r>
          </a:p>
          <a:p>
            <a:pPr algn="ctr"/>
            <a:r>
              <a:rPr kumimoji="1" lang="en-US" altLang="zh-CN" sz="2000" dirty="0">
                <a:latin typeface="HarmonyOS Sans SC Light" pitchFamily="2" charset="-122"/>
                <a:ea typeface="HarmonyOS Sans SC Light" pitchFamily="2" charset="-122"/>
              </a:rPr>
              <a:t>Global</a:t>
            </a:r>
            <a:endParaRPr kumimoji="1" lang="zh-CN" altLang="en-US" sz="2000" dirty="0">
              <a:latin typeface="HarmonyOS Sans SC Light" pitchFamily="2" charset="-122"/>
              <a:ea typeface="HarmonyOS Sans SC Light" pitchFamily="2" charset="-122"/>
            </a:endParaRPr>
          </a:p>
        </p:txBody>
      </p:sp>
      <p:sp>
        <p:nvSpPr>
          <p:cNvPr id="20" name="文本框 19">
            <a:extLst>
              <a:ext uri="{FF2B5EF4-FFF2-40B4-BE49-F238E27FC236}">
                <a16:creationId xmlns:a16="http://schemas.microsoft.com/office/drawing/2014/main" id="{80A09E73-97F4-E227-D240-F8A8F6369E67}"/>
              </a:ext>
            </a:extLst>
          </p:cNvPr>
          <p:cNvSpPr txBox="1"/>
          <p:nvPr/>
        </p:nvSpPr>
        <p:spPr>
          <a:xfrm>
            <a:off x="2753127" y="2576733"/>
            <a:ext cx="1850186" cy="1138773"/>
          </a:xfrm>
          <a:prstGeom prst="rect">
            <a:avLst/>
          </a:prstGeom>
          <a:noFill/>
        </p:spPr>
        <p:txBody>
          <a:bodyPr wrap="none" rtlCol="0">
            <a:spAutoFit/>
          </a:bodyPr>
          <a:lstStyle/>
          <a:p>
            <a:pPr algn="ctr"/>
            <a:r>
              <a:rPr kumimoji="1" lang="en-US" altLang="zh-CN" sz="4800" b="1" dirty="0">
                <a:solidFill>
                  <a:schemeClr val="tx1">
                    <a:lumMod val="50000"/>
                    <a:lumOff val="50000"/>
                  </a:schemeClr>
                </a:solidFill>
                <a:latin typeface="HarmonyOS Sans SC Black" pitchFamily="2" charset="-122"/>
                <a:ea typeface="HarmonyOS Sans SC Black" pitchFamily="2" charset="-122"/>
              </a:rPr>
              <a:t>18%</a:t>
            </a:r>
          </a:p>
          <a:p>
            <a:pPr algn="ctr"/>
            <a:r>
              <a:rPr kumimoji="1" lang="en-US" altLang="zh-CN" sz="2000" dirty="0">
                <a:latin typeface="HarmonyOS Sans SC Light" pitchFamily="2" charset="-122"/>
                <a:ea typeface="HarmonyOS Sans SC Light" pitchFamily="2" charset="-122"/>
              </a:rPr>
              <a:t>North America</a:t>
            </a:r>
            <a:endParaRPr kumimoji="1" lang="zh-CN" altLang="en-US" sz="2000" dirty="0">
              <a:latin typeface="HarmonyOS Sans SC Light" pitchFamily="2" charset="-122"/>
              <a:ea typeface="HarmonyOS Sans SC Light" pitchFamily="2" charset="-122"/>
            </a:endParaRPr>
          </a:p>
        </p:txBody>
      </p:sp>
      <p:sp>
        <p:nvSpPr>
          <p:cNvPr id="27" name="文本框 26">
            <a:extLst>
              <a:ext uri="{FF2B5EF4-FFF2-40B4-BE49-F238E27FC236}">
                <a16:creationId xmlns:a16="http://schemas.microsoft.com/office/drawing/2014/main" id="{C9AE3CC4-1334-FF5C-12B8-B529AC624DA2}"/>
              </a:ext>
            </a:extLst>
          </p:cNvPr>
          <p:cNvSpPr txBox="1"/>
          <p:nvPr/>
        </p:nvSpPr>
        <p:spPr>
          <a:xfrm>
            <a:off x="5037804" y="2576733"/>
            <a:ext cx="1491114" cy="1138773"/>
          </a:xfrm>
          <a:prstGeom prst="rect">
            <a:avLst/>
          </a:prstGeom>
          <a:noFill/>
        </p:spPr>
        <p:txBody>
          <a:bodyPr wrap="none" rtlCol="0">
            <a:spAutoFit/>
          </a:bodyPr>
          <a:lstStyle/>
          <a:p>
            <a:pPr algn="ctr"/>
            <a:r>
              <a:rPr kumimoji="1" lang="en-US" altLang="zh-CN" sz="4800" b="1" dirty="0">
                <a:solidFill>
                  <a:srgbClr val="01A9F5"/>
                </a:solidFill>
                <a:latin typeface="HarmonyOS Sans SC Black" pitchFamily="2" charset="-122"/>
                <a:ea typeface="HarmonyOS Sans SC Black" pitchFamily="2" charset="-122"/>
              </a:rPr>
              <a:t>13%</a:t>
            </a:r>
          </a:p>
          <a:p>
            <a:pPr algn="ctr"/>
            <a:r>
              <a:rPr kumimoji="1" lang="en-US" altLang="zh-CN" sz="2000" dirty="0">
                <a:latin typeface="HarmonyOS Sans SC Light" pitchFamily="2" charset="-122"/>
                <a:ea typeface="HarmonyOS Sans SC Light" pitchFamily="2" charset="-122"/>
              </a:rPr>
              <a:t>Europe</a:t>
            </a:r>
            <a:endParaRPr kumimoji="1" lang="zh-CN" altLang="en-US" sz="2000" dirty="0">
              <a:latin typeface="HarmonyOS Sans SC Light" pitchFamily="2" charset="-122"/>
              <a:ea typeface="HarmonyOS Sans SC Light" pitchFamily="2" charset="-122"/>
            </a:endParaRPr>
          </a:p>
        </p:txBody>
      </p:sp>
      <p:sp>
        <p:nvSpPr>
          <p:cNvPr id="30" name="文本框 29">
            <a:extLst>
              <a:ext uri="{FF2B5EF4-FFF2-40B4-BE49-F238E27FC236}">
                <a16:creationId xmlns:a16="http://schemas.microsoft.com/office/drawing/2014/main" id="{5D39FDF2-6500-54A5-FFA3-46E0DB601C9B}"/>
              </a:ext>
            </a:extLst>
          </p:cNvPr>
          <p:cNvSpPr txBox="1"/>
          <p:nvPr/>
        </p:nvSpPr>
        <p:spPr>
          <a:xfrm>
            <a:off x="827523" y="4502792"/>
            <a:ext cx="1491113" cy="1138773"/>
          </a:xfrm>
          <a:prstGeom prst="rect">
            <a:avLst/>
          </a:prstGeom>
          <a:noFill/>
        </p:spPr>
        <p:txBody>
          <a:bodyPr wrap="none" rtlCol="0">
            <a:spAutoFit/>
          </a:bodyPr>
          <a:lstStyle/>
          <a:p>
            <a:pPr algn="ctr"/>
            <a:r>
              <a:rPr kumimoji="1" lang="en-US" altLang="zh-CN" sz="4800" b="1" dirty="0">
                <a:latin typeface="HarmonyOS Sans SC Black" pitchFamily="2" charset="-122"/>
                <a:ea typeface="HarmonyOS Sans SC Black" pitchFamily="2" charset="-122"/>
              </a:rPr>
              <a:t>20%</a:t>
            </a:r>
          </a:p>
          <a:p>
            <a:pPr algn="ctr"/>
            <a:r>
              <a:rPr kumimoji="1" lang="en-US" altLang="zh-CN" sz="2000" dirty="0">
                <a:latin typeface="HarmonyOS Sans SC Light" pitchFamily="2" charset="-122"/>
                <a:ea typeface="HarmonyOS Sans SC Light" pitchFamily="2" charset="-122"/>
              </a:rPr>
              <a:t>Asia Pacific</a:t>
            </a:r>
            <a:endParaRPr kumimoji="1" lang="zh-CN" altLang="en-US" sz="2000" dirty="0">
              <a:latin typeface="HarmonyOS Sans SC Light" pitchFamily="2" charset="-122"/>
              <a:ea typeface="HarmonyOS Sans SC Light" pitchFamily="2" charset="-122"/>
            </a:endParaRPr>
          </a:p>
        </p:txBody>
      </p:sp>
      <p:sp>
        <p:nvSpPr>
          <p:cNvPr id="31" name="文本框 30">
            <a:extLst>
              <a:ext uri="{FF2B5EF4-FFF2-40B4-BE49-F238E27FC236}">
                <a16:creationId xmlns:a16="http://schemas.microsoft.com/office/drawing/2014/main" id="{50D92F34-F03C-0DFA-76B0-2E37D2A57154}"/>
              </a:ext>
            </a:extLst>
          </p:cNvPr>
          <p:cNvSpPr txBox="1"/>
          <p:nvPr/>
        </p:nvSpPr>
        <p:spPr>
          <a:xfrm>
            <a:off x="2932664" y="4502792"/>
            <a:ext cx="1491114" cy="1138773"/>
          </a:xfrm>
          <a:prstGeom prst="rect">
            <a:avLst/>
          </a:prstGeom>
          <a:noFill/>
        </p:spPr>
        <p:txBody>
          <a:bodyPr wrap="none" rtlCol="0">
            <a:spAutoFit/>
          </a:bodyPr>
          <a:lstStyle/>
          <a:p>
            <a:pPr algn="ctr"/>
            <a:r>
              <a:rPr kumimoji="1" lang="en-US" altLang="zh-CN" sz="4800" b="1" dirty="0">
                <a:solidFill>
                  <a:srgbClr val="2040E7"/>
                </a:solidFill>
                <a:latin typeface="HarmonyOS Sans SC Black" pitchFamily="2" charset="-122"/>
                <a:ea typeface="HarmonyOS Sans SC Black" pitchFamily="2" charset="-122"/>
              </a:rPr>
              <a:t>29%</a:t>
            </a:r>
          </a:p>
          <a:p>
            <a:pPr algn="ctr"/>
            <a:r>
              <a:rPr kumimoji="1" lang="en-US" altLang="zh-CN" sz="2000" dirty="0">
                <a:latin typeface="HarmonyOS Sans SC Light" pitchFamily="2" charset="-122"/>
                <a:ea typeface="HarmonyOS Sans SC Light" pitchFamily="2" charset="-122"/>
              </a:rPr>
              <a:t>ROW</a:t>
            </a:r>
            <a:endParaRPr kumimoji="1" lang="zh-CN" altLang="en-US" sz="2000" dirty="0">
              <a:latin typeface="HarmonyOS Sans SC Light" pitchFamily="2" charset="-122"/>
              <a:ea typeface="HarmonyOS Sans SC Light" pitchFamily="2" charset="-122"/>
            </a:endParaRPr>
          </a:p>
        </p:txBody>
      </p:sp>
      <p:sp>
        <p:nvSpPr>
          <p:cNvPr id="32" name="文本框 31">
            <a:extLst>
              <a:ext uri="{FF2B5EF4-FFF2-40B4-BE49-F238E27FC236}">
                <a16:creationId xmlns:a16="http://schemas.microsoft.com/office/drawing/2014/main" id="{831FECCF-0A41-46AA-AF13-5AB633C62DF0}"/>
              </a:ext>
            </a:extLst>
          </p:cNvPr>
          <p:cNvSpPr txBox="1"/>
          <p:nvPr/>
        </p:nvSpPr>
        <p:spPr>
          <a:xfrm>
            <a:off x="5037803" y="4502792"/>
            <a:ext cx="1491113" cy="1138773"/>
          </a:xfrm>
          <a:prstGeom prst="rect">
            <a:avLst/>
          </a:prstGeom>
          <a:noFill/>
        </p:spPr>
        <p:txBody>
          <a:bodyPr wrap="none" rtlCol="0">
            <a:spAutoFit/>
          </a:bodyPr>
          <a:lstStyle/>
          <a:p>
            <a:pPr algn="ctr"/>
            <a:r>
              <a:rPr kumimoji="1" lang="en-US" altLang="zh-CN" sz="4800" b="1" dirty="0">
                <a:solidFill>
                  <a:srgbClr val="01A9F5"/>
                </a:solidFill>
                <a:latin typeface="HarmonyOS Sans SC Black" pitchFamily="2" charset="-122"/>
                <a:ea typeface="HarmonyOS Sans SC Black" pitchFamily="2" charset="-122"/>
              </a:rPr>
              <a:t>21%</a:t>
            </a:r>
          </a:p>
          <a:p>
            <a:pPr algn="ctr"/>
            <a:r>
              <a:rPr kumimoji="1" lang="en-US" altLang="zh-CN" sz="2000" dirty="0">
                <a:latin typeface="HarmonyOS Sans SC Light" pitchFamily="2" charset="-122"/>
                <a:ea typeface="HarmonyOS Sans SC Light" pitchFamily="2" charset="-122"/>
              </a:rPr>
              <a:t>AUM $1B+</a:t>
            </a:r>
            <a:endParaRPr kumimoji="1" lang="zh-CN" altLang="en-US" sz="2000" dirty="0">
              <a:latin typeface="HarmonyOS Sans SC Light" pitchFamily="2" charset="-122"/>
              <a:ea typeface="HarmonyOS Sans SC Light" pitchFamily="2" charset="-122"/>
            </a:endParaRPr>
          </a:p>
        </p:txBody>
      </p:sp>
    </p:spTree>
    <p:extLst>
      <p:ext uri="{BB962C8B-B14F-4D97-AF65-F5344CB8AC3E}">
        <p14:creationId xmlns:p14="http://schemas.microsoft.com/office/powerpoint/2010/main" val="25164709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F96D6E0-3D01-B871-4684-842CFB284FBA}"/>
              </a:ext>
            </a:extLst>
          </p:cNvPr>
          <p:cNvGraphicFramePr>
            <a:graphicFrameLocks noChangeAspect="1"/>
          </p:cNvGraphicFramePr>
          <p:nvPr>
            <p:custDataLst>
              <p:tags r:id="rId1"/>
            </p:custDataLst>
            <p:extLst>
              <p:ext uri="{D42A27DB-BD31-4B8C-83A1-F6EECF244321}">
                <p14:modId xmlns:p14="http://schemas.microsoft.com/office/powerpoint/2010/main" val="126912575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7" imgW="7772400" imgH="10058400" progId="TCLayout.ActiveDocument.1">
                  <p:embed/>
                </p:oleObj>
              </mc:Choice>
              <mc:Fallback>
                <p:oleObj name="think-cell 幻灯片" r:id="rId37" imgW="7772400" imgH="10058400" progId="TCLayout.ActiveDocument.1">
                  <p:embed/>
                  <p:pic>
                    <p:nvPicPr>
                      <p:cNvPr id="0" name=""/>
                      <p:cNvPicPr/>
                      <p:nvPr/>
                    </p:nvPicPr>
                    <p:blipFill>
                      <a:blip r:embed="rId38"/>
                      <a:stretch>
                        <a:fillRect/>
                      </a:stretch>
                    </p:blipFill>
                    <p:spPr>
                      <a:xfrm>
                        <a:off x="1588" y="1588"/>
                        <a:ext cx="1227" cy="1588"/>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4BC41D21-8DBB-F065-5163-AE0A1C72DF8F}"/>
              </a:ext>
            </a:extLst>
          </p:cNvPr>
          <p:cNvSpPr txBox="1"/>
          <p:nvPr/>
        </p:nvSpPr>
        <p:spPr>
          <a:xfrm>
            <a:off x="468630" y="382905"/>
            <a:ext cx="3318537" cy="307777"/>
          </a:xfrm>
          <a:prstGeom prst="rect">
            <a:avLst/>
          </a:prstGeom>
          <a:noFill/>
        </p:spPr>
        <p:txBody>
          <a:bodyPr wrap="none" rtlCol="0">
            <a:spAutoFit/>
          </a:bodyPr>
          <a:lstStyle/>
          <a:p>
            <a:r>
              <a:rPr kumimoji="1" lang="en-US" altLang="zh-CN" sz="1400" dirty="0">
                <a:latin typeface="HarmonyOS Sans SC Medium" pitchFamily="2" charset="-122"/>
                <a:ea typeface="HarmonyOS Sans SC Medium" pitchFamily="2" charset="-122"/>
              </a:rPr>
              <a:t>Real GDP growth, CAGR, 2010-22</a:t>
            </a:r>
            <a:r>
              <a:rPr kumimoji="1" lang="zh-CN" altLang="en-US" sz="1400" dirty="0">
                <a:latin typeface="HarmonyOS Sans SC Medium" pitchFamily="2" charset="-122"/>
                <a:ea typeface="HarmonyOS Sans SC Medium" pitchFamily="2" charset="-122"/>
              </a:rPr>
              <a:t>，</a:t>
            </a:r>
            <a:r>
              <a:rPr kumimoji="1" lang="en-US" altLang="zh-CN" sz="1400" dirty="0">
                <a:latin typeface="HarmonyOS Sans SC Medium" pitchFamily="2" charset="-122"/>
                <a:ea typeface="HarmonyOS Sans SC Medium" pitchFamily="2" charset="-122"/>
              </a:rPr>
              <a:t>%</a:t>
            </a:r>
            <a:endParaRPr kumimoji="1" lang="zh-CN" altLang="en-US" sz="1400" dirty="0">
              <a:latin typeface="HarmonyOS Sans SC Medium" pitchFamily="2" charset="-122"/>
              <a:ea typeface="HarmonyOS Sans SC Medium" pitchFamily="2" charset="-122"/>
            </a:endParaRPr>
          </a:p>
        </p:txBody>
      </p:sp>
      <p:sp>
        <p:nvSpPr>
          <p:cNvPr id="6" name="文本框 5">
            <a:extLst>
              <a:ext uri="{FF2B5EF4-FFF2-40B4-BE49-F238E27FC236}">
                <a16:creationId xmlns:a16="http://schemas.microsoft.com/office/drawing/2014/main" id="{F74F9B48-D7CB-1B70-1DC3-8FEF22A6FAD9}"/>
              </a:ext>
            </a:extLst>
          </p:cNvPr>
          <p:cNvSpPr txBox="1"/>
          <p:nvPr/>
        </p:nvSpPr>
        <p:spPr>
          <a:xfrm>
            <a:off x="468630" y="759262"/>
            <a:ext cx="1377300" cy="276999"/>
          </a:xfrm>
          <a:prstGeom prst="rect">
            <a:avLst/>
          </a:prstGeom>
          <a:noFill/>
        </p:spPr>
        <p:txBody>
          <a:bodyPr wrap="none" rtlCol="0">
            <a:spAutoFit/>
          </a:bodyPr>
          <a:lstStyle/>
          <a:p>
            <a:r>
              <a:rPr kumimoji="1" lang="en-US" altLang="zh-CN" sz="1200" dirty="0">
                <a:solidFill>
                  <a:schemeClr val="tx1">
                    <a:lumMod val="50000"/>
                    <a:lumOff val="50000"/>
                  </a:schemeClr>
                </a:solidFill>
                <a:latin typeface="HarmonyOS Sans SC" pitchFamily="2" charset="-122"/>
                <a:ea typeface="HarmonyOS Sans SC" pitchFamily="2" charset="-122"/>
              </a:rPr>
              <a:t>Change due to</a:t>
            </a:r>
            <a:r>
              <a:rPr kumimoji="1" lang="zh-CN" altLang="en-US" sz="1200" dirty="0">
                <a:solidFill>
                  <a:schemeClr val="tx1">
                    <a:lumMod val="50000"/>
                    <a:lumOff val="50000"/>
                  </a:schemeClr>
                </a:solidFill>
                <a:latin typeface="HarmonyOS Sans SC" pitchFamily="2" charset="-122"/>
                <a:ea typeface="HarmonyOS Sans SC" pitchFamily="2" charset="-122"/>
              </a:rPr>
              <a:t>：</a:t>
            </a:r>
          </a:p>
        </p:txBody>
      </p:sp>
      <p:sp>
        <p:nvSpPr>
          <p:cNvPr id="7" name="矩形 6">
            <a:extLst>
              <a:ext uri="{FF2B5EF4-FFF2-40B4-BE49-F238E27FC236}">
                <a16:creationId xmlns:a16="http://schemas.microsoft.com/office/drawing/2014/main" id="{9231D3EE-A9BF-62BA-F365-87D954FBDBD7}"/>
              </a:ext>
            </a:extLst>
          </p:cNvPr>
          <p:cNvSpPr/>
          <p:nvPr/>
        </p:nvSpPr>
        <p:spPr>
          <a:xfrm>
            <a:off x="1845930" y="832038"/>
            <a:ext cx="133363" cy="131445"/>
          </a:xfrm>
          <a:prstGeom prst="rect">
            <a:avLst/>
          </a:prstGeom>
          <a:solidFill>
            <a:srgbClr val="01A9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651EEDD7-1A20-BDC6-D676-6D5268A6F365}"/>
              </a:ext>
            </a:extLst>
          </p:cNvPr>
          <p:cNvSpPr txBox="1"/>
          <p:nvPr/>
        </p:nvSpPr>
        <p:spPr>
          <a:xfrm>
            <a:off x="1979293" y="759262"/>
            <a:ext cx="1178528" cy="276999"/>
          </a:xfrm>
          <a:prstGeom prst="rect">
            <a:avLst/>
          </a:prstGeom>
          <a:noFill/>
        </p:spPr>
        <p:txBody>
          <a:bodyPr wrap="none" rtlCol="0">
            <a:spAutoFit/>
          </a:bodyPr>
          <a:lstStyle>
            <a:defPPr>
              <a:defRPr lang="zh-CN"/>
            </a:defPPr>
            <a:lvl1pPr>
              <a:defRPr kumimoji="1" sz="1200">
                <a:solidFill>
                  <a:schemeClr val="tx1">
                    <a:lumMod val="50000"/>
                    <a:lumOff val="50000"/>
                  </a:schemeClr>
                </a:solidFill>
                <a:latin typeface="HarmonyOS Sans SC" pitchFamily="2" charset="-122"/>
                <a:ea typeface="HarmonyOS Sans SC" pitchFamily="2" charset="-122"/>
              </a:defRPr>
            </a:lvl1pPr>
          </a:lstStyle>
          <a:p>
            <a:r>
              <a:rPr lang="en-US" altLang="zh-CN" dirty="0"/>
              <a:t>Hours worked</a:t>
            </a:r>
            <a:endParaRPr lang="zh-CN" altLang="en-US" dirty="0"/>
          </a:p>
        </p:txBody>
      </p:sp>
      <p:sp>
        <p:nvSpPr>
          <p:cNvPr id="9" name="矩形 8">
            <a:extLst>
              <a:ext uri="{FF2B5EF4-FFF2-40B4-BE49-F238E27FC236}">
                <a16:creationId xmlns:a16="http://schemas.microsoft.com/office/drawing/2014/main" id="{3DE5F4DF-4E17-99BB-1FB1-A8CE415BDF05}"/>
              </a:ext>
            </a:extLst>
          </p:cNvPr>
          <p:cNvSpPr/>
          <p:nvPr/>
        </p:nvSpPr>
        <p:spPr>
          <a:xfrm>
            <a:off x="3223230" y="832038"/>
            <a:ext cx="133363" cy="13144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文本框 9">
            <a:extLst>
              <a:ext uri="{FF2B5EF4-FFF2-40B4-BE49-F238E27FC236}">
                <a16:creationId xmlns:a16="http://schemas.microsoft.com/office/drawing/2014/main" id="{5715367A-5CD7-BDE4-6EA2-6EC11EBDA0C0}"/>
              </a:ext>
            </a:extLst>
          </p:cNvPr>
          <p:cNvSpPr txBox="1"/>
          <p:nvPr/>
        </p:nvSpPr>
        <p:spPr>
          <a:xfrm>
            <a:off x="3356593" y="759262"/>
            <a:ext cx="1027845" cy="276999"/>
          </a:xfrm>
          <a:prstGeom prst="rect">
            <a:avLst/>
          </a:prstGeom>
          <a:noFill/>
        </p:spPr>
        <p:txBody>
          <a:bodyPr wrap="none" rtlCol="0">
            <a:spAutoFit/>
          </a:bodyPr>
          <a:lstStyle>
            <a:defPPr>
              <a:defRPr lang="zh-CN"/>
            </a:defPPr>
            <a:lvl1pPr>
              <a:defRPr kumimoji="1" sz="1200">
                <a:solidFill>
                  <a:schemeClr val="tx1">
                    <a:lumMod val="50000"/>
                    <a:lumOff val="50000"/>
                  </a:schemeClr>
                </a:solidFill>
                <a:latin typeface="HarmonyOS Sans SC" pitchFamily="2" charset="-122"/>
                <a:ea typeface="HarmonyOS Sans SC" pitchFamily="2" charset="-122"/>
              </a:defRPr>
            </a:lvl1pPr>
          </a:lstStyle>
          <a:p>
            <a:r>
              <a:rPr lang="en-US" altLang="zh-CN" dirty="0"/>
              <a:t>Productivity</a:t>
            </a:r>
            <a:endParaRPr lang="zh-CN" altLang="en-US" dirty="0"/>
          </a:p>
        </p:txBody>
      </p:sp>
      <p:cxnSp>
        <p:nvCxnSpPr>
          <p:cNvPr id="15" name="直线连接符 14">
            <a:extLst>
              <a:ext uri="{FF2B5EF4-FFF2-40B4-BE49-F238E27FC236}">
                <a16:creationId xmlns:a16="http://schemas.microsoft.com/office/drawing/2014/main" id="{0195DE58-2684-5BED-199C-5E38D1CF0E11}"/>
              </a:ext>
            </a:extLst>
          </p:cNvPr>
          <p:cNvCxnSpPr/>
          <p:nvPr>
            <p:custDataLst>
              <p:tags r:id="rId2"/>
            </p:custDataLst>
          </p:nvPr>
        </p:nvCxnSpPr>
        <p:spPr bwMode="auto">
          <a:xfrm>
            <a:off x="1079500" y="3743325"/>
            <a:ext cx="1905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直线连接符 15">
            <a:extLst>
              <a:ext uri="{FF2B5EF4-FFF2-40B4-BE49-F238E27FC236}">
                <a16:creationId xmlns:a16="http://schemas.microsoft.com/office/drawing/2014/main" id="{654149D2-C369-67CE-BE51-41931CE77874}"/>
              </a:ext>
            </a:extLst>
          </p:cNvPr>
          <p:cNvCxnSpPr/>
          <p:nvPr>
            <p:custDataLst>
              <p:tags r:id="rId3"/>
            </p:custDataLst>
          </p:nvPr>
        </p:nvCxnSpPr>
        <p:spPr bwMode="auto">
          <a:xfrm>
            <a:off x="1511300" y="2373313"/>
            <a:ext cx="1905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289" name="Chart 3">
            <a:extLst>
              <a:ext uri="{FF2B5EF4-FFF2-40B4-BE49-F238E27FC236}">
                <a16:creationId xmlns:a16="http://schemas.microsoft.com/office/drawing/2014/main" id="{FFCF0E84-ADA7-B708-0AE5-E5790433738A}"/>
              </a:ext>
            </a:extLst>
          </p:cNvPr>
          <p:cNvGraphicFramePr/>
          <p:nvPr>
            <p:custDataLst>
              <p:tags r:id="rId4"/>
            </p:custDataLst>
            <p:extLst>
              <p:ext uri="{D42A27DB-BD31-4B8C-83A1-F6EECF244321}">
                <p14:modId xmlns:p14="http://schemas.microsoft.com/office/powerpoint/2010/main" val="570470172"/>
              </p:ext>
            </p:extLst>
          </p:nvPr>
        </p:nvGraphicFramePr>
        <p:xfrm>
          <a:off x="350838" y="1595438"/>
          <a:ext cx="1768475" cy="3840162"/>
        </p:xfrm>
        <a:graphic>
          <a:graphicData uri="http://schemas.openxmlformats.org/drawingml/2006/chart">
            <c:chart xmlns:c="http://schemas.openxmlformats.org/drawingml/2006/chart" xmlns:r="http://schemas.openxmlformats.org/officeDocument/2006/relationships" r:id="rId39"/>
          </a:graphicData>
        </a:graphic>
      </p:graphicFrame>
      <p:sp>
        <p:nvSpPr>
          <p:cNvPr id="29" name="文本占位符 2">
            <a:extLst>
              <a:ext uri="{FF2B5EF4-FFF2-40B4-BE49-F238E27FC236}">
                <a16:creationId xmlns:a16="http://schemas.microsoft.com/office/drawing/2014/main" id="{ADE2C3EA-F582-99ED-9A37-0C9EB62930D1}"/>
              </a:ext>
            </a:extLst>
          </p:cNvPr>
          <p:cNvSpPr txBox="1">
            <a:spLocks/>
          </p:cNvSpPr>
          <p:nvPr>
            <p:custDataLst>
              <p:tags r:id="rId5"/>
            </p:custDataLst>
          </p:nvPr>
        </p:nvSpPr>
        <p:spPr bwMode="gray">
          <a:xfrm>
            <a:off x="1682750" y="2155825"/>
            <a:ext cx="27781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C8D6C927-D574-4F8D-9FCB-FDE571A79099}" type="datetime'''2'''''''''''''''',''''''''''''''''''''5'">
              <a:rPr kumimoji="1" lang="zh-CN" altLang="en-US" sz="1400" smtClean="0">
                <a:effectLst/>
              </a:rPr>
              <a:pPr marL="0" indent="0" algn="ctr">
                <a:spcBef>
                  <a:spcPct val="0"/>
                </a:spcBef>
                <a:spcAft>
                  <a:spcPct val="0"/>
                </a:spcAft>
                <a:buNone/>
              </a:pPr>
              <a:t>2,5</a:t>
            </a:fld>
            <a:endParaRPr kumimoji="1" lang="zh-CN" altLang="en-US" sz="1400" dirty="0"/>
          </a:p>
        </p:txBody>
      </p:sp>
      <p:cxnSp>
        <p:nvCxnSpPr>
          <p:cNvPr id="71" name="直线连接符 70">
            <a:extLst>
              <a:ext uri="{FF2B5EF4-FFF2-40B4-BE49-F238E27FC236}">
                <a16:creationId xmlns:a16="http://schemas.microsoft.com/office/drawing/2014/main" id="{BC6BB940-9C8A-66BC-9D45-1128C5AA4072}"/>
              </a:ext>
            </a:extLst>
          </p:cNvPr>
          <p:cNvCxnSpPr/>
          <p:nvPr>
            <p:custDataLst>
              <p:tags r:id="rId6"/>
            </p:custDataLst>
          </p:nvPr>
        </p:nvCxnSpPr>
        <p:spPr bwMode="auto">
          <a:xfrm>
            <a:off x="2371725" y="3813175"/>
            <a:ext cx="1905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2" name="直线连接符 71">
            <a:extLst>
              <a:ext uri="{FF2B5EF4-FFF2-40B4-BE49-F238E27FC236}">
                <a16:creationId xmlns:a16="http://schemas.microsoft.com/office/drawing/2014/main" id="{C3F1E756-B40B-3764-F04C-2DF64D50F9C0}"/>
              </a:ext>
            </a:extLst>
          </p:cNvPr>
          <p:cNvCxnSpPr/>
          <p:nvPr>
            <p:custDataLst>
              <p:tags r:id="rId7"/>
            </p:custDataLst>
          </p:nvPr>
        </p:nvCxnSpPr>
        <p:spPr bwMode="auto">
          <a:xfrm>
            <a:off x="2803525" y="2751138"/>
            <a:ext cx="1905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290" name="Chart 3">
            <a:extLst>
              <a:ext uri="{FF2B5EF4-FFF2-40B4-BE49-F238E27FC236}">
                <a16:creationId xmlns:a16="http://schemas.microsoft.com/office/drawing/2014/main" id="{CFB266EC-2A26-9D7C-DFDA-90F4BDE0C659}"/>
              </a:ext>
            </a:extLst>
          </p:cNvPr>
          <p:cNvGraphicFramePr/>
          <p:nvPr>
            <p:custDataLst>
              <p:tags r:id="rId8"/>
            </p:custDataLst>
            <p:extLst>
              <p:ext uri="{D42A27DB-BD31-4B8C-83A1-F6EECF244321}">
                <p14:modId xmlns:p14="http://schemas.microsoft.com/office/powerpoint/2010/main" val="2725806960"/>
              </p:ext>
            </p:extLst>
          </p:nvPr>
        </p:nvGraphicFramePr>
        <p:xfrm>
          <a:off x="1954213" y="2668588"/>
          <a:ext cx="1457325" cy="2643187"/>
        </p:xfrm>
        <a:graphic>
          <a:graphicData uri="http://schemas.openxmlformats.org/drawingml/2006/chart">
            <c:chart xmlns:c="http://schemas.openxmlformats.org/drawingml/2006/chart" xmlns:r="http://schemas.openxmlformats.org/officeDocument/2006/relationships" r:id="rId40"/>
          </a:graphicData>
        </a:graphic>
      </p:graphicFrame>
      <p:sp>
        <p:nvSpPr>
          <p:cNvPr id="74" name="文本占位符 2">
            <a:extLst>
              <a:ext uri="{FF2B5EF4-FFF2-40B4-BE49-F238E27FC236}">
                <a16:creationId xmlns:a16="http://schemas.microsoft.com/office/drawing/2014/main" id="{EDA7E941-DB9A-E411-D8A4-68C6504ABD6D}"/>
              </a:ext>
            </a:extLst>
          </p:cNvPr>
          <p:cNvSpPr txBox="1">
            <a:spLocks/>
          </p:cNvSpPr>
          <p:nvPr>
            <p:custDataLst>
              <p:tags r:id="rId9"/>
            </p:custDataLst>
          </p:nvPr>
        </p:nvSpPr>
        <p:spPr bwMode="gray">
          <a:xfrm>
            <a:off x="2974975" y="2533650"/>
            <a:ext cx="27781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211FC81C-7333-4003-92B1-5F74731DB338}" type="datetime'''''2'',''''''''''''''''''1'''''''''''''''''">
              <a:rPr kumimoji="1" lang="zh-CN" altLang="en-US" sz="1400" smtClean="0"/>
              <a:pPr/>
              <a:t>2,1</a:t>
            </a:fld>
            <a:endParaRPr kumimoji="1" lang="zh-CN" altLang="en-US" sz="1400" dirty="0"/>
          </a:p>
        </p:txBody>
      </p:sp>
      <p:cxnSp>
        <p:nvCxnSpPr>
          <p:cNvPr id="140" name="直线连接符 139">
            <a:extLst>
              <a:ext uri="{FF2B5EF4-FFF2-40B4-BE49-F238E27FC236}">
                <a16:creationId xmlns:a16="http://schemas.microsoft.com/office/drawing/2014/main" id="{B7BD2270-9EBC-23F1-5AB4-14B317833B82}"/>
              </a:ext>
            </a:extLst>
          </p:cNvPr>
          <p:cNvCxnSpPr/>
          <p:nvPr>
            <p:custDataLst>
              <p:tags r:id="rId10"/>
            </p:custDataLst>
          </p:nvPr>
        </p:nvCxnSpPr>
        <p:spPr bwMode="auto">
          <a:xfrm>
            <a:off x="3663950" y="3968750"/>
            <a:ext cx="1905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1" name="直线连接符 140">
            <a:extLst>
              <a:ext uri="{FF2B5EF4-FFF2-40B4-BE49-F238E27FC236}">
                <a16:creationId xmlns:a16="http://schemas.microsoft.com/office/drawing/2014/main" id="{CF035FCB-A96A-4C81-E253-E341A0CC1DD6}"/>
              </a:ext>
            </a:extLst>
          </p:cNvPr>
          <p:cNvCxnSpPr/>
          <p:nvPr>
            <p:custDataLst>
              <p:tags r:id="rId11"/>
            </p:custDataLst>
          </p:nvPr>
        </p:nvCxnSpPr>
        <p:spPr bwMode="auto">
          <a:xfrm>
            <a:off x="4095750" y="3052763"/>
            <a:ext cx="1905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291" name="Chart 3">
            <a:extLst>
              <a:ext uri="{FF2B5EF4-FFF2-40B4-BE49-F238E27FC236}">
                <a16:creationId xmlns:a16="http://schemas.microsoft.com/office/drawing/2014/main" id="{EA2D78D0-14EE-3FA7-3F60-E928565415BD}"/>
              </a:ext>
            </a:extLst>
          </p:cNvPr>
          <p:cNvGraphicFramePr/>
          <p:nvPr>
            <p:custDataLst>
              <p:tags r:id="rId12"/>
            </p:custDataLst>
            <p:extLst>
              <p:ext uri="{D42A27DB-BD31-4B8C-83A1-F6EECF244321}">
                <p14:modId xmlns:p14="http://schemas.microsoft.com/office/powerpoint/2010/main" val="3071407158"/>
              </p:ext>
            </p:extLst>
          </p:nvPr>
        </p:nvGraphicFramePr>
        <p:xfrm>
          <a:off x="3246438" y="2970213"/>
          <a:ext cx="1457325" cy="2341562"/>
        </p:xfrm>
        <a:graphic>
          <a:graphicData uri="http://schemas.openxmlformats.org/drawingml/2006/chart">
            <c:chart xmlns:c="http://schemas.openxmlformats.org/drawingml/2006/chart" xmlns:r="http://schemas.openxmlformats.org/officeDocument/2006/relationships" r:id="rId41"/>
          </a:graphicData>
        </a:graphic>
      </p:graphicFrame>
      <p:sp>
        <p:nvSpPr>
          <p:cNvPr id="143" name="文本占位符 2">
            <a:extLst>
              <a:ext uri="{FF2B5EF4-FFF2-40B4-BE49-F238E27FC236}">
                <a16:creationId xmlns:a16="http://schemas.microsoft.com/office/drawing/2014/main" id="{762DF1C5-418D-B5C4-1742-77BADC9C247B}"/>
              </a:ext>
            </a:extLst>
          </p:cNvPr>
          <p:cNvSpPr txBox="1">
            <a:spLocks/>
          </p:cNvSpPr>
          <p:nvPr>
            <p:custDataLst>
              <p:tags r:id="rId13"/>
            </p:custDataLst>
          </p:nvPr>
        </p:nvSpPr>
        <p:spPr bwMode="gray">
          <a:xfrm>
            <a:off x="4267200" y="2835275"/>
            <a:ext cx="27781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7EF474B9-BDB0-4E5D-9F4A-DDEA3ACE611C}" type="datetime'''''''''''''''''''''''''''''1'''',''9'''''''''">
              <a:rPr kumimoji="1" lang="zh-CN" altLang="en-US" sz="1400" smtClean="0"/>
              <a:pPr/>
              <a:t>1,9</a:t>
            </a:fld>
            <a:endParaRPr kumimoji="1" lang="zh-CN" altLang="en-US" sz="1400" dirty="0"/>
          </a:p>
        </p:txBody>
      </p:sp>
      <p:cxnSp>
        <p:nvCxnSpPr>
          <p:cNvPr id="146" name="直线连接符 145">
            <a:extLst>
              <a:ext uri="{FF2B5EF4-FFF2-40B4-BE49-F238E27FC236}">
                <a16:creationId xmlns:a16="http://schemas.microsoft.com/office/drawing/2014/main" id="{AD956AF3-A5B1-39CA-2E50-43DD9EE4D0CF}"/>
              </a:ext>
            </a:extLst>
          </p:cNvPr>
          <p:cNvCxnSpPr/>
          <p:nvPr>
            <p:custDataLst>
              <p:tags r:id="rId14"/>
            </p:custDataLst>
          </p:nvPr>
        </p:nvCxnSpPr>
        <p:spPr bwMode="auto">
          <a:xfrm>
            <a:off x="4957763" y="4060825"/>
            <a:ext cx="1905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7" name="直线连接符 146">
            <a:extLst>
              <a:ext uri="{FF2B5EF4-FFF2-40B4-BE49-F238E27FC236}">
                <a16:creationId xmlns:a16="http://schemas.microsoft.com/office/drawing/2014/main" id="{E09F8FA3-016F-1831-B638-1982699A1621}"/>
              </a:ext>
            </a:extLst>
          </p:cNvPr>
          <p:cNvCxnSpPr/>
          <p:nvPr>
            <p:custDataLst>
              <p:tags r:id="rId15"/>
            </p:custDataLst>
          </p:nvPr>
        </p:nvCxnSpPr>
        <p:spPr bwMode="auto">
          <a:xfrm>
            <a:off x="5387975" y="3592513"/>
            <a:ext cx="1905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292" name="Chart 3">
            <a:extLst>
              <a:ext uri="{FF2B5EF4-FFF2-40B4-BE49-F238E27FC236}">
                <a16:creationId xmlns:a16="http://schemas.microsoft.com/office/drawing/2014/main" id="{7C6F8510-72D0-E618-71A0-FD46F2DD04E8}"/>
              </a:ext>
            </a:extLst>
          </p:cNvPr>
          <p:cNvGraphicFramePr/>
          <p:nvPr>
            <p:custDataLst>
              <p:tags r:id="rId16"/>
            </p:custDataLst>
            <p:extLst>
              <p:ext uri="{D42A27DB-BD31-4B8C-83A1-F6EECF244321}">
                <p14:modId xmlns:p14="http://schemas.microsoft.com/office/powerpoint/2010/main" val="371108447"/>
              </p:ext>
            </p:extLst>
          </p:nvPr>
        </p:nvGraphicFramePr>
        <p:xfrm>
          <a:off x="4538663" y="3509963"/>
          <a:ext cx="1458912" cy="1801812"/>
        </p:xfrm>
        <a:graphic>
          <a:graphicData uri="http://schemas.openxmlformats.org/drawingml/2006/chart">
            <c:chart xmlns:c="http://schemas.openxmlformats.org/drawingml/2006/chart" xmlns:r="http://schemas.openxmlformats.org/officeDocument/2006/relationships" r:id="rId42"/>
          </a:graphicData>
        </a:graphic>
      </p:graphicFrame>
      <p:sp>
        <p:nvSpPr>
          <p:cNvPr id="149" name="文本占位符 2">
            <a:extLst>
              <a:ext uri="{FF2B5EF4-FFF2-40B4-BE49-F238E27FC236}">
                <a16:creationId xmlns:a16="http://schemas.microsoft.com/office/drawing/2014/main" id="{FBD3D9DE-FBB3-8C60-7A65-C09EC8305EC1}"/>
              </a:ext>
            </a:extLst>
          </p:cNvPr>
          <p:cNvSpPr txBox="1">
            <a:spLocks/>
          </p:cNvSpPr>
          <p:nvPr>
            <p:custDataLst>
              <p:tags r:id="rId17"/>
            </p:custDataLst>
          </p:nvPr>
        </p:nvSpPr>
        <p:spPr bwMode="gray">
          <a:xfrm>
            <a:off x="5561013" y="3375025"/>
            <a:ext cx="27781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D91E7231-2AB3-447E-AB86-0809F5CB9AB0}" type="datetime'''''''''''''''''''''''''''1'''''''',''4'''''''''''''''''''">
              <a:rPr kumimoji="1" lang="zh-CN" altLang="en-US" sz="1400" smtClean="0"/>
              <a:pPr/>
              <a:t>1,4</a:t>
            </a:fld>
            <a:endParaRPr kumimoji="1" lang="zh-CN" altLang="en-US" sz="1400" dirty="0"/>
          </a:p>
        </p:txBody>
      </p:sp>
      <p:cxnSp>
        <p:nvCxnSpPr>
          <p:cNvPr id="154" name="直线连接符 153">
            <a:extLst>
              <a:ext uri="{FF2B5EF4-FFF2-40B4-BE49-F238E27FC236}">
                <a16:creationId xmlns:a16="http://schemas.microsoft.com/office/drawing/2014/main" id="{A958552C-511A-CA8A-524E-B4C5EF522A1F}"/>
              </a:ext>
            </a:extLst>
          </p:cNvPr>
          <p:cNvCxnSpPr/>
          <p:nvPr>
            <p:custDataLst>
              <p:tags r:id="rId18"/>
            </p:custDataLst>
          </p:nvPr>
        </p:nvCxnSpPr>
        <p:spPr bwMode="auto">
          <a:xfrm>
            <a:off x="6249988" y="4295775"/>
            <a:ext cx="1905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5" name="直线连接符 154">
            <a:extLst>
              <a:ext uri="{FF2B5EF4-FFF2-40B4-BE49-F238E27FC236}">
                <a16:creationId xmlns:a16="http://schemas.microsoft.com/office/drawing/2014/main" id="{3C62E0EE-6585-1B55-9900-0D1E559637F1}"/>
              </a:ext>
            </a:extLst>
          </p:cNvPr>
          <p:cNvCxnSpPr/>
          <p:nvPr>
            <p:custDataLst>
              <p:tags r:id="rId19"/>
            </p:custDataLst>
          </p:nvPr>
        </p:nvCxnSpPr>
        <p:spPr bwMode="auto">
          <a:xfrm>
            <a:off x="6681788" y="3946525"/>
            <a:ext cx="1905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293" name="Chart 3">
            <a:extLst>
              <a:ext uri="{FF2B5EF4-FFF2-40B4-BE49-F238E27FC236}">
                <a16:creationId xmlns:a16="http://schemas.microsoft.com/office/drawing/2014/main" id="{FA978969-7F09-FF2D-FC94-DD113A6B10F4}"/>
              </a:ext>
            </a:extLst>
          </p:cNvPr>
          <p:cNvGraphicFramePr/>
          <p:nvPr>
            <p:custDataLst>
              <p:tags r:id="rId20"/>
            </p:custDataLst>
            <p:extLst>
              <p:ext uri="{D42A27DB-BD31-4B8C-83A1-F6EECF244321}">
                <p14:modId xmlns:p14="http://schemas.microsoft.com/office/powerpoint/2010/main" val="4240572172"/>
              </p:ext>
            </p:extLst>
          </p:nvPr>
        </p:nvGraphicFramePr>
        <p:xfrm>
          <a:off x="5832475" y="3863975"/>
          <a:ext cx="1457325" cy="1447800"/>
        </p:xfrm>
        <a:graphic>
          <a:graphicData uri="http://schemas.openxmlformats.org/drawingml/2006/chart">
            <c:chart xmlns:c="http://schemas.openxmlformats.org/drawingml/2006/chart" xmlns:r="http://schemas.openxmlformats.org/officeDocument/2006/relationships" r:id="rId43"/>
          </a:graphicData>
        </a:graphic>
      </p:graphicFrame>
      <p:sp>
        <p:nvSpPr>
          <p:cNvPr id="157" name="文本占位符 2">
            <a:extLst>
              <a:ext uri="{FF2B5EF4-FFF2-40B4-BE49-F238E27FC236}">
                <a16:creationId xmlns:a16="http://schemas.microsoft.com/office/drawing/2014/main" id="{B54CEA95-7D85-1E27-AF50-7BDC6AA2F793}"/>
              </a:ext>
            </a:extLst>
          </p:cNvPr>
          <p:cNvSpPr txBox="1">
            <a:spLocks/>
          </p:cNvSpPr>
          <p:nvPr>
            <p:custDataLst>
              <p:tags r:id="rId21"/>
            </p:custDataLst>
          </p:nvPr>
        </p:nvSpPr>
        <p:spPr bwMode="gray">
          <a:xfrm>
            <a:off x="6853238" y="3729038"/>
            <a:ext cx="27781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159175E6-D254-4444-A517-862C4C9E6CFE}" type="datetime'''''''1'''''''''''''''''''''''''''''''',1'''''''">
              <a:rPr kumimoji="1" lang="zh-CN" altLang="en-US" sz="1400" smtClean="0"/>
              <a:pPr/>
              <a:t>1,1</a:t>
            </a:fld>
            <a:endParaRPr kumimoji="1" lang="zh-CN" altLang="en-US" sz="1400" dirty="0"/>
          </a:p>
        </p:txBody>
      </p:sp>
      <p:cxnSp>
        <p:nvCxnSpPr>
          <p:cNvPr id="160" name="直线连接符 159">
            <a:extLst>
              <a:ext uri="{FF2B5EF4-FFF2-40B4-BE49-F238E27FC236}">
                <a16:creationId xmlns:a16="http://schemas.microsoft.com/office/drawing/2014/main" id="{B091AA0C-1854-3B63-8335-F87A003AFD89}"/>
              </a:ext>
            </a:extLst>
          </p:cNvPr>
          <p:cNvCxnSpPr/>
          <p:nvPr>
            <p:custDataLst>
              <p:tags r:id="rId22"/>
            </p:custDataLst>
          </p:nvPr>
        </p:nvCxnSpPr>
        <p:spPr bwMode="auto">
          <a:xfrm>
            <a:off x="7802563" y="4756150"/>
            <a:ext cx="1905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1" name="直线连接符 160">
            <a:extLst>
              <a:ext uri="{FF2B5EF4-FFF2-40B4-BE49-F238E27FC236}">
                <a16:creationId xmlns:a16="http://schemas.microsoft.com/office/drawing/2014/main" id="{5DD32BDE-59E6-5DBD-1A5A-3E7B51E7C824}"/>
              </a:ext>
            </a:extLst>
          </p:cNvPr>
          <p:cNvCxnSpPr/>
          <p:nvPr>
            <p:custDataLst>
              <p:tags r:id="rId23"/>
            </p:custDataLst>
          </p:nvPr>
        </p:nvCxnSpPr>
        <p:spPr bwMode="auto">
          <a:xfrm>
            <a:off x="8234363" y="3690938"/>
            <a:ext cx="1905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294" name="Chart 3">
            <a:extLst>
              <a:ext uri="{FF2B5EF4-FFF2-40B4-BE49-F238E27FC236}">
                <a16:creationId xmlns:a16="http://schemas.microsoft.com/office/drawing/2014/main" id="{9C7D4C01-13C4-F399-DF12-6F5698A52C0B}"/>
              </a:ext>
            </a:extLst>
          </p:cNvPr>
          <p:cNvGraphicFramePr/>
          <p:nvPr>
            <p:custDataLst>
              <p:tags r:id="rId24"/>
            </p:custDataLst>
            <p:extLst>
              <p:ext uri="{D42A27DB-BD31-4B8C-83A1-F6EECF244321}">
                <p14:modId xmlns:p14="http://schemas.microsoft.com/office/powerpoint/2010/main" val="141411709"/>
              </p:ext>
            </p:extLst>
          </p:nvPr>
        </p:nvGraphicFramePr>
        <p:xfrm>
          <a:off x="7385050" y="3608388"/>
          <a:ext cx="1457325" cy="1703387"/>
        </p:xfrm>
        <a:graphic>
          <a:graphicData uri="http://schemas.openxmlformats.org/drawingml/2006/chart">
            <c:chart xmlns:c="http://schemas.openxmlformats.org/drawingml/2006/chart" xmlns:r="http://schemas.openxmlformats.org/officeDocument/2006/relationships" r:id="rId44"/>
          </a:graphicData>
        </a:graphic>
      </p:graphicFrame>
      <p:sp>
        <p:nvSpPr>
          <p:cNvPr id="163" name="文本占位符 2">
            <a:extLst>
              <a:ext uri="{FF2B5EF4-FFF2-40B4-BE49-F238E27FC236}">
                <a16:creationId xmlns:a16="http://schemas.microsoft.com/office/drawing/2014/main" id="{0593B874-4A65-2F79-A104-8D9E0F20A8C4}"/>
              </a:ext>
            </a:extLst>
          </p:cNvPr>
          <p:cNvSpPr txBox="1">
            <a:spLocks/>
          </p:cNvSpPr>
          <p:nvPr>
            <p:custDataLst>
              <p:tags r:id="rId25"/>
            </p:custDataLst>
          </p:nvPr>
        </p:nvSpPr>
        <p:spPr bwMode="gray">
          <a:xfrm>
            <a:off x="8405813" y="3473450"/>
            <a:ext cx="27781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AE17E102-8392-4236-84DE-B2DF7C82DEA4}" type="datetime'''''''''''''''''''''''''''''''''''''''''''''''1,''''''3'''''">
              <a:rPr kumimoji="1" lang="zh-CN" altLang="en-US" sz="1400" smtClean="0"/>
              <a:pPr/>
              <a:t>1,3</a:t>
            </a:fld>
            <a:endParaRPr kumimoji="1" lang="zh-CN" altLang="en-US" sz="1400" dirty="0"/>
          </a:p>
        </p:txBody>
      </p:sp>
      <p:cxnSp>
        <p:nvCxnSpPr>
          <p:cNvPr id="166" name="直线连接符 165">
            <a:extLst>
              <a:ext uri="{FF2B5EF4-FFF2-40B4-BE49-F238E27FC236}">
                <a16:creationId xmlns:a16="http://schemas.microsoft.com/office/drawing/2014/main" id="{C45D1273-1D1E-425A-419B-1DCF59C00780}"/>
              </a:ext>
            </a:extLst>
          </p:cNvPr>
          <p:cNvCxnSpPr/>
          <p:nvPr>
            <p:custDataLst>
              <p:tags r:id="rId26"/>
            </p:custDataLst>
          </p:nvPr>
        </p:nvCxnSpPr>
        <p:spPr bwMode="auto">
          <a:xfrm>
            <a:off x="9094788" y="5421313"/>
            <a:ext cx="1905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7" name="直线连接符 166">
            <a:extLst>
              <a:ext uri="{FF2B5EF4-FFF2-40B4-BE49-F238E27FC236}">
                <a16:creationId xmlns:a16="http://schemas.microsoft.com/office/drawing/2014/main" id="{CFC67534-5D53-7B22-3D15-38E407A68F78}"/>
              </a:ext>
            </a:extLst>
          </p:cNvPr>
          <p:cNvCxnSpPr/>
          <p:nvPr>
            <p:custDataLst>
              <p:tags r:id="rId27"/>
            </p:custDataLst>
          </p:nvPr>
        </p:nvCxnSpPr>
        <p:spPr bwMode="auto">
          <a:xfrm>
            <a:off x="9526588" y="4852988"/>
            <a:ext cx="1905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295" name="Chart 3">
            <a:extLst>
              <a:ext uri="{FF2B5EF4-FFF2-40B4-BE49-F238E27FC236}">
                <a16:creationId xmlns:a16="http://schemas.microsoft.com/office/drawing/2014/main" id="{BC3C3A2D-38D8-2979-6F48-D1480221E6C9}"/>
              </a:ext>
            </a:extLst>
          </p:cNvPr>
          <p:cNvGraphicFramePr/>
          <p:nvPr>
            <p:custDataLst>
              <p:tags r:id="rId28"/>
            </p:custDataLst>
            <p:extLst>
              <p:ext uri="{D42A27DB-BD31-4B8C-83A1-F6EECF244321}">
                <p14:modId xmlns:p14="http://schemas.microsoft.com/office/powerpoint/2010/main" val="876864140"/>
              </p:ext>
            </p:extLst>
          </p:nvPr>
        </p:nvGraphicFramePr>
        <p:xfrm>
          <a:off x="8677275" y="4770438"/>
          <a:ext cx="1457325" cy="733425"/>
        </p:xfrm>
        <a:graphic>
          <a:graphicData uri="http://schemas.openxmlformats.org/drawingml/2006/chart">
            <c:chart xmlns:c="http://schemas.openxmlformats.org/drawingml/2006/chart" xmlns:r="http://schemas.openxmlformats.org/officeDocument/2006/relationships" r:id="rId45"/>
          </a:graphicData>
        </a:graphic>
      </p:graphicFrame>
      <p:sp>
        <p:nvSpPr>
          <p:cNvPr id="218" name="矩形 217">
            <a:extLst>
              <a:ext uri="{FF2B5EF4-FFF2-40B4-BE49-F238E27FC236}">
                <a16:creationId xmlns:a16="http://schemas.microsoft.com/office/drawing/2014/main" id="{B663D8E4-9990-8065-EC88-626B7FBB9C26}"/>
              </a:ext>
            </a:extLst>
          </p:cNvPr>
          <p:cNvSpPr/>
          <p:nvPr>
            <p:custDataLst>
              <p:tags r:id="rId29"/>
            </p:custDataLst>
          </p:nvPr>
        </p:nvSpPr>
        <p:spPr bwMode="auto">
          <a:xfrm>
            <a:off x="9285288" y="5214938"/>
            <a:ext cx="241300" cy="34925"/>
          </a:xfrm>
          <a:prstGeom prst="rect">
            <a:avLst/>
          </a:prstGeom>
          <a:solidFill>
            <a:schemeClr val="tx1"/>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9" name="文本占位符 2">
            <a:extLst>
              <a:ext uri="{FF2B5EF4-FFF2-40B4-BE49-F238E27FC236}">
                <a16:creationId xmlns:a16="http://schemas.microsoft.com/office/drawing/2014/main" id="{042193D1-1000-8870-BB65-46D527733F83}"/>
              </a:ext>
            </a:extLst>
          </p:cNvPr>
          <p:cNvSpPr txBox="1">
            <a:spLocks/>
          </p:cNvSpPr>
          <p:nvPr>
            <p:custDataLst>
              <p:tags r:id="rId30"/>
            </p:custDataLst>
          </p:nvPr>
        </p:nvSpPr>
        <p:spPr bwMode="gray">
          <a:xfrm>
            <a:off x="9698038" y="4635500"/>
            <a:ext cx="27781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BA09D4B1-C6A4-4F0C-A0C3-21780DC44789}" type="datetime'''''''''''''''''''''''''''''''''''''0'''''''',2'''''''''''">
              <a:rPr kumimoji="1" lang="zh-CN" altLang="en-US" sz="1400" smtClean="0"/>
              <a:pPr/>
              <a:t>0,2</a:t>
            </a:fld>
            <a:endParaRPr kumimoji="1" lang="zh-CN" altLang="en-US" sz="1400" dirty="0"/>
          </a:p>
        </p:txBody>
      </p:sp>
      <p:cxnSp>
        <p:nvCxnSpPr>
          <p:cNvPr id="172" name="直线连接符 171">
            <a:extLst>
              <a:ext uri="{FF2B5EF4-FFF2-40B4-BE49-F238E27FC236}">
                <a16:creationId xmlns:a16="http://schemas.microsoft.com/office/drawing/2014/main" id="{C80F81F1-7ABF-8CD1-9F38-BFA6766F3E07}"/>
              </a:ext>
            </a:extLst>
          </p:cNvPr>
          <p:cNvCxnSpPr/>
          <p:nvPr>
            <p:custDataLst>
              <p:tags r:id="rId31"/>
            </p:custDataLst>
          </p:nvPr>
        </p:nvCxnSpPr>
        <p:spPr bwMode="auto">
          <a:xfrm>
            <a:off x="10387013" y="5627688"/>
            <a:ext cx="1905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3" name="直线连接符 172">
            <a:extLst>
              <a:ext uri="{FF2B5EF4-FFF2-40B4-BE49-F238E27FC236}">
                <a16:creationId xmlns:a16="http://schemas.microsoft.com/office/drawing/2014/main" id="{FB6F0AB7-488B-4259-A916-D347B981F82C}"/>
              </a:ext>
            </a:extLst>
          </p:cNvPr>
          <p:cNvCxnSpPr/>
          <p:nvPr>
            <p:custDataLst>
              <p:tags r:id="rId32"/>
            </p:custDataLst>
          </p:nvPr>
        </p:nvCxnSpPr>
        <p:spPr bwMode="auto">
          <a:xfrm>
            <a:off x="10818813" y="4435475"/>
            <a:ext cx="1905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296" name="Chart 3">
            <a:extLst>
              <a:ext uri="{FF2B5EF4-FFF2-40B4-BE49-F238E27FC236}">
                <a16:creationId xmlns:a16="http://schemas.microsoft.com/office/drawing/2014/main" id="{1AAC3898-4731-0E3A-1F5B-63A78722F565}"/>
              </a:ext>
            </a:extLst>
          </p:cNvPr>
          <p:cNvGraphicFramePr/>
          <p:nvPr>
            <p:custDataLst>
              <p:tags r:id="rId33"/>
            </p:custDataLst>
            <p:extLst>
              <p:ext uri="{D42A27DB-BD31-4B8C-83A1-F6EECF244321}">
                <p14:modId xmlns:p14="http://schemas.microsoft.com/office/powerpoint/2010/main" val="579460153"/>
              </p:ext>
            </p:extLst>
          </p:nvPr>
        </p:nvGraphicFramePr>
        <p:xfrm>
          <a:off x="9969500" y="4352925"/>
          <a:ext cx="1457325" cy="1357313"/>
        </p:xfrm>
        <a:graphic>
          <a:graphicData uri="http://schemas.openxmlformats.org/drawingml/2006/chart">
            <c:chart xmlns:c="http://schemas.openxmlformats.org/drawingml/2006/chart" xmlns:r="http://schemas.openxmlformats.org/officeDocument/2006/relationships" r:id="rId46"/>
          </a:graphicData>
        </a:graphic>
      </p:graphicFrame>
      <p:sp>
        <p:nvSpPr>
          <p:cNvPr id="227" name="矩形 226">
            <a:extLst>
              <a:ext uri="{FF2B5EF4-FFF2-40B4-BE49-F238E27FC236}">
                <a16:creationId xmlns:a16="http://schemas.microsoft.com/office/drawing/2014/main" id="{BA33B55B-5F6E-C1B6-2C66-C439F09B4079}"/>
              </a:ext>
            </a:extLst>
          </p:cNvPr>
          <p:cNvSpPr/>
          <p:nvPr>
            <p:custDataLst>
              <p:tags r:id="rId34"/>
            </p:custDataLst>
          </p:nvPr>
        </p:nvSpPr>
        <p:spPr bwMode="auto">
          <a:xfrm>
            <a:off x="10577513" y="5213350"/>
            <a:ext cx="241300" cy="34925"/>
          </a:xfrm>
          <a:prstGeom prst="rect">
            <a:avLst/>
          </a:prstGeom>
          <a:solidFill>
            <a:schemeClr val="tx1"/>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5" name="文本占位符 2">
            <a:extLst>
              <a:ext uri="{FF2B5EF4-FFF2-40B4-BE49-F238E27FC236}">
                <a16:creationId xmlns:a16="http://schemas.microsoft.com/office/drawing/2014/main" id="{B779E413-BC80-9795-7395-ECCCA6BA72B7}"/>
              </a:ext>
            </a:extLst>
          </p:cNvPr>
          <p:cNvSpPr txBox="1">
            <a:spLocks/>
          </p:cNvSpPr>
          <p:nvPr>
            <p:custDataLst>
              <p:tags r:id="rId35"/>
            </p:custDataLst>
          </p:nvPr>
        </p:nvSpPr>
        <p:spPr bwMode="gray">
          <a:xfrm>
            <a:off x="10990263" y="4217988"/>
            <a:ext cx="27781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15B57679-330B-430B-A1A8-DB9E5A1C462B}" type="datetime'''''''''''0'''''''''''''''''''''''''''''',''''''''''6'''">
              <a:rPr kumimoji="1" lang="zh-CN" altLang="en-US" sz="1400" smtClean="0"/>
              <a:pPr/>
              <a:t>0,6</a:t>
            </a:fld>
            <a:endParaRPr kumimoji="1" lang="zh-CN" altLang="en-US" sz="1400" dirty="0"/>
          </a:p>
        </p:txBody>
      </p:sp>
      <p:cxnSp>
        <p:nvCxnSpPr>
          <p:cNvPr id="245" name="直线连接符 244">
            <a:extLst>
              <a:ext uri="{FF2B5EF4-FFF2-40B4-BE49-F238E27FC236}">
                <a16:creationId xmlns:a16="http://schemas.microsoft.com/office/drawing/2014/main" id="{1A3F5020-0459-C3A1-B3E0-857E930B384A}"/>
              </a:ext>
            </a:extLst>
          </p:cNvPr>
          <p:cNvCxnSpPr/>
          <p:nvPr/>
        </p:nvCxnSpPr>
        <p:spPr>
          <a:xfrm>
            <a:off x="7329398" y="1083329"/>
            <a:ext cx="0" cy="5050118"/>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47" name="直线连接符 246">
            <a:extLst>
              <a:ext uri="{FF2B5EF4-FFF2-40B4-BE49-F238E27FC236}">
                <a16:creationId xmlns:a16="http://schemas.microsoft.com/office/drawing/2014/main" id="{2AAE4D56-2E28-D0BF-E97E-09E506BB6622}"/>
              </a:ext>
            </a:extLst>
          </p:cNvPr>
          <p:cNvCxnSpPr>
            <a:cxnSpLocks/>
          </p:cNvCxnSpPr>
          <p:nvPr/>
        </p:nvCxnSpPr>
        <p:spPr>
          <a:xfrm>
            <a:off x="2029159" y="5235575"/>
            <a:ext cx="0" cy="897872"/>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48" name="直线连接符 247">
            <a:extLst>
              <a:ext uri="{FF2B5EF4-FFF2-40B4-BE49-F238E27FC236}">
                <a16:creationId xmlns:a16="http://schemas.microsoft.com/office/drawing/2014/main" id="{A245FA4E-3E3E-A4C3-A0C0-0F3B6FAA33BC}"/>
              </a:ext>
            </a:extLst>
          </p:cNvPr>
          <p:cNvCxnSpPr>
            <a:cxnSpLocks/>
          </p:cNvCxnSpPr>
          <p:nvPr/>
        </p:nvCxnSpPr>
        <p:spPr>
          <a:xfrm>
            <a:off x="3330909" y="5235575"/>
            <a:ext cx="0" cy="897872"/>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51" name="直线连接符 250">
            <a:extLst>
              <a:ext uri="{FF2B5EF4-FFF2-40B4-BE49-F238E27FC236}">
                <a16:creationId xmlns:a16="http://schemas.microsoft.com/office/drawing/2014/main" id="{04FBD6BB-2A39-206B-6A2C-106AEB90134B}"/>
              </a:ext>
            </a:extLst>
          </p:cNvPr>
          <p:cNvCxnSpPr>
            <a:cxnSpLocks/>
          </p:cNvCxnSpPr>
          <p:nvPr/>
        </p:nvCxnSpPr>
        <p:spPr>
          <a:xfrm>
            <a:off x="4616784" y="5235575"/>
            <a:ext cx="0" cy="897872"/>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52" name="直线连接符 251">
            <a:extLst>
              <a:ext uri="{FF2B5EF4-FFF2-40B4-BE49-F238E27FC236}">
                <a16:creationId xmlns:a16="http://schemas.microsoft.com/office/drawing/2014/main" id="{F8754CE7-B686-AC83-70ED-05F945236436}"/>
              </a:ext>
            </a:extLst>
          </p:cNvPr>
          <p:cNvCxnSpPr>
            <a:cxnSpLocks/>
          </p:cNvCxnSpPr>
          <p:nvPr/>
        </p:nvCxnSpPr>
        <p:spPr>
          <a:xfrm>
            <a:off x="5909009" y="5231466"/>
            <a:ext cx="0" cy="897872"/>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53" name="直线连接符 252">
            <a:extLst>
              <a:ext uri="{FF2B5EF4-FFF2-40B4-BE49-F238E27FC236}">
                <a16:creationId xmlns:a16="http://schemas.microsoft.com/office/drawing/2014/main" id="{5A9A19B6-728D-5796-DC65-14722EB0A686}"/>
              </a:ext>
            </a:extLst>
          </p:cNvPr>
          <p:cNvCxnSpPr>
            <a:cxnSpLocks/>
          </p:cNvCxnSpPr>
          <p:nvPr/>
        </p:nvCxnSpPr>
        <p:spPr>
          <a:xfrm>
            <a:off x="8753809" y="5231466"/>
            <a:ext cx="0" cy="897872"/>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54" name="直线连接符 253">
            <a:extLst>
              <a:ext uri="{FF2B5EF4-FFF2-40B4-BE49-F238E27FC236}">
                <a16:creationId xmlns:a16="http://schemas.microsoft.com/office/drawing/2014/main" id="{01F4E5FC-AEDE-17AD-0C83-12B5D3B8CBB6}"/>
              </a:ext>
            </a:extLst>
          </p:cNvPr>
          <p:cNvCxnSpPr>
            <a:cxnSpLocks/>
          </p:cNvCxnSpPr>
          <p:nvPr/>
        </p:nvCxnSpPr>
        <p:spPr>
          <a:xfrm>
            <a:off x="10055559" y="5231466"/>
            <a:ext cx="0" cy="897872"/>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56" name="文本框 255">
            <a:extLst>
              <a:ext uri="{FF2B5EF4-FFF2-40B4-BE49-F238E27FC236}">
                <a16:creationId xmlns:a16="http://schemas.microsoft.com/office/drawing/2014/main" id="{9F195F38-CF92-2D2A-3A45-4015BF98ADC8}"/>
              </a:ext>
            </a:extLst>
          </p:cNvPr>
          <p:cNvSpPr txBox="1"/>
          <p:nvPr/>
        </p:nvSpPr>
        <p:spPr>
          <a:xfrm>
            <a:off x="892857" y="5761410"/>
            <a:ext cx="957313" cy="307777"/>
          </a:xfrm>
          <a:prstGeom prst="rect">
            <a:avLst/>
          </a:prstGeom>
          <a:noFill/>
        </p:spPr>
        <p:txBody>
          <a:bodyPr wrap="none" rtlCol="0">
            <a:spAutoFit/>
          </a:bodyPr>
          <a:lstStyle/>
          <a:p>
            <a:r>
              <a:rPr kumimoji="1" lang="en-US" altLang="zh-CN" sz="1400" b="1" dirty="0">
                <a:latin typeface="HarmonyOS Sans SC" pitchFamily="2" charset="-122"/>
                <a:ea typeface="HarmonyOS Sans SC" pitchFamily="2" charset="-122"/>
              </a:rPr>
              <a:t>Australia</a:t>
            </a:r>
            <a:endParaRPr kumimoji="1" lang="zh-CN" altLang="en-US" sz="1400" b="1" dirty="0">
              <a:latin typeface="HarmonyOS Sans SC" pitchFamily="2" charset="-122"/>
              <a:ea typeface="HarmonyOS Sans SC" pitchFamily="2" charset="-122"/>
            </a:endParaRPr>
          </a:p>
        </p:txBody>
      </p:sp>
      <p:sp>
        <p:nvSpPr>
          <p:cNvPr id="257" name="文本框 256">
            <a:extLst>
              <a:ext uri="{FF2B5EF4-FFF2-40B4-BE49-F238E27FC236}">
                <a16:creationId xmlns:a16="http://schemas.microsoft.com/office/drawing/2014/main" id="{394FDD8F-FED3-8668-FBF3-AD0D32FFEF49}"/>
              </a:ext>
            </a:extLst>
          </p:cNvPr>
          <p:cNvSpPr txBox="1"/>
          <p:nvPr/>
        </p:nvSpPr>
        <p:spPr>
          <a:xfrm>
            <a:off x="2466442" y="5761410"/>
            <a:ext cx="426720" cy="307777"/>
          </a:xfrm>
          <a:prstGeom prst="rect">
            <a:avLst/>
          </a:prstGeom>
          <a:noFill/>
        </p:spPr>
        <p:txBody>
          <a:bodyPr wrap="none" rtlCol="0">
            <a:spAutoFit/>
          </a:bodyPr>
          <a:lstStyle/>
          <a:p>
            <a:r>
              <a:rPr kumimoji="1" lang="en-US" altLang="zh-CN" sz="1400" b="1" dirty="0">
                <a:latin typeface="HarmonyOS Sans SC" pitchFamily="2" charset="-122"/>
                <a:ea typeface="HarmonyOS Sans SC" pitchFamily="2" charset="-122"/>
              </a:rPr>
              <a:t>US</a:t>
            </a:r>
            <a:endParaRPr kumimoji="1" lang="zh-CN" altLang="en-US" sz="1400" b="1" dirty="0">
              <a:latin typeface="HarmonyOS Sans SC" pitchFamily="2" charset="-122"/>
              <a:ea typeface="HarmonyOS Sans SC" pitchFamily="2" charset="-122"/>
            </a:endParaRPr>
          </a:p>
        </p:txBody>
      </p:sp>
      <p:sp>
        <p:nvSpPr>
          <p:cNvPr id="258" name="文本框 257">
            <a:extLst>
              <a:ext uri="{FF2B5EF4-FFF2-40B4-BE49-F238E27FC236}">
                <a16:creationId xmlns:a16="http://schemas.microsoft.com/office/drawing/2014/main" id="{C1BBC45D-500D-494F-10BC-0688FB9D0EF7}"/>
              </a:ext>
            </a:extLst>
          </p:cNvPr>
          <p:cNvSpPr txBox="1"/>
          <p:nvPr/>
        </p:nvSpPr>
        <p:spPr>
          <a:xfrm>
            <a:off x="3578753" y="5761410"/>
            <a:ext cx="830677" cy="307777"/>
          </a:xfrm>
          <a:prstGeom prst="rect">
            <a:avLst/>
          </a:prstGeom>
          <a:noFill/>
        </p:spPr>
        <p:txBody>
          <a:bodyPr wrap="none" rtlCol="0">
            <a:spAutoFit/>
          </a:bodyPr>
          <a:lstStyle/>
          <a:p>
            <a:r>
              <a:rPr kumimoji="1" lang="en-US" altLang="zh-CN" sz="1400" b="1" dirty="0">
                <a:latin typeface="HarmonyOS Sans SC" pitchFamily="2" charset="-122"/>
                <a:ea typeface="HarmonyOS Sans SC" pitchFamily="2" charset="-122"/>
              </a:rPr>
              <a:t>Canada</a:t>
            </a:r>
            <a:endParaRPr kumimoji="1" lang="zh-CN" altLang="en-US" sz="1400" b="1" dirty="0">
              <a:latin typeface="HarmonyOS Sans SC" pitchFamily="2" charset="-122"/>
              <a:ea typeface="HarmonyOS Sans SC" pitchFamily="2" charset="-122"/>
            </a:endParaRPr>
          </a:p>
        </p:txBody>
      </p:sp>
      <p:sp>
        <p:nvSpPr>
          <p:cNvPr id="259" name="文本框 258">
            <a:extLst>
              <a:ext uri="{FF2B5EF4-FFF2-40B4-BE49-F238E27FC236}">
                <a16:creationId xmlns:a16="http://schemas.microsoft.com/office/drawing/2014/main" id="{9EB27F33-A7DA-6A7B-7FA7-0B213AE9B63A}"/>
              </a:ext>
            </a:extLst>
          </p:cNvPr>
          <p:cNvSpPr txBox="1"/>
          <p:nvPr/>
        </p:nvSpPr>
        <p:spPr>
          <a:xfrm>
            <a:off x="5037062" y="5761410"/>
            <a:ext cx="453970" cy="307777"/>
          </a:xfrm>
          <a:prstGeom prst="rect">
            <a:avLst/>
          </a:prstGeom>
          <a:noFill/>
        </p:spPr>
        <p:txBody>
          <a:bodyPr wrap="none" rtlCol="0">
            <a:spAutoFit/>
          </a:bodyPr>
          <a:lstStyle/>
          <a:p>
            <a:r>
              <a:rPr kumimoji="1" lang="en-US" altLang="zh-CN" sz="1400" b="1" dirty="0">
                <a:latin typeface="HarmonyOS Sans SC" pitchFamily="2" charset="-122"/>
                <a:ea typeface="HarmonyOS Sans SC" pitchFamily="2" charset="-122"/>
              </a:rPr>
              <a:t>UK</a:t>
            </a:r>
            <a:endParaRPr kumimoji="1" lang="zh-CN" altLang="en-US" sz="1400" b="1" dirty="0">
              <a:latin typeface="HarmonyOS Sans SC" pitchFamily="2" charset="-122"/>
              <a:ea typeface="HarmonyOS Sans SC" pitchFamily="2" charset="-122"/>
            </a:endParaRPr>
          </a:p>
        </p:txBody>
      </p:sp>
      <p:sp>
        <p:nvSpPr>
          <p:cNvPr id="260" name="文本框 259">
            <a:extLst>
              <a:ext uri="{FF2B5EF4-FFF2-40B4-BE49-F238E27FC236}">
                <a16:creationId xmlns:a16="http://schemas.microsoft.com/office/drawing/2014/main" id="{534C3DD9-91A9-2650-A8A2-6A53BFEC81C7}"/>
              </a:ext>
            </a:extLst>
          </p:cNvPr>
          <p:cNvSpPr txBox="1"/>
          <p:nvPr/>
        </p:nvSpPr>
        <p:spPr>
          <a:xfrm>
            <a:off x="6263108" y="5761410"/>
            <a:ext cx="764953" cy="307777"/>
          </a:xfrm>
          <a:prstGeom prst="rect">
            <a:avLst/>
          </a:prstGeom>
          <a:noFill/>
        </p:spPr>
        <p:txBody>
          <a:bodyPr wrap="none" rtlCol="0">
            <a:spAutoFit/>
          </a:bodyPr>
          <a:lstStyle/>
          <a:p>
            <a:r>
              <a:rPr kumimoji="1" lang="en-US" altLang="zh-CN" sz="1400" b="1" dirty="0">
                <a:latin typeface="HarmonyOS Sans SC" pitchFamily="2" charset="-122"/>
                <a:ea typeface="HarmonyOS Sans SC" pitchFamily="2" charset="-122"/>
              </a:rPr>
              <a:t>France</a:t>
            </a:r>
            <a:endParaRPr kumimoji="1" lang="zh-CN" altLang="en-US" sz="1400" b="1" dirty="0">
              <a:latin typeface="HarmonyOS Sans SC" pitchFamily="2" charset="-122"/>
              <a:ea typeface="HarmonyOS Sans SC" pitchFamily="2" charset="-122"/>
            </a:endParaRPr>
          </a:p>
        </p:txBody>
      </p:sp>
      <p:sp>
        <p:nvSpPr>
          <p:cNvPr id="261" name="文本框 260">
            <a:extLst>
              <a:ext uri="{FF2B5EF4-FFF2-40B4-BE49-F238E27FC236}">
                <a16:creationId xmlns:a16="http://schemas.microsoft.com/office/drawing/2014/main" id="{BC838223-33DC-EE30-25C3-D20A2F59D551}"/>
              </a:ext>
            </a:extLst>
          </p:cNvPr>
          <p:cNvSpPr txBox="1"/>
          <p:nvPr/>
        </p:nvSpPr>
        <p:spPr>
          <a:xfrm>
            <a:off x="7561320" y="5761410"/>
            <a:ext cx="957313" cy="307777"/>
          </a:xfrm>
          <a:prstGeom prst="rect">
            <a:avLst/>
          </a:prstGeom>
          <a:noFill/>
        </p:spPr>
        <p:txBody>
          <a:bodyPr wrap="none" rtlCol="0">
            <a:spAutoFit/>
          </a:bodyPr>
          <a:lstStyle/>
          <a:p>
            <a:r>
              <a:rPr kumimoji="1" lang="en-US" altLang="zh-CN" sz="1400" b="1" dirty="0">
                <a:latin typeface="HarmonyOS Sans SC" pitchFamily="2" charset="-122"/>
                <a:ea typeface="HarmonyOS Sans SC" pitchFamily="2" charset="-122"/>
              </a:rPr>
              <a:t>Germany</a:t>
            </a:r>
            <a:endParaRPr kumimoji="1" lang="zh-CN" altLang="en-US" sz="1400" b="1" dirty="0">
              <a:latin typeface="HarmonyOS Sans SC" pitchFamily="2" charset="-122"/>
              <a:ea typeface="HarmonyOS Sans SC" pitchFamily="2" charset="-122"/>
            </a:endParaRPr>
          </a:p>
        </p:txBody>
      </p:sp>
      <p:sp>
        <p:nvSpPr>
          <p:cNvPr id="262" name="文本框 261">
            <a:extLst>
              <a:ext uri="{FF2B5EF4-FFF2-40B4-BE49-F238E27FC236}">
                <a16:creationId xmlns:a16="http://schemas.microsoft.com/office/drawing/2014/main" id="{EBA817FD-BEC0-6A55-552F-9736422AE0C0}"/>
              </a:ext>
            </a:extLst>
          </p:cNvPr>
          <p:cNvSpPr txBox="1"/>
          <p:nvPr/>
        </p:nvSpPr>
        <p:spPr>
          <a:xfrm>
            <a:off x="9123648" y="5765296"/>
            <a:ext cx="564578" cy="307777"/>
          </a:xfrm>
          <a:prstGeom prst="rect">
            <a:avLst/>
          </a:prstGeom>
          <a:noFill/>
        </p:spPr>
        <p:txBody>
          <a:bodyPr wrap="none" rtlCol="0">
            <a:spAutoFit/>
          </a:bodyPr>
          <a:lstStyle/>
          <a:p>
            <a:r>
              <a:rPr kumimoji="1" lang="en-US" altLang="zh-CN" sz="1400" b="1" dirty="0">
                <a:latin typeface="HarmonyOS Sans SC" pitchFamily="2" charset="-122"/>
                <a:ea typeface="HarmonyOS Sans SC" pitchFamily="2" charset="-122"/>
              </a:rPr>
              <a:t>Italy</a:t>
            </a:r>
            <a:endParaRPr kumimoji="1" lang="zh-CN" altLang="en-US" sz="1400" b="1" dirty="0">
              <a:latin typeface="HarmonyOS Sans SC" pitchFamily="2" charset="-122"/>
              <a:ea typeface="HarmonyOS Sans SC" pitchFamily="2" charset="-122"/>
            </a:endParaRPr>
          </a:p>
        </p:txBody>
      </p:sp>
      <p:sp>
        <p:nvSpPr>
          <p:cNvPr id="263" name="文本框 262">
            <a:extLst>
              <a:ext uri="{FF2B5EF4-FFF2-40B4-BE49-F238E27FC236}">
                <a16:creationId xmlns:a16="http://schemas.microsoft.com/office/drawing/2014/main" id="{C3B998CB-9F95-5DAB-181A-68E0669DDE88}"/>
              </a:ext>
            </a:extLst>
          </p:cNvPr>
          <p:cNvSpPr txBox="1"/>
          <p:nvPr/>
        </p:nvSpPr>
        <p:spPr>
          <a:xfrm>
            <a:off x="10346142" y="5756521"/>
            <a:ext cx="704039" cy="307777"/>
          </a:xfrm>
          <a:prstGeom prst="rect">
            <a:avLst/>
          </a:prstGeom>
          <a:noFill/>
        </p:spPr>
        <p:txBody>
          <a:bodyPr wrap="none" rtlCol="0">
            <a:spAutoFit/>
          </a:bodyPr>
          <a:lstStyle/>
          <a:p>
            <a:r>
              <a:rPr kumimoji="1" lang="en-US" altLang="zh-CN" sz="1400" b="1" dirty="0">
                <a:latin typeface="HarmonyOS Sans SC" pitchFamily="2" charset="-122"/>
                <a:ea typeface="HarmonyOS Sans SC" pitchFamily="2" charset="-122"/>
              </a:rPr>
              <a:t>Japan</a:t>
            </a:r>
            <a:endParaRPr kumimoji="1" lang="zh-CN" altLang="en-US" sz="1400" b="1" dirty="0">
              <a:latin typeface="HarmonyOS Sans SC" pitchFamily="2" charset="-122"/>
              <a:ea typeface="HarmonyOS Sans SC" pitchFamily="2" charset="-122"/>
            </a:endParaRPr>
          </a:p>
        </p:txBody>
      </p:sp>
      <p:sp>
        <p:nvSpPr>
          <p:cNvPr id="264" name="文本框 263">
            <a:extLst>
              <a:ext uri="{FF2B5EF4-FFF2-40B4-BE49-F238E27FC236}">
                <a16:creationId xmlns:a16="http://schemas.microsoft.com/office/drawing/2014/main" id="{9FE6569E-7AB2-8882-4355-9BB7FA992463}"/>
              </a:ext>
            </a:extLst>
          </p:cNvPr>
          <p:cNvSpPr txBox="1"/>
          <p:nvPr/>
        </p:nvSpPr>
        <p:spPr>
          <a:xfrm>
            <a:off x="468630" y="6307411"/>
            <a:ext cx="4362092" cy="215444"/>
          </a:xfrm>
          <a:prstGeom prst="rect">
            <a:avLst/>
          </a:prstGeom>
          <a:noFill/>
        </p:spPr>
        <p:txBody>
          <a:bodyPr wrap="none" rtlCol="0">
            <a:spAutoFit/>
          </a:bodyPr>
          <a:lstStyle/>
          <a:p>
            <a:r>
              <a:rPr kumimoji="1" lang="en-US" altLang="zh-CN" sz="800" dirty="0">
                <a:solidFill>
                  <a:schemeClr val="tx1">
                    <a:lumMod val="65000"/>
                    <a:lumOff val="35000"/>
                  </a:schemeClr>
                </a:solidFill>
                <a:latin typeface="HarmonyOS Sans SC Light" pitchFamily="2" charset="-122"/>
                <a:ea typeface="HarmonyOS Sans SC Light" pitchFamily="2" charset="-122"/>
              </a:rPr>
              <a:t>Source: The Conference Board Total Economy Database; McKinsey Global Institute analysis</a:t>
            </a:r>
            <a:endParaRPr kumimoji="1" lang="zh-CN" altLang="en-US" sz="800" dirty="0">
              <a:solidFill>
                <a:schemeClr val="tx1">
                  <a:lumMod val="65000"/>
                  <a:lumOff val="35000"/>
                </a:schemeClr>
              </a:solidFill>
              <a:latin typeface="HarmonyOS Sans SC Light" pitchFamily="2" charset="-122"/>
              <a:ea typeface="HarmonyOS Sans SC Light" pitchFamily="2" charset="-122"/>
            </a:endParaRPr>
          </a:p>
        </p:txBody>
      </p:sp>
      <p:cxnSp>
        <p:nvCxnSpPr>
          <p:cNvPr id="275" name="直线连接符 274">
            <a:extLst>
              <a:ext uri="{FF2B5EF4-FFF2-40B4-BE49-F238E27FC236}">
                <a16:creationId xmlns:a16="http://schemas.microsoft.com/office/drawing/2014/main" id="{7828AD21-0684-3504-CF20-BB801789F291}"/>
              </a:ext>
            </a:extLst>
          </p:cNvPr>
          <p:cNvCxnSpPr/>
          <p:nvPr/>
        </p:nvCxnSpPr>
        <p:spPr>
          <a:xfrm>
            <a:off x="842037" y="3049531"/>
            <a:ext cx="6289014" cy="0"/>
          </a:xfrm>
          <a:prstGeom prst="line">
            <a:avLst/>
          </a:prstGeom>
          <a:ln w="12700">
            <a:solidFill>
              <a:schemeClr val="tx1">
                <a:lumMod val="50000"/>
                <a:lumOff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277" name="直线连接符 276">
            <a:extLst>
              <a:ext uri="{FF2B5EF4-FFF2-40B4-BE49-F238E27FC236}">
                <a16:creationId xmlns:a16="http://schemas.microsoft.com/office/drawing/2014/main" id="{01930A94-EC72-7375-E29C-571BB40194E4}"/>
              </a:ext>
            </a:extLst>
          </p:cNvPr>
          <p:cNvCxnSpPr/>
          <p:nvPr/>
        </p:nvCxnSpPr>
        <p:spPr>
          <a:xfrm>
            <a:off x="6853238" y="2533650"/>
            <a:ext cx="0" cy="493713"/>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78" name="文本框 277">
            <a:extLst>
              <a:ext uri="{FF2B5EF4-FFF2-40B4-BE49-F238E27FC236}">
                <a16:creationId xmlns:a16="http://schemas.microsoft.com/office/drawing/2014/main" id="{ADAC4189-86DD-4B33-C214-EB55E00C62CB}"/>
              </a:ext>
            </a:extLst>
          </p:cNvPr>
          <p:cNvSpPr txBox="1"/>
          <p:nvPr/>
        </p:nvSpPr>
        <p:spPr>
          <a:xfrm>
            <a:off x="5841606" y="1832659"/>
            <a:ext cx="1197764" cy="646331"/>
          </a:xfrm>
          <a:prstGeom prst="rect">
            <a:avLst/>
          </a:prstGeom>
          <a:noFill/>
        </p:spPr>
        <p:txBody>
          <a:bodyPr wrap="none" rtlCol="0">
            <a:spAutoFit/>
          </a:bodyPr>
          <a:lstStyle/>
          <a:p>
            <a:pPr algn="r"/>
            <a:r>
              <a:rPr kumimoji="1" lang="en-US" altLang="zh-CN" sz="1200" i="1" dirty="0">
                <a:latin typeface="HarmonyOS Sans SC" pitchFamily="2" charset="-122"/>
                <a:ea typeface="HarmonyOS Sans SC" pitchFamily="2" charset="-122"/>
              </a:rPr>
              <a:t>Average</a:t>
            </a:r>
          </a:p>
          <a:p>
            <a:pPr algn="r"/>
            <a:r>
              <a:rPr kumimoji="1" lang="en-US" altLang="zh-CN" sz="1200" i="1" dirty="0">
                <a:latin typeface="HarmonyOS Sans SC" pitchFamily="2" charset="-122"/>
                <a:ea typeface="HarmonyOS Sans SC" pitchFamily="2" charset="-122"/>
              </a:rPr>
              <a:t>GDP growth</a:t>
            </a:r>
            <a:r>
              <a:rPr kumimoji="1" lang="zh-CN" altLang="en-US" sz="1200" i="1" dirty="0">
                <a:latin typeface="HarmonyOS Sans SC" pitchFamily="2" charset="-122"/>
                <a:ea typeface="HarmonyOS Sans SC" pitchFamily="2" charset="-122"/>
              </a:rPr>
              <a:t>：</a:t>
            </a:r>
          </a:p>
          <a:p>
            <a:pPr algn="r"/>
            <a:r>
              <a:rPr kumimoji="1" lang="en-US" altLang="zh-CN" sz="1200" i="1" dirty="0">
                <a:latin typeface="HarmonyOS Sans SC" pitchFamily="2" charset="-122"/>
                <a:ea typeface="HarmonyOS Sans SC" pitchFamily="2" charset="-122"/>
              </a:rPr>
              <a:t>1.9</a:t>
            </a:r>
            <a:endParaRPr kumimoji="1" lang="zh-CN" altLang="en-US" sz="1200" i="1" dirty="0">
              <a:latin typeface="HarmonyOS Sans SC" pitchFamily="2" charset="-122"/>
              <a:ea typeface="HarmonyOS Sans SC" pitchFamily="2" charset="-122"/>
            </a:endParaRPr>
          </a:p>
        </p:txBody>
      </p:sp>
      <p:sp>
        <p:nvSpPr>
          <p:cNvPr id="279" name="文本框 278">
            <a:extLst>
              <a:ext uri="{FF2B5EF4-FFF2-40B4-BE49-F238E27FC236}">
                <a16:creationId xmlns:a16="http://schemas.microsoft.com/office/drawing/2014/main" id="{8F288A49-8C26-E160-E528-2AB0912F7337}"/>
              </a:ext>
            </a:extLst>
          </p:cNvPr>
          <p:cNvSpPr txBox="1"/>
          <p:nvPr/>
        </p:nvSpPr>
        <p:spPr>
          <a:xfrm>
            <a:off x="804131" y="1161349"/>
            <a:ext cx="2350323" cy="461665"/>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Countries where hours worked</a:t>
            </a:r>
          </a:p>
          <a:p>
            <a:r>
              <a:rPr kumimoji="1" lang="en-US" altLang="zh-CN" sz="1200" dirty="0">
                <a:latin typeface="HarmonyOS Sans SC" pitchFamily="2" charset="-122"/>
                <a:ea typeface="HarmonyOS Sans SC" pitchFamily="2" charset="-122"/>
              </a:rPr>
              <a:t>contributed more</a:t>
            </a:r>
            <a:endParaRPr kumimoji="1" lang="zh-CN" altLang="en-US" sz="1200" dirty="0">
              <a:latin typeface="HarmonyOS Sans SC" pitchFamily="2" charset="-122"/>
              <a:ea typeface="HarmonyOS Sans SC" pitchFamily="2" charset="-122"/>
            </a:endParaRPr>
          </a:p>
        </p:txBody>
      </p:sp>
      <p:sp>
        <p:nvSpPr>
          <p:cNvPr id="280" name="文本框 279">
            <a:extLst>
              <a:ext uri="{FF2B5EF4-FFF2-40B4-BE49-F238E27FC236}">
                <a16:creationId xmlns:a16="http://schemas.microsoft.com/office/drawing/2014/main" id="{44A841B3-4E5A-470D-1558-9DB24D07BEEA}"/>
              </a:ext>
            </a:extLst>
          </p:cNvPr>
          <p:cNvSpPr txBox="1"/>
          <p:nvPr/>
        </p:nvSpPr>
        <p:spPr>
          <a:xfrm>
            <a:off x="7475593" y="1161762"/>
            <a:ext cx="2226892" cy="461665"/>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Countries where productivity</a:t>
            </a:r>
          </a:p>
          <a:p>
            <a:r>
              <a:rPr kumimoji="1" lang="en-US" altLang="zh-CN" sz="1200" dirty="0">
                <a:latin typeface="HarmonyOS Sans SC" pitchFamily="2" charset="-122"/>
                <a:ea typeface="HarmonyOS Sans SC" pitchFamily="2" charset="-122"/>
              </a:rPr>
              <a:t>contributed more</a:t>
            </a:r>
            <a:endParaRPr kumimoji="1" lang="zh-CN" altLang="en-US" sz="1200" dirty="0">
              <a:latin typeface="HarmonyOS Sans SC" pitchFamily="2" charset="-122"/>
              <a:ea typeface="HarmonyOS Sans SC" pitchFamily="2" charset="-122"/>
            </a:endParaRPr>
          </a:p>
        </p:txBody>
      </p:sp>
      <p:cxnSp>
        <p:nvCxnSpPr>
          <p:cNvPr id="281" name="直线连接符 280">
            <a:extLst>
              <a:ext uri="{FF2B5EF4-FFF2-40B4-BE49-F238E27FC236}">
                <a16:creationId xmlns:a16="http://schemas.microsoft.com/office/drawing/2014/main" id="{26A51A2F-FAD7-2F8E-5545-351FC8886878}"/>
              </a:ext>
            </a:extLst>
          </p:cNvPr>
          <p:cNvCxnSpPr>
            <a:cxnSpLocks/>
          </p:cNvCxnSpPr>
          <p:nvPr/>
        </p:nvCxnSpPr>
        <p:spPr>
          <a:xfrm flipV="1">
            <a:off x="7611943" y="4316413"/>
            <a:ext cx="3219571" cy="20410"/>
          </a:xfrm>
          <a:prstGeom prst="line">
            <a:avLst/>
          </a:prstGeom>
          <a:ln w="12700">
            <a:solidFill>
              <a:schemeClr val="tx1">
                <a:lumMod val="50000"/>
                <a:lumOff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285" name="直线连接符 284">
            <a:extLst>
              <a:ext uri="{FF2B5EF4-FFF2-40B4-BE49-F238E27FC236}">
                <a16:creationId xmlns:a16="http://schemas.microsoft.com/office/drawing/2014/main" id="{C809570C-91C6-8E89-5760-31082C246430}"/>
              </a:ext>
            </a:extLst>
          </p:cNvPr>
          <p:cNvCxnSpPr>
            <a:cxnSpLocks/>
          </p:cNvCxnSpPr>
          <p:nvPr/>
        </p:nvCxnSpPr>
        <p:spPr>
          <a:xfrm>
            <a:off x="7689793" y="2533650"/>
            <a:ext cx="0" cy="1762125"/>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87" name="文本框 286">
            <a:extLst>
              <a:ext uri="{FF2B5EF4-FFF2-40B4-BE49-F238E27FC236}">
                <a16:creationId xmlns:a16="http://schemas.microsoft.com/office/drawing/2014/main" id="{53A6F6EA-F28D-1AAB-537C-BDCEB800F5B1}"/>
              </a:ext>
            </a:extLst>
          </p:cNvPr>
          <p:cNvSpPr txBox="1"/>
          <p:nvPr/>
        </p:nvSpPr>
        <p:spPr>
          <a:xfrm>
            <a:off x="7515529" y="1832659"/>
            <a:ext cx="1197764" cy="646331"/>
          </a:xfrm>
          <a:prstGeom prst="rect">
            <a:avLst/>
          </a:prstGeom>
          <a:noFill/>
        </p:spPr>
        <p:txBody>
          <a:bodyPr wrap="none" rtlCol="0">
            <a:spAutoFit/>
          </a:bodyPr>
          <a:lstStyle/>
          <a:p>
            <a:r>
              <a:rPr kumimoji="1" lang="en-US" altLang="zh-CN" sz="1200" i="1" dirty="0">
                <a:latin typeface="HarmonyOS Sans SC" pitchFamily="2" charset="-122"/>
                <a:ea typeface="HarmonyOS Sans SC" pitchFamily="2" charset="-122"/>
              </a:rPr>
              <a:t>Average</a:t>
            </a:r>
          </a:p>
          <a:p>
            <a:r>
              <a:rPr kumimoji="1" lang="en-US" altLang="zh-CN" sz="1200" i="1" dirty="0">
                <a:latin typeface="HarmonyOS Sans SC" pitchFamily="2" charset="-122"/>
                <a:ea typeface="HarmonyOS Sans SC" pitchFamily="2" charset="-122"/>
              </a:rPr>
              <a:t>GDP growth</a:t>
            </a:r>
            <a:r>
              <a:rPr kumimoji="1" lang="zh-CN" altLang="en-US" sz="1200" i="1" dirty="0">
                <a:latin typeface="HarmonyOS Sans SC" pitchFamily="2" charset="-122"/>
                <a:ea typeface="HarmonyOS Sans SC" pitchFamily="2" charset="-122"/>
              </a:rPr>
              <a:t>：</a:t>
            </a:r>
          </a:p>
          <a:p>
            <a:r>
              <a:rPr kumimoji="1" lang="en-US" altLang="zh-CN" sz="1200" i="1" dirty="0">
                <a:latin typeface="HarmonyOS Sans SC" pitchFamily="2" charset="-122"/>
                <a:ea typeface="HarmonyOS Sans SC" pitchFamily="2" charset="-122"/>
              </a:rPr>
              <a:t>0.7</a:t>
            </a:r>
            <a:endParaRPr kumimoji="1" lang="zh-CN" altLang="en-US" sz="1200" i="1" dirty="0">
              <a:latin typeface="HarmonyOS Sans SC" pitchFamily="2" charset="-122"/>
              <a:ea typeface="HarmonyOS Sans SC" pitchFamily="2" charset="-122"/>
            </a:endParaRPr>
          </a:p>
        </p:txBody>
      </p:sp>
    </p:spTree>
    <p:extLst>
      <p:ext uri="{BB962C8B-B14F-4D97-AF65-F5344CB8AC3E}">
        <p14:creationId xmlns:p14="http://schemas.microsoft.com/office/powerpoint/2010/main" val="654903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F96D6E0-3D01-B871-4684-842CFB284FBA}"/>
              </a:ext>
            </a:extLst>
          </p:cNvPr>
          <p:cNvGraphicFramePr>
            <a:graphicFrameLocks noChangeAspect="1"/>
          </p:cNvGraphicFramePr>
          <p:nvPr>
            <p:custDataLst>
              <p:tags r:id="rId1"/>
            </p:custDataLst>
            <p:extLst>
              <p:ext uri="{D42A27DB-BD31-4B8C-83A1-F6EECF244321}">
                <p14:modId xmlns:p14="http://schemas.microsoft.com/office/powerpoint/2010/main" val="38353989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19" imgW="7772400" imgH="10058400" progId="TCLayout.ActiveDocument.1">
                  <p:embed/>
                </p:oleObj>
              </mc:Choice>
              <mc:Fallback>
                <p:oleObj name="think-cell 幻灯片" r:id="rId19" imgW="7772400" imgH="10058400" progId="TCLayout.ActiveDocument.1">
                  <p:embed/>
                  <p:pic>
                    <p:nvPicPr>
                      <p:cNvPr id="4" name="think-cell data - do not delete" hidden="1">
                        <a:extLst>
                          <a:ext uri="{FF2B5EF4-FFF2-40B4-BE49-F238E27FC236}">
                            <a16:creationId xmlns:a16="http://schemas.microsoft.com/office/drawing/2014/main" id="{0F96D6E0-3D01-B871-4684-842CFB284FBA}"/>
                          </a:ext>
                        </a:extLst>
                      </p:cNvPr>
                      <p:cNvPicPr/>
                      <p:nvPr/>
                    </p:nvPicPr>
                    <p:blipFill>
                      <a:blip r:embed="rId20"/>
                      <a:stretch>
                        <a:fillRect/>
                      </a:stretch>
                    </p:blipFill>
                    <p:spPr>
                      <a:xfrm>
                        <a:off x="1588" y="1588"/>
                        <a:ext cx="1227" cy="1588"/>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4BC41D21-8DBB-F065-5163-AE0A1C72DF8F}"/>
              </a:ext>
            </a:extLst>
          </p:cNvPr>
          <p:cNvSpPr txBox="1"/>
          <p:nvPr/>
        </p:nvSpPr>
        <p:spPr>
          <a:xfrm>
            <a:off x="468630" y="382905"/>
            <a:ext cx="7277954" cy="307777"/>
          </a:xfrm>
          <a:prstGeom prst="rect">
            <a:avLst/>
          </a:prstGeom>
          <a:noFill/>
        </p:spPr>
        <p:txBody>
          <a:bodyPr wrap="none" rtlCol="0">
            <a:spAutoFit/>
          </a:bodyPr>
          <a:lstStyle/>
          <a:p>
            <a:r>
              <a:rPr kumimoji="1" lang="en-US" altLang="zh-CN" sz="1400" dirty="0">
                <a:latin typeface="HarmonyOS Sans SC Medium" pitchFamily="2" charset="-122"/>
                <a:ea typeface="HarmonyOS Sans SC Medium" pitchFamily="2" charset="-122"/>
              </a:rPr>
              <a:t>Change in number of surplus workers across 8 advanced economies, 2010-23, </a:t>
            </a:r>
            <a:r>
              <a:rPr kumimoji="1" lang="en-US" altLang="zh-CN" sz="1400" dirty="0">
                <a:latin typeface="HarmonyOS Sans SC Light" pitchFamily="2" charset="-122"/>
                <a:ea typeface="HarmonyOS Sans SC Light" pitchFamily="2" charset="-122"/>
              </a:rPr>
              <a:t>million</a:t>
            </a:r>
            <a:endParaRPr kumimoji="1" lang="zh-CN" altLang="en-US" sz="1400" dirty="0">
              <a:latin typeface="HarmonyOS Sans SC Light" pitchFamily="2" charset="-122"/>
              <a:ea typeface="HarmonyOS Sans SC Light" pitchFamily="2" charset="-122"/>
            </a:endParaRPr>
          </a:p>
        </p:txBody>
      </p:sp>
      <p:sp>
        <p:nvSpPr>
          <p:cNvPr id="264" name="文本框 263">
            <a:extLst>
              <a:ext uri="{FF2B5EF4-FFF2-40B4-BE49-F238E27FC236}">
                <a16:creationId xmlns:a16="http://schemas.microsoft.com/office/drawing/2014/main" id="{9FE6569E-7AB2-8882-4355-9BB7FA992463}"/>
              </a:ext>
            </a:extLst>
          </p:cNvPr>
          <p:cNvSpPr txBox="1"/>
          <p:nvPr/>
        </p:nvSpPr>
        <p:spPr>
          <a:xfrm>
            <a:off x="467677" y="5979477"/>
            <a:ext cx="11256645" cy="215444"/>
          </a:xfrm>
          <a:prstGeom prst="rect">
            <a:avLst/>
          </a:prstGeom>
          <a:noFill/>
        </p:spPr>
        <p:txBody>
          <a:bodyPr wrap="square" rtlCol="0">
            <a:spAutoFit/>
          </a:bodyPr>
          <a:lstStyle/>
          <a:p>
            <a:r>
              <a:rPr kumimoji="1" lang="en-US" altLang="zh-CN" sz="800" dirty="0">
                <a:solidFill>
                  <a:schemeClr val="tx1">
                    <a:lumMod val="65000"/>
                    <a:lumOff val="35000"/>
                  </a:schemeClr>
                </a:solidFill>
                <a:latin typeface="HarmonyOS Sans SC Light" pitchFamily="2" charset="-122"/>
                <a:ea typeface="HarmonyOS Sans SC Light" pitchFamily="2" charset="-122"/>
              </a:rPr>
              <a:t>Note: The eight countries are Australia, Canada, France, Germany, Italy, Japan, the United Kingdom, and the United States. Canada data spans only 2015-23.</a:t>
            </a:r>
            <a:r>
              <a:rPr kumimoji="1" lang="zh-CN" altLang="en-US" sz="800" dirty="0">
                <a:solidFill>
                  <a:schemeClr val="tx1">
                    <a:lumMod val="65000"/>
                    <a:lumOff val="35000"/>
                  </a:schemeClr>
                </a:solidFill>
                <a:latin typeface="HarmonyOS Sans SC Light" pitchFamily="2" charset="-122"/>
                <a:ea typeface="HarmonyOS Sans SC Light" pitchFamily="2" charset="-122"/>
              </a:rPr>
              <a:t> </a:t>
            </a:r>
            <a:r>
              <a:rPr kumimoji="1" lang="en-US" altLang="zh-CN" sz="800" dirty="0">
                <a:solidFill>
                  <a:schemeClr val="tx1">
                    <a:lumMod val="65000"/>
                    <a:lumOff val="35000"/>
                  </a:schemeClr>
                </a:solidFill>
                <a:latin typeface="HarmonyOS Sans SC Light" pitchFamily="2" charset="-122"/>
                <a:ea typeface="HarmonyOS Sans SC Light" pitchFamily="2" charset="-122"/>
              </a:rPr>
              <a:t>Figures may not sum because of rounding.</a:t>
            </a:r>
            <a:endParaRPr kumimoji="1" lang="zh-CN" altLang="en-US" sz="800" dirty="0">
              <a:solidFill>
                <a:schemeClr val="tx1">
                  <a:lumMod val="65000"/>
                  <a:lumOff val="35000"/>
                </a:schemeClr>
              </a:solidFill>
              <a:latin typeface="HarmonyOS Sans SC Light" pitchFamily="2" charset="-122"/>
              <a:ea typeface="HarmonyOS Sans SC Light" pitchFamily="2" charset="-122"/>
            </a:endParaRPr>
          </a:p>
        </p:txBody>
      </p:sp>
      <p:cxnSp>
        <p:nvCxnSpPr>
          <p:cNvPr id="13" name="直线连接符 12">
            <a:extLst>
              <a:ext uri="{FF2B5EF4-FFF2-40B4-BE49-F238E27FC236}">
                <a16:creationId xmlns:a16="http://schemas.microsoft.com/office/drawing/2014/main" id="{CA175BD4-A9B5-4E77-43E9-CEFCF55E3822}"/>
              </a:ext>
            </a:extLst>
          </p:cNvPr>
          <p:cNvCxnSpPr/>
          <p:nvPr>
            <p:custDataLst>
              <p:tags r:id="rId2"/>
            </p:custDataLst>
          </p:nvPr>
        </p:nvCxnSpPr>
        <p:spPr bwMode="auto">
          <a:xfrm>
            <a:off x="1606549" y="4122738"/>
            <a:ext cx="6159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直线连接符 13">
            <a:extLst>
              <a:ext uri="{FF2B5EF4-FFF2-40B4-BE49-F238E27FC236}">
                <a16:creationId xmlns:a16="http://schemas.microsoft.com/office/drawing/2014/main" id="{EA7A863C-098D-3199-D559-8471A20EE26C}"/>
              </a:ext>
            </a:extLst>
          </p:cNvPr>
          <p:cNvCxnSpPr/>
          <p:nvPr>
            <p:custDataLst>
              <p:tags r:id="rId3"/>
            </p:custDataLst>
          </p:nvPr>
        </p:nvCxnSpPr>
        <p:spPr bwMode="auto">
          <a:xfrm>
            <a:off x="2995612" y="2863850"/>
            <a:ext cx="61753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 name="直线连接符 25">
            <a:extLst>
              <a:ext uri="{FF2B5EF4-FFF2-40B4-BE49-F238E27FC236}">
                <a16:creationId xmlns:a16="http://schemas.microsoft.com/office/drawing/2014/main" id="{8C030E7F-15F9-D7B0-07DB-FE5DA118FDCA}"/>
              </a:ext>
            </a:extLst>
          </p:cNvPr>
          <p:cNvCxnSpPr/>
          <p:nvPr>
            <p:custDataLst>
              <p:tags r:id="rId4"/>
            </p:custDataLst>
          </p:nvPr>
        </p:nvCxnSpPr>
        <p:spPr bwMode="auto">
          <a:xfrm>
            <a:off x="4386262" y="1998663"/>
            <a:ext cx="6159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 name="直线连接符 30">
            <a:extLst>
              <a:ext uri="{FF2B5EF4-FFF2-40B4-BE49-F238E27FC236}">
                <a16:creationId xmlns:a16="http://schemas.microsoft.com/office/drawing/2014/main" id="{C2F4089F-EB93-D909-09CF-29CC1439CB81}"/>
              </a:ext>
            </a:extLst>
          </p:cNvPr>
          <p:cNvCxnSpPr/>
          <p:nvPr>
            <p:custDataLst>
              <p:tags r:id="rId5"/>
            </p:custDataLst>
          </p:nvPr>
        </p:nvCxnSpPr>
        <p:spPr bwMode="auto">
          <a:xfrm>
            <a:off x="5775324" y="2744788"/>
            <a:ext cx="61753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5" name="直线连接符 34">
            <a:extLst>
              <a:ext uri="{FF2B5EF4-FFF2-40B4-BE49-F238E27FC236}">
                <a16:creationId xmlns:a16="http://schemas.microsoft.com/office/drawing/2014/main" id="{706CBF17-C229-CE61-635B-9D126DCEA89A}"/>
              </a:ext>
            </a:extLst>
          </p:cNvPr>
          <p:cNvCxnSpPr/>
          <p:nvPr>
            <p:custDataLst>
              <p:tags r:id="rId6"/>
            </p:custDataLst>
          </p:nvPr>
        </p:nvCxnSpPr>
        <p:spPr bwMode="auto">
          <a:xfrm>
            <a:off x="7165974" y="4040188"/>
            <a:ext cx="6159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9" name="直线连接符 38">
            <a:extLst>
              <a:ext uri="{FF2B5EF4-FFF2-40B4-BE49-F238E27FC236}">
                <a16:creationId xmlns:a16="http://schemas.microsoft.com/office/drawing/2014/main" id="{FED06637-1257-7935-0AB5-F0EDA7E9801D}"/>
              </a:ext>
            </a:extLst>
          </p:cNvPr>
          <p:cNvCxnSpPr/>
          <p:nvPr>
            <p:custDataLst>
              <p:tags r:id="rId7"/>
            </p:custDataLst>
          </p:nvPr>
        </p:nvCxnSpPr>
        <p:spPr bwMode="auto">
          <a:xfrm>
            <a:off x="8555037" y="4683125"/>
            <a:ext cx="6159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4" name="直线连接符 43">
            <a:extLst>
              <a:ext uri="{FF2B5EF4-FFF2-40B4-BE49-F238E27FC236}">
                <a16:creationId xmlns:a16="http://schemas.microsoft.com/office/drawing/2014/main" id="{F44E79C3-5577-E3C9-8B0A-BD095B8629A6}"/>
              </a:ext>
            </a:extLst>
          </p:cNvPr>
          <p:cNvCxnSpPr/>
          <p:nvPr>
            <p:custDataLst>
              <p:tags r:id="rId8"/>
            </p:custDataLst>
          </p:nvPr>
        </p:nvCxnSpPr>
        <p:spPr bwMode="auto">
          <a:xfrm>
            <a:off x="9944099" y="5092700"/>
            <a:ext cx="61753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107" name="Chart 3">
            <a:extLst>
              <a:ext uri="{FF2B5EF4-FFF2-40B4-BE49-F238E27FC236}">
                <a16:creationId xmlns:a16="http://schemas.microsoft.com/office/drawing/2014/main" id="{90B89ABC-37DC-C680-B9D3-3680D3BD9601}"/>
              </a:ext>
            </a:extLst>
          </p:cNvPr>
          <p:cNvGraphicFramePr/>
          <p:nvPr>
            <p:custDataLst>
              <p:tags r:id="rId9"/>
            </p:custDataLst>
            <p:extLst>
              <p:ext uri="{D42A27DB-BD31-4B8C-83A1-F6EECF244321}">
                <p14:modId xmlns:p14="http://schemas.microsoft.com/office/powerpoint/2010/main" val="3104010745"/>
              </p:ext>
            </p:extLst>
          </p:nvPr>
        </p:nvGraphicFramePr>
        <p:xfrm>
          <a:off x="442913" y="1916113"/>
          <a:ext cx="11282362" cy="3300412"/>
        </p:xfrm>
        <a:graphic>
          <a:graphicData uri="http://schemas.openxmlformats.org/drawingml/2006/chart">
            <c:chart xmlns:c="http://schemas.openxmlformats.org/drawingml/2006/chart" xmlns:r="http://schemas.openxmlformats.org/officeDocument/2006/relationships" r:id="rId21"/>
          </a:graphicData>
        </a:graphic>
      </p:graphicFrame>
      <p:sp>
        <p:nvSpPr>
          <p:cNvPr id="43" name="文本占位符 2">
            <a:extLst>
              <a:ext uri="{FF2B5EF4-FFF2-40B4-BE49-F238E27FC236}">
                <a16:creationId xmlns:a16="http://schemas.microsoft.com/office/drawing/2014/main" id="{4A68D2A0-817D-5C5C-B131-0363A0BC3CCD}"/>
              </a:ext>
            </a:extLst>
          </p:cNvPr>
          <p:cNvSpPr txBox="1">
            <a:spLocks/>
          </p:cNvSpPr>
          <p:nvPr>
            <p:custDataLst>
              <p:tags r:id="rId10"/>
            </p:custDataLst>
          </p:nvPr>
        </p:nvSpPr>
        <p:spPr bwMode="gray">
          <a:xfrm>
            <a:off x="10809288" y="4976813"/>
            <a:ext cx="277813" cy="192088"/>
          </a:xfrm>
          <a:prstGeom prst="rect">
            <a:avLst/>
          </a:prstGeom>
          <a:solidFill>
            <a:srgbClr val="808080"/>
          </a:solidFill>
          <a:ln>
            <a:noFill/>
          </a:ln>
          <a:effectLst/>
        </p:spPr>
        <p:txBody>
          <a:bodyPr vert="horz" wrap="none" lIns="25400" tIns="0" rIns="2540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2FB00909-65C1-4F42-BA7D-F5EC404D476E}" type="datetime'''''''''''''1'''''''''''''''''''',''''''''''''''''''''0'''''">
              <a:rPr kumimoji="1" lang="zh-CN" altLang="en-US" sz="1400" smtClean="0">
                <a:solidFill>
                  <a:schemeClr val="bg1"/>
                </a:solidFill>
                <a:effectLst/>
              </a:rPr>
              <a:pPr/>
              <a:t>1,0</a:t>
            </a:fld>
            <a:endParaRPr kumimoji="1" lang="zh-CN" altLang="en-US" sz="1400" dirty="0">
              <a:solidFill>
                <a:schemeClr val="bg1"/>
              </a:solidFill>
            </a:endParaRPr>
          </a:p>
        </p:txBody>
      </p:sp>
      <p:sp>
        <p:nvSpPr>
          <p:cNvPr id="53" name="文本占位符 2">
            <a:extLst>
              <a:ext uri="{FF2B5EF4-FFF2-40B4-BE49-F238E27FC236}">
                <a16:creationId xmlns:a16="http://schemas.microsoft.com/office/drawing/2014/main" id="{C3ED9B8E-54A5-44EB-E7A0-8F351A19E78A}"/>
              </a:ext>
            </a:extLst>
          </p:cNvPr>
          <p:cNvSpPr txBox="1">
            <a:spLocks/>
          </p:cNvSpPr>
          <p:nvPr>
            <p:custDataLst>
              <p:tags r:id="rId11"/>
            </p:custDataLst>
          </p:nvPr>
        </p:nvSpPr>
        <p:spPr bwMode="gray">
          <a:xfrm>
            <a:off x="3813175" y="2335213"/>
            <a:ext cx="37147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3ABB70B9-FCC5-45E5-8C61-05C169B87C26}" type="datetime'''2''''''0'''''''''''''''''''',9'''''''''''''''''''''''''''''">
              <a:rPr kumimoji="1" lang="zh-CN" altLang="en-US" sz="1400" smtClean="0">
                <a:solidFill>
                  <a:schemeClr val="bg1"/>
                </a:solidFill>
              </a:rPr>
              <a:pPr/>
              <a:t>20,9</a:t>
            </a:fld>
            <a:endParaRPr kumimoji="1" lang="zh-CN" altLang="en-US" sz="1400" dirty="0">
              <a:solidFill>
                <a:schemeClr val="bg1"/>
              </a:solidFill>
            </a:endParaRPr>
          </a:p>
        </p:txBody>
      </p:sp>
      <p:sp>
        <p:nvSpPr>
          <p:cNvPr id="54" name="文本占位符 2">
            <a:extLst>
              <a:ext uri="{FF2B5EF4-FFF2-40B4-BE49-F238E27FC236}">
                <a16:creationId xmlns:a16="http://schemas.microsoft.com/office/drawing/2014/main" id="{78F3E6A4-8953-24DE-D872-23234826F799}"/>
              </a:ext>
            </a:extLst>
          </p:cNvPr>
          <p:cNvSpPr txBox="1">
            <a:spLocks/>
          </p:cNvSpPr>
          <p:nvPr>
            <p:custDataLst>
              <p:tags r:id="rId12"/>
            </p:custDataLst>
          </p:nvPr>
        </p:nvSpPr>
        <p:spPr bwMode="gray">
          <a:xfrm>
            <a:off x="5157788" y="2276475"/>
            <a:ext cx="46037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50335ED6-F706-438D-BE1D-C829931F802B}" type="datetime'''''''''''''-1''''''''''''''''''''''''''''8'''',''0'''''''''''">
              <a:rPr kumimoji="1" lang="zh-CN" altLang="en-US" sz="1400" smtClean="0">
                <a:solidFill>
                  <a:schemeClr val="bg1"/>
                </a:solidFill>
              </a:rPr>
              <a:pPr/>
              <a:t>-18,0</a:t>
            </a:fld>
            <a:endParaRPr kumimoji="1" lang="zh-CN" altLang="en-US" sz="1400" dirty="0">
              <a:solidFill>
                <a:schemeClr val="bg1"/>
              </a:solidFill>
            </a:endParaRPr>
          </a:p>
        </p:txBody>
      </p:sp>
      <p:sp>
        <p:nvSpPr>
          <p:cNvPr id="55" name="文本占位符 2">
            <a:extLst>
              <a:ext uri="{FF2B5EF4-FFF2-40B4-BE49-F238E27FC236}">
                <a16:creationId xmlns:a16="http://schemas.microsoft.com/office/drawing/2014/main" id="{FBE3E6A6-701E-7DFA-BC9E-16152DB13EB6}"/>
              </a:ext>
            </a:extLst>
          </p:cNvPr>
          <p:cNvSpPr txBox="1">
            <a:spLocks/>
          </p:cNvSpPr>
          <p:nvPr>
            <p:custDataLst>
              <p:tags r:id="rId13"/>
            </p:custDataLst>
          </p:nvPr>
        </p:nvSpPr>
        <p:spPr bwMode="gray">
          <a:xfrm>
            <a:off x="6548438" y="3297238"/>
            <a:ext cx="46037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055E4AF1-BD31-4FC1-978F-C3082677E723}" type="datetime'-''''3''''''''''''''''''''''''1'''',''''''''''''''3'''">
              <a:rPr kumimoji="1" lang="zh-CN" altLang="en-US" sz="1400" smtClean="0">
                <a:solidFill>
                  <a:schemeClr val="bg1"/>
                </a:solidFill>
              </a:rPr>
              <a:pPr/>
              <a:t>-31,3</a:t>
            </a:fld>
            <a:endParaRPr kumimoji="1" lang="zh-CN" altLang="en-US" sz="1400" dirty="0">
              <a:solidFill>
                <a:schemeClr val="bg1"/>
              </a:solidFill>
            </a:endParaRPr>
          </a:p>
        </p:txBody>
      </p:sp>
      <p:sp>
        <p:nvSpPr>
          <p:cNvPr id="56" name="文本占位符 2">
            <a:extLst>
              <a:ext uri="{FF2B5EF4-FFF2-40B4-BE49-F238E27FC236}">
                <a16:creationId xmlns:a16="http://schemas.microsoft.com/office/drawing/2014/main" id="{BE304494-4434-F322-7DAD-FAD0CB321F15}"/>
              </a:ext>
            </a:extLst>
          </p:cNvPr>
          <p:cNvSpPr txBox="1">
            <a:spLocks/>
          </p:cNvSpPr>
          <p:nvPr>
            <p:custDataLst>
              <p:tags r:id="rId14"/>
            </p:custDataLst>
          </p:nvPr>
        </p:nvSpPr>
        <p:spPr bwMode="gray">
          <a:xfrm>
            <a:off x="7937500" y="4265613"/>
            <a:ext cx="46037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3BA59C7A-4524-4E87-8313-54C23188AAA8}" type="datetime'''''''-''''''''''''''''''''''''''''''1''''''5,''''''''5'">
              <a:rPr kumimoji="1" lang="zh-CN" altLang="en-US" sz="1400" smtClean="0">
                <a:solidFill>
                  <a:schemeClr val="bg1"/>
                </a:solidFill>
              </a:rPr>
              <a:pPr/>
              <a:t>-15,5</a:t>
            </a:fld>
            <a:endParaRPr kumimoji="1" lang="zh-CN" altLang="en-US" sz="1400" dirty="0">
              <a:solidFill>
                <a:schemeClr val="bg1"/>
              </a:solidFill>
            </a:endParaRPr>
          </a:p>
        </p:txBody>
      </p:sp>
      <p:sp>
        <p:nvSpPr>
          <p:cNvPr id="57" name="文本占位符 2">
            <a:extLst>
              <a:ext uri="{FF2B5EF4-FFF2-40B4-BE49-F238E27FC236}">
                <a16:creationId xmlns:a16="http://schemas.microsoft.com/office/drawing/2014/main" id="{37A556CF-5E50-2ADB-CA0F-94F4662C45B4}"/>
              </a:ext>
            </a:extLst>
          </p:cNvPr>
          <p:cNvSpPr txBox="1">
            <a:spLocks/>
          </p:cNvSpPr>
          <p:nvPr>
            <p:custDataLst>
              <p:tags r:id="rId15"/>
            </p:custDataLst>
          </p:nvPr>
        </p:nvSpPr>
        <p:spPr bwMode="gray">
          <a:xfrm>
            <a:off x="9374188" y="4792663"/>
            <a:ext cx="36671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9ECDDEF4-F19A-4E62-81EF-DA9BB2748CD1}" type="datetime'''''''''''''-''''''''9'''',''''''''9'''''''''">
              <a:rPr kumimoji="1" lang="zh-CN" altLang="en-US" sz="1400" smtClean="0">
                <a:solidFill>
                  <a:schemeClr val="bg1"/>
                </a:solidFill>
              </a:rPr>
              <a:pPr/>
              <a:t>-9,9</a:t>
            </a:fld>
            <a:endParaRPr kumimoji="1" lang="zh-CN" altLang="en-US" sz="1400" dirty="0">
              <a:solidFill>
                <a:schemeClr val="bg1"/>
              </a:solidFill>
            </a:endParaRPr>
          </a:p>
        </p:txBody>
      </p:sp>
      <p:sp>
        <p:nvSpPr>
          <p:cNvPr id="62" name="文本占位符 2">
            <a:extLst>
              <a:ext uri="{FF2B5EF4-FFF2-40B4-BE49-F238E27FC236}">
                <a16:creationId xmlns:a16="http://schemas.microsoft.com/office/drawing/2014/main" id="{96592B79-B689-780A-59E5-86459672CCBB}"/>
              </a:ext>
            </a:extLst>
          </p:cNvPr>
          <p:cNvSpPr txBox="1">
            <a:spLocks/>
          </p:cNvSpPr>
          <p:nvPr>
            <p:custDataLst>
              <p:tags r:id="rId16"/>
            </p:custDataLst>
          </p:nvPr>
        </p:nvSpPr>
        <p:spPr bwMode="gray">
          <a:xfrm>
            <a:off x="1033463" y="4532313"/>
            <a:ext cx="37147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8F667BF7-FF13-4592-9BAC-DD14121A2F45}" type="datetime'''''''''''''''''''''''''''''''24'',''''''''''''''''''''''4'">
              <a:rPr kumimoji="1" lang="zh-CN" altLang="en-US" sz="1400" smtClean="0">
                <a:solidFill>
                  <a:schemeClr val="bg1"/>
                </a:solidFill>
                <a:ea typeface="等线" panose="02010600030101010101" pitchFamily="2" charset="-122"/>
              </a:rPr>
              <a:pPr/>
              <a:t>24,4</a:t>
            </a:fld>
            <a:endParaRPr kumimoji="1" lang="zh-CN" altLang="en-US" sz="1400" dirty="0">
              <a:solidFill>
                <a:schemeClr val="bg1"/>
              </a:solidFill>
              <a:ea typeface="等线" panose="02010600030101010101" pitchFamily="2" charset="-122"/>
            </a:endParaRPr>
          </a:p>
        </p:txBody>
      </p:sp>
      <p:sp>
        <p:nvSpPr>
          <p:cNvPr id="52" name="文本占位符 2">
            <a:extLst>
              <a:ext uri="{FF2B5EF4-FFF2-40B4-BE49-F238E27FC236}">
                <a16:creationId xmlns:a16="http://schemas.microsoft.com/office/drawing/2014/main" id="{41294376-7827-DF03-5C6B-00533ACC97D7}"/>
              </a:ext>
            </a:extLst>
          </p:cNvPr>
          <p:cNvSpPr txBox="1">
            <a:spLocks/>
          </p:cNvSpPr>
          <p:nvPr>
            <p:custDataLst>
              <p:tags r:id="rId17"/>
            </p:custDataLst>
          </p:nvPr>
        </p:nvSpPr>
        <p:spPr bwMode="gray">
          <a:xfrm>
            <a:off x="2422525" y="3397250"/>
            <a:ext cx="37147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E4C9306A-3450-4A2C-8B5C-F46EF94CE099}" type="datetime'''''''''3''''''''''''''''''''''''''''''''''''0'',''''''''4'''">
              <a:rPr kumimoji="1" lang="zh-CN" altLang="en-US" sz="1400" smtClean="0">
                <a:solidFill>
                  <a:schemeClr val="bg1"/>
                </a:solidFill>
              </a:rPr>
              <a:pPr/>
              <a:t>30,4</a:t>
            </a:fld>
            <a:endParaRPr kumimoji="1" lang="zh-CN" altLang="en-US" sz="1400" dirty="0">
              <a:solidFill>
                <a:schemeClr val="bg1"/>
              </a:solidFill>
            </a:endParaRPr>
          </a:p>
        </p:txBody>
      </p:sp>
      <p:sp>
        <p:nvSpPr>
          <p:cNvPr id="78" name="文本框 77">
            <a:extLst>
              <a:ext uri="{FF2B5EF4-FFF2-40B4-BE49-F238E27FC236}">
                <a16:creationId xmlns:a16="http://schemas.microsoft.com/office/drawing/2014/main" id="{8E29602A-81F8-EB6F-2468-A63EC456A7CE}"/>
              </a:ext>
            </a:extLst>
          </p:cNvPr>
          <p:cNvSpPr txBox="1"/>
          <p:nvPr/>
        </p:nvSpPr>
        <p:spPr>
          <a:xfrm>
            <a:off x="442913" y="5353622"/>
            <a:ext cx="1741182" cy="461665"/>
          </a:xfrm>
          <a:prstGeom prst="rect">
            <a:avLst/>
          </a:prstGeom>
          <a:noFill/>
        </p:spPr>
        <p:txBody>
          <a:bodyPr wrap="none" rtlCol="0">
            <a:spAutoFit/>
          </a:bodyPr>
          <a:lstStyle/>
          <a:p>
            <a:r>
              <a:rPr kumimoji="1" lang="en-US" altLang="zh-CN" sz="1200" i="1" dirty="0">
                <a:solidFill>
                  <a:schemeClr val="tx1">
                    <a:lumMod val="65000"/>
                    <a:lumOff val="35000"/>
                  </a:schemeClr>
                </a:solidFill>
                <a:latin typeface="HarmonyOS Sans SC" pitchFamily="2" charset="-122"/>
                <a:ea typeface="HarmonyOS Sans SC" pitchFamily="2" charset="-122"/>
              </a:rPr>
              <a:t>Unemployment 30.4M</a:t>
            </a:r>
          </a:p>
          <a:p>
            <a:r>
              <a:rPr kumimoji="1" lang="en-US" altLang="zh-CN" sz="1200" i="1" dirty="0">
                <a:solidFill>
                  <a:schemeClr val="tx1">
                    <a:lumMod val="65000"/>
                    <a:lumOff val="35000"/>
                  </a:schemeClr>
                </a:solidFill>
                <a:latin typeface="HarmonyOS Sans SC" pitchFamily="2" charset="-122"/>
                <a:ea typeface="HarmonyOS Sans SC" pitchFamily="2" charset="-122"/>
              </a:rPr>
              <a:t>Job vacancies -5.9M</a:t>
            </a:r>
            <a:endParaRPr kumimoji="1" lang="zh-CN" altLang="en-US" sz="1200" i="1" dirty="0">
              <a:solidFill>
                <a:schemeClr val="tx1">
                  <a:lumMod val="65000"/>
                  <a:lumOff val="35000"/>
                </a:schemeClr>
              </a:solidFill>
              <a:latin typeface="HarmonyOS Sans SC" pitchFamily="2" charset="-122"/>
              <a:ea typeface="HarmonyOS Sans SC" pitchFamily="2" charset="-122"/>
            </a:endParaRPr>
          </a:p>
        </p:txBody>
      </p:sp>
      <p:cxnSp>
        <p:nvCxnSpPr>
          <p:cNvPr id="80" name="直线连接符 79">
            <a:extLst>
              <a:ext uri="{FF2B5EF4-FFF2-40B4-BE49-F238E27FC236}">
                <a16:creationId xmlns:a16="http://schemas.microsoft.com/office/drawing/2014/main" id="{EE1F6D43-CE51-7EA6-6B32-6E06114FE56E}"/>
              </a:ext>
            </a:extLst>
          </p:cNvPr>
          <p:cNvCxnSpPr/>
          <p:nvPr/>
        </p:nvCxnSpPr>
        <p:spPr>
          <a:xfrm>
            <a:off x="1219200" y="5168901"/>
            <a:ext cx="0" cy="199087"/>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81" name="三角形 80">
            <a:extLst>
              <a:ext uri="{FF2B5EF4-FFF2-40B4-BE49-F238E27FC236}">
                <a16:creationId xmlns:a16="http://schemas.microsoft.com/office/drawing/2014/main" id="{C4BB63EE-534C-34D0-FB31-177EB6D4925F}"/>
              </a:ext>
            </a:extLst>
          </p:cNvPr>
          <p:cNvSpPr/>
          <p:nvPr/>
        </p:nvSpPr>
        <p:spPr>
          <a:xfrm>
            <a:off x="2536100" y="4141196"/>
            <a:ext cx="144324" cy="124417"/>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2" name="文本框 81">
            <a:extLst>
              <a:ext uri="{FF2B5EF4-FFF2-40B4-BE49-F238E27FC236}">
                <a16:creationId xmlns:a16="http://schemas.microsoft.com/office/drawing/2014/main" id="{F43D4F37-21B4-50ED-A258-FBBB28B8CFEB}"/>
              </a:ext>
            </a:extLst>
          </p:cNvPr>
          <p:cNvSpPr txBox="1"/>
          <p:nvPr/>
        </p:nvSpPr>
        <p:spPr>
          <a:xfrm>
            <a:off x="2136017" y="4301480"/>
            <a:ext cx="944489" cy="461665"/>
          </a:xfrm>
          <a:prstGeom prst="rect">
            <a:avLst/>
          </a:prstGeom>
          <a:noFill/>
        </p:spPr>
        <p:txBody>
          <a:bodyPr wrap="none" rtlCol="0">
            <a:spAutoFit/>
          </a:bodyPr>
          <a:lstStyle/>
          <a:p>
            <a:r>
              <a:rPr kumimoji="1" lang="en-US" altLang="zh-CN" sz="1200" i="1" dirty="0">
                <a:solidFill>
                  <a:schemeClr val="tx1">
                    <a:lumMod val="65000"/>
                    <a:lumOff val="35000"/>
                  </a:schemeClr>
                </a:solidFill>
                <a:latin typeface="HarmonyOS Sans SC" pitchFamily="2" charset="-122"/>
                <a:ea typeface="HarmonyOS Sans SC" pitchFamily="2" charset="-122"/>
              </a:rPr>
              <a:t>Population</a:t>
            </a:r>
          </a:p>
          <a:p>
            <a:r>
              <a:rPr kumimoji="1" lang="en-US" altLang="zh-CN" sz="1200" i="1" dirty="0">
                <a:solidFill>
                  <a:schemeClr val="tx1">
                    <a:lumMod val="65000"/>
                    <a:lumOff val="35000"/>
                  </a:schemeClr>
                </a:solidFill>
                <a:latin typeface="HarmonyOS Sans SC" pitchFamily="2" charset="-122"/>
                <a:ea typeface="HarmonyOS Sans SC" pitchFamily="2" charset="-122"/>
              </a:rPr>
              <a:t>growth</a:t>
            </a:r>
            <a:endParaRPr kumimoji="1" lang="zh-CN" altLang="en-US" sz="1200" i="1" dirty="0">
              <a:solidFill>
                <a:schemeClr val="tx1">
                  <a:lumMod val="65000"/>
                  <a:lumOff val="35000"/>
                </a:schemeClr>
              </a:solidFill>
              <a:latin typeface="HarmonyOS Sans SC" pitchFamily="2" charset="-122"/>
              <a:ea typeface="HarmonyOS Sans SC" pitchFamily="2" charset="-122"/>
            </a:endParaRPr>
          </a:p>
        </p:txBody>
      </p:sp>
      <p:sp>
        <p:nvSpPr>
          <p:cNvPr id="83" name="三角形 82">
            <a:extLst>
              <a:ext uri="{FF2B5EF4-FFF2-40B4-BE49-F238E27FC236}">
                <a16:creationId xmlns:a16="http://schemas.microsoft.com/office/drawing/2014/main" id="{635DDE2A-8E5C-D313-E161-701C929FE273}"/>
              </a:ext>
            </a:extLst>
          </p:cNvPr>
          <p:cNvSpPr/>
          <p:nvPr/>
        </p:nvSpPr>
        <p:spPr>
          <a:xfrm>
            <a:off x="3918664" y="2905503"/>
            <a:ext cx="144324" cy="124417"/>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4" name="文本框 83">
            <a:extLst>
              <a:ext uri="{FF2B5EF4-FFF2-40B4-BE49-F238E27FC236}">
                <a16:creationId xmlns:a16="http://schemas.microsoft.com/office/drawing/2014/main" id="{EFBBF354-40FB-EF4A-178C-47CD5FFCC422}"/>
              </a:ext>
            </a:extLst>
          </p:cNvPr>
          <p:cNvSpPr txBox="1"/>
          <p:nvPr/>
        </p:nvSpPr>
        <p:spPr>
          <a:xfrm>
            <a:off x="3452797" y="3066405"/>
            <a:ext cx="1072730" cy="461665"/>
          </a:xfrm>
          <a:prstGeom prst="rect">
            <a:avLst/>
          </a:prstGeom>
          <a:noFill/>
        </p:spPr>
        <p:txBody>
          <a:bodyPr wrap="none" rtlCol="0">
            <a:spAutoFit/>
          </a:bodyPr>
          <a:lstStyle/>
          <a:p>
            <a:r>
              <a:rPr kumimoji="1" lang="en-US" altLang="zh-CN" sz="1200" i="1" dirty="0">
                <a:solidFill>
                  <a:schemeClr val="tx1">
                    <a:lumMod val="65000"/>
                    <a:lumOff val="35000"/>
                  </a:schemeClr>
                </a:solidFill>
                <a:latin typeface="HarmonyOS Sans SC" pitchFamily="2" charset="-122"/>
                <a:ea typeface="HarmonyOS Sans SC" pitchFamily="2" charset="-122"/>
              </a:rPr>
              <a:t>Participation</a:t>
            </a:r>
          </a:p>
          <a:p>
            <a:r>
              <a:rPr kumimoji="1" lang="en-US" altLang="zh-CN" sz="1200" i="1" dirty="0">
                <a:solidFill>
                  <a:schemeClr val="tx1">
                    <a:lumMod val="65000"/>
                    <a:lumOff val="35000"/>
                  </a:schemeClr>
                </a:solidFill>
                <a:latin typeface="HarmonyOS Sans SC" pitchFamily="2" charset="-122"/>
                <a:ea typeface="HarmonyOS Sans SC" pitchFamily="2" charset="-122"/>
              </a:rPr>
              <a:t>growth</a:t>
            </a:r>
            <a:endParaRPr kumimoji="1" lang="zh-CN" altLang="en-US" sz="1200" i="1" dirty="0">
              <a:solidFill>
                <a:schemeClr val="tx1">
                  <a:lumMod val="65000"/>
                  <a:lumOff val="35000"/>
                </a:schemeClr>
              </a:solidFill>
              <a:latin typeface="HarmonyOS Sans SC" pitchFamily="2" charset="-122"/>
              <a:ea typeface="HarmonyOS Sans SC" pitchFamily="2" charset="-122"/>
            </a:endParaRPr>
          </a:p>
        </p:txBody>
      </p:sp>
      <p:sp>
        <p:nvSpPr>
          <p:cNvPr id="85" name="文本框 84">
            <a:extLst>
              <a:ext uri="{FF2B5EF4-FFF2-40B4-BE49-F238E27FC236}">
                <a16:creationId xmlns:a16="http://schemas.microsoft.com/office/drawing/2014/main" id="{CF5D35E2-DE95-BD65-9D35-CB6D51657EDF}"/>
              </a:ext>
            </a:extLst>
          </p:cNvPr>
          <p:cNvSpPr txBox="1"/>
          <p:nvPr/>
        </p:nvSpPr>
        <p:spPr>
          <a:xfrm>
            <a:off x="5088053" y="1545799"/>
            <a:ext cx="599844" cy="276999"/>
          </a:xfrm>
          <a:prstGeom prst="rect">
            <a:avLst/>
          </a:prstGeom>
          <a:noFill/>
        </p:spPr>
        <p:txBody>
          <a:bodyPr wrap="none" rtlCol="0">
            <a:spAutoFit/>
          </a:bodyPr>
          <a:lstStyle/>
          <a:p>
            <a:r>
              <a:rPr kumimoji="1" lang="en-US" altLang="zh-CN" sz="1200" i="1" dirty="0">
                <a:solidFill>
                  <a:schemeClr val="tx1">
                    <a:lumMod val="65000"/>
                    <a:lumOff val="35000"/>
                  </a:schemeClr>
                </a:solidFill>
                <a:latin typeface="HarmonyOS Sans SC" pitchFamily="2" charset="-122"/>
                <a:ea typeface="HarmonyOS Sans SC" pitchFamily="2" charset="-122"/>
              </a:rPr>
              <a:t>Aging</a:t>
            </a:r>
            <a:endParaRPr kumimoji="1" lang="zh-CN" altLang="en-US" sz="1200" i="1" dirty="0">
              <a:solidFill>
                <a:schemeClr val="tx1">
                  <a:lumMod val="65000"/>
                  <a:lumOff val="35000"/>
                </a:schemeClr>
              </a:solidFill>
              <a:latin typeface="HarmonyOS Sans SC" pitchFamily="2" charset="-122"/>
              <a:ea typeface="HarmonyOS Sans SC" pitchFamily="2" charset="-122"/>
            </a:endParaRPr>
          </a:p>
        </p:txBody>
      </p:sp>
      <p:sp>
        <p:nvSpPr>
          <p:cNvPr id="86" name="三角形 85">
            <a:extLst>
              <a:ext uri="{FF2B5EF4-FFF2-40B4-BE49-F238E27FC236}">
                <a16:creationId xmlns:a16="http://schemas.microsoft.com/office/drawing/2014/main" id="{761860D3-0028-3C2E-760E-760F33E2893B}"/>
              </a:ext>
            </a:extLst>
          </p:cNvPr>
          <p:cNvSpPr/>
          <p:nvPr/>
        </p:nvSpPr>
        <p:spPr>
          <a:xfrm rot="10800000">
            <a:off x="5315813" y="1853904"/>
            <a:ext cx="144324" cy="124417"/>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7" name="文本框 86">
            <a:extLst>
              <a:ext uri="{FF2B5EF4-FFF2-40B4-BE49-F238E27FC236}">
                <a16:creationId xmlns:a16="http://schemas.microsoft.com/office/drawing/2014/main" id="{F0F81A96-A692-9A9C-133F-1A6F5EEFFB33}"/>
              </a:ext>
            </a:extLst>
          </p:cNvPr>
          <p:cNvSpPr txBox="1"/>
          <p:nvPr/>
        </p:nvSpPr>
        <p:spPr>
          <a:xfrm>
            <a:off x="6331669" y="1931894"/>
            <a:ext cx="1970411" cy="646331"/>
          </a:xfrm>
          <a:prstGeom prst="rect">
            <a:avLst/>
          </a:prstGeom>
          <a:noFill/>
        </p:spPr>
        <p:txBody>
          <a:bodyPr wrap="none" rtlCol="0">
            <a:spAutoFit/>
          </a:bodyPr>
          <a:lstStyle/>
          <a:p>
            <a:r>
              <a:rPr kumimoji="1" lang="en-US" altLang="zh-CN" sz="1200" i="1" dirty="0">
                <a:solidFill>
                  <a:schemeClr val="tx1">
                    <a:lumMod val="65000"/>
                    <a:lumOff val="35000"/>
                  </a:schemeClr>
                </a:solidFill>
                <a:latin typeface="HarmonyOS Sans SC" pitchFamily="2" charset="-122"/>
                <a:ea typeface="HarmonyOS Sans SC" pitchFamily="2" charset="-122"/>
              </a:rPr>
              <a:t>New jobs</a:t>
            </a:r>
          </a:p>
          <a:p>
            <a:r>
              <a:rPr kumimoji="1" lang="zh-CN" altLang="en-US" sz="1200" i="1" dirty="0">
                <a:solidFill>
                  <a:schemeClr val="tx1">
                    <a:lumMod val="65000"/>
                    <a:lumOff val="35000"/>
                  </a:schemeClr>
                </a:solidFill>
                <a:latin typeface="HarmonyOS Sans SC" pitchFamily="2" charset="-122"/>
                <a:ea typeface="HarmonyOS Sans SC" pitchFamily="2" charset="-122"/>
              </a:rPr>
              <a:t>（</a:t>
            </a:r>
            <a:r>
              <a:rPr kumimoji="1" lang="en-US" altLang="zh-CN" sz="1200" i="1" dirty="0">
                <a:solidFill>
                  <a:schemeClr val="tx1">
                    <a:lumMod val="65000"/>
                    <a:lumOff val="35000"/>
                  </a:schemeClr>
                </a:solidFill>
                <a:latin typeface="HarmonyOS Sans SC" pitchFamily="2" charset="-122"/>
                <a:ea typeface="HarmonyOS Sans SC" pitchFamily="2" charset="-122"/>
              </a:rPr>
              <a:t>holding unemployment</a:t>
            </a:r>
          </a:p>
          <a:p>
            <a:r>
              <a:rPr kumimoji="1" lang="en-US" altLang="zh-CN" sz="1200" i="1" dirty="0">
                <a:solidFill>
                  <a:schemeClr val="tx1">
                    <a:lumMod val="65000"/>
                    <a:lumOff val="35000"/>
                  </a:schemeClr>
                </a:solidFill>
                <a:latin typeface="HarmonyOS Sans SC" pitchFamily="2" charset="-122"/>
                <a:ea typeface="HarmonyOS Sans SC" pitchFamily="2" charset="-122"/>
              </a:rPr>
              <a:t>rate Constant</a:t>
            </a:r>
            <a:r>
              <a:rPr kumimoji="1" lang="zh-CN" altLang="en-US" sz="1200" i="1" dirty="0">
                <a:solidFill>
                  <a:schemeClr val="tx1">
                    <a:lumMod val="65000"/>
                    <a:lumOff val="35000"/>
                  </a:schemeClr>
                </a:solidFill>
                <a:latin typeface="HarmonyOS Sans SC" pitchFamily="2" charset="-122"/>
                <a:ea typeface="HarmonyOS Sans SC" pitchFamily="2" charset="-122"/>
              </a:rPr>
              <a:t>）</a:t>
            </a:r>
          </a:p>
        </p:txBody>
      </p:sp>
      <p:sp>
        <p:nvSpPr>
          <p:cNvPr id="88" name="三角形 87">
            <a:extLst>
              <a:ext uri="{FF2B5EF4-FFF2-40B4-BE49-F238E27FC236}">
                <a16:creationId xmlns:a16="http://schemas.microsoft.com/office/drawing/2014/main" id="{62A557F7-4EC3-C697-5A63-34616F7BCDEB}"/>
              </a:ext>
            </a:extLst>
          </p:cNvPr>
          <p:cNvSpPr/>
          <p:nvPr/>
        </p:nvSpPr>
        <p:spPr>
          <a:xfrm rot="10800000">
            <a:off x="6718113" y="2578225"/>
            <a:ext cx="144324" cy="124417"/>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9" name="文本框 88">
            <a:extLst>
              <a:ext uri="{FF2B5EF4-FFF2-40B4-BE49-F238E27FC236}">
                <a16:creationId xmlns:a16="http://schemas.microsoft.com/office/drawing/2014/main" id="{9F642E54-AF6F-D7D1-3236-D988628BC49F}"/>
              </a:ext>
            </a:extLst>
          </p:cNvPr>
          <p:cNvSpPr txBox="1"/>
          <p:nvPr/>
        </p:nvSpPr>
        <p:spPr>
          <a:xfrm>
            <a:off x="7746584" y="3421733"/>
            <a:ext cx="1244251" cy="461665"/>
          </a:xfrm>
          <a:prstGeom prst="rect">
            <a:avLst/>
          </a:prstGeom>
          <a:noFill/>
        </p:spPr>
        <p:txBody>
          <a:bodyPr wrap="none" rtlCol="0">
            <a:spAutoFit/>
          </a:bodyPr>
          <a:lstStyle/>
          <a:p>
            <a:r>
              <a:rPr kumimoji="1" lang="en-US" altLang="zh-CN" sz="1200" i="1" dirty="0">
                <a:solidFill>
                  <a:schemeClr val="tx1">
                    <a:lumMod val="65000"/>
                    <a:lumOff val="35000"/>
                  </a:schemeClr>
                </a:solidFill>
                <a:latin typeface="HarmonyOS Sans SC" pitchFamily="2" charset="-122"/>
                <a:ea typeface="HarmonyOS Sans SC" pitchFamily="2" charset="-122"/>
              </a:rPr>
              <a:t>Reduced</a:t>
            </a:r>
          </a:p>
          <a:p>
            <a:r>
              <a:rPr kumimoji="1" lang="en-US" altLang="zh-CN" sz="1200" i="1" dirty="0">
                <a:solidFill>
                  <a:schemeClr val="tx1">
                    <a:lumMod val="65000"/>
                    <a:lumOff val="35000"/>
                  </a:schemeClr>
                </a:solidFill>
                <a:latin typeface="HarmonyOS Sans SC" pitchFamily="2" charset="-122"/>
                <a:ea typeface="HarmonyOS Sans SC" pitchFamily="2" charset="-122"/>
              </a:rPr>
              <a:t>unemployment</a:t>
            </a:r>
            <a:endParaRPr kumimoji="1" lang="zh-CN" altLang="en-US" sz="1200" i="1" dirty="0">
              <a:solidFill>
                <a:schemeClr val="tx1">
                  <a:lumMod val="65000"/>
                  <a:lumOff val="35000"/>
                </a:schemeClr>
              </a:solidFill>
              <a:latin typeface="HarmonyOS Sans SC" pitchFamily="2" charset="-122"/>
              <a:ea typeface="HarmonyOS Sans SC" pitchFamily="2" charset="-122"/>
            </a:endParaRPr>
          </a:p>
        </p:txBody>
      </p:sp>
      <p:sp>
        <p:nvSpPr>
          <p:cNvPr id="90" name="三角形 89">
            <a:extLst>
              <a:ext uri="{FF2B5EF4-FFF2-40B4-BE49-F238E27FC236}">
                <a16:creationId xmlns:a16="http://schemas.microsoft.com/office/drawing/2014/main" id="{C00F4099-5FD5-9DAA-BC3F-85D1F876581E}"/>
              </a:ext>
            </a:extLst>
          </p:cNvPr>
          <p:cNvSpPr/>
          <p:nvPr/>
        </p:nvSpPr>
        <p:spPr>
          <a:xfrm rot="10800000">
            <a:off x="8081376" y="3890397"/>
            <a:ext cx="144324" cy="124417"/>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1" name="文本框 90">
            <a:extLst>
              <a:ext uri="{FF2B5EF4-FFF2-40B4-BE49-F238E27FC236}">
                <a16:creationId xmlns:a16="http://schemas.microsoft.com/office/drawing/2014/main" id="{831BEC38-5775-46E1-5233-1C63E5B83554}"/>
              </a:ext>
            </a:extLst>
          </p:cNvPr>
          <p:cNvSpPr txBox="1"/>
          <p:nvPr/>
        </p:nvSpPr>
        <p:spPr>
          <a:xfrm>
            <a:off x="9066571" y="4086703"/>
            <a:ext cx="862737" cy="461665"/>
          </a:xfrm>
          <a:prstGeom prst="rect">
            <a:avLst/>
          </a:prstGeom>
          <a:noFill/>
        </p:spPr>
        <p:txBody>
          <a:bodyPr wrap="none" rtlCol="0">
            <a:spAutoFit/>
          </a:bodyPr>
          <a:lstStyle/>
          <a:p>
            <a:r>
              <a:rPr kumimoji="1" lang="en-US" altLang="zh-CN" sz="1200" i="1" dirty="0">
                <a:solidFill>
                  <a:schemeClr val="tx1">
                    <a:lumMod val="65000"/>
                    <a:lumOff val="35000"/>
                  </a:schemeClr>
                </a:solidFill>
                <a:latin typeface="HarmonyOS Sans SC" pitchFamily="2" charset="-122"/>
                <a:ea typeface="HarmonyOS Sans SC" pitchFamily="2" charset="-122"/>
              </a:rPr>
              <a:t>Job</a:t>
            </a:r>
          </a:p>
          <a:p>
            <a:r>
              <a:rPr kumimoji="1" lang="en-US" altLang="zh-CN" sz="1200" i="1" dirty="0">
                <a:solidFill>
                  <a:schemeClr val="tx1">
                    <a:lumMod val="65000"/>
                    <a:lumOff val="35000"/>
                  </a:schemeClr>
                </a:solidFill>
                <a:latin typeface="HarmonyOS Sans SC" pitchFamily="2" charset="-122"/>
                <a:ea typeface="HarmonyOS Sans SC" pitchFamily="2" charset="-122"/>
              </a:rPr>
              <a:t>vacancies</a:t>
            </a:r>
            <a:endParaRPr kumimoji="1" lang="zh-CN" altLang="en-US" sz="1200" i="1" dirty="0">
              <a:solidFill>
                <a:schemeClr val="tx1">
                  <a:lumMod val="65000"/>
                  <a:lumOff val="35000"/>
                </a:schemeClr>
              </a:solidFill>
              <a:latin typeface="HarmonyOS Sans SC" pitchFamily="2" charset="-122"/>
              <a:ea typeface="HarmonyOS Sans SC" pitchFamily="2" charset="-122"/>
            </a:endParaRPr>
          </a:p>
        </p:txBody>
      </p:sp>
      <p:sp>
        <p:nvSpPr>
          <p:cNvPr id="92" name="三角形 91">
            <a:extLst>
              <a:ext uri="{FF2B5EF4-FFF2-40B4-BE49-F238E27FC236}">
                <a16:creationId xmlns:a16="http://schemas.microsoft.com/office/drawing/2014/main" id="{047A6FF8-3B46-43A2-160C-59C1BA9A105E}"/>
              </a:ext>
            </a:extLst>
          </p:cNvPr>
          <p:cNvSpPr/>
          <p:nvPr/>
        </p:nvSpPr>
        <p:spPr>
          <a:xfrm rot="10800000">
            <a:off x="9497940" y="4541623"/>
            <a:ext cx="144324" cy="124417"/>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3" name="文本框 92">
            <a:extLst>
              <a:ext uri="{FF2B5EF4-FFF2-40B4-BE49-F238E27FC236}">
                <a16:creationId xmlns:a16="http://schemas.microsoft.com/office/drawing/2014/main" id="{86D65426-292D-7152-A6C5-8D662EFFA68E}"/>
              </a:ext>
            </a:extLst>
          </p:cNvPr>
          <p:cNvSpPr txBox="1"/>
          <p:nvPr/>
        </p:nvSpPr>
        <p:spPr>
          <a:xfrm>
            <a:off x="10066028" y="5375742"/>
            <a:ext cx="1741182" cy="461665"/>
          </a:xfrm>
          <a:prstGeom prst="rect">
            <a:avLst/>
          </a:prstGeom>
          <a:noFill/>
        </p:spPr>
        <p:txBody>
          <a:bodyPr wrap="none" rtlCol="0">
            <a:spAutoFit/>
          </a:bodyPr>
          <a:lstStyle/>
          <a:p>
            <a:r>
              <a:rPr kumimoji="1" lang="en-US" altLang="zh-CN" sz="1200" i="1" dirty="0">
                <a:solidFill>
                  <a:schemeClr val="tx1">
                    <a:lumMod val="65000"/>
                    <a:lumOff val="35000"/>
                  </a:schemeClr>
                </a:solidFill>
                <a:latin typeface="HarmonyOS Sans SC" pitchFamily="2" charset="-122"/>
                <a:ea typeface="HarmonyOS Sans SC" pitchFamily="2" charset="-122"/>
              </a:rPr>
              <a:t>Unemployment 16.9M</a:t>
            </a:r>
          </a:p>
          <a:p>
            <a:r>
              <a:rPr kumimoji="1" lang="en-US" altLang="zh-CN" sz="1200" i="1" dirty="0">
                <a:solidFill>
                  <a:schemeClr val="tx1">
                    <a:lumMod val="65000"/>
                    <a:lumOff val="35000"/>
                  </a:schemeClr>
                </a:solidFill>
                <a:latin typeface="HarmonyOS Sans SC" pitchFamily="2" charset="-122"/>
                <a:ea typeface="HarmonyOS Sans SC" pitchFamily="2" charset="-122"/>
              </a:rPr>
              <a:t>Job vacancies -15.8M</a:t>
            </a:r>
            <a:endParaRPr kumimoji="1" lang="zh-CN" altLang="en-US" sz="1200" i="1" dirty="0">
              <a:solidFill>
                <a:schemeClr val="tx1">
                  <a:lumMod val="65000"/>
                  <a:lumOff val="35000"/>
                </a:schemeClr>
              </a:solidFill>
              <a:latin typeface="HarmonyOS Sans SC" pitchFamily="2" charset="-122"/>
              <a:ea typeface="HarmonyOS Sans SC" pitchFamily="2" charset="-122"/>
            </a:endParaRPr>
          </a:p>
        </p:txBody>
      </p:sp>
      <p:cxnSp>
        <p:nvCxnSpPr>
          <p:cNvPr id="94" name="直线连接符 93">
            <a:extLst>
              <a:ext uri="{FF2B5EF4-FFF2-40B4-BE49-F238E27FC236}">
                <a16:creationId xmlns:a16="http://schemas.microsoft.com/office/drawing/2014/main" id="{EDAB99F0-0D07-253F-7CDE-5898F2BE71E2}"/>
              </a:ext>
            </a:extLst>
          </p:cNvPr>
          <p:cNvCxnSpPr/>
          <p:nvPr/>
        </p:nvCxnSpPr>
        <p:spPr>
          <a:xfrm>
            <a:off x="10936619" y="5183267"/>
            <a:ext cx="0" cy="199087"/>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96" name="直线连接符 95">
            <a:extLst>
              <a:ext uri="{FF2B5EF4-FFF2-40B4-BE49-F238E27FC236}">
                <a16:creationId xmlns:a16="http://schemas.microsoft.com/office/drawing/2014/main" id="{4523E1F3-A64D-9C81-D827-8C7CFABD4820}"/>
              </a:ext>
            </a:extLst>
          </p:cNvPr>
          <p:cNvCxnSpPr>
            <a:cxnSpLocks/>
          </p:cNvCxnSpPr>
          <p:nvPr/>
        </p:nvCxnSpPr>
        <p:spPr>
          <a:xfrm>
            <a:off x="1914524" y="914400"/>
            <a:ext cx="0" cy="4212780"/>
          </a:xfrm>
          <a:prstGeom prst="line">
            <a:avLst/>
          </a:prstGeom>
          <a:ln w="12700">
            <a:solidFill>
              <a:schemeClr val="tx1">
                <a:lumMod val="50000"/>
                <a:lumOff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97" name="直线连接符 96">
            <a:extLst>
              <a:ext uri="{FF2B5EF4-FFF2-40B4-BE49-F238E27FC236}">
                <a16:creationId xmlns:a16="http://schemas.microsoft.com/office/drawing/2014/main" id="{D654D7AF-6978-4136-7DD5-34C38808B70E}"/>
              </a:ext>
            </a:extLst>
          </p:cNvPr>
          <p:cNvCxnSpPr>
            <a:cxnSpLocks/>
          </p:cNvCxnSpPr>
          <p:nvPr/>
        </p:nvCxnSpPr>
        <p:spPr>
          <a:xfrm>
            <a:off x="6103879" y="914400"/>
            <a:ext cx="0" cy="4212780"/>
          </a:xfrm>
          <a:prstGeom prst="line">
            <a:avLst/>
          </a:prstGeom>
          <a:ln w="12700">
            <a:solidFill>
              <a:schemeClr val="tx1">
                <a:lumMod val="50000"/>
                <a:lumOff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98" name="直线连接符 97">
            <a:extLst>
              <a:ext uri="{FF2B5EF4-FFF2-40B4-BE49-F238E27FC236}">
                <a16:creationId xmlns:a16="http://schemas.microsoft.com/office/drawing/2014/main" id="{34E8AED5-C0CD-2292-4FCA-4B6CD969C9DE}"/>
              </a:ext>
            </a:extLst>
          </p:cNvPr>
          <p:cNvCxnSpPr>
            <a:cxnSpLocks/>
          </p:cNvCxnSpPr>
          <p:nvPr/>
        </p:nvCxnSpPr>
        <p:spPr>
          <a:xfrm>
            <a:off x="10260747" y="914400"/>
            <a:ext cx="0" cy="4212780"/>
          </a:xfrm>
          <a:prstGeom prst="line">
            <a:avLst/>
          </a:prstGeom>
          <a:ln w="12700">
            <a:solidFill>
              <a:schemeClr val="tx1">
                <a:lumMod val="50000"/>
                <a:lumOff val="50000"/>
              </a:schemeClr>
            </a:solidFill>
            <a:prstDash val="sysDot"/>
          </a:ln>
        </p:spPr>
        <p:style>
          <a:lnRef idx="2">
            <a:schemeClr val="accent1"/>
          </a:lnRef>
          <a:fillRef idx="0">
            <a:schemeClr val="accent1"/>
          </a:fillRef>
          <a:effectRef idx="1">
            <a:schemeClr val="accent1"/>
          </a:effectRef>
          <a:fontRef idx="minor">
            <a:schemeClr val="tx1"/>
          </a:fontRef>
        </p:style>
      </p:cxnSp>
      <p:sp>
        <p:nvSpPr>
          <p:cNvPr id="99" name="文本框 98">
            <a:extLst>
              <a:ext uri="{FF2B5EF4-FFF2-40B4-BE49-F238E27FC236}">
                <a16:creationId xmlns:a16="http://schemas.microsoft.com/office/drawing/2014/main" id="{0CB03236-F166-3E42-CC85-143D32903B8B}"/>
              </a:ext>
            </a:extLst>
          </p:cNvPr>
          <p:cNvSpPr txBox="1"/>
          <p:nvPr/>
        </p:nvSpPr>
        <p:spPr>
          <a:xfrm>
            <a:off x="696286" y="843684"/>
            <a:ext cx="989373" cy="830997"/>
          </a:xfrm>
          <a:prstGeom prst="rect">
            <a:avLst/>
          </a:prstGeom>
          <a:noFill/>
        </p:spPr>
        <p:txBody>
          <a:bodyPr wrap="none" rtlCol="0">
            <a:spAutoFit/>
          </a:bodyPr>
          <a:lstStyle>
            <a:defPPr>
              <a:defRPr lang="zh-CN"/>
            </a:defPPr>
            <a:lvl1pPr>
              <a:defRPr kumimoji="1" sz="1400">
                <a:latin typeface="HarmonyOS Sans SC Medium" pitchFamily="2" charset="-122"/>
                <a:ea typeface="HarmonyOS Sans SC Medium" pitchFamily="2" charset="-122"/>
              </a:defRPr>
            </a:lvl1pPr>
          </a:lstStyle>
          <a:p>
            <a:r>
              <a:rPr lang="en-US" altLang="zh-CN" sz="1200" dirty="0">
                <a:latin typeface="HarmonyOS Sans SC" pitchFamily="2" charset="-122"/>
                <a:ea typeface="HarmonyOS Sans SC" pitchFamily="2" charset="-122"/>
              </a:rPr>
              <a:t>Net surplus</a:t>
            </a:r>
          </a:p>
          <a:p>
            <a:r>
              <a:rPr lang="en-US" altLang="zh-CN" sz="1200" dirty="0">
                <a:latin typeface="HarmonyOS Sans SC" pitchFamily="2" charset="-122"/>
                <a:ea typeface="HarmonyOS Sans SC" pitchFamily="2" charset="-122"/>
              </a:rPr>
              <a:t>of workers</a:t>
            </a:r>
          </a:p>
          <a:p>
            <a:r>
              <a:rPr lang="en-US" altLang="zh-CN" sz="1200" dirty="0">
                <a:latin typeface="HarmonyOS Sans SC" pitchFamily="2" charset="-122"/>
                <a:ea typeface="HarmonyOS Sans SC" pitchFamily="2" charset="-122"/>
              </a:rPr>
              <a:t>in 2010</a:t>
            </a:r>
          </a:p>
          <a:p>
            <a:r>
              <a:rPr lang="en-US" altLang="zh-CN" sz="1200" dirty="0">
                <a:latin typeface="HarmonyOS Sans SC Light" pitchFamily="2" charset="-122"/>
                <a:ea typeface="HarmonyOS Sans SC Light" pitchFamily="2" charset="-122"/>
              </a:rPr>
              <a:t>24.4 million</a:t>
            </a:r>
            <a:endParaRPr lang="zh-CN" altLang="en-US" sz="1200" dirty="0">
              <a:latin typeface="HarmonyOS Sans SC Light" pitchFamily="2" charset="-122"/>
              <a:ea typeface="HarmonyOS Sans SC Light" pitchFamily="2" charset="-122"/>
            </a:endParaRPr>
          </a:p>
        </p:txBody>
      </p:sp>
      <p:sp>
        <p:nvSpPr>
          <p:cNvPr id="103" name="文本框 102">
            <a:extLst>
              <a:ext uri="{FF2B5EF4-FFF2-40B4-BE49-F238E27FC236}">
                <a16:creationId xmlns:a16="http://schemas.microsoft.com/office/drawing/2014/main" id="{E65975E5-5681-5FEE-AEF6-A7FC0AF87DD9}"/>
              </a:ext>
            </a:extLst>
          </p:cNvPr>
          <p:cNvSpPr txBox="1"/>
          <p:nvPr/>
        </p:nvSpPr>
        <p:spPr>
          <a:xfrm>
            <a:off x="3023280" y="848372"/>
            <a:ext cx="2079415" cy="646331"/>
          </a:xfrm>
          <a:prstGeom prst="rect">
            <a:avLst/>
          </a:prstGeom>
          <a:noFill/>
        </p:spPr>
        <p:txBody>
          <a:bodyPr wrap="none" rtlCol="0">
            <a:spAutoFit/>
          </a:bodyPr>
          <a:lstStyle>
            <a:defPPr>
              <a:defRPr lang="zh-CN"/>
            </a:defPPr>
            <a:lvl1pPr>
              <a:defRPr kumimoji="1" sz="1400">
                <a:latin typeface="HarmonyOS Sans SC Medium" pitchFamily="2" charset="-122"/>
                <a:ea typeface="HarmonyOS Sans SC Medium" pitchFamily="2" charset="-122"/>
              </a:defRPr>
            </a:lvl1pPr>
          </a:lstStyle>
          <a:p>
            <a:pPr algn="ctr"/>
            <a:r>
              <a:rPr lang="en-US" altLang="zh-CN" sz="1200" dirty="0">
                <a:latin typeface="HarmonyOS Sans SC" pitchFamily="2" charset="-122"/>
                <a:ea typeface="HarmonyOS Sans SC" pitchFamily="2" charset="-122"/>
              </a:rPr>
              <a:t>Net increase over 2010-23</a:t>
            </a:r>
          </a:p>
          <a:p>
            <a:pPr algn="ctr"/>
            <a:r>
              <a:rPr lang="en-US" altLang="zh-CN" sz="1200" dirty="0">
                <a:latin typeface="HarmonyOS Sans SC" pitchFamily="2" charset="-122"/>
                <a:ea typeface="HarmonyOS Sans SC" pitchFamily="2" charset="-122"/>
              </a:rPr>
              <a:t>due to labor supply factors</a:t>
            </a:r>
          </a:p>
          <a:p>
            <a:pPr algn="ctr"/>
            <a:r>
              <a:rPr lang="en-US" altLang="zh-CN" sz="1200" dirty="0">
                <a:latin typeface="HarmonyOS Sans SC Light" pitchFamily="2" charset="-122"/>
                <a:ea typeface="HarmonyOS Sans SC Light" pitchFamily="2" charset="-122"/>
              </a:rPr>
              <a:t>+33.3 million</a:t>
            </a:r>
            <a:endParaRPr lang="zh-CN" altLang="en-US" sz="1200" dirty="0">
              <a:latin typeface="HarmonyOS Sans SC Light" pitchFamily="2" charset="-122"/>
              <a:ea typeface="HarmonyOS Sans SC Light" pitchFamily="2" charset="-122"/>
            </a:endParaRPr>
          </a:p>
        </p:txBody>
      </p:sp>
      <p:sp>
        <p:nvSpPr>
          <p:cNvPr id="104" name="文本框 103">
            <a:extLst>
              <a:ext uri="{FF2B5EF4-FFF2-40B4-BE49-F238E27FC236}">
                <a16:creationId xmlns:a16="http://schemas.microsoft.com/office/drawing/2014/main" id="{A91BCF86-464D-2825-284C-9E29472C1DEB}"/>
              </a:ext>
            </a:extLst>
          </p:cNvPr>
          <p:cNvSpPr txBox="1"/>
          <p:nvPr/>
        </p:nvSpPr>
        <p:spPr>
          <a:xfrm>
            <a:off x="7206266" y="844078"/>
            <a:ext cx="2191626" cy="646331"/>
          </a:xfrm>
          <a:prstGeom prst="rect">
            <a:avLst/>
          </a:prstGeom>
          <a:noFill/>
        </p:spPr>
        <p:txBody>
          <a:bodyPr wrap="none" rtlCol="0">
            <a:spAutoFit/>
          </a:bodyPr>
          <a:lstStyle>
            <a:defPPr>
              <a:defRPr lang="zh-CN"/>
            </a:defPPr>
            <a:lvl1pPr>
              <a:defRPr kumimoji="1" sz="1400">
                <a:latin typeface="HarmonyOS Sans SC Medium" pitchFamily="2" charset="-122"/>
                <a:ea typeface="HarmonyOS Sans SC Medium" pitchFamily="2" charset="-122"/>
              </a:defRPr>
            </a:lvl1pPr>
          </a:lstStyle>
          <a:p>
            <a:pPr algn="ctr"/>
            <a:r>
              <a:rPr lang="en-US" altLang="zh-CN" sz="1200" dirty="0">
                <a:latin typeface="HarmonyOS Sans SC" pitchFamily="2" charset="-122"/>
                <a:ea typeface="HarmonyOS Sans SC" pitchFamily="2" charset="-122"/>
              </a:rPr>
              <a:t>Decrease over 2010-23</a:t>
            </a:r>
          </a:p>
          <a:p>
            <a:pPr algn="ctr"/>
            <a:r>
              <a:rPr lang="en-US" altLang="zh-CN" sz="1200" dirty="0">
                <a:latin typeface="HarmonyOS Sans SC" pitchFamily="2" charset="-122"/>
                <a:ea typeface="HarmonyOS Sans SC" pitchFamily="2" charset="-122"/>
              </a:rPr>
              <a:t>due to labor demand factors</a:t>
            </a:r>
          </a:p>
          <a:p>
            <a:pPr algn="ctr"/>
            <a:r>
              <a:rPr lang="en-US" altLang="zh-CN" sz="1200" dirty="0">
                <a:latin typeface="HarmonyOS Sans SC Light" pitchFamily="2" charset="-122"/>
                <a:ea typeface="HarmonyOS Sans SC Light" pitchFamily="2" charset="-122"/>
              </a:rPr>
              <a:t>-56.7 million</a:t>
            </a:r>
            <a:endParaRPr lang="zh-CN" altLang="en-US" sz="1200" dirty="0">
              <a:latin typeface="HarmonyOS Sans SC Light" pitchFamily="2" charset="-122"/>
              <a:ea typeface="HarmonyOS Sans SC Light" pitchFamily="2" charset="-122"/>
            </a:endParaRPr>
          </a:p>
        </p:txBody>
      </p:sp>
      <p:sp>
        <p:nvSpPr>
          <p:cNvPr id="105" name="文本框 104">
            <a:extLst>
              <a:ext uri="{FF2B5EF4-FFF2-40B4-BE49-F238E27FC236}">
                <a16:creationId xmlns:a16="http://schemas.microsoft.com/office/drawing/2014/main" id="{C05715F9-F8E0-6191-77E5-03900E021CEA}"/>
              </a:ext>
            </a:extLst>
          </p:cNvPr>
          <p:cNvSpPr txBox="1"/>
          <p:nvPr/>
        </p:nvSpPr>
        <p:spPr>
          <a:xfrm>
            <a:off x="10453507" y="847447"/>
            <a:ext cx="989373" cy="830997"/>
          </a:xfrm>
          <a:prstGeom prst="rect">
            <a:avLst/>
          </a:prstGeom>
          <a:noFill/>
        </p:spPr>
        <p:txBody>
          <a:bodyPr wrap="none" rtlCol="0">
            <a:spAutoFit/>
          </a:bodyPr>
          <a:lstStyle>
            <a:defPPr>
              <a:defRPr lang="zh-CN"/>
            </a:defPPr>
            <a:lvl1pPr>
              <a:defRPr kumimoji="1" sz="1400">
                <a:latin typeface="HarmonyOS Sans SC Medium" pitchFamily="2" charset="-122"/>
                <a:ea typeface="HarmonyOS Sans SC Medium" pitchFamily="2" charset="-122"/>
              </a:defRPr>
            </a:lvl1pPr>
          </a:lstStyle>
          <a:p>
            <a:pPr algn="ctr"/>
            <a:r>
              <a:rPr lang="en-US" altLang="zh-CN" sz="1200" dirty="0">
                <a:latin typeface="HarmonyOS Sans SC" pitchFamily="2" charset="-122"/>
                <a:ea typeface="HarmonyOS Sans SC" pitchFamily="2" charset="-122"/>
              </a:rPr>
              <a:t>Net surplus</a:t>
            </a:r>
          </a:p>
          <a:p>
            <a:pPr algn="ctr"/>
            <a:r>
              <a:rPr lang="en-US" altLang="zh-CN" sz="1200" dirty="0">
                <a:latin typeface="HarmonyOS Sans SC" pitchFamily="2" charset="-122"/>
                <a:ea typeface="HarmonyOS Sans SC" pitchFamily="2" charset="-122"/>
              </a:rPr>
              <a:t>of workers</a:t>
            </a:r>
          </a:p>
          <a:p>
            <a:pPr algn="ctr"/>
            <a:r>
              <a:rPr lang="en-US" altLang="zh-CN" sz="1200" dirty="0">
                <a:latin typeface="HarmonyOS Sans SC" pitchFamily="2" charset="-122"/>
                <a:ea typeface="HarmonyOS Sans SC" pitchFamily="2" charset="-122"/>
              </a:rPr>
              <a:t>in 2023</a:t>
            </a:r>
          </a:p>
          <a:p>
            <a:pPr algn="ctr"/>
            <a:r>
              <a:rPr lang="en-US" altLang="zh-CN" sz="1200" dirty="0">
                <a:latin typeface="HarmonyOS Sans SC Light" pitchFamily="2" charset="-122"/>
                <a:ea typeface="HarmonyOS Sans SC Light" pitchFamily="2" charset="-122"/>
              </a:rPr>
              <a:t>1.0 million</a:t>
            </a:r>
            <a:endParaRPr lang="zh-CN" altLang="en-US" sz="1200" dirty="0">
              <a:latin typeface="HarmonyOS Sans SC Light" pitchFamily="2" charset="-122"/>
              <a:ea typeface="HarmonyOS Sans SC Light" pitchFamily="2" charset="-122"/>
            </a:endParaRPr>
          </a:p>
        </p:txBody>
      </p:sp>
      <p:sp>
        <p:nvSpPr>
          <p:cNvPr id="106" name="文本框 105">
            <a:extLst>
              <a:ext uri="{FF2B5EF4-FFF2-40B4-BE49-F238E27FC236}">
                <a16:creationId xmlns:a16="http://schemas.microsoft.com/office/drawing/2014/main" id="{0253954D-FF88-3C98-17E4-ADD3941BB717}"/>
              </a:ext>
            </a:extLst>
          </p:cNvPr>
          <p:cNvSpPr txBox="1"/>
          <p:nvPr/>
        </p:nvSpPr>
        <p:spPr>
          <a:xfrm>
            <a:off x="467677" y="6125805"/>
            <a:ext cx="11256645" cy="338554"/>
          </a:xfrm>
          <a:prstGeom prst="rect">
            <a:avLst/>
          </a:prstGeom>
          <a:noFill/>
        </p:spPr>
        <p:txBody>
          <a:bodyPr wrap="square" rtlCol="0">
            <a:spAutoFit/>
          </a:bodyPr>
          <a:lstStyle/>
          <a:p>
            <a:r>
              <a:rPr kumimoji="1" lang="en-US" altLang="zh-CN" sz="800" dirty="0">
                <a:solidFill>
                  <a:schemeClr val="tx1">
                    <a:lumMod val="65000"/>
                    <a:lumOff val="35000"/>
                  </a:schemeClr>
                </a:solidFill>
                <a:latin typeface="HarmonyOS Sans SC Light" pitchFamily="2" charset="-122"/>
                <a:ea typeface="HarmonyOS Sans SC Light" pitchFamily="2" charset="-122"/>
              </a:rPr>
              <a:t>Source: Employment data from International </a:t>
            </a:r>
            <a:r>
              <a:rPr kumimoji="1" lang="en-US" altLang="zh-CN" sz="800" dirty="0" err="1">
                <a:solidFill>
                  <a:schemeClr val="tx1">
                    <a:lumMod val="65000"/>
                    <a:lumOff val="35000"/>
                  </a:schemeClr>
                </a:solidFill>
                <a:latin typeface="HarmonyOS Sans SC Light" pitchFamily="2" charset="-122"/>
                <a:ea typeface="HarmonyOS Sans SC Light" pitchFamily="2" charset="-122"/>
              </a:rPr>
              <a:t>Labour</a:t>
            </a:r>
            <a:r>
              <a:rPr kumimoji="1" lang="en-US" altLang="zh-CN" sz="800" dirty="0">
                <a:solidFill>
                  <a:schemeClr val="tx1">
                    <a:lumMod val="65000"/>
                    <a:lumOff val="35000"/>
                  </a:schemeClr>
                </a:solidFill>
                <a:latin typeface="HarmonyOS Sans SC Light" pitchFamily="2" charset="-122"/>
                <a:ea typeface="HarmonyOS Sans SC Light" pitchFamily="2" charset="-122"/>
              </a:rPr>
              <a:t> Organization; vacancy data from Eurostat; UK Office for National Statistics; Ministry of Health, Labor and</a:t>
            </a:r>
            <a:r>
              <a:rPr kumimoji="1" lang="zh-CN" altLang="en-US" sz="800" dirty="0">
                <a:solidFill>
                  <a:schemeClr val="tx1">
                    <a:lumMod val="65000"/>
                    <a:lumOff val="35000"/>
                  </a:schemeClr>
                </a:solidFill>
                <a:latin typeface="HarmonyOS Sans SC Light" pitchFamily="2" charset="-122"/>
                <a:ea typeface="HarmonyOS Sans SC Light" pitchFamily="2" charset="-122"/>
              </a:rPr>
              <a:t> </a:t>
            </a:r>
            <a:r>
              <a:rPr kumimoji="1" lang="en-US" altLang="zh-CN" sz="800" dirty="0">
                <a:solidFill>
                  <a:schemeClr val="tx1">
                    <a:lumMod val="65000"/>
                    <a:lumOff val="35000"/>
                  </a:schemeClr>
                </a:solidFill>
                <a:latin typeface="HarmonyOS Sans SC Light" pitchFamily="2" charset="-122"/>
                <a:ea typeface="HarmonyOS Sans SC Light" pitchFamily="2" charset="-122"/>
              </a:rPr>
              <a:t>Welfare, Japan; DARES </a:t>
            </a:r>
            <a:r>
              <a:rPr kumimoji="1" lang="zh-CN" altLang="en-US" sz="800" dirty="0">
                <a:solidFill>
                  <a:schemeClr val="tx1">
                    <a:lumMod val="65000"/>
                    <a:lumOff val="35000"/>
                  </a:schemeClr>
                </a:solidFill>
                <a:latin typeface="HarmonyOS Sans SC Light" pitchFamily="2" charset="-122"/>
                <a:ea typeface="HarmonyOS Sans SC Light" pitchFamily="2" charset="-122"/>
              </a:rPr>
              <a:t>（</a:t>
            </a:r>
            <a:r>
              <a:rPr kumimoji="1" lang="en-US" altLang="zh-CN" sz="800" dirty="0">
                <a:solidFill>
                  <a:schemeClr val="tx1">
                    <a:lumMod val="65000"/>
                    <a:lumOff val="35000"/>
                  </a:schemeClr>
                </a:solidFill>
                <a:latin typeface="HarmonyOS Sans SC Light" pitchFamily="2" charset="-122"/>
                <a:ea typeface="HarmonyOS Sans SC Light" pitchFamily="2" charset="-122"/>
              </a:rPr>
              <a:t>France</a:t>
            </a:r>
            <a:r>
              <a:rPr kumimoji="1" lang="zh-CN" altLang="en-US" sz="800" dirty="0">
                <a:solidFill>
                  <a:schemeClr val="tx1">
                    <a:lumMod val="65000"/>
                    <a:lumOff val="35000"/>
                  </a:schemeClr>
                </a:solidFill>
                <a:latin typeface="HarmonyOS Sans SC Light" pitchFamily="2" charset="-122"/>
                <a:ea typeface="HarmonyOS Sans SC Light" pitchFamily="2" charset="-122"/>
              </a:rPr>
              <a:t>）； </a:t>
            </a:r>
            <a:r>
              <a:rPr kumimoji="1" lang="en-US" altLang="zh-CN" sz="800" dirty="0">
                <a:solidFill>
                  <a:schemeClr val="tx1">
                    <a:lumMod val="65000"/>
                    <a:lumOff val="35000"/>
                  </a:schemeClr>
                </a:solidFill>
                <a:latin typeface="HarmonyOS Sans SC Light" pitchFamily="2" charset="-122"/>
                <a:ea typeface="HarmonyOS Sans SC Light" pitchFamily="2" charset="-122"/>
              </a:rPr>
              <a:t>Statistics Canada; Job Openings and Labor Turnover Survey, US Bureau of Labor Statistics; Australian Bureau of Statistics</a:t>
            </a:r>
            <a:r>
              <a:rPr kumimoji="1" lang="zh-CN" altLang="en-US" sz="800" dirty="0">
                <a:solidFill>
                  <a:schemeClr val="tx1">
                    <a:lumMod val="65000"/>
                    <a:lumOff val="35000"/>
                  </a:schemeClr>
                </a:solidFill>
                <a:latin typeface="HarmonyOS Sans SC Light" pitchFamily="2" charset="-122"/>
                <a:ea typeface="HarmonyOS Sans SC Light" pitchFamily="2" charset="-122"/>
              </a:rPr>
              <a:t>；</a:t>
            </a:r>
            <a:r>
              <a:rPr kumimoji="1" lang="en-US" altLang="zh-CN" sz="800" dirty="0">
                <a:solidFill>
                  <a:schemeClr val="tx1">
                    <a:lumMod val="65000"/>
                    <a:lumOff val="35000"/>
                  </a:schemeClr>
                </a:solidFill>
                <a:latin typeface="HarmonyOS Sans SC Light" pitchFamily="2" charset="-122"/>
                <a:ea typeface="HarmonyOS Sans SC Light" pitchFamily="2" charset="-122"/>
              </a:rPr>
              <a:t>population data from UN Population Prospects; McKinsey Global Institute analysis</a:t>
            </a:r>
            <a:endParaRPr kumimoji="1" lang="zh-CN" altLang="en-US" sz="800" dirty="0">
              <a:solidFill>
                <a:schemeClr val="tx1">
                  <a:lumMod val="65000"/>
                  <a:lumOff val="35000"/>
                </a:schemeClr>
              </a:solidFill>
              <a:latin typeface="HarmonyOS Sans SC Light" pitchFamily="2" charset="-122"/>
              <a:ea typeface="HarmonyOS Sans SC Light" pitchFamily="2" charset="-122"/>
            </a:endParaRPr>
          </a:p>
        </p:txBody>
      </p:sp>
    </p:spTree>
    <p:extLst>
      <p:ext uri="{BB962C8B-B14F-4D97-AF65-F5344CB8AC3E}">
        <p14:creationId xmlns:p14="http://schemas.microsoft.com/office/powerpoint/2010/main" val="1990769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F96D6E0-3D01-B871-4684-842CFB284FBA}"/>
              </a:ext>
            </a:extLst>
          </p:cNvPr>
          <p:cNvGraphicFramePr>
            <a:graphicFrameLocks noChangeAspect="1"/>
          </p:cNvGraphicFramePr>
          <p:nvPr>
            <p:custDataLst>
              <p:tags r:id="rId1"/>
            </p:custDataLst>
            <p:extLst>
              <p:ext uri="{D42A27DB-BD31-4B8C-83A1-F6EECF244321}">
                <p14:modId xmlns:p14="http://schemas.microsoft.com/office/powerpoint/2010/main" val="406766514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18" imgW="7772400" imgH="10058400" progId="TCLayout.ActiveDocument.1">
                  <p:embed/>
                </p:oleObj>
              </mc:Choice>
              <mc:Fallback>
                <p:oleObj name="think-cell 幻灯片" r:id="rId18" imgW="7772400" imgH="10058400" progId="TCLayout.ActiveDocument.1">
                  <p:embed/>
                  <p:pic>
                    <p:nvPicPr>
                      <p:cNvPr id="4" name="think-cell data - do not delete" hidden="1">
                        <a:extLst>
                          <a:ext uri="{FF2B5EF4-FFF2-40B4-BE49-F238E27FC236}">
                            <a16:creationId xmlns:a16="http://schemas.microsoft.com/office/drawing/2014/main" id="{0F96D6E0-3D01-B871-4684-842CFB284FBA}"/>
                          </a:ext>
                        </a:extLst>
                      </p:cNvPr>
                      <p:cNvPicPr/>
                      <p:nvPr/>
                    </p:nvPicPr>
                    <p:blipFill>
                      <a:blip r:embed="rId19"/>
                      <a:stretch>
                        <a:fillRect/>
                      </a:stretch>
                    </p:blipFill>
                    <p:spPr>
                      <a:xfrm>
                        <a:off x="1588" y="1588"/>
                        <a:ext cx="1227" cy="1588"/>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4BC41D21-8DBB-F065-5163-AE0A1C72DF8F}"/>
              </a:ext>
            </a:extLst>
          </p:cNvPr>
          <p:cNvSpPr txBox="1"/>
          <p:nvPr/>
        </p:nvSpPr>
        <p:spPr>
          <a:xfrm>
            <a:off x="468630" y="382905"/>
            <a:ext cx="7056740" cy="307777"/>
          </a:xfrm>
          <a:prstGeom prst="rect">
            <a:avLst/>
          </a:prstGeom>
          <a:noFill/>
        </p:spPr>
        <p:txBody>
          <a:bodyPr wrap="none" rtlCol="0">
            <a:spAutoFit/>
          </a:bodyPr>
          <a:lstStyle/>
          <a:p>
            <a:r>
              <a:rPr kumimoji="1" lang="en-US" altLang="zh-CN" sz="1400" dirty="0">
                <a:latin typeface="HarmonyOS Sans SC Medium" pitchFamily="2" charset="-122"/>
                <a:ea typeface="HarmonyOS Sans SC Medium" pitchFamily="2" charset="-122"/>
              </a:rPr>
              <a:t>GDP gains in 2023 if employers had filled their job vacancies to historical levels</a:t>
            </a:r>
            <a:r>
              <a:rPr kumimoji="1" lang="zh-CN" altLang="en-US" sz="1400" dirty="0">
                <a:latin typeface="HarmonyOS Sans SC Medium" pitchFamily="2" charset="-122"/>
                <a:ea typeface="HarmonyOS Sans SC Medium" pitchFamily="2" charset="-122"/>
              </a:rPr>
              <a:t>，</a:t>
            </a:r>
            <a:r>
              <a:rPr kumimoji="1" lang="en-US" altLang="zh-CN" sz="1400" dirty="0">
                <a:latin typeface="HarmonyOS Sans SC Light" pitchFamily="2" charset="-122"/>
                <a:ea typeface="HarmonyOS Sans SC Light" pitchFamily="2" charset="-122"/>
              </a:rPr>
              <a:t>%</a:t>
            </a:r>
            <a:endParaRPr kumimoji="1" lang="zh-CN" altLang="en-US" sz="1400" dirty="0">
              <a:latin typeface="HarmonyOS Sans SC Light" pitchFamily="2" charset="-122"/>
              <a:ea typeface="HarmonyOS Sans SC Light" pitchFamily="2" charset="-122"/>
            </a:endParaRPr>
          </a:p>
        </p:txBody>
      </p:sp>
      <p:sp>
        <p:nvSpPr>
          <p:cNvPr id="264" name="文本框 263">
            <a:extLst>
              <a:ext uri="{FF2B5EF4-FFF2-40B4-BE49-F238E27FC236}">
                <a16:creationId xmlns:a16="http://schemas.microsoft.com/office/drawing/2014/main" id="{9FE6569E-7AB2-8882-4355-9BB7FA992463}"/>
              </a:ext>
            </a:extLst>
          </p:cNvPr>
          <p:cNvSpPr txBox="1"/>
          <p:nvPr/>
        </p:nvSpPr>
        <p:spPr>
          <a:xfrm>
            <a:off x="467677" y="5979477"/>
            <a:ext cx="11256645" cy="338554"/>
          </a:xfrm>
          <a:prstGeom prst="rect">
            <a:avLst/>
          </a:prstGeom>
          <a:noFill/>
        </p:spPr>
        <p:txBody>
          <a:bodyPr wrap="square" rtlCol="0">
            <a:spAutoFit/>
          </a:bodyPr>
          <a:lstStyle/>
          <a:p>
            <a:r>
              <a:rPr kumimoji="1" lang="en-US" altLang="zh-CN" sz="800" dirty="0">
                <a:solidFill>
                  <a:schemeClr val="tx1">
                    <a:lumMod val="65000"/>
                    <a:lumOff val="35000"/>
                  </a:schemeClr>
                </a:solidFill>
                <a:latin typeface="HarmonyOS Sans SC Light" pitchFamily="2" charset="-122"/>
                <a:ea typeface="HarmonyOS Sans SC Light" pitchFamily="2" charset="-122"/>
              </a:rPr>
              <a:t>Note: Japan was excluded from this analysis due to lack of available data. GDP value is calculated based on average productivity by sector, although productivity from marginal workers may be lower. Full 2023 data for all countries except Germany, for which data on employment and vacancy goes to Q3 2023.</a:t>
            </a:r>
            <a:r>
              <a:rPr kumimoji="1" lang="en-US" altLang="zh-CN" sz="800" baseline="30000" dirty="0">
                <a:solidFill>
                  <a:schemeClr val="tx1">
                    <a:lumMod val="65000"/>
                    <a:lumOff val="35000"/>
                  </a:schemeClr>
                </a:solidFill>
                <a:latin typeface="HarmonyOS Sans SC Light" pitchFamily="2" charset="-122"/>
                <a:ea typeface="HarmonyOS Sans SC Light" pitchFamily="2" charset="-122"/>
              </a:rPr>
              <a:t>1</a:t>
            </a:r>
            <a:r>
              <a:rPr kumimoji="1" lang="en-US" altLang="zh-CN" sz="800" dirty="0">
                <a:solidFill>
                  <a:schemeClr val="tx1">
                    <a:lumMod val="65000"/>
                    <a:lumOff val="35000"/>
                  </a:schemeClr>
                </a:solidFill>
                <a:latin typeface="HarmonyOS Sans SC Light" pitchFamily="2" charset="-122"/>
                <a:ea typeface="HarmonyOS Sans SC Light" pitchFamily="2" charset="-122"/>
              </a:rPr>
              <a:t>Data for Canada spans only 2015-23.</a:t>
            </a:r>
            <a:endParaRPr kumimoji="1" lang="zh-CN" altLang="en-US" sz="800" dirty="0">
              <a:solidFill>
                <a:schemeClr val="tx1">
                  <a:lumMod val="65000"/>
                  <a:lumOff val="35000"/>
                </a:schemeClr>
              </a:solidFill>
              <a:latin typeface="HarmonyOS Sans SC Light" pitchFamily="2" charset="-122"/>
              <a:ea typeface="HarmonyOS Sans SC Light" pitchFamily="2" charset="-122"/>
            </a:endParaRPr>
          </a:p>
        </p:txBody>
      </p:sp>
      <p:sp>
        <p:nvSpPr>
          <p:cNvPr id="106" name="文本框 105">
            <a:extLst>
              <a:ext uri="{FF2B5EF4-FFF2-40B4-BE49-F238E27FC236}">
                <a16:creationId xmlns:a16="http://schemas.microsoft.com/office/drawing/2014/main" id="{0253954D-FF88-3C98-17E4-ADD3941BB717}"/>
              </a:ext>
            </a:extLst>
          </p:cNvPr>
          <p:cNvSpPr txBox="1"/>
          <p:nvPr/>
        </p:nvSpPr>
        <p:spPr>
          <a:xfrm>
            <a:off x="468294" y="6243549"/>
            <a:ext cx="11256645" cy="215444"/>
          </a:xfrm>
          <a:prstGeom prst="rect">
            <a:avLst/>
          </a:prstGeom>
          <a:noFill/>
        </p:spPr>
        <p:txBody>
          <a:bodyPr wrap="square" rtlCol="0">
            <a:spAutoFit/>
          </a:bodyPr>
          <a:lstStyle/>
          <a:p>
            <a:r>
              <a:rPr kumimoji="1" lang="en-US" altLang="zh-CN" sz="800" dirty="0">
                <a:solidFill>
                  <a:schemeClr val="tx1">
                    <a:lumMod val="65000"/>
                    <a:lumOff val="35000"/>
                  </a:schemeClr>
                </a:solidFill>
                <a:latin typeface="HarmonyOS Sans SC Light" pitchFamily="2" charset="-122"/>
                <a:ea typeface="HarmonyOS Sans SC Light" pitchFamily="2" charset="-122"/>
              </a:rPr>
              <a:t>Source: International </a:t>
            </a:r>
            <a:r>
              <a:rPr kumimoji="1" lang="en-US" altLang="zh-CN" sz="800" dirty="0" err="1">
                <a:solidFill>
                  <a:schemeClr val="tx1">
                    <a:lumMod val="65000"/>
                    <a:lumOff val="35000"/>
                  </a:schemeClr>
                </a:solidFill>
                <a:latin typeface="HarmonyOS Sans SC Light" pitchFamily="2" charset="-122"/>
                <a:ea typeface="HarmonyOS Sans SC Light" pitchFamily="2" charset="-122"/>
              </a:rPr>
              <a:t>Labour</a:t>
            </a:r>
            <a:r>
              <a:rPr kumimoji="1" lang="en-US" altLang="zh-CN" sz="800" dirty="0">
                <a:solidFill>
                  <a:schemeClr val="tx1">
                    <a:lumMod val="65000"/>
                    <a:lumOff val="35000"/>
                  </a:schemeClr>
                </a:solidFill>
                <a:latin typeface="HarmonyOS Sans SC Light" pitchFamily="2" charset="-122"/>
                <a:ea typeface="HarmonyOS Sans SC Light" pitchFamily="2" charset="-122"/>
              </a:rPr>
              <a:t> Organization; Eurostat; UK Office for National Statistics; Statistics Canada; US Bureau of Labor Statistics; Australian Bureau of Statistics; McKinsey Global Institute analysis</a:t>
            </a:r>
            <a:endParaRPr kumimoji="1" lang="zh-CN" altLang="en-US" sz="800" dirty="0">
              <a:solidFill>
                <a:schemeClr val="tx1">
                  <a:lumMod val="65000"/>
                  <a:lumOff val="35000"/>
                </a:schemeClr>
              </a:solidFill>
              <a:latin typeface="HarmonyOS Sans SC Light" pitchFamily="2" charset="-122"/>
              <a:ea typeface="HarmonyOS Sans SC Light" pitchFamily="2" charset="-122"/>
            </a:endParaRPr>
          </a:p>
        </p:txBody>
      </p:sp>
      <p:sp>
        <p:nvSpPr>
          <p:cNvPr id="2" name="文本框 1">
            <a:extLst>
              <a:ext uri="{FF2B5EF4-FFF2-40B4-BE49-F238E27FC236}">
                <a16:creationId xmlns:a16="http://schemas.microsoft.com/office/drawing/2014/main" id="{56119C1E-E9F5-3A48-61AE-98028CDF2607}"/>
              </a:ext>
            </a:extLst>
          </p:cNvPr>
          <p:cNvSpPr txBox="1"/>
          <p:nvPr/>
        </p:nvSpPr>
        <p:spPr>
          <a:xfrm>
            <a:off x="468630" y="759262"/>
            <a:ext cx="2201244" cy="276999"/>
          </a:xfrm>
          <a:prstGeom prst="rect">
            <a:avLst/>
          </a:prstGeom>
          <a:noFill/>
        </p:spPr>
        <p:txBody>
          <a:bodyPr wrap="none" rtlCol="0">
            <a:spAutoFit/>
          </a:bodyPr>
          <a:lstStyle/>
          <a:p>
            <a:r>
              <a:rPr kumimoji="1" lang="en-US" altLang="zh-CN" sz="1200" dirty="0">
                <a:solidFill>
                  <a:schemeClr val="tx1">
                    <a:lumMod val="50000"/>
                    <a:lumOff val="50000"/>
                  </a:schemeClr>
                </a:solidFill>
                <a:latin typeface="HarmonyOS Sans SC" pitchFamily="2" charset="-122"/>
                <a:ea typeface="HarmonyOS Sans SC" pitchFamily="2" charset="-122"/>
              </a:rPr>
              <a:t>If 2023 vacancies matched</a:t>
            </a:r>
            <a:r>
              <a:rPr kumimoji="1" lang="zh-CN" altLang="en-US" sz="1200" dirty="0">
                <a:solidFill>
                  <a:schemeClr val="tx1">
                    <a:lumMod val="50000"/>
                    <a:lumOff val="50000"/>
                  </a:schemeClr>
                </a:solidFill>
                <a:latin typeface="HarmonyOS Sans SC" pitchFamily="2" charset="-122"/>
                <a:ea typeface="HarmonyOS Sans SC" pitchFamily="2" charset="-122"/>
              </a:rPr>
              <a:t>：</a:t>
            </a:r>
          </a:p>
        </p:txBody>
      </p:sp>
      <p:sp>
        <p:nvSpPr>
          <p:cNvPr id="3" name="矩形 2">
            <a:extLst>
              <a:ext uri="{FF2B5EF4-FFF2-40B4-BE49-F238E27FC236}">
                <a16:creationId xmlns:a16="http://schemas.microsoft.com/office/drawing/2014/main" id="{4809BEDA-0EA0-766D-CD92-D72DEC89535A}"/>
              </a:ext>
            </a:extLst>
          </p:cNvPr>
          <p:cNvSpPr/>
          <p:nvPr/>
        </p:nvSpPr>
        <p:spPr>
          <a:xfrm>
            <a:off x="3875871" y="828909"/>
            <a:ext cx="133363" cy="131445"/>
          </a:xfrm>
          <a:prstGeom prst="rect">
            <a:avLst/>
          </a:prstGeom>
          <a:solidFill>
            <a:srgbClr val="01A9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30561040-2241-43E9-336D-7274EC0035D6}"/>
              </a:ext>
            </a:extLst>
          </p:cNvPr>
          <p:cNvSpPr txBox="1"/>
          <p:nvPr/>
        </p:nvSpPr>
        <p:spPr>
          <a:xfrm>
            <a:off x="4009234" y="756133"/>
            <a:ext cx="1784463" cy="276999"/>
          </a:xfrm>
          <a:prstGeom prst="rect">
            <a:avLst/>
          </a:prstGeom>
          <a:noFill/>
        </p:spPr>
        <p:txBody>
          <a:bodyPr wrap="none" rtlCol="0">
            <a:spAutoFit/>
          </a:bodyPr>
          <a:lstStyle>
            <a:defPPr>
              <a:defRPr lang="zh-CN"/>
            </a:defPPr>
            <a:lvl1pPr>
              <a:defRPr kumimoji="1" sz="1200">
                <a:solidFill>
                  <a:schemeClr val="tx1">
                    <a:lumMod val="50000"/>
                    <a:lumOff val="50000"/>
                  </a:schemeClr>
                </a:solidFill>
                <a:latin typeface="HarmonyOS Sans SC" pitchFamily="2" charset="-122"/>
                <a:ea typeface="HarmonyOS Sans SC" pitchFamily="2" charset="-122"/>
              </a:defRPr>
            </a:lvl1pPr>
          </a:lstStyle>
          <a:p>
            <a:r>
              <a:rPr lang="en-US" altLang="zh-CN" dirty="0"/>
              <a:t>2010-19 median levels</a:t>
            </a:r>
            <a:endParaRPr lang="zh-CN" altLang="en-US" dirty="0"/>
          </a:p>
        </p:txBody>
      </p:sp>
      <p:sp>
        <p:nvSpPr>
          <p:cNvPr id="7" name="矩形 6">
            <a:extLst>
              <a:ext uri="{FF2B5EF4-FFF2-40B4-BE49-F238E27FC236}">
                <a16:creationId xmlns:a16="http://schemas.microsoft.com/office/drawing/2014/main" id="{4D4ABB51-63FF-9C69-2A7F-8DFFE21BBF12}"/>
              </a:ext>
            </a:extLst>
          </p:cNvPr>
          <p:cNvSpPr/>
          <p:nvPr/>
        </p:nvSpPr>
        <p:spPr>
          <a:xfrm>
            <a:off x="2591702" y="828909"/>
            <a:ext cx="133363" cy="13144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43266E2B-B3D3-02EA-0EE6-84806C3D7353}"/>
              </a:ext>
            </a:extLst>
          </p:cNvPr>
          <p:cNvSpPr txBox="1"/>
          <p:nvPr/>
        </p:nvSpPr>
        <p:spPr>
          <a:xfrm>
            <a:off x="2725065" y="756133"/>
            <a:ext cx="971741" cy="276999"/>
          </a:xfrm>
          <a:prstGeom prst="rect">
            <a:avLst/>
          </a:prstGeom>
          <a:noFill/>
        </p:spPr>
        <p:txBody>
          <a:bodyPr wrap="none" rtlCol="0">
            <a:spAutoFit/>
          </a:bodyPr>
          <a:lstStyle>
            <a:defPPr>
              <a:defRPr lang="zh-CN"/>
            </a:defPPr>
            <a:lvl1pPr>
              <a:defRPr kumimoji="1" sz="1200">
                <a:solidFill>
                  <a:schemeClr val="tx1">
                    <a:lumMod val="50000"/>
                    <a:lumOff val="50000"/>
                  </a:schemeClr>
                </a:solidFill>
                <a:latin typeface="HarmonyOS Sans SC" pitchFamily="2" charset="-122"/>
                <a:ea typeface="HarmonyOS Sans SC" pitchFamily="2" charset="-122"/>
              </a:defRPr>
            </a:lvl1pPr>
          </a:lstStyle>
          <a:p>
            <a:r>
              <a:rPr lang="en-US" altLang="zh-CN" dirty="0"/>
              <a:t>2019 levels</a:t>
            </a:r>
            <a:endParaRPr lang="zh-CN" altLang="en-US" dirty="0"/>
          </a:p>
        </p:txBody>
      </p:sp>
      <p:graphicFrame>
        <p:nvGraphicFramePr>
          <p:cNvPr id="268" name="Chart 3">
            <a:extLst>
              <a:ext uri="{FF2B5EF4-FFF2-40B4-BE49-F238E27FC236}">
                <a16:creationId xmlns:a16="http://schemas.microsoft.com/office/drawing/2014/main" id="{FCA1350B-C93E-F062-684A-643B648CEC92}"/>
              </a:ext>
            </a:extLst>
          </p:cNvPr>
          <p:cNvGraphicFramePr/>
          <p:nvPr>
            <p:custDataLst>
              <p:tags r:id="rId2"/>
            </p:custDataLst>
            <p:extLst>
              <p:ext uri="{D42A27DB-BD31-4B8C-83A1-F6EECF244321}">
                <p14:modId xmlns:p14="http://schemas.microsoft.com/office/powerpoint/2010/main" val="90617953"/>
              </p:ext>
            </p:extLst>
          </p:nvPr>
        </p:nvGraphicFramePr>
        <p:xfrm>
          <a:off x="482600" y="1817688"/>
          <a:ext cx="11161713" cy="3392487"/>
        </p:xfrm>
        <a:graphic>
          <a:graphicData uri="http://schemas.openxmlformats.org/drawingml/2006/chart">
            <c:chart xmlns:c="http://schemas.openxmlformats.org/drawingml/2006/chart" xmlns:r="http://schemas.openxmlformats.org/officeDocument/2006/relationships" r:id="rId20"/>
          </a:graphicData>
        </a:graphic>
      </p:graphicFrame>
      <p:sp>
        <p:nvSpPr>
          <p:cNvPr id="122" name="文本占位符 2">
            <a:extLst>
              <a:ext uri="{FF2B5EF4-FFF2-40B4-BE49-F238E27FC236}">
                <a16:creationId xmlns:a16="http://schemas.microsoft.com/office/drawing/2014/main" id="{90115385-E7BD-02C8-9E42-F9A299372CE2}"/>
              </a:ext>
            </a:extLst>
          </p:cNvPr>
          <p:cNvSpPr txBox="1">
            <a:spLocks/>
          </p:cNvSpPr>
          <p:nvPr>
            <p:custDataLst>
              <p:tags r:id="rId3"/>
            </p:custDataLst>
          </p:nvPr>
        </p:nvSpPr>
        <p:spPr bwMode="gray">
          <a:xfrm>
            <a:off x="1470025" y="3444875"/>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E2181CA2-B4B9-465E-BA83-51F440AFF530}" type="datetime'''''''''1'''''''''',''''''''6'''''''''''''''''''''''''''''''">
              <a:rPr kumimoji="1" lang="zh-CN" altLang="en-US" sz="1000" smtClean="0">
                <a:solidFill>
                  <a:schemeClr val="bg1"/>
                </a:solidFill>
                <a:effectLst/>
                <a:latin typeface="HarmonyOS Sans SC" pitchFamily="2" charset="-122"/>
                <a:ea typeface="HarmonyOS Sans SC" pitchFamily="2" charset="-122"/>
                <a:sym typeface="HarmonyOS Sans SC" pitchFamily="2" charset="-122"/>
              </a:rPr>
              <a:pPr marL="0" indent="0" algn="ctr">
                <a:spcBef>
                  <a:spcPct val="0"/>
                </a:spcBef>
                <a:spcAft>
                  <a:spcPct val="0"/>
                </a:spcAft>
                <a:buNone/>
              </a:pPr>
              <a:t>1,6</a:t>
            </a:fld>
            <a:endParaRPr kumimoji="1" lang="zh-CN" altLang="en-US" sz="1000" dirty="0">
              <a:solidFill>
                <a:schemeClr val="bg1"/>
              </a:solidFill>
              <a:latin typeface="HarmonyOS Sans SC" pitchFamily="2" charset="-122"/>
              <a:ea typeface="HarmonyOS Sans SC" pitchFamily="2" charset="-122"/>
              <a:sym typeface="HarmonyOS Sans SC" pitchFamily="2" charset="-122"/>
            </a:endParaRPr>
          </a:p>
        </p:txBody>
      </p:sp>
      <p:sp>
        <p:nvSpPr>
          <p:cNvPr id="123" name="文本占位符 2">
            <a:extLst>
              <a:ext uri="{FF2B5EF4-FFF2-40B4-BE49-F238E27FC236}">
                <a16:creationId xmlns:a16="http://schemas.microsoft.com/office/drawing/2014/main" id="{E47476F9-D364-C6CA-99BA-F692AA217858}"/>
              </a:ext>
            </a:extLst>
          </p:cNvPr>
          <p:cNvSpPr txBox="1">
            <a:spLocks/>
          </p:cNvSpPr>
          <p:nvPr>
            <p:custDataLst>
              <p:tags r:id="rId4"/>
            </p:custDataLst>
          </p:nvPr>
        </p:nvSpPr>
        <p:spPr bwMode="gray">
          <a:xfrm>
            <a:off x="2590800" y="4252913"/>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EFA742DE-08FD-43D1-80DF-6396AC48B089}" type="datetime'0'',''''''''''''8'''''">
              <a:rPr kumimoji="1" lang="zh-CN" altLang="en-US" sz="1000" smtClean="0">
                <a:solidFill>
                  <a:schemeClr val="bg1"/>
                </a:solidFill>
                <a:effectLst/>
                <a:latin typeface="HarmonyOS Sans SC" pitchFamily="2" charset="-122"/>
                <a:ea typeface="HarmonyOS Sans SC" pitchFamily="2" charset="-122"/>
                <a:sym typeface="HarmonyOS Sans SC" pitchFamily="2" charset="-122"/>
              </a:rPr>
              <a:pPr marL="0" indent="0" algn="ctr">
                <a:spcBef>
                  <a:spcPct val="0"/>
                </a:spcBef>
                <a:spcAft>
                  <a:spcPct val="0"/>
                </a:spcAft>
                <a:buNone/>
              </a:pPr>
              <a:t>0,8</a:t>
            </a:fld>
            <a:endParaRPr kumimoji="1" lang="zh-CN" altLang="en-US" sz="1000" dirty="0">
              <a:solidFill>
                <a:schemeClr val="bg1"/>
              </a:solidFill>
              <a:latin typeface="HarmonyOS Sans SC" pitchFamily="2" charset="-122"/>
              <a:ea typeface="HarmonyOS Sans SC" pitchFamily="2" charset="-122"/>
              <a:sym typeface="HarmonyOS Sans SC" pitchFamily="2" charset="-122"/>
            </a:endParaRPr>
          </a:p>
        </p:txBody>
      </p:sp>
      <p:sp>
        <p:nvSpPr>
          <p:cNvPr id="124" name="文本占位符 2">
            <a:extLst>
              <a:ext uri="{FF2B5EF4-FFF2-40B4-BE49-F238E27FC236}">
                <a16:creationId xmlns:a16="http://schemas.microsoft.com/office/drawing/2014/main" id="{E7831900-85F5-5258-0F4A-7940B27ED145}"/>
              </a:ext>
            </a:extLst>
          </p:cNvPr>
          <p:cNvSpPr txBox="1">
            <a:spLocks/>
          </p:cNvSpPr>
          <p:nvPr>
            <p:custDataLst>
              <p:tags r:id="rId5"/>
            </p:custDataLst>
          </p:nvPr>
        </p:nvSpPr>
        <p:spPr bwMode="gray">
          <a:xfrm>
            <a:off x="3040063" y="3748088"/>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6675C5E6-D8B5-4F3F-9A8B-6B799EC057E5}" type="datetime'''''''''''''''''''1'',''''''''''''''''''''''3'''''''''">
              <a:rPr kumimoji="1" lang="zh-CN" altLang="en-US" sz="1000" smtClean="0">
                <a:solidFill>
                  <a:schemeClr val="bg1"/>
                </a:solidFill>
                <a:effectLst/>
                <a:latin typeface="HarmonyOS Sans SC" pitchFamily="2" charset="-122"/>
                <a:ea typeface="HarmonyOS Sans SC" pitchFamily="2" charset="-122"/>
                <a:sym typeface="HarmonyOS Sans SC" pitchFamily="2" charset="-122"/>
              </a:rPr>
              <a:pPr marL="0" indent="0" algn="ctr">
                <a:spcBef>
                  <a:spcPct val="0"/>
                </a:spcBef>
                <a:spcAft>
                  <a:spcPct val="0"/>
                </a:spcAft>
                <a:buNone/>
              </a:pPr>
              <a:t>1,3</a:t>
            </a:fld>
            <a:endParaRPr kumimoji="1" lang="zh-CN" altLang="en-US" sz="1000" dirty="0">
              <a:solidFill>
                <a:schemeClr val="bg1"/>
              </a:solidFill>
              <a:latin typeface="HarmonyOS Sans SC" pitchFamily="2" charset="-122"/>
              <a:ea typeface="HarmonyOS Sans SC" pitchFamily="2" charset="-122"/>
              <a:sym typeface="HarmonyOS Sans SC" pitchFamily="2" charset="-122"/>
            </a:endParaRPr>
          </a:p>
        </p:txBody>
      </p:sp>
      <p:sp>
        <p:nvSpPr>
          <p:cNvPr id="125" name="文本占位符 2">
            <a:extLst>
              <a:ext uri="{FF2B5EF4-FFF2-40B4-BE49-F238E27FC236}">
                <a16:creationId xmlns:a16="http://schemas.microsoft.com/office/drawing/2014/main" id="{A2C3F8F6-0690-487E-4D97-0CE86183BF86}"/>
              </a:ext>
            </a:extLst>
          </p:cNvPr>
          <p:cNvSpPr txBox="1">
            <a:spLocks/>
          </p:cNvSpPr>
          <p:nvPr>
            <p:custDataLst>
              <p:tags r:id="rId6"/>
            </p:custDataLst>
          </p:nvPr>
        </p:nvSpPr>
        <p:spPr bwMode="gray">
          <a:xfrm>
            <a:off x="4162425" y="4554538"/>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56A14B80-E5F8-4D4E-8C72-DC7555CD6270}" type="datetime'''0'''''''''''''''''',''''''''''''''''5'''''''''">
              <a:rPr kumimoji="1" lang="zh-CN" altLang="en-US" sz="1000" smtClean="0">
                <a:solidFill>
                  <a:schemeClr val="bg1"/>
                </a:solidFill>
                <a:effectLst/>
                <a:latin typeface="HarmonyOS Sans SC" pitchFamily="2" charset="-122"/>
                <a:ea typeface="HarmonyOS Sans SC" pitchFamily="2" charset="-122"/>
                <a:sym typeface="HarmonyOS Sans SC" pitchFamily="2" charset="-122"/>
              </a:rPr>
              <a:pPr marL="0" indent="0" algn="ctr">
                <a:spcBef>
                  <a:spcPct val="0"/>
                </a:spcBef>
                <a:spcAft>
                  <a:spcPct val="0"/>
                </a:spcAft>
                <a:buNone/>
              </a:pPr>
              <a:t>0,5</a:t>
            </a:fld>
            <a:endParaRPr kumimoji="1" lang="zh-CN" altLang="en-US" sz="1000" dirty="0">
              <a:solidFill>
                <a:schemeClr val="bg1"/>
              </a:solidFill>
              <a:latin typeface="HarmonyOS Sans SC" pitchFamily="2" charset="-122"/>
              <a:ea typeface="HarmonyOS Sans SC" pitchFamily="2" charset="-122"/>
              <a:sym typeface="HarmonyOS Sans SC" pitchFamily="2" charset="-122"/>
            </a:endParaRPr>
          </a:p>
        </p:txBody>
      </p:sp>
      <p:sp>
        <p:nvSpPr>
          <p:cNvPr id="126" name="文本占位符 2">
            <a:extLst>
              <a:ext uri="{FF2B5EF4-FFF2-40B4-BE49-F238E27FC236}">
                <a16:creationId xmlns:a16="http://schemas.microsoft.com/office/drawing/2014/main" id="{3EB5ECFB-CE67-1E72-19DA-EBD176D09260}"/>
              </a:ext>
            </a:extLst>
          </p:cNvPr>
          <p:cNvSpPr txBox="1">
            <a:spLocks/>
          </p:cNvSpPr>
          <p:nvPr>
            <p:custDataLst>
              <p:tags r:id="rId7"/>
            </p:custDataLst>
          </p:nvPr>
        </p:nvSpPr>
        <p:spPr bwMode="gray">
          <a:xfrm>
            <a:off x="4611688" y="4049713"/>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F3FE519F-3168-422E-AF60-4182BE633BB0}" type="datetime'''''''''''''''''''''''''''1'''',''''''''''''''0'">
              <a:rPr kumimoji="1" lang="zh-CN" altLang="en-US" sz="1000" smtClean="0">
                <a:solidFill>
                  <a:schemeClr val="bg1"/>
                </a:solidFill>
                <a:effectLst/>
                <a:latin typeface="HarmonyOS Sans SC" pitchFamily="2" charset="-122"/>
                <a:ea typeface="HarmonyOS Sans SC" pitchFamily="2" charset="-122"/>
                <a:sym typeface="HarmonyOS Sans SC" pitchFamily="2" charset="-122"/>
              </a:rPr>
              <a:pPr marL="0" indent="0" algn="ctr">
                <a:spcBef>
                  <a:spcPct val="0"/>
                </a:spcBef>
                <a:spcAft>
                  <a:spcPct val="0"/>
                </a:spcAft>
                <a:buNone/>
              </a:pPr>
              <a:t>1,0</a:t>
            </a:fld>
            <a:endParaRPr kumimoji="1" lang="zh-CN" altLang="en-US" sz="1000" dirty="0">
              <a:solidFill>
                <a:schemeClr val="bg1"/>
              </a:solidFill>
              <a:latin typeface="HarmonyOS Sans SC" pitchFamily="2" charset="-122"/>
              <a:ea typeface="HarmonyOS Sans SC" pitchFamily="2" charset="-122"/>
              <a:sym typeface="HarmonyOS Sans SC" pitchFamily="2" charset="-122"/>
            </a:endParaRPr>
          </a:p>
        </p:txBody>
      </p:sp>
      <p:sp>
        <p:nvSpPr>
          <p:cNvPr id="127" name="文本占位符 2">
            <a:extLst>
              <a:ext uri="{FF2B5EF4-FFF2-40B4-BE49-F238E27FC236}">
                <a16:creationId xmlns:a16="http://schemas.microsoft.com/office/drawing/2014/main" id="{DD1B2F23-C76A-A99C-6A94-75F187B2E4DB}"/>
              </a:ext>
            </a:extLst>
          </p:cNvPr>
          <p:cNvSpPr txBox="1">
            <a:spLocks/>
          </p:cNvSpPr>
          <p:nvPr>
            <p:custDataLst>
              <p:tags r:id="rId8"/>
            </p:custDataLst>
          </p:nvPr>
        </p:nvSpPr>
        <p:spPr bwMode="gray">
          <a:xfrm>
            <a:off x="5732463" y="4352925"/>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5BC81BEA-C93B-4361-AB96-16C8B39824F9}" type="datetime'''''''''''''''''''0'''''''''''',''''''7'''">
              <a:rPr kumimoji="1" lang="zh-CN" altLang="en-US" sz="1000" smtClean="0">
                <a:solidFill>
                  <a:schemeClr val="bg1"/>
                </a:solidFill>
                <a:effectLst/>
                <a:latin typeface="HarmonyOS Sans SC" pitchFamily="2" charset="-122"/>
                <a:ea typeface="HarmonyOS Sans SC" pitchFamily="2" charset="-122"/>
                <a:sym typeface="HarmonyOS Sans SC" pitchFamily="2" charset="-122"/>
              </a:rPr>
              <a:pPr marL="0" indent="0" algn="ctr">
                <a:spcBef>
                  <a:spcPct val="0"/>
                </a:spcBef>
                <a:spcAft>
                  <a:spcPct val="0"/>
                </a:spcAft>
                <a:buNone/>
              </a:pPr>
              <a:t>0,7</a:t>
            </a:fld>
            <a:endParaRPr kumimoji="1" lang="zh-CN" altLang="en-US" sz="1000" dirty="0">
              <a:solidFill>
                <a:schemeClr val="bg1"/>
              </a:solidFill>
              <a:latin typeface="HarmonyOS Sans SC" pitchFamily="2" charset="-122"/>
              <a:ea typeface="HarmonyOS Sans SC" pitchFamily="2" charset="-122"/>
              <a:sym typeface="HarmonyOS Sans SC" pitchFamily="2" charset="-122"/>
            </a:endParaRPr>
          </a:p>
        </p:txBody>
      </p:sp>
      <p:sp>
        <p:nvSpPr>
          <p:cNvPr id="121" name="文本占位符 2">
            <a:extLst>
              <a:ext uri="{FF2B5EF4-FFF2-40B4-BE49-F238E27FC236}">
                <a16:creationId xmlns:a16="http://schemas.microsoft.com/office/drawing/2014/main" id="{5F1B6E19-AC0F-9A3E-24BB-1F079B32B3E7}"/>
              </a:ext>
            </a:extLst>
          </p:cNvPr>
          <p:cNvSpPr txBox="1">
            <a:spLocks/>
          </p:cNvSpPr>
          <p:nvPr>
            <p:custDataLst>
              <p:tags r:id="rId9"/>
            </p:custDataLst>
          </p:nvPr>
        </p:nvSpPr>
        <p:spPr bwMode="gray">
          <a:xfrm>
            <a:off x="1020763" y="3949700"/>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042B000E-3696-4ACA-94AB-4B07404A8FB7}" type="datetime'''''''''''''''''''''''''''''''''1'''''''''''''''''',''''''1'''">
              <a:rPr kumimoji="1" lang="zh-CN" altLang="en-US" sz="1000" smtClean="0">
                <a:solidFill>
                  <a:schemeClr val="bg1"/>
                </a:solidFill>
                <a:effectLst/>
                <a:latin typeface="HarmonyOS Sans SC" pitchFamily="2" charset="-122"/>
                <a:ea typeface="HarmonyOS Sans SC" pitchFamily="2" charset="-122"/>
                <a:sym typeface="HarmonyOS Sans SC" pitchFamily="2" charset="-122"/>
              </a:rPr>
              <a:pPr marL="0" indent="0" algn="ctr">
                <a:spcBef>
                  <a:spcPct val="0"/>
                </a:spcBef>
                <a:spcAft>
                  <a:spcPct val="0"/>
                </a:spcAft>
                <a:buNone/>
              </a:pPr>
              <a:t>1,1</a:t>
            </a:fld>
            <a:endParaRPr kumimoji="1" lang="zh-CN" altLang="en-US" sz="1000" dirty="0">
              <a:solidFill>
                <a:schemeClr val="bg1"/>
              </a:solidFill>
              <a:latin typeface="HarmonyOS Sans SC" pitchFamily="2" charset="-122"/>
              <a:ea typeface="HarmonyOS Sans SC" pitchFamily="2" charset="-122"/>
              <a:sym typeface="HarmonyOS Sans SC" pitchFamily="2" charset="-122"/>
            </a:endParaRPr>
          </a:p>
        </p:txBody>
      </p:sp>
      <p:sp>
        <p:nvSpPr>
          <p:cNvPr id="257" name="文本占位符 2">
            <a:extLst>
              <a:ext uri="{FF2B5EF4-FFF2-40B4-BE49-F238E27FC236}">
                <a16:creationId xmlns:a16="http://schemas.microsoft.com/office/drawing/2014/main" id="{8BB2CBEE-60F4-81F3-C0CE-E975B759DABC}"/>
              </a:ext>
            </a:extLst>
          </p:cNvPr>
          <p:cNvSpPr txBox="1">
            <a:spLocks/>
          </p:cNvSpPr>
          <p:nvPr>
            <p:custDataLst>
              <p:tags r:id="rId10"/>
            </p:custDataLst>
          </p:nvPr>
        </p:nvSpPr>
        <p:spPr bwMode="gray">
          <a:xfrm>
            <a:off x="7304088" y="4554538"/>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72F921FE-10BA-4490-9E97-3D7A723E4B7E}" type="datetime'''''''''''''''''''''''''''''''''''''0,''''5'''''''''''''''">
              <a:rPr kumimoji="1" lang="zh-CN" altLang="en-US" sz="1000" smtClean="0">
                <a:solidFill>
                  <a:schemeClr val="bg1"/>
                </a:solidFill>
                <a:effectLst/>
                <a:latin typeface="HarmonyOS Sans SC" pitchFamily="2" charset="-122"/>
                <a:ea typeface="HarmonyOS Sans SC" pitchFamily="2" charset="-122"/>
                <a:sym typeface="HarmonyOS Sans SC" pitchFamily="2" charset="-122"/>
              </a:rPr>
              <a:pPr marL="0" indent="0" algn="ctr">
                <a:spcBef>
                  <a:spcPct val="0"/>
                </a:spcBef>
                <a:spcAft>
                  <a:spcPct val="0"/>
                </a:spcAft>
                <a:buNone/>
              </a:pPr>
              <a:t>0,5</a:t>
            </a:fld>
            <a:endParaRPr kumimoji="1" lang="zh-CN" altLang="en-US" sz="1000" dirty="0">
              <a:solidFill>
                <a:schemeClr val="bg1"/>
              </a:solidFill>
              <a:latin typeface="HarmonyOS Sans SC" pitchFamily="2" charset="-122"/>
              <a:ea typeface="HarmonyOS Sans SC" pitchFamily="2" charset="-122"/>
              <a:sym typeface="HarmonyOS Sans SC" pitchFamily="2" charset="-122"/>
            </a:endParaRPr>
          </a:p>
        </p:txBody>
      </p:sp>
      <p:sp>
        <p:nvSpPr>
          <p:cNvPr id="258" name="文本占位符 2">
            <a:extLst>
              <a:ext uri="{FF2B5EF4-FFF2-40B4-BE49-F238E27FC236}">
                <a16:creationId xmlns:a16="http://schemas.microsoft.com/office/drawing/2014/main" id="{28A28E43-5E49-DF07-9CAE-233D1FE6BB05}"/>
              </a:ext>
            </a:extLst>
          </p:cNvPr>
          <p:cNvSpPr txBox="1">
            <a:spLocks/>
          </p:cNvSpPr>
          <p:nvPr>
            <p:custDataLst>
              <p:tags r:id="rId11"/>
            </p:custDataLst>
          </p:nvPr>
        </p:nvSpPr>
        <p:spPr bwMode="gray">
          <a:xfrm>
            <a:off x="7753350" y="4252913"/>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2EE7D814-5BE4-43B2-882D-56D1AC8AA9B9}" type="datetime'0,''''''8'''''''''''''''''''''''''''''">
              <a:rPr kumimoji="1" lang="zh-CN" altLang="en-US" sz="1000" smtClean="0">
                <a:solidFill>
                  <a:schemeClr val="bg1"/>
                </a:solidFill>
                <a:effectLst/>
                <a:latin typeface="HarmonyOS Sans SC" pitchFamily="2" charset="-122"/>
                <a:ea typeface="HarmonyOS Sans SC" pitchFamily="2" charset="-122"/>
                <a:sym typeface="HarmonyOS Sans SC" pitchFamily="2" charset="-122"/>
              </a:rPr>
              <a:pPr marL="0" indent="0" algn="ctr">
                <a:spcBef>
                  <a:spcPct val="0"/>
                </a:spcBef>
                <a:spcAft>
                  <a:spcPct val="0"/>
                </a:spcAft>
                <a:buNone/>
              </a:pPr>
              <a:t>0,8</a:t>
            </a:fld>
            <a:endParaRPr kumimoji="1" lang="zh-CN" altLang="en-US" sz="1000" dirty="0">
              <a:solidFill>
                <a:schemeClr val="bg1"/>
              </a:solidFill>
              <a:latin typeface="HarmonyOS Sans SC" pitchFamily="2" charset="-122"/>
              <a:ea typeface="HarmonyOS Sans SC" pitchFamily="2" charset="-122"/>
              <a:sym typeface="HarmonyOS Sans SC" pitchFamily="2" charset="-122"/>
            </a:endParaRPr>
          </a:p>
        </p:txBody>
      </p:sp>
      <p:sp>
        <p:nvSpPr>
          <p:cNvPr id="259" name="文本占位符 2">
            <a:extLst>
              <a:ext uri="{FF2B5EF4-FFF2-40B4-BE49-F238E27FC236}">
                <a16:creationId xmlns:a16="http://schemas.microsoft.com/office/drawing/2014/main" id="{B9B04701-EE98-3858-359A-97EBD786377D}"/>
              </a:ext>
            </a:extLst>
          </p:cNvPr>
          <p:cNvSpPr txBox="1">
            <a:spLocks/>
          </p:cNvSpPr>
          <p:nvPr>
            <p:custDataLst>
              <p:tags r:id="rId12"/>
            </p:custDataLst>
          </p:nvPr>
        </p:nvSpPr>
        <p:spPr bwMode="gray">
          <a:xfrm>
            <a:off x="8874125" y="4554538"/>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403CD80A-5887-4A10-AAD5-405AC2004716}" type="datetime'''''''''''''''''''0'''''''''''''''''''''',5'">
              <a:rPr kumimoji="1" lang="zh-CN" altLang="en-US" sz="1000" smtClean="0">
                <a:solidFill>
                  <a:schemeClr val="bg1"/>
                </a:solidFill>
                <a:effectLst/>
                <a:latin typeface="HarmonyOS Sans SC" pitchFamily="2" charset="-122"/>
                <a:ea typeface="HarmonyOS Sans SC" pitchFamily="2" charset="-122"/>
                <a:sym typeface="HarmonyOS Sans SC" pitchFamily="2" charset="-122"/>
              </a:rPr>
              <a:pPr marL="0" indent="0" algn="ctr">
                <a:spcBef>
                  <a:spcPct val="0"/>
                </a:spcBef>
                <a:spcAft>
                  <a:spcPct val="0"/>
                </a:spcAft>
                <a:buNone/>
              </a:pPr>
              <a:t>0,5</a:t>
            </a:fld>
            <a:endParaRPr kumimoji="1" lang="zh-CN" altLang="en-US" sz="1000" dirty="0">
              <a:solidFill>
                <a:schemeClr val="bg1"/>
              </a:solidFill>
              <a:latin typeface="HarmonyOS Sans SC" pitchFamily="2" charset="-122"/>
              <a:ea typeface="HarmonyOS Sans SC" pitchFamily="2" charset="-122"/>
              <a:sym typeface="HarmonyOS Sans SC" pitchFamily="2" charset="-122"/>
            </a:endParaRPr>
          </a:p>
        </p:txBody>
      </p:sp>
      <p:sp>
        <p:nvSpPr>
          <p:cNvPr id="260" name="文本占位符 2">
            <a:extLst>
              <a:ext uri="{FF2B5EF4-FFF2-40B4-BE49-F238E27FC236}">
                <a16:creationId xmlns:a16="http://schemas.microsoft.com/office/drawing/2014/main" id="{83128D4F-03AF-152C-CF17-AFD830F67C53}"/>
              </a:ext>
            </a:extLst>
          </p:cNvPr>
          <p:cNvSpPr txBox="1">
            <a:spLocks/>
          </p:cNvSpPr>
          <p:nvPr>
            <p:custDataLst>
              <p:tags r:id="rId13"/>
            </p:custDataLst>
          </p:nvPr>
        </p:nvSpPr>
        <p:spPr bwMode="gray">
          <a:xfrm>
            <a:off x="9323388" y="4454525"/>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DC90BF26-C255-415B-B2FE-7ADDD0FC6440}" type="datetime'''''''''''''''''''''''''''''''''0,6'''''''''''''''''''">
              <a:rPr kumimoji="1" lang="zh-CN" altLang="en-US" sz="1000" smtClean="0">
                <a:solidFill>
                  <a:schemeClr val="bg1"/>
                </a:solidFill>
                <a:effectLst/>
                <a:latin typeface="HarmonyOS Sans SC" pitchFamily="2" charset="-122"/>
                <a:ea typeface="HarmonyOS Sans SC" pitchFamily="2" charset="-122"/>
                <a:sym typeface="HarmonyOS Sans SC" pitchFamily="2" charset="-122"/>
              </a:rPr>
              <a:pPr marL="0" indent="0" algn="ctr">
                <a:spcBef>
                  <a:spcPct val="0"/>
                </a:spcBef>
                <a:spcAft>
                  <a:spcPct val="0"/>
                </a:spcAft>
                <a:buNone/>
              </a:pPr>
              <a:t>0,6</a:t>
            </a:fld>
            <a:endParaRPr kumimoji="1" lang="zh-CN" altLang="en-US" sz="1000" dirty="0">
              <a:solidFill>
                <a:schemeClr val="bg1"/>
              </a:solidFill>
              <a:latin typeface="HarmonyOS Sans SC" pitchFamily="2" charset="-122"/>
              <a:ea typeface="HarmonyOS Sans SC" pitchFamily="2" charset="-122"/>
              <a:sym typeface="HarmonyOS Sans SC" pitchFamily="2" charset="-122"/>
            </a:endParaRPr>
          </a:p>
        </p:txBody>
      </p:sp>
      <p:sp>
        <p:nvSpPr>
          <p:cNvPr id="261" name="文本占位符 2">
            <a:extLst>
              <a:ext uri="{FF2B5EF4-FFF2-40B4-BE49-F238E27FC236}">
                <a16:creationId xmlns:a16="http://schemas.microsoft.com/office/drawing/2014/main" id="{7405BC24-1E63-A8C7-9CE2-26B0D2E92F4B}"/>
              </a:ext>
            </a:extLst>
          </p:cNvPr>
          <p:cNvSpPr txBox="1">
            <a:spLocks/>
          </p:cNvSpPr>
          <p:nvPr>
            <p:custDataLst>
              <p:tags r:id="rId14"/>
            </p:custDataLst>
          </p:nvPr>
        </p:nvSpPr>
        <p:spPr bwMode="gray">
          <a:xfrm>
            <a:off x="10445750" y="4756150"/>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0FCD608D-84F5-4852-8345-39DA0F9AE03A}" type="datetime'0'''''''''''''''''''''''''''''''''''''''',''''''''''3'''''''''">
              <a:rPr kumimoji="1" lang="zh-CN" altLang="en-US" sz="1000" smtClean="0">
                <a:solidFill>
                  <a:schemeClr val="bg1"/>
                </a:solidFill>
                <a:effectLst/>
                <a:latin typeface="HarmonyOS Sans SC" pitchFamily="2" charset="-122"/>
                <a:ea typeface="HarmonyOS Sans SC" pitchFamily="2" charset="-122"/>
                <a:sym typeface="HarmonyOS Sans SC" pitchFamily="2" charset="-122"/>
              </a:rPr>
              <a:pPr marL="0" indent="0" algn="ctr">
                <a:spcBef>
                  <a:spcPct val="0"/>
                </a:spcBef>
                <a:spcAft>
                  <a:spcPct val="0"/>
                </a:spcAft>
                <a:buNone/>
              </a:pPr>
              <a:t>0,3</a:t>
            </a:fld>
            <a:endParaRPr kumimoji="1" lang="zh-CN" altLang="en-US" sz="1000" dirty="0">
              <a:solidFill>
                <a:schemeClr val="bg1"/>
              </a:solidFill>
              <a:latin typeface="HarmonyOS Sans SC" pitchFamily="2" charset="-122"/>
              <a:ea typeface="HarmonyOS Sans SC" pitchFamily="2" charset="-122"/>
              <a:sym typeface="HarmonyOS Sans SC" pitchFamily="2" charset="-122"/>
            </a:endParaRPr>
          </a:p>
        </p:txBody>
      </p:sp>
      <p:sp>
        <p:nvSpPr>
          <p:cNvPr id="262" name="文本占位符 2">
            <a:extLst>
              <a:ext uri="{FF2B5EF4-FFF2-40B4-BE49-F238E27FC236}">
                <a16:creationId xmlns:a16="http://schemas.microsoft.com/office/drawing/2014/main" id="{CF7A7BFF-87E5-AA69-82EF-74F10EC1F9F2}"/>
              </a:ext>
            </a:extLst>
          </p:cNvPr>
          <p:cNvSpPr txBox="1">
            <a:spLocks/>
          </p:cNvSpPr>
          <p:nvPr>
            <p:custDataLst>
              <p:tags r:id="rId15"/>
            </p:custDataLst>
          </p:nvPr>
        </p:nvSpPr>
        <p:spPr bwMode="gray">
          <a:xfrm>
            <a:off x="10895013" y="4554538"/>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11356005-4884-4B6B-A373-FDD25564259C}" type="datetime'''''''''0'''''''''''''''''''''''''',''5'">
              <a:rPr kumimoji="1" lang="zh-CN" altLang="en-US" sz="1000" smtClean="0">
                <a:solidFill>
                  <a:schemeClr val="bg1"/>
                </a:solidFill>
                <a:effectLst/>
                <a:latin typeface="HarmonyOS Sans SC" pitchFamily="2" charset="-122"/>
                <a:ea typeface="HarmonyOS Sans SC" pitchFamily="2" charset="-122"/>
                <a:sym typeface="HarmonyOS Sans SC" pitchFamily="2" charset="-122"/>
              </a:rPr>
              <a:pPr marL="0" indent="0" algn="ctr">
                <a:spcBef>
                  <a:spcPct val="0"/>
                </a:spcBef>
                <a:spcAft>
                  <a:spcPct val="0"/>
                </a:spcAft>
                <a:buNone/>
              </a:pPr>
              <a:t>0,5</a:t>
            </a:fld>
            <a:endParaRPr kumimoji="1" lang="zh-CN" altLang="en-US" sz="1000" dirty="0">
              <a:solidFill>
                <a:schemeClr val="bg1"/>
              </a:solidFill>
              <a:latin typeface="HarmonyOS Sans SC" pitchFamily="2" charset="-122"/>
              <a:ea typeface="HarmonyOS Sans SC" pitchFamily="2" charset="-122"/>
              <a:sym typeface="HarmonyOS Sans SC" pitchFamily="2" charset="-122"/>
            </a:endParaRPr>
          </a:p>
        </p:txBody>
      </p:sp>
      <p:sp>
        <p:nvSpPr>
          <p:cNvPr id="256" name="文本占位符 2">
            <a:extLst>
              <a:ext uri="{FF2B5EF4-FFF2-40B4-BE49-F238E27FC236}">
                <a16:creationId xmlns:a16="http://schemas.microsoft.com/office/drawing/2014/main" id="{DDC36012-9242-55A2-E599-C1D38B61E705}"/>
              </a:ext>
            </a:extLst>
          </p:cNvPr>
          <p:cNvSpPr txBox="1">
            <a:spLocks/>
          </p:cNvSpPr>
          <p:nvPr>
            <p:custDataLst>
              <p:tags r:id="rId16"/>
            </p:custDataLst>
          </p:nvPr>
        </p:nvSpPr>
        <p:spPr bwMode="gray">
          <a:xfrm>
            <a:off x="6181725" y="4151313"/>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C8A766DF-28F0-46AF-BBDA-925406E7CE36}" type="datetime'0'''''''',''9'''''''''''''''''''''''''''">
              <a:rPr kumimoji="1" lang="zh-CN" altLang="en-US" sz="1000" smtClean="0">
                <a:solidFill>
                  <a:schemeClr val="bg1"/>
                </a:solidFill>
                <a:effectLst/>
                <a:latin typeface="HarmonyOS Sans SC" pitchFamily="2" charset="-122"/>
                <a:ea typeface="HarmonyOS Sans SC" pitchFamily="2" charset="-122"/>
                <a:sym typeface="HarmonyOS Sans SC" pitchFamily="2" charset="-122"/>
              </a:rPr>
              <a:pPr marL="0" indent="0" algn="ctr">
                <a:spcBef>
                  <a:spcPct val="0"/>
                </a:spcBef>
                <a:spcAft>
                  <a:spcPct val="0"/>
                </a:spcAft>
                <a:buNone/>
              </a:pPr>
              <a:t>0,9</a:t>
            </a:fld>
            <a:endParaRPr kumimoji="1" lang="zh-CN" altLang="en-US" sz="1000" dirty="0">
              <a:solidFill>
                <a:schemeClr val="bg1"/>
              </a:solidFill>
              <a:latin typeface="HarmonyOS Sans SC" pitchFamily="2" charset="-122"/>
              <a:ea typeface="HarmonyOS Sans SC" pitchFamily="2" charset="-122"/>
              <a:sym typeface="HarmonyOS Sans SC" pitchFamily="2" charset="-122"/>
            </a:endParaRPr>
          </a:p>
        </p:txBody>
      </p:sp>
      <p:cxnSp>
        <p:nvCxnSpPr>
          <p:cNvPr id="270" name="直线连接符 269">
            <a:extLst>
              <a:ext uri="{FF2B5EF4-FFF2-40B4-BE49-F238E27FC236}">
                <a16:creationId xmlns:a16="http://schemas.microsoft.com/office/drawing/2014/main" id="{330B4800-93E9-B148-AF5B-2373D86B3B0C}"/>
              </a:ext>
            </a:extLst>
          </p:cNvPr>
          <p:cNvCxnSpPr>
            <a:cxnSpLocks/>
          </p:cNvCxnSpPr>
          <p:nvPr/>
        </p:nvCxnSpPr>
        <p:spPr>
          <a:xfrm>
            <a:off x="2131407" y="1481515"/>
            <a:ext cx="0" cy="4144402"/>
          </a:xfrm>
          <a:prstGeom prst="line">
            <a:avLst/>
          </a:prstGeom>
          <a:ln w="1270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271" name="直线连接符 270">
            <a:extLst>
              <a:ext uri="{FF2B5EF4-FFF2-40B4-BE49-F238E27FC236}">
                <a16:creationId xmlns:a16="http://schemas.microsoft.com/office/drawing/2014/main" id="{C89D6F50-CEF9-2F45-9549-E366EF807F90}"/>
              </a:ext>
            </a:extLst>
          </p:cNvPr>
          <p:cNvCxnSpPr>
            <a:cxnSpLocks/>
          </p:cNvCxnSpPr>
          <p:nvPr/>
        </p:nvCxnSpPr>
        <p:spPr>
          <a:xfrm>
            <a:off x="3696806" y="1481515"/>
            <a:ext cx="0" cy="4144402"/>
          </a:xfrm>
          <a:prstGeom prst="line">
            <a:avLst/>
          </a:prstGeom>
          <a:ln w="1270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272" name="直线连接符 271">
            <a:extLst>
              <a:ext uri="{FF2B5EF4-FFF2-40B4-BE49-F238E27FC236}">
                <a16:creationId xmlns:a16="http://schemas.microsoft.com/office/drawing/2014/main" id="{654B4FEE-F44E-5F23-E559-1E783A40C26C}"/>
              </a:ext>
            </a:extLst>
          </p:cNvPr>
          <p:cNvCxnSpPr>
            <a:cxnSpLocks/>
          </p:cNvCxnSpPr>
          <p:nvPr/>
        </p:nvCxnSpPr>
        <p:spPr>
          <a:xfrm>
            <a:off x="5270408" y="1481515"/>
            <a:ext cx="0" cy="4144402"/>
          </a:xfrm>
          <a:prstGeom prst="line">
            <a:avLst/>
          </a:prstGeom>
          <a:ln w="1270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273" name="直线连接符 272">
            <a:extLst>
              <a:ext uri="{FF2B5EF4-FFF2-40B4-BE49-F238E27FC236}">
                <a16:creationId xmlns:a16="http://schemas.microsoft.com/office/drawing/2014/main" id="{1DF2C930-1182-2A9B-5F1B-D9F48B2D08D0}"/>
              </a:ext>
            </a:extLst>
          </p:cNvPr>
          <p:cNvCxnSpPr>
            <a:cxnSpLocks/>
          </p:cNvCxnSpPr>
          <p:nvPr/>
        </p:nvCxnSpPr>
        <p:spPr>
          <a:xfrm>
            <a:off x="6835808" y="1481515"/>
            <a:ext cx="0" cy="4144402"/>
          </a:xfrm>
          <a:prstGeom prst="line">
            <a:avLst/>
          </a:prstGeom>
          <a:ln w="1270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274" name="直线连接符 273">
            <a:extLst>
              <a:ext uri="{FF2B5EF4-FFF2-40B4-BE49-F238E27FC236}">
                <a16:creationId xmlns:a16="http://schemas.microsoft.com/office/drawing/2014/main" id="{F174B808-46E9-6657-E054-DECFA0AA555D}"/>
              </a:ext>
            </a:extLst>
          </p:cNvPr>
          <p:cNvCxnSpPr>
            <a:cxnSpLocks/>
          </p:cNvCxnSpPr>
          <p:nvPr/>
        </p:nvCxnSpPr>
        <p:spPr>
          <a:xfrm>
            <a:off x="8409410" y="1481515"/>
            <a:ext cx="0" cy="4144402"/>
          </a:xfrm>
          <a:prstGeom prst="line">
            <a:avLst/>
          </a:prstGeom>
          <a:ln w="1270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275" name="直线连接符 274">
            <a:extLst>
              <a:ext uri="{FF2B5EF4-FFF2-40B4-BE49-F238E27FC236}">
                <a16:creationId xmlns:a16="http://schemas.microsoft.com/office/drawing/2014/main" id="{C98958A7-F085-5C39-6410-367D1B841C09}"/>
              </a:ext>
            </a:extLst>
          </p:cNvPr>
          <p:cNvCxnSpPr>
            <a:cxnSpLocks/>
          </p:cNvCxnSpPr>
          <p:nvPr/>
        </p:nvCxnSpPr>
        <p:spPr>
          <a:xfrm>
            <a:off x="9995905" y="1481515"/>
            <a:ext cx="0" cy="4144402"/>
          </a:xfrm>
          <a:prstGeom prst="line">
            <a:avLst/>
          </a:prstGeom>
          <a:ln w="1270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
        <p:nvSpPr>
          <p:cNvPr id="276" name="文本框 275">
            <a:extLst>
              <a:ext uri="{FF2B5EF4-FFF2-40B4-BE49-F238E27FC236}">
                <a16:creationId xmlns:a16="http://schemas.microsoft.com/office/drawing/2014/main" id="{1A4C9C49-46EA-C74D-424C-1CC4361764A9}"/>
              </a:ext>
            </a:extLst>
          </p:cNvPr>
          <p:cNvSpPr txBox="1"/>
          <p:nvPr/>
        </p:nvSpPr>
        <p:spPr>
          <a:xfrm>
            <a:off x="888998" y="5172075"/>
            <a:ext cx="449162"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874</a:t>
            </a:r>
            <a:endParaRPr kumimoji="1" lang="zh-CN" altLang="en-US" sz="1200" dirty="0">
              <a:latin typeface="HarmonyOS Sans SC" pitchFamily="2" charset="-122"/>
              <a:ea typeface="HarmonyOS Sans SC" pitchFamily="2" charset="-122"/>
            </a:endParaRPr>
          </a:p>
        </p:txBody>
      </p:sp>
      <p:sp>
        <p:nvSpPr>
          <p:cNvPr id="277" name="文本框 276">
            <a:extLst>
              <a:ext uri="{FF2B5EF4-FFF2-40B4-BE49-F238E27FC236}">
                <a16:creationId xmlns:a16="http://schemas.microsoft.com/office/drawing/2014/main" id="{1897804E-9B7B-D796-1460-9D420ADA5B9B}"/>
              </a:ext>
            </a:extLst>
          </p:cNvPr>
          <p:cNvSpPr txBox="1"/>
          <p:nvPr/>
        </p:nvSpPr>
        <p:spPr>
          <a:xfrm>
            <a:off x="1287050" y="5168315"/>
            <a:ext cx="574196"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1,304</a:t>
            </a:r>
            <a:endParaRPr kumimoji="1" lang="zh-CN" altLang="en-US" sz="1200" dirty="0">
              <a:latin typeface="HarmonyOS Sans SC" pitchFamily="2" charset="-122"/>
              <a:ea typeface="HarmonyOS Sans SC" pitchFamily="2" charset="-122"/>
            </a:endParaRPr>
          </a:p>
        </p:txBody>
      </p:sp>
      <p:sp>
        <p:nvSpPr>
          <p:cNvPr id="278" name="文本框 277">
            <a:extLst>
              <a:ext uri="{FF2B5EF4-FFF2-40B4-BE49-F238E27FC236}">
                <a16:creationId xmlns:a16="http://schemas.microsoft.com/office/drawing/2014/main" id="{1B21A89E-996E-FA49-4DF5-01922097BC90}"/>
              </a:ext>
            </a:extLst>
          </p:cNvPr>
          <p:cNvSpPr txBox="1"/>
          <p:nvPr/>
        </p:nvSpPr>
        <p:spPr>
          <a:xfrm>
            <a:off x="2438216" y="5172075"/>
            <a:ext cx="449162"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264</a:t>
            </a:r>
            <a:endParaRPr kumimoji="1" lang="zh-CN" altLang="en-US" sz="1200" dirty="0">
              <a:latin typeface="HarmonyOS Sans SC" pitchFamily="2" charset="-122"/>
              <a:ea typeface="HarmonyOS Sans SC" pitchFamily="2" charset="-122"/>
            </a:endParaRPr>
          </a:p>
        </p:txBody>
      </p:sp>
      <p:sp>
        <p:nvSpPr>
          <p:cNvPr id="279" name="文本框 278">
            <a:extLst>
              <a:ext uri="{FF2B5EF4-FFF2-40B4-BE49-F238E27FC236}">
                <a16:creationId xmlns:a16="http://schemas.microsoft.com/office/drawing/2014/main" id="{1CDAC05D-A911-C099-2BB3-E96AAE3B1175}"/>
              </a:ext>
            </a:extLst>
          </p:cNvPr>
          <p:cNvSpPr txBox="1"/>
          <p:nvPr/>
        </p:nvSpPr>
        <p:spPr>
          <a:xfrm>
            <a:off x="2908105" y="5168314"/>
            <a:ext cx="449162"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339</a:t>
            </a:r>
            <a:endParaRPr kumimoji="1" lang="zh-CN" altLang="en-US" sz="1200" dirty="0">
              <a:latin typeface="HarmonyOS Sans SC" pitchFamily="2" charset="-122"/>
              <a:ea typeface="HarmonyOS Sans SC" pitchFamily="2" charset="-122"/>
            </a:endParaRPr>
          </a:p>
        </p:txBody>
      </p:sp>
      <p:sp>
        <p:nvSpPr>
          <p:cNvPr id="280" name="文本框 279">
            <a:extLst>
              <a:ext uri="{FF2B5EF4-FFF2-40B4-BE49-F238E27FC236}">
                <a16:creationId xmlns:a16="http://schemas.microsoft.com/office/drawing/2014/main" id="{5EDCFEE6-DDDE-DB16-1195-2C42C2776FC9}"/>
              </a:ext>
            </a:extLst>
          </p:cNvPr>
          <p:cNvSpPr txBox="1"/>
          <p:nvPr/>
        </p:nvSpPr>
        <p:spPr>
          <a:xfrm>
            <a:off x="4024893" y="5175567"/>
            <a:ext cx="449162"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498</a:t>
            </a:r>
            <a:endParaRPr kumimoji="1" lang="zh-CN" altLang="en-US" sz="1200" dirty="0">
              <a:latin typeface="HarmonyOS Sans SC" pitchFamily="2" charset="-122"/>
              <a:ea typeface="HarmonyOS Sans SC" pitchFamily="2" charset="-122"/>
            </a:endParaRPr>
          </a:p>
        </p:txBody>
      </p:sp>
      <p:sp>
        <p:nvSpPr>
          <p:cNvPr id="281" name="文本框 280">
            <a:extLst>
              <a:ext uri="{FF2B5EF4-FFF2-40B4-BE49-F238E27FC236}">
                <a16:creationId xmlns:a16="http://schemas.microsoft.com/office/drawing/2014/main" id="{DF0C83DB-1386-4D3C-BE2A-FA864426802B}"/>
              </a:ext>
            </a:extLst>
          </p:cNvPr>
          <p:cNvSpPr txBox="1"/>
          <p:nvPr/>
        </p:nvSpPr>
        <p:spPr>
          <a:xfrm>
            <a:off x="4467747" y="5168314"/>
            <a:ext cx="449162"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633</a:t>
            </a:r>
            <a:endParaRPr kumimoji="1" lang="zh-CN" altLang="en-US" sz="1200" dirty="0">
              <a:latin typeface="HarmonyOS Sans SC" pitchFamily="2" charset="-122"/>
              <a:ea typeface="HarmonyOS Sans SC" pitchFamily="2" charset="-122"/>
            </a:endParaRPr>
          </a:p>
        </p:txBody>
      </p:sp>
      <p:sp>
        <p:nvSpPr>
          <p:cNvPr id="282" name="文本框 281">
            <a:extLst>
              <a:ext uri="{FF2B5EF4-FFF2-40B4-BE49-F238E27FC236}">
                <a16:creationId xmlns:a16="http://schemas.microsoft.com/office/drawing/2014/main" id="{11982DBD-A7A0-142A-6CC3-12B661905E53}"/>
              </a:ext>
            </a:extLst>
          </p:cNvPr>
          <p:cNvSpPr txBox="1"/>
          <p:nvPr/>
        </p:nvSpPr>
        <p:spPr>
          <a:xfrm>
            <a:off x="5598311" y="5172075"/>
            <a:ext cx="449162"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142</a:t>
            </a:r>
            <a:endParaRPr kumimoji="1" lang="zh-CN" altLang="en-US" sz="1200" dirty="0">
              <a:latin typeface="HarmonyOS Sans SC" pitchFamily="2" charset="-122"/>
              <a:ea typeface="HarmonyOS Sans SC" pitchFamily="2" charset="-122"/>
            </a:endParaRPr>
          </a:p>
        </p:txBody>
      </p:sp>
      <p:sp>
        <p:nvSpPr>
          <p:cNvPr id="283" name="文本框 282">
            <a:extLst>
              <a:ext uri="{FF2B5EF4-FFF2-40B4-BE49-F238E27FC236}">
                <a16:creationId xmlns:a16="http://schemas.microsoft.com/office/drawing/2014/main" id="{868AB3AF-01A2-BE44-8ACD-05C70325103F}"/>
              </a:ext>
            </a:extLst>
          </p:cNvPr>
          <p:cNvSpPr txBox="1"/>
          <p:nvPr/>
        </p:nvSpPr>
        <p:spPr>
          <a:xfrm>
            <a:off x="6049542" y="5168314"/>
            <a:ext cx="449162"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210</a:t>
            </a:r>
            <a:endParaRPr kumimoji="1" lang="zh-CN" altLang="en-US" sz="1200" dirty="0">
              <a:latin typeface="HarmonyOS Sans SC" pitchFamily="2" charset="-122"/>
              <a:ea typeface="HarmonyOS Sans SC" pitchFamily="2" charset="-122"/>
            </a:endParaRPr>
          </a:p>
        </p:txBody>
      </p:sp>
      <p:sp>
        <p:nvSpPr>
          <p:cNvPr id="284" name="文本框 283">
            <a:extLst>
              <a:ext uri="{FF2B5EF4-FFF2-40B4-BE49-F238E27FC236}">
                <a16:creationId xmlns:a16="http://schemas.microsoft.com/office/drawing/2014/main" id="{77996598-92CE-5CF1-2A99-101600BE0CC3}"/>
              </a:ext>
            </a:extLst>
          </p:cNvPr>
          <p:cNvSpPr txBox="1"/>
          <p:nvPr/>
        </p:nvSpPr>
        <p:spPr>
          <a:xfrm>
            <a:off x="7185541" y="5173951"/>
            <a:ext cx="449162"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386</a:t>
            </a:r>
            <a:endParaRPr kumimoji="1" lang="zh-CN" altLang="en-US" sz="1200" dirty="0">
              <a:latin typeface="HarmonyOS Sans SC" pitchFamily="2" charset="-122"/>
              <a:ea typeface="HarmonyOS Sans SC" pitchFamily="2" charset="-122"/>
            </a:endParaRPr>
          </a:p>
        </p:txBody>
      </p:sp>
      <p:sp>
        <p:nvSpPr>
          <p:cNvPr id="285" name="文本框 284">
            <a:extLst>
              <a:ext uri="{FF2B5EF4-FFF2-40B4-BE49-F238E27FC236}">
                <a16:creationId xmlns:a16="http://schemas.microsoft.com/office/drawing/2014/main" id="{7F614FF0-571A-4899-AA34-F6443D90D48A}"/>
              </a:ext>
            </a:extLst>
          </p:cNvPr>
          <p:cNvSpPr txBox="1"/>
          <p:nvPr/>
        </p:nvSpPr>
        <p:spPr>
          <a:xfrm>
            <a:off x="7619859" y="5175538"/>
            <a:ext cx="449162"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633</a:t>
            </a:r>
            <a:endParaRPr kumimoji="1" lang="zh-CN" altLang="en-US" sz="1200" dirty="0">
              <a:latin typeface="HarmonyOS Sans SC" pitchFamily="2" charset="-122"/>
              <a:ea typeface="HarmonyOS Sans SC" pitchFamily="2" charset="-122"/>
            </a:endParaRPr>
          </a:p>
        </p:txBody>
      </p:sp>
      <p:sp>
        <p:nvSpPr>
          <p:cNvPr id="286" name="文本框 285">
            <a:extLst>
              <a:ext uri="{FF2B5EF4-FFF2-40B4-BE49-F238E27FC236}">
                <a16:creationId xmlns:a16="http://schemas.microsoft.com/office/drawing/2014/main" id="{AF0020C9-8956-6764-C26C-B9A660748B30}"/>
              </a:ext>
            </a:extLst>
          </p:cNvPr>
          <p:cNvSpPr txBox="1"/>
          <p:nvPr/>
        </p:nvSpPr>
        <p:spPr>
          <a:xfrm>
            <a:off x="8734308" y="5172075"/>
            <a:ext cx="449162"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180</a:t>
            </a:r>
            <a:endParaRPr kumimoji="1" lang="zh-CN" altLang="en-US" sz="1200" dirty="0">
              <a:latin typeface="HarmonyOS Sans SC" pitchFamily="2" charset="-122"/>
              <a:ea typeface="HarmonyOS Sans SC" pitchFamily="2" charset="-122"/>
            </a:endParaRPr>
          </a:p>
        </p:txBody>
      </p:sp>
      <p:sp>
        <p:nvSpPr>
          <p:cNvPr id="287" name="文本框 286">
            <a:extLst>
              <a:ext uri="{FF2B5EF4-FFF2-40B4-BE49-F238E27FC236}">
                <a16:creationId xmlns:a16="http://schemas.microsoft.com/office/drawing/2014/main" id="{C468F8F1-3E18-E1A1-7CE9-F86F97A7937D}"/>
              </a:ext>
            </a:extLst>
          </p:cNvPr>
          <p:cNvSpPr txBox="1"/>
          <p:nvPr/>
        </p:nvSpPr>
        <p:spPr>
          <a:xfrm>
            <a:off x="9193244" y="5175537"/>
            <a:ext cx="449162"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300</a:t>
            </a:r>
            <a:endParaRPr kumimoji="1" lang="zh-CN" altLang="en-US" sz="1200" dirty="0">
              <a:latin typeface="HarmonyOS Sans SC" pitchFamily="2" charset="-122"/>
              <a:ea typeface="HarmonyOS Sans SC" pitchFamily="2" charset="-122"/>
            </a:endParaRPr>
          </a:p>
        </p:txBody>
      </p:sp>
      <p:sp>
        <p:nvSpPr>
          <p:cNvPr id="288" name="文本框 287">
            <a:extLst>
              <a:ext uri="{FF2B5EF4-FFF2-40B4-BE49-F238E27FC236}">
                <a16:creationId xmlns:a16="http://schemas.microsoft.com/office/drawing/2014/main" id="{E781AB70-B012-C786-08B2-6594EC4FEC5C}"/>
              </a:ext>
            </a:extLst>
          </p:cNvPr>
          <p:cNvSpPr txBox="1"/>
          <p:nvPr/>
        </p:nvSpPr>
        <p:spPr>
          <a:xfrm>
            <a:off x="10318566" y="5172075"/>
            <a:ext cx="449162"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219</a:t>
            </a:r>
            <a:endParaRPr kumimoji="1" lang="zh-CN" altLang="en-US" sz="1200" dirty="0">
              <a:latin typeface="HarmonyOS Sans SC" pitchFamily="2" charset="-122"/>
              <a:ea typeface="HarmonyOS Sans SC" pitchFamily="2" charset="-122"/>
            </a:endParaRPr>
          </a:p>
        </p:txBody>
      </p:sp>
      <p:sp>
        <p:nvSpPr>
          <p:cNvPr id="289" name="文本框 288">
            <a:extLst>
              <a:ext uri="{FF2B5EF4-FFF2-40B4-BE49-F238E27FC236}">
                <a16:creationId xmlns:a16="http://schemas.microsoft.com/office/drawing/2014/main" id="{0A847B70-4550-63F5-98FA-D61E950F5133}"/>
              </a:ext>
            </a:extLst>
          </p:cNvPr>
          <p:cNvSpPr txBox="1"/>
          <p:nvPr/>
        </p:nvSpPr>
        <p:spPr>
          <a:xfrm>
            <a:off x="10776001" y="5168314"/>
            <a:ext cx="449162"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405</a:t>
            </a:r>
            <a:endParaRPr kumimoji="1" lang="zh-CN" altLang="en-US" sz="1200" dirty="0">
              <a:latin typeface="HarmonyOS Sans SC" pitchFamily="2" charset="-122"/>
              <a:ea typeface="HarmonyOS Sans SC" pitchFamily="2" charset="-122"/>
            </a:endParaRPr>
          </a:p>
        </p:txBody>
      </p:sp>
      <p:sp>
        <p:nvSpPr>
          <p:cNvPr id="290" name="三角形 289">
            <a:extLst>
              <a:ext uri="{FF2B5EF4-FFF2-40B4-BE49-F238E27FC236}">
                <a16:creationId xmlns:a16="http://schemas.microsoft.com/office/drawing/2014/main" id="{892AE9BB-1CFF-5C4A-EC43-CE234EDB59BC}"/>
              </a:ext>
            </a:extLst>
          </p:cNvPr>
          <p:cNvSpPr/>
          <p:nvPr/>
        </p:nvSpPr>
        <p:spPr>
          <a:xfrm>
            <a:off x="1054170" y="5528977"/>
            <a:ext cx="144324" cy="124417"/>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1" name="文本框 290">
            <a:extLst>
              <a:ext uri="{FF2B5EF4-FFF2-40B4-BE49-F238E27FC236}">
                <a16:creationId xmlns:a16="http://schemas.microsoft.com/office/drawing/2014/main" id="{D489E5A9-F387-90E9-0412-0EB0321FD196}"/>
              </a:ext>
            </a:extLst>
          </p:cNvPr>
          <p:cNvSpPr txBox="1"/>
          <p:nvPr/>
        </p:nvSpPr>
        <p:spPr>
          <a:xfrm>
            <a:off x="838590" y="5673139"/>
            <a:ext cx="2307042"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Equivalent GDP per capita</a:t>
            </a:r>
            <a:r>
              <a:rPr kumimoji="1" lang="zh-CN" altLang="en-US" sz="1200" dirty="0">
                <a:latin typeface="HarmonyOS Sans SC" pitchFamily="2" charset="-122"/>
                <a:ea typeface="HarmonyOS Sans SC" pitchFamily="2" charset="-122"/>
              </a:rPr>
              <a:t>， </a:t>
            </a:r>
            <a:r>
              <a:rPr kumimoji="1" lang="en-US" altLang="zh-CN" sz="1200" dirty="0">
                <a:latin typeface="HarmonyOS Sans SC Light" pitchFamily="2" charset="-122"/>
                <a:ea typeface="HarmonyOS Sans SC Light" pitchFamily="2" charset="-122"/>
              </a:rPr>
              <a:t>$</a:t>
            </a:r>
            <a:endParaRPr kumimoji="1" lang="zh-CN" altLang="en-US" sz="1200" dirty="0">
              <a:latin typeface="HarmonyOS Sans SC Light" pitchFamily="2" charset="-122"/>
              <a:ea typeface="HarmonyOS Sans SC Light" pitchFamily="2" charset="-122"/>
            </a:endParaRPr>
          </a:p>
        </p:txBody>
      </p:sp>
      <p:sp>
        <p:nvSpPr>
          <p:cNvPr id="293" name="文本框 292">
            <a:extLst>
              <a:ext uri="{FF2B5EF4-FFF2-40B4-BE49-F238E27FC236}">
                <a16:creationId xmlns:a16="http://schemas.microsoft.com/office/drawing/2014/main" id="{FC14D0D2-46AD-49A4-96D2-515A99CC1EBD}"/>
              </a:ext>
            </a:extLst>
          </p:cNvPr>
          <p:cNvSpPr txBox="1"/>
          <p:nvPr/>
        </p:nvSpPr>
        <p:spPr>
          <a:xfrm>
            <a:off x="5575563" y="1215416"/>
            <a:ext cx="957313" cy="307777"/>
          </a:xfrm>
          <a:prstGeom prst="rect">
            <a:avLst/>
          </a:prstGeom>
          <a:noFill/>
        </p:spPr>
        <p:txBody>
          <a:bodyPr wrap="none" rtlCol="0">
            <a:spAutoFit/>
          </a:bodyPr>
          <a:lstStyle/>
          <a:p>
            <a:r>
              <a:rPr kumimoji="1" lang="en-US" altLang="zh-CN" sz="1400" b="1" dirty="0">
                <a:latin typeface="HarmonyOS Sans SC" pitchFamily="2" charset="-122"/>
                <a:ea typeface="HarmonyOS Sans SC" pitchFamily="2" charset="-122"/>
              </a:rPr>
              <a:t>Australia</a:t>
            </a:r>
            <a:endParaRPr kumimoji="1" lang="zh-CN" altLang="en-US" sz="1400" b="1" dirty="0">
              <a:latin typeface="HarmonyOS Sans SC" pitchFamily="2" charset="-122"/>
              <a:ea typeface="HarmonyOS Sans SC" pitchFamily="2" charset="-122"/>
            </a:endParaRPr>
          </a:p>
        </p:txBody>
      </p:sp>
      <p:sp>
        <p:nvSpPr>
          <p:cNvPr id="294" name="文本框 293">
            <a:extLst>
              <a:ext uri="{FF2B5EF4-FFF2-40B4-BE49-F238E27FC236}">
                <a16:creationId xmlns:a16="http://schemas.microsoft.com/office/drawing/2014/main" id="{F8BDA787-310E-0582-392F-6E4A73CA42E1}"/>
              </a:ext>
            </a:extLst>
          </p:cNvPr>
          <p:cNvSpPr txBox="1"/>
          <p:nvPr/>
        </p:nvSpPr>
        <p:spPr>
          <a:xfrm>
            <a:off x="1134398" y="1215415"/>
            <a:ext cx="426720" cy="307777"/>
          </a:xfrm>
          <a:prstGeom prst="rect">
            <a:avLst/>
          </a:prstGeom>
          <a:noFill/>
        </p:spPr>
        <p:txBody>
          <a:bodyPr wrap="none" rtlCol="0">
            <a:spAutoFit/>
          </a:bodyPr>
          <a:lstStyle/>
          <a:p>
            <a:r>
              <a:rPr kumimoji="1" lang="en-US" altLang="zh-CN" sz="1400" b="1" dirty="0">
                <a:latin typeface="HarmonyOS Sans SC" pitchFamily="2" charset="-122"/>
                <a:ea typeface="HarmonyOS Sans SC" pitchFamily="2" charset="-122"/>
              </a:rPr>
              <a:t>US</a:t>
            </a:r>
            <a:endParaRPr kumimoji="1" lang="zh-CN" altLang="en-US" sz="1400" b="1" dirty="0">
              <a:latin typeface="HarmonyOS Sans SC" pitchFamily="2" charset="-122"/>
              <a:ea typeface="HarmonyOS Sans SC" pitchFamily="2" charset="-122"/>
            </a:endParaRPr>
          </a:p>
        </p:txBody>
      </p:sp>
      <p:sp>
        <p:nvSpPr>
          <p:cNvPr id="295" name="文本框 294">
            <a:extLst>
              <a:ext uri="{FF2B5EF4-FFF2-40B4-BE49-F238E27FC236}">
                <a16:creationId xmlns:a16="http://schemas.microsoft.com/office/drawing/2014/main" id="{0EA964BF-B529-AE34-E6A1-D9B48E2CEEBD}"/>
              </a:ext>
            </a:extLst>
          </p:cNvPr>
          <p:cNvSpPr txBox="1"/>
          <p:nvPr/>
        </p:nvSpPr>
        <p:spPr>
          <a:xfrm>
            <a:off x="8805119" y="1215412"/>
            <a:ext cx="830677" cy="307777"/>
          </a:xfrm>
          <a:prstGeom prst="rect">
            <a:avLst/>
          </a:prstGeom>
          <a:noFill/>
        </p:spPr>
        <p:txBody>
          <a:bodyPr wrap="none" rtlCol="0">
            <a:spAutoFit/>
          </a:bodyPr>
          <a:lstStyle/>
          <a:p>
            <a:r>
              <a:rPr kumimoji="1" lang="en-US" altLang="zh-CN" sz="1400" b="1" dirty="0">
                <a:latin typeface="HarmonyOS Sans SC" pitchFamily="2" charset="-122"/>
                <a:ea typeface="HarmonyOS Sans SC" pitchFamily="2" charset="-122"/>
              </a:rPr>
              <a:t>Canada</a:t>
            </a:r>
            <a:endParaRPr kumimoji="1" lang="zh-CN" altLang="en-US" sz="1400" b="1" dirty="0">
              <a:latin typeface="HarmonyOS Sans SC" pitchFamily="2" charset="-122"/>
              <a:ea typeface="HarmonyOS Sans SC" pitchFamily="2" charset="-122"/>
            </a:endParaRPr>
          </a:p>
        </p:txBody>
      </p:sp>
      <p:sp>
        <p:nvSpPr>
          <p:cNvPr id="296" name="文本框 295">
            <a:extLst>
              <a:ext uri="{FF2B5EF4-FFF2-40B4-BE49-F238E27FC236}">
                <a16:creationId xmlns:a16="http://schemas.microsoft.com/office/drawing/2014/main" id="{36303313-B914-D5B7-E28D-23F85987EE5C}"/>
              </a:ext>
            </a:extLst>
          </p:cNvPr>
          <p:cNvSpPr txBox="1"/>
          <p:nvPr/>
        </p:nvSpPr>
        <p:spPr>
          <a:xfrm>
            <a:off x="10540743" y="1215412"/>
            <a:ext cx="453970" cy="307777"/>
          </a:xfrm>
          <a:prstGeom prst="rect">
            <a:avLst/>
          </a:prstGeom>
          <a:noFill/>
        </p:spPr>
        <p:txBody>
          <a:bodyPr wrap="none" rtlCol="0">
            <a:spAutoFit/>
          </a:bodyPr>
          <a:lstStyle/>
          <a:p>
            <a:r>
              <a:rPr kumimoji="1" lang="en-US" altLang="zh-CN" sz="1400" b="1" dirty="0">
                <a:latin typeface="HarmonyOS Sans SC" pitchFamily="2" charset="-122"/>
                <a:ea typeface="HarmonyOS Sans SC" pitchFamily="2" charset="-122"/>
              </a:rPr>
              <a:t>UK</a:t>
            </a:r>
            <a:endParaRPr kumimoji="1" lang="zh-CN" altLang="en-US" sz="1400" b="1" dirty="0">
              <a:latin typeface="HarmonyOS Sans SC" pitchFamily="2" charset="-122"/>
              <a:ea typeface="HarmonyOS Sans SC" pitchFamily="2" charset="-122"/>
            </a:endParaRPr>
          </a:p>
        </p:txBody>
      </p:sp>
      <p:sp>
        <p:nvSpPr>
          <p:cNvPr id="297" name="文本框 296">
            <a:extLst>
              <a:ext uri="{FF2B5EF4-FFF2-40B4-BE49-F238E27FC236}">
                <a16:creationId xmlns:a16="http://schemas.microsoft.com/office/drawing/2014/main" id="{55453442-E32A-7FEC-2669-EB5AE5FCF1CB}"/>
              </a:ext>
            </a:extLst>
          </p:cNvPr>
          <p:cNvSpPr txBox="1"/>
          <p:nvPr/>
        </p:nvSpPr>
        <p:spPr>
          <a:xfrm>
            <a:off x="4101845" y="1215413"/>
            <a:ext cx="764953" cy="307777"/>
          </a:xfrm>
          <a:prstGeom prst="rect">
            <a:avLst/>
          </a:prstGeom>
          <a:noFill/>
        </p:spPr>
        <p:txBody>
          <a:bodyPr wrap="none" rtlCol="0">
            <a:spAutoFit/>
          </a:bodyPr>
          <a:lstStyle/>
          <a:p>
            <a:r>
              <a:rPr kumimoji="1" lang="en-US" altLang="zh-CN" sz="1400" b="1" dirty="0">
                <a:latin typeface="HarmonyOS Sans SC" pitchFamily="2" charset="-122"/>
                <a:ea typeface="HarmonyOS Sans SC" pitchFamily="2" charset="-122"/>
              </a:rPr>
              <a:t>France</a:t>
            </a:r>
            <a:endParaRPr kumimoji="1" lang="zh-CN" altLang="en-US" sz="1400" b="1" dirty="0">
              <a:latin typeface="HarmonyOS Sans SC" pitchFamily="2" charset="-122"/>
              <a:ea typeface="HarmonyOS Sans SC" pitchFamily="2" charset="-122"/>
            </a:endParaRPr>
          </a:p>
        </p:txBody>
      </p:sp>
      <p:sp>
        <p:nvSpPr>
          <p:cNvPr id="298" name="文本框 297">
            <a:extLst>
              <a:ext uri="{FF2B5EF4-FFF2-40B4-BE49-F238E27FC236}">
                <a16:creationId xmlns:a16="http://schemas.microsoft.com/office/drawing/2014/main" id="{8659DA48-07CD-39CD-9D3F-C6AED4E319A0}"/>
              </a:ext>
            </a:extLst>
          </p:cNvPr>
          <p:cNvSpPr txBox="1"/>
          <p:nvPr/>
        </p:nvSpPr>
        <p:spPr>
          <a:xfrm>
            <a:off x="2427458" y="1215414"/>
            <a:ext cx="957313" cy="307777"/>
          </a:xfrm>
          <a:prstGeom prst="rect">
            <a:avLst/>
          </a:prstGeom>
          <a:noFill/>
        </p:spPr>
        <p:txBody>
          <a:bodyPr wrap="none" rtlCol="0">
            <a:spAutoFit/>
          </a:bodyPr>
          <a:lstStyle/>
          <a:p>
            <a:r>
              <a:rPr kumimoji="1" lang="en-US" altLang="zh-CN" sz="1400" b="1" dirty="0">
                <a:latin typeface="HarmonyOS Sans SC" pitchFamily="2" charset="-122"/>
                <a:ea typeface="HarmonyOS Sans SC" pitchFamily="2" charset="-122"/>
              </a:rPr>
              <a:t>Germany</a:t>
            </a:r>
            <a:endParaRPr kumimoji="1" lang="zh-CN" altLang="en-US" sz="1400" b="1" dirty="0">
              <a:latin typeface="HarmonyOS Sans SC" pitchFamily="2" charset="-122"/>
              <a:ea typeface="HarmonyOS Sans SC" pitchFamily="2" charset="-122"/>
            </a:endParaRPr>
          </a:p>
        </p:txBody>
      </p:sp>
      <p:sp>
        <p:nvSpPr>
          <p:cNvPr id="299" name="文本框 298">
            <a:extLst>
              <a:ext uri="{FF2B5EF4-FFF2-40B4-BE49-F238E27FC236}">
                <a16:creationId xmlns:a16="http://schemas.microsoft.com/office/drawing/2014/main" id="{02F76FDA-5DB6-07AC-42D4-EA26FEA0CFCE}"/>
              </a:ext>
            </a:extLst>
          </p:cNvPr>
          <p:cNvSpPr txBox="1"/>
          <p:nvPr/>
        </p:nvSpPr>
        <p:spPr>
          <a:xfrm>
            <a:off x="7246631" y="1218454"/>
            <a:ext cx="564578" cy="307777"/>
          </a:xfrm>
          <a:prstGeom prst="rect">
            <a:avLst/>
          </a:prstGeom>
          <a:noFill/>
        </p:spPr>
        <p:txBody>
          <a:bodyPr wrap="none" rtlCol="0">
            <a:spAutoFit/>
          </a:bodyPr>
          <a:lstStyle/>
          <a:p>
            <a:r>
              <a:rPr kumimoji="1" lang="en-US" altLang="zh-CN" sz="1400" b="1" dirty="0">
                <a:latin typeface="HarmonyOS Sans SC" pitchFamily="2" charset="-122"/>
                <a:ea typeface="HarmonyOS Sans SC" pitchFamily="2" charset="-122"/>
              </a:rPr>
              <a:t>Italy</a:t>
            </a:r>
            <a:endParaRPr kumimoji="1" lang="zh-CN" altLang="en-US" sz="1400" b="1" dirty="0">
              <a:latin typeface="HarmonyOS Sans SC" pitchFamily="2" charset="-122"/>
              <a:ea typeface="HarmonyOS Sans SC" pitchFamily="2" charset="-122"/>
            </a:endParaRPr>
          </a:p>
        </p:txBody>
      </p:sp>
    </p:spTree>
    <p:extLst>
      <p:ext uri="{BB962C8B-B14F-4D97-AF65-F5344CB8AC3E}">
        <p14:creationId xmlns:p14="http://schemas.microsoft.com/office/powerpoint/2010/main" val="2238031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F96D6E0-3D01-B871-4684-842CFB284FBA}"/>
              </a:ext>
            </a:extLst>
          </p:cNvPr>
          <p:cNvGraphicFramePr>
            <a:graphicFrameLocks noChangeAspect="1"/>
          </p:cNvGraphicFramePr>
          <p:nvPr>
            <p:custDataLst>
              <p:tags r:id="rId1"/>
            </p:custDataLst>
            <p:extLst>
              <p:ext uri="{D42A27DB-BD31-4B8C-83A1-F6EECF244321}">
                <p14:modId xmlns:p14="http://schemas.microsoft.com/office/powerpoint/2010/main" val="11894714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53" imgW="7772400" imgH="10058400" progId="TCLayout.ActiveDocument.1">
                  <p:embed/>
                </p:oleObj>
              </mc:Choice>
              <mc:Fallback>
                <p:oleObj name="think-cell 幻灯片" r:id="rId53" imgW="7772400" imgH="10058400" progId="TCLayout.ActiveDocument.1">
                  <p:embed/>
                  <p:pic>
                    <p:nvPicPr>
                      <p:cNvPr id="4" name="think-cell data - do not delete" hidden="1">
                        <a:extLst>
                          <a:ext uri="{FF2B5EF4-FFF2-40B4-BE49-F238E27FC236}">
                            <a16:creationId xmlns:a16="http://schemas.microsoft.com/office/drawing/2014/main" id="{0F96D6E0-3D01-B871-4684-842CFB284FBA}"/>
                          </a:ext>
                        </a:extLst>
                      </p:cNvPr>
                      <p:cNvPicPr/>
                      <p:nvPr/>
                    </p:nvPicPr>
                    <p:blipFill>
                      <a:blip r:embed="rId54"/>
                      <a:stretch>
                        <a:fillRect/>
                      </a:stretch>
                    </p:blipFill>
                    <p:spPr>
                      <a:xfrm>
                        <a:off x="1588" y="1588"/>
                        <a:ext cx="1227" cy="1588"/>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4BC41D21-8DBB-F065-5163-AE0A1C72DF8F}"/>
              </a:ext>
            </a:extLst>
          </p:cNvPr>
          <p:cNvSpPr txBox="1"/>
          <p:nvPr/>
        </p:nvSpPr>
        <p:spPr>
          <a:xfrm>
            <a:off x="468630" y="382905"/>
            <a:ext cx="4387740" cy="307777"/>
          </a:xfrm>
          <a:prstGeom prst="rect">
            <a:avLst/>
          </a:prstGeom>
          <a:noFill/>
        </p:spPr>
        <p:txBody>
          <a:bodyPr wrap="none" rtlCol="0">
            <a:spAutoFit/>
          </a:bodyPr>
          <a:lstStyle/>
          <a:p>
            <a:r>
              <a:rPr kumimoji="1" lang="en-US" altLang="zh-CN" sz="1400" dirty="0">
                <a:latin typeface="HarmonyOS Sans SC Medium" pitchFamily="2" charset="-122"/>
                <a:ea typeface="HarmonyOS Sans SC Medium" pitchFamily="2" charset="-122"/>
              </a:rPr>
              <a:t>Job vacancy rate by sector, 7-country average</a:t>
            </a:r>
            <a:r>
              <a:rPr kumimoji="1" lang="zh-CN" altLang="en-US" sz="1400" dirty="0">
                <a:latin typeface="HarmonyOS Sans SC Medium" pitchFamily="2" charset="-122"/>
                <a:ea typeface="HarmonyOS Sans SC Medium" pitchFamily="2" charset="-122"/>
              </a:rPr>
              <a:t>，</a:t>
            </a:r>
            <a:r>
              <a:rPr kumimoji="1" lang="en-US" altLang="zh-CN" sz="1400" dirty="0">
                <a:latin typeface="HarmonyOS Sans SC Light" pitchFamily="2" charset="-122"/>
                <a:ea typeface="HarmonyOS Sans SC Light" pitchFamily="2" charset="-122"/>
              </a:rPr>
              <a:t>%</a:t>
            </a:r>
            <a:endParaRPr kumimoji="1" lang="zh-CN" altLang="en-US" sz="1400" dirty="0">
              <a:latin typeface="HarmonyOS Sans SC Light" pitchFamily="2" charset="-122"/>
              <a:ea typeface="HarmonyOS Sans SC Light" pitchFamily="2" charset="-122"/>
            </a:endParaRPr>
          </a:p>
        </p:txBody>
      </p:sp>
      <p:sp>
        <p:nvSpPr>
          <p:cNvPr id="264" name="文本框 263">
            <a:extLst>
              <a:ext uri="{FF2B5EF4-FFF2-40B4-BE49-F238E27FC236}">
                <a16:creationId xmlns:a16="http://schemas.microsoft.com/office/drawing/2014/main" id="{9FE6569E-7AB2-8882-4355-9BB7FA992463}"/>
              </a:ext>
            </a:extLst>
          </p:cNvPr>
          <p:cNvSpPr txBox="1"/>
          <p:nvPr/>
        </p:nvSpPr>
        <p:spPr>
          <a:xfrm>
            <a:off x="467677" y="5979477"/>
            <a:ext cx="11256645" cy="215444"/>
          </a:xfrm>
          <a:prstGeom prst="rect">
            <a:avLst/>
          </a:prstGeom>
          <a:noFill/>
        </p:spPr>
        <p:txBody>
          <a:bodyPr wrap="square" rtlCol="0">
            <a:spAutoFit/>
          </a:bodyPr>
          <a:lstStyle/>
          <a:p>
            <a:r>
              <a:rPr kumimoji="1" lang="en-US" altLang="zh-CN" sz="800" dirty="0">
                <a:solidFill>
                  <a:schemeClr val="tx1">
                    <a:lumMod val="65000"/>
                    <a:lumOff val="35000"/>
                  </a:schemeClr>
                </a:solidFill>
                <a:latin typeface="HarmonyOS Sans SC Light" pitchFamily="2" charset="-122"/>
                <a:ea typeface="HarmonyOS Sans SC Light" pitchFamily="2" charset="-122"/>
              </a:rPr>
              <a:t>Note: Japan was excluded from this analysis due to lack of available data. Also excluded is the Other services sector. Full year 2023 data for all 7 countries, except</a:t>
            </a:r>
            <a:r>
              <a:rPr kumimoji="1" lang="zh-CN" altLang="en-US" sz="800" dirty="0">
                <a:solidFill>
                  <a:schemeClr val="tx1">
                    <a:lumMod val="65000"/>
                    <a:lumOff val="35000"/>
                  </a:schemeClr>
                </a:solidFill>
                <a:latin typeface="HarmonyOS Sans SC Light" pitchFamily="2" charset="-122"/>
                <a:ea typeface="HarmonyOS Sans SC Light" pitchFamily="2" charset="-122"/>
              </a:rPr>
              <a:t> </a:t>
            </a:r>
            <a:r>
              <a:rPr kumimoji="1" lang="en-US" altLang="zh-CN" sz="800" dirty="0">
                <a:solidFill>
                  <a:schemeClr val="tx1">
                    <a:lumMod val="65000"/>
                    <a:lumOff val="35000"/>
                  </a:schemeClr>
                </a:solidFill>
                <a:latin typeface="HarmonyOS Sans SC Light" pitchFamily="2" charset="-122"/>
                <a:ea typeface="HarmonyOS Sans SC Light" pitchFamily="2" charset="-122"/>
              </a:rPr>
              <a:t>Germany, for which employment and vacancy data goes to Q3 2023.</a:t>
            </a:r>
            <a:endParaRPr kumimoji="1" lang="zh-CN" altLang="en-US" sz="800" dirty="0">
              <a:solidFill>
                <a:schemeClr val="tx1">
                  <a:lumMod val="65000"/>
                  <a:lumOff val="35000"/>
                </a:schemeClr>
              </a:solidFill>
              <a:latin typeface="HarmonyOS Sans SC Light" pitchFamily="2" charset="-122"/>
              <a:ea typeface="HarmonyOS Sans SC Light" pitchFamily="2" charset="-122"/>
            </a:endParaRPr>
          </a:p>
        </p:txBody>
      </p:sp>
      <p:sp>
        <p:nvSpPr>
          <p:cNvPr id="106" name="文本框 105">
            <a:extLst>
              <a:ext uri="{FF2B5EF4-FFF2-40B4-BE49-F238E27FC236}">
                <a16:creationId xmlns:a16="http://schemas.microsoft.com/office/drawing/2014/main" id="{0253954D-FF88-3C98-17E4-ADD3941BB717}"/>
              </a:ext>
            </a:extLst>
          </p:cNvPr>
          <p:cNvSpPr txBox="1"/>
          <p:nvPr/>
        </p:nvSpPr>
        <p:spPr>
          <a:xfrm>
            <a:off x="457612" y="6137565"/>
            <a:ext cx="11256645" cy="215444"/>
          </a:xfrm>
          <a:prstGeom prst="rect">
            <a:avLst/>
          </a:prstGeom>
          <a:noFill/>
        </p:spPr>
        <p:txBody>
          <a:bodyPr wrap="square" rtlCol="0">
            <a:spAutoFit/>
          </a:bodyPr>
          <a:lstStyle/>
          <a:p>
            <a:r>
              <a:rPr kumimoji="1" lang="en-US" altLang="zh-CN" sz="800" dirty="0">
                <a:solidFill>
                  <a:schemeClr val="tx1">
                    <a:lumMod val="65000"/>
                    <a:lumOff val="35000"/>
                  </a:schemeClr>
                </a:solidFill>
                <a:latin typeface="HarmonyOS Sans SC Light" pitchFamily="2" charset="-122"/>
                <a:ea typeface="HarmonyOS Sans SC Light" pitchFamily="2" charset="-122"/>
              </a:rPr>
              <a:t>Source: Eurostat, UK Office for National Statistics; Statistics Canada; US Bureau of Labor Statistics; Australian Bureau of Statistics; McKinsey Global </a:t>
            </a:r>
            <a:r>
              <a:rPr kumimoji="1" lang="en-US" altLang="zh-CN" sz="800" dirty="0" err="1">
                <a:solidFill>
                  <a:schemeClr val="tx1">
                    <a:lumMod val="65000"/>
                    <a:lumOff val="35000"/>
                  </a:schemeClr>
                </a:solidFill>
                <a:latin typeface="HarmonyOS Sans SC Light" pitchFamily="2" charset="-122"/>
                <a:ea typeface="HarmonyOS Sans SC Light" pitchFamily="2" charset="-122"/>
              </a:rPr>
              <a:t>lnstitute</a:t>
            </a:r>
            <a:r>
              <a:rPr kumimoji="1" lang="zh-CN" altLang="en-US" sz="800" dirty="0">
                <a:solidFill>
                  <a:schemeClr val="tx1">
                    <a:lumMod val="65000"/>
                    <a:lumOff val="35000"/>
                  </a:schemeClr>
                </a:solidFill>
                <a:latin typeface="HarmonyOS Sans SC Light" pitchFamily="2" charset="-122"/>
                <a:ea typeface="HarmonyOS Sans SC Light" pitchFamily="2" charset="-122"/>
              </a:rPr>
              <a:t> </a:t>
            </a:r>
            <a:r>
              <a:rPr kumimoji="1" lang="en-US" altLang="zh-CN" sz="800" dirty="0">
                <a:solidFill>
                  <a:schemeClr val="tx1">
                    <a:lumMod val="65000"/>
                    <a:lumOff val="35000"/>
                  </a:schemeClr>
                </a:solidFill>
                <a:latin typeface="HarmonyOS Sans SC Light" pitchFamily="2" charset="-122"/>
                <a:ea typeface="HarmonyOS Sans SC Light" pitchFamily="2" charset="-122"/>
              </a:rPr>
              <a:t>analysis</a:t>
            </a:r>
            <a:endParaRPr kumimoji="1" lang="zh-CN" altLang="en-US" sz="800" dirty="0">
              <a:solidFill>
                <a:schemeClr val="tx1">
                  <a:lumMod val="65000"/>
                  <a:lumOff val="35000"/>
                </a:schemeClr>
              </a:solidFill>
              <a:latin typeface="HarmonyOS Sans SC Light" pitchFamily="2" charset="-122"/>
              <a:ea typeface="HarmonyOS Sans SC Light" pitchFamily="2" charset="-122"/>
            </a:endParaRPr>
          </a:p>
        </p:txBody>
      </p:sp>
      <p:sp>
        <p:nvSpPr>
          <p:cNvPr id="6" name="文本框 5">
            <a:extLst>
              <a:ext uri="{FF2B5EF4-FFF2-40B4-BE49-F238E27FC236}">
                <a16:creationId xmlns:a16="http://schemas.microsoft.com/office/drawing/2014/main" id="{30561040-2241-43E9-336D-7274EC0035D6}"/>
              </a:ext>
            </a:extLst>
          </p:cNvPr>
          <p:cNvSpPr txBox="1"/>
          <p:nvPr/>
        </p:nvSpPr>
        <p:spPr>
          <a:xfrm>
            <a:off x="1804583" y="874075"/>
            <a:ext cx="537327" cy="276999"/>
          </a:xfrm>
          <a:prstGeom prst="rect">
            <a:avLst/>
          </a:prstGeom>
          <a:noFill/>
        </p:spPr>
        <p:txBody>
          <a:bodyPr wrap="none" rtlCol="0">
            <a:spAutoFit/>
          </a:bodyPr>
          <a:lstStyle>
            <a:defPPr>
              <a:defRPr lang="zh-CN"/>
            </a:defPPr>
            <a:lvl1pPr>
              <a:defRPr kumimoji="1" sz="1200">
                <a:solidFill>
                  <a:schemeClr val="tx1">
                    <a:lumMod val="50000"/>
                    <a:lumOff val="50000"/>
                  </a:schemeClr>
                </a:solidFill>
                <a:latin typeface="HarmonyOS Sans SC" pitchFamily="2" charset="-122"/>
                <a:ea typeface="HarmonyOS Sans SC" pitchFamily="2" charset="-122"/>
              </a:defRPr>
            </a:lvl1pPr>
          </a:lstStyle>
          <a:p>
            <a:r>
              <a:rPr lang="en-US" altLang="zh-CN" dirty="0"/>
              <a:t>2023</a:t>
            </a:r>
            <a:endParaRPr lang="zh-CN" altLang="en-US" dirty="0"/>
          </a:p>
        </p:txBody>
      </p:sp>
      <p:sp>
        <p:nvSpPr>
          <p:cNvPr id="8" name="文本框 7">
            <a:extLst>
              <a:ext uri="{FF2B5EF4-FFF2-40B4-BE49-F238E27FC236}">
                <a16:creationId xmlns:a16="http://schemas.microsoft.com/office/drawing/2014/main" id="{43266E2B-B3D3-02EA-0EE6-84806C3D7353}"/>
              </a:ext>
            </a:extLst>
          </p:cNvPr>
          <p:cNvSpPr txBox="1"/>
          <p:nvPr/>
        </p:nvSpPr>
        <p:spPr>
          <a:xfrm>
            <a:off x="493110" y="874395"/>
            <a:ext cx="537327" cy="276999"/>
          </a:xfrm>
          <a:prstGeom prst="rect">
            <a:avLst/>
          </a:prstGeom>
          <a:noFill/>
        </p:spPr>
        <p:txBody>
          <a:bodyPr wrap="none" rtlCol="0">
            <a:spAutoFit/>
          </a:bodyPr>
          <a:lstStyle>
            <a:defPPr>
              <a:defRPr lang="zh-CN"/>
            </a:defPPr>
            <a:lvl1pPr>
              <a:defRPr kumimoji="1" sz="1200">
                <a:solidFill>
                  <a:schemeClr val="tx1">
                    <a:lumMod val="50000"/>
                    <a:lumOff val="50000"/>
                  </a:schemeClr>
                </a:solidFill>
                <a:latin typeface="HarmonyOS Sans SC" pitchFamily="2" charset="-122"/>
                <a:ea typeface="HarmonyOS Sans SC" pitchFamily="2" charset="-122"/>
              </a:defRPr>
            </a:lvl1pPr>
          </a:lstStyle>
          <a:p>
            <a:r>
              <a:rPr lang="en-US" altLang="zh-CN" dirty="0"/>
              <a:t>2010</a:t>
            </a:r>
            <a:endParaRPr lang="zh-CN" altLang="en-US" dirty="0"/>
          </a:p>
        </p:txBody>
      </p:sp>
      <p:sp>
        <p:nvSpPr>
          <p:cNvPr id="9" name="椭圆 8">
            <a:extLst>
              <a:ext uri="{FF2B5EF4-FFF2-40B4-BE49-F238E27FC236}">
                <a16:creationId xmlns:a16="http://schemas.microsoft.com/office/drawing/2014/main" id="{B536A302-0805-5D46-1352-5143774CD372}"/>
              </a:ext>
            </a:extLst>
          </p:cNvPr>
          <p:cNvSpPr/>
          <p:nvPr/>
        </p:nvSpPr>
        <p:spPr>
          <a:xfrm>
            <a:off x="1030437" y="939681"/>
            <a:ext cx="131568" cy="13156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椭圆 9">
            <a:extLst>
              <a:ext uri="{FF2B5EF4-FFF2-40B4-BE49-F238E27FC236}">
                <a16:creationId xmlns:a16="http://schemas.microsoft.com/office/drawing/2014/main" id="{002BA7CC-18E8-8C23-50E6-E6189247DC34}"/>
              </a:ext>
            </a:extLst>
          </p:cNvPr>
          <p:cNvSpPr/>
          <p:nvPr/>
        </p:nvSpPr>
        <p:spPr>
          <a:xfrm>
            <a:off x="1699332" y="939681"/>
            <a:ext cx="131568" cy="131568"/>
          </a:xfrm>
          <a:prstGeom prst="ellipse">
            <a:avLst/>
          </a:prstGeom>
          <a:solidFill>
            <a:srgbClr val="01A9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2" name="直线连接符 11">
            <a:extLst>
              <a:ext uri="{FF2B5EF4-FFF2-40B4-BE49-F238E27FC236}">
                <a16:creationId xmlns:a16="http://schemas.microsoft.com/office/drawing/2014/main" id="{D71B7344-B5AC-C99B-A7AD-08BD29D359A1}"/>
              </a:ext>
            </a:extLst>
          </p:cNvPr>
          <p:cNvCxnSpPr>
            <a:stCxn id="9" idx="6"/>
            <a:endCxn id="10" idx="2"/>
          </p:cNvCxnSpPr>
          <p:nvPr/>
        </p:nvCxnSpPr>
        <p:spPr>
          <a:xfrm>
            <a:off x="1162005" y="1005465"/>
            <a:ext cx="537327" cy="0"/>
          </a:xfrm>
          <a:prstGeom prst="line">
            <a:avLst/>
          </a:prstGeom>
          <a:ln>
            <a:solidFill>
              <a:srgbClr val="01A9F5"/>
            </a:solidFill>
          </a:ln>
        </p:spPr>
        <p:style>
          <a:lnRef idx="2">
            <a:schemeClr val="accent1"/>
          </a:lnRef>
          <a:fillRef idx="0">
            <a:schemeClr val="accent1"/>
          </a:fillRef>
          <a:effectRef idx="1">
            <a:schemeClr val="accent1"/>
          </a:effectRef>
          <a:fontRef idx="minor">
            <a:schemeClr val="tx1"/>
          </a:fontRef>
        </p:style>
      </p:cxnSp>
      <p:graphicFrame>
        <p:nvGraphicFramePr>
          <p:cNvPr id="2" name="tsF24">
            <a:extLst>
              <a:ext uri="{FF2B5EF4-FFF2-40B4-BE49-F238E27FC236}">
                <a16:creationId xmlns:a16="http://schemas.microsoft.com/office/drawing/2014/main" id="{98EE96FD-90ED-4232-78CC-C1B8729A8108}"/>
              </a:ext>
            </a:extLst>
          </p:cNvPr>
          <p:cNvGraphicFramePr>
            <a:graphicFrameLocks/>
          </p:cNvGraphicFramePr>
          <p:nvPr>
            <p:extLst>
              <p:ext uri="{D42A27DB-BD31-4B8C-83A1-F6EECF244321}">
                <p14:modId xmlns:p14="http://schemas.microsoft.com/office/powerpoint/2010/main" val="63421291"/>
              </p:ext>
            </p:extLst>
          </p:nvPr>
        </p:nvGraphicFramePr>
        <p:xfrm>
          <a:off x="1805467" y="1007433"/>
          <a:ext cx="5703409" cy="4971723"/>
        </p:xfrm>
        <a:graphic>
          <a:graphicData uri="http://schemas.openxmlformats.org/drawingml/2006/chart">
            <c:chart xmlns:c="http://schemas.openxmlformats.org/drawingml/2006/chart" xmlns:r="http://schemas.openxmlformats.org/officeDocument/2006/relationships" r:id="rId55"/>
          </a:graphicData>
        </a:graphic>
      </p:graphicFrame>
      <p:sp>
        <p:nvSpPr>
          <p:cNvPr id="3" name="文本框 2">
            <a:extLst>
              <a:ext uri="{FF2B5EF4-FFF2-40B4-BE49-F238E27FC236}">
                <a16:creationId xmlns:a16="http://schemas.microsoft.com/office/drawing/2014/main" id="{B6930909-BBFF-1402-316A-2CCEC6C9A8EB}"/>
              </a:ext>
            </a:extLst>
          </p:cNvPr>
          <p:cNvSpPr txBox="1"/>
          <p:nvPr/>
        </p:nvSpPr>
        <p:spPr>
          <a:xfrm>
            <a:off x="467677" y="1139001"/>
            <a:ext cx="1776448"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Leisure and hospitality</a:t>
            </a:r>
            <a:endParaRPr kumimoji="1" lang="zh-CN" altLang="en-US" sz="1200" dirty="0">
              <a:latin typeface="HarmonyOS Sans SC" pitchFamily="2" charset="-122"/>
              <a:ea typeface="HarmonyOS Sans SC" pitchFamily="2" charset="-122"/>
            </a:endParaRPr>
          </a:p>
        </p:txBody>
      </p:sp>
      <p:sp>
        <p:nvSpPr>
          <p:cNvPr id="7" name="文本框 6">
            <a:extLst>
              <a:ext uri="{FF2B5EF4-FFF2-40B4-BE49-F238E27FC236}">
                <a16:creationId xmlns:a16="http://schemas.microsoft.com/office/drawing/2014/main" id="{5E928BD1-B357-224F-A546-19D90ED583E4}"/>
              </a:ext>
            </a:extLst>
          </p:cNvPr>
          <p:cNvSpPr txBox="1"/>
          <p:nvPr/>
        </p:nvSpPr>
        <p:spPr>
          <a:xfrm>
            <a:off x="467677" y="1541572"/>
            <a:ext cx="952505"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Healthcare</a:t>
            </a:r>
            <a:endParaRPr kumimoji="1" lang="zh-CN" altLang="en-US" sz="1200" dirty="0">
              <a:latin typeface="HarmonyOS Sans SC" pitchFamily="2" charset="-122"/>
              <a:ea typeface="HarmonyOS Sans SC" pitchFamily="2" charset="-122"/>
            </a:endParaRPr>
          </a:p>
        </p:txBody>
      </p:sp>
      <p:sp>
        <p:nvSpPr>
          <p:cNvPr id="11" name="文本框 10">
            <a:extLst>
              <a:ext uri="{FF2B5EF4-FFF2-40B4-BE49-F238E27FC236}">
                <a16:creationId xmlns:a16="http://schemas.microsoft.com/office/drawing/2014/main" id="{F745D0CD-7C28-D117-32F6-20857EA33F40}"/>
              </a:ext>
            </a:extLst>
          </p:cNvPr>
          <p:cNvSpPr txBox="1"/>
          <p:nvPr/>
        </p:nvSpPr>
        <p:spPr>
          <a:xfrm>
            <a:off x="467677" y="1890279"/>
            <a:ext cx="1643399"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Professional services</a:t>
            </a:r>
            <a:endParaRPr kumimoji="1" lang="zh-CN" altLang="en-US" sz="1200" dirty="0">
              <a:latin typeface="HarmonyOS Sans SC" pitchFamily="2" charset="-122"/>
              <a:ea typeface="HarmonyOS Sans SC" pitchFamily="2" charset="-122"/>
            </a:endParaRPr>
          </a:p>
        </p:txBody>
      </p:sp>
      <p:sp>
        <p:nvSpPr>
          <p:cNvPr id="13" name="文本框 12">
            <a:extLst>
              <a:ext uri="{FF2B5EF4-FFF2-40B4-BE49-F238E27FC236}">
                <a16:creationId xmlns:a16="http://schemas.microsoft.com/office/drawing/2014/main" id="{D9F4623D-BBD7-4729-54FC-C2C2CF1E70DA}"/>
              </a:ext>
            </a:extLst>
          </p:cNvPr>
          <p:cNvSpPr txBox="1"/>
          <p:nvPr/>
        </p:nvSpPr>
        <p:spPr>
          <a:xfrm>
            <a:off x="467677" y="2292850"/>
            <a:ext cx="1088760"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Construction</a:t>
            </a:r>
            <a:endParaRPr kumimoji="1" lang="zh-CN" altLang="en-US" sz="1200" dirty="0">
              <a:latin typeface="HarmonyOS Sans SC" pitchFamily="2" charset="-122"/>
              <a:ea typeface="HarmonyOS Sans SC" pitchFamily="2" charset="-122"/>
            </a:endParaRPr>
          </a:p>
        </p:txBody>
      </p:sp>
      <p:sp>
        <p:nvSpPr>
          <p:cNvPr id="14" name="文本框 13">
            <a:extLst>
              <a:ext uri="{FF2B5EF4-FFF2-40B4-BE49-F238E27FC236}">
                <a16:creationId xmlns:a16="http://schemas.microsoft.com/office/drawing/2014/main" id="{4A000383-8653-D731-8008-6AB05F0275ED}"/>
              </a:ext>
            </a:extLst>
          </p:cNvPr>
          <p:cNvSpPr txBox="1"/>
          <p:nvPr/>
        </p:nvSpPr>
        <p:spPr>
          <a:xfrm>
            <a:off x="467677" y="2642529"/>
            <a:ext cx="1229824"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Transportation</a:t>
            </a:r>
            <a:endParaRPr kumimoji="1" lang="zh-CN" altLang="en-US" sz="1200" dirty="0">
              <a:latin typeface="HarmonyOS Sans SC" pitchFamily="2" charset="-122"/>
              <a:ea typeface="HarmonyOS Sans SC" pitchFamily="2" charset="-122"/>
            </a:endParaRPr>
          </a:p>
        </p:txBody>
      </p:sp>
      <p:sp>
        <p:nvSpPr>
          <p:cNvPr id="15" name="文本框 14">
            <a:extLst>
              <a:ext uri="{FF2B5EF4-FFF2-40B4-BE49-F238E27FC236}">
                <a16:creationId xmlns:a16="http://schemas.microsoft.com/office/drawing/2014/main" id="{FC218DA3-EC49-301A-A7FA-49B62FC04D02}"/>
              </a:ext>
            </a:extLst>
          </p:cNvPr>
          <p:cNvSpPr txBox="1"/>
          <p:nvPr/>
        </p:nvSpPr>
        <p:spPr>
          <a:xfrm>
            <a:off x="467677" y="3045100"/>
            <a:ext cx="1005403"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Information</a:t>
            </a:r>
            <a:endParaRPr kumimoji="1" lang="zh-CN" altLang="en-US" sz="1200" dirty="0">
              <a:latin typeface="HarmonyOS Sans SC" pitchFamily="2" charset="-122"/>
              <a:ea typeface="HarmonyOS Sans SC" pitchFamily="2" charset="-122"/>
            </a:endParaRPr>
          </a:p>
        </p:txBody>
      </p:sp>
      <p:sp>
        <p:nvSpPr>
          <p:cNvPr id="16" name="文本框 15">
            <a:extLst>
              <a:ext uri="{FF2B5EF4-FFF2-40B4-BE49-F238E27FC236}">
                <a16:creationId xmlns:a16="http://schemas.microsoft.com/office/drawing/2014/main" id="{985E8B9E-91B2-74A1-141B-2324588B8D8D}"/>
              </a:ext>
            </a:extLst>
          </p:cNvPr>
          <p:cNvSpPr txBox="1"/>
          <p:nvPr/>
        </p:nvSpPr>
        <p:spPr>
          <a:xfrm>
            <a:off x="467677" y="3393807"/>
            <a:ext cx="591829"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Trade</a:t>
            </a:r>
            <a:endParaRPr kumimoji="1" lang="zh-CN" altLang="en-US" sz="1200" dirty="0">
              <a:latin typeface="HarmonyOS Sans SC" pitchFamily="2" charset="-122"/>
              <a:ea typeface="HarmonyOS Sans SC" pitchFamily="2" charset="-122"/>
            </a:endParaRPr>
          </a:p>
        </p:txBody>
      </p:sp>
      <p:sp>
        <p:nvSpPr>
          <p:cNvPr id="17" name="文本框 16">
            <a:extLst>
              <a:ext uri="{FF2B5EF4-FFF2-40B4-BE49-F238E27FC236}">
                <a16:creationId xmlns:a16="http://schemas.microsoft.com/office/drawing/2014/main" id="{546ABB03-42E5-62EE-E25C-D7565ABA7517}"/>
              </a:ext>
            </a:extLst>
          </p:cNvPr>
          <p:cNvSpPr txBox="1"/>
          <p:nvPr/>
        </p:nvSpPr>
        <p:spPr>
          <a:xfrm>
            <a:off x="467677" y="3786492"/>
            <a:ext cx="1215397"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Manufacturing</a:t>
            </a:r>
            <a:endParaRPr kumimoji="1" lang="zh-CN" altLang="en-US" sz="1200" dirty="0">
              <a:latin typeface="HarmonyOS Sans SC" pitchFamily="2" charset="-122"/>
              <a:ea typeface="HarmonyOS Sans SC" pitchFamily="2" charset="-122"/>
            </a:endParaRPr>
          </a:p>
        </p:txBody>
      </p:sp>
      <p:sp>
        <p:nvSpPr>
          <p:cNvPr id="18" name="文本框 17">
            <a:extLst>
              <a:ext uri="{FF2B5EF4-FFF2-40B4-BE49-F238E27FC236}">
                <a16:creationId xmlns:a16="http://schemas.microsoft.com/office/drawing/2014/main" id="{A4954B2B-1683-6036-1904-DEB8E2561F92}"/>
              </a:ext>
            </a:extLst>
          </p:cNvPr>
          <p:cNvSpPr txBox="1"/>
          <p:nvPr/>
        </p:nvSpPr>
        <p:spPr>
          <a:xfrm>
            <a:off x="467677" y="4116170"/>
            <a:ext cx="1893467"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Financial and real estate</a:t>
            </a:r>
            <a:endParaRPr kumimoji="1" lang="zh-CN" altLang="en-US" sz="1200" dirty="0">
              <a:latin typeface="HarmonyOS Sans SC" pitchFamily="2" charset="-122"/>
              <a:ea typeface="HarmonyOS Sans SC" pitchFamily="2" charset="-122"/>
            </a:endParaRPr>
          </a:p>
        </p:txBody>
      </p:sp>
      <p:sp>
        <p:nvSpPr>
          <p:cNvPr id="19" name="文本框 18">
            <a:extLst>
              <a:ext uri="{FF2B5EF4-FFF2-40B4-BE49-F238E27FC236}">
                <a16:creationId xmlns:a16="http://schemas.microsoft.com/office/drawing/2014/main" id="{FAEBCA7E-0539-13A2-77B5-30D39CA57FC4}"/>
              </a:ext>
            </a:extLst>
          </p:cNvPr>
          <p:cNvSpPr txBox="1"/>
          <p:nvPr/>
        </p:nvSpPr>
        <p:spPr>
          <a:xfrm>
            <a:off x="467677" y="4508855"/>
            <a:ext cx="663964"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Mining</a:t>
            </a:r>
            <a:endParaRPr kumimoji="1" lang="zh-CN" altLang="en-US" sz="1200" dirty="0">
              <a:latin typeface="HarmonyOS Sans SC" pitchFamily="2" charset="-122"/>
              <a:ea typeface="HarmonyOS Sans SC" pitchFamily="2" charset="-122"/>
            </a:endParaRPr>
          </a:p>
        </p:txBody>
      </p:sp>
      <p:sp>
        <p:nvSpPr>
          <p:cNvPr id="20" name="文本框 19">
            <a:extLst>
              <a:ext uri="{FF2B5EF4-FFF2-40B4-BE49-F238E27FC236}">
                <a16:creationId xmlns:a16="http://schemas.microsoft.com/office/drawing/2014/main" id="{8A8C6923-410B-6940-F54E-C3ADE8A8EB3A}"/>
              </a:ext>
            </a:extLst>
          </p:cNvPr>
          <p:cNvSpPr txBox="1"/>
          <p:nvPr/>
        </p:nvSpPr>
        <p:spPr>
          <a:xfrm>
            <a:off x="467677" y="4864429"/>
            <a:ext cx="1415772"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Private education</a:t>
            </a:r>
            <a:endParaRPr kumimoji="1" lang="zh-CN" altLang="en-US" sz="1200" dirty="0">
              <a:latin typeface="HarmonyOS Sans SC" pitchFamily="2" charset="-122"/>
              <a:ea typeface="HarmonyOS Sans SC" pitchFamily="2" charset="-122"/>
            </a:endParaRPr>
          </a:p>
        </p:txBody>
      </p:sp>
      <p:sp>
        <p:nvSpPr>
          <p:cNvPr id="21" name="文本框 20">
            <a:extLst>
              <a:ext uri="{FF2B5EF4-FFF2-40B4-BE49-F238E27FC236}">
                <a16:creationId xmlns:a16="http://schemas.microsoft.com/office/drawing/2014/main" id="{73E160DC-4BBA-2125-95C5-CF27224E4D85}"/>
              </a:ext>
            </a:extLst>
          </p:cNvPr>
          <p:cNvSpPr txBox="1"/>
          <p:nvPr/>
        </p:nvSpPr>
        <p:spPr>
          <a:xfrm>
            <a:off x="467677" y="5257114"/>
            <a:ext cx="1056700"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Government</a:t>
            </a:r>
            <a:endParaRPr kumimoji="1" lang="zh-CN" altLang="en-US" sz="1200" dirty="0">
              <a:latin typeface="HarmonyOS Sans SC" pitchFamily="2" charset="-122"/>
              <a:ea typeface="HarmonyOS Sans SC" pitchFamily="2" charset="-122"/>
            </a:endParaRPr>
          </a:p>
        </p:txBody>
      </p:sp>
      <p:graphicFrame>
        <p:nvGraphicFramePr>
          <p:cNvPr id="309" name="Chart 3">
            <a:extLst>
              <a:ext uri="{FF2B5EF4-FFF2-40B4-BE49-F238E27FC236}">
                <a16:creationId xmlns:a16="http://schemas.microsoft.com/office/drawing/2014/main" id="{7BFF32EF-9502-3314-0018-0B3E9B016676}"/>
              </a:ext>
            </a:extLst>
          </p:cNvPr>
          <p:cNvGraphicFramePr/>
          <p:nvPr>
            <p:custDataLst>
              <p:tags r:id="rId2"/>
            </p:custDataLst>
            <p:extLst>
              <p:ext uri="{D42A27DB-BD31-4B8C-83A1-F6EECF244321}">
                <p14:modId xmlns:p14="http://schemas.microsoft.com/office/powerpoint/2010/main" val="206531532"/>
              </p:ext>
            </p:extLst>
          </p:nvPr>
        </p:nvGraphicFramePr>
        <p:xfrm>
          <a:off x="7580313" y="1055688"/>
          <a:ext cx="1509712" cy="4560887"/>
        </p:xfrm>
        <a:graphic>
          <a:graphicData uri="http://schemas.openxmlformats.org/drawingml/2006/chart">
            <c:chart xmlns:c="http://schemas.openxmlformats.org/drawingml/2006/chart" xmlns:r="http://schemas.openxmlformats.org/officeDocument/2006/relationships" r:id="rId56"/>
          </a:graphicData>
        </a:graphic>
      </p:graphicFrame>
      <p:sp>
        <p:nvSpPr>
          <p:cNvPr id="286" name="文本占位符 2">
            <a:extLst>
              <a:ext uri="{FF2B5EF4-FFF2-40B4-BE49-F238E27FC236}">
                <a16:creationId xmlns:a16="http://schemas.microsoft.com/office/drawing/2014/main" id="{D09CAB0E-356F-F672-3B60-E82B112893EF}"/>
              </a:ext>
            </a:extLst>
          </p:cNvPr>
          <p:cNvSpPr txBox="1">
            <a:spLocks/>
          </p:cNvSpPr>
          <p:nvPr>
            <p:custDataLst>
              <p:tags r:id="rId3"/>
            </p:custDataLst>
          </p:nvPr>
        </p:nvSpPr>
        <p:spPr bwMode="gray">
          <a:xfrm>
            <a:off x="8347075" y="1319214"/>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9D8001AA-7DF3-40F2-99CD-A30C46DC2F55}" type="datetime'''''''''7'''''''''''''''''''''''''''''''''''''''''''',''5'''">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7,5</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87" name="文本占位符 2">
            <a:extLst>
              <a:ext uri="{FF2B5EF4-FFF2-40B4-BE49-F238E27FC236}">
                <a16:creationId xmlns:a16="http://schemas.microsoft.com/office/drawing/2014/main" id="{42F5DB37-A71D-D979-38A9-F94106C1809D}"/>
              </a:ext>
            </a:extLst>
          </p:cNvPr>
          <p:cNvSpPr txBox="1">
            <a:spLocks/>
          </p:cNvSpPr>
          <p:nvPr>
            <p:custDataLst>
              <p:tags r:id="rId4"/>
            </p:custDataLst>
          </p:nvPr>
        </p:nvSpPr>
        <p:spPr bwMode="gray">
          <a:xfrm>
            <a:off x="8724900" y="1554164"/>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1DB485C6-93C0-47C5-BED3-36FC08666530}" type="datetime'1''''''''''''1,''''''''''''''''8'''">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11,8</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88" name="文本占位符 2">
            <a:extLst>
              <a:ext uri="{FF2B5EF4-FFF2-40B4-BE49-F238E27FC236}">
                <a16:creationId xmlns:a16="http://schemas.microsoft.com/office/drawing/2014/main" id="{BB95A461-51C7-C8CC-FEB5-66FEAB5C2884}"/>
              </a:ext>
            </a:extLst>
          </p:cNvPr>
          <p:cNvSpPr txBox="1">
            <a:spLocks/>
          </p:cNvSpPr>
          <p:nvPr>
            <p:custDataLst>
              <p:tags r:id="rId5"/>
            </p:custDataLst>
          </p:nvPr>
        </p:nvSpPr>
        <p:spPr bwMode="gray">
          <a:xfrm>
            <a:off x="8831263" y="1685926"/>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17294059-AD7C-4CC0-83E1-BDC6EF0E9DB3}" type="datetime'''''''''''''''''''''''''''''''''''''''''''''''''''1''3'',0'''">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13,0</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89" name="文本占位符 2">
            <a:extLst>
              <a:ext uri="{FF2B5EF4-FFF2-40B4-BE49-F238E27FC236}">
                <a16:creationId xmlns:a16="http://schemas.microsoft.com/office/drawing/2014/main" id="{59B2E7B3-0E03-5264-1AA1-6F394D3D1F45}"/>
              </a:ext>
            </a:extLst>
          </p:cNvPr>
          <p:cNvSpPr txBox="1">
            <a:spLocks/>
          </p:cNvSpPr>
          <p:nvPr>
            <p:custDataLst>
              <p:tags r:id="rId6"/>
            </p:custDataLst>
          </p:nvPr>
        </p:nvSpPr>
        <p:spPr bwMode="gray">
          <a:xfrm>
            <a:off x="8443913" y="1919289"/>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E34C2FBC-31D3-423D-ACF2-03558B0D78CC}" type="datetime'''''''''''8'''''',''''''''''''''''''''''''''''''6'''''">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8,6</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90" name="文本占位符 2">
            <a:extLst>
              <a:ext uri="{FF2B5EF4-FFF2-40B4-BE49-F238E27FC236}">
                <a16:creationId xmlns:a16="http://schemas.microsoft.com/office/drawing/2014/main" id="{7527D85D-A1D3-818C-7D2A-0CAD00CC83D2}"/>
              </a:ext>
            </a:extLst>
          </p:cNvPr>
          <p:cNvSpPr txBox="1">
            <a:spLocks/>
          </p:cNvSpPr>
          <p:nvPr>
            <p:custDataLst>
              <p:tags r:id="rId7"/>
            </p:custDataLst>
          </p:nvPr>
        </p:nvSpPr>
        <p:spPr bwMode="gray">
          <a:xfrm>
            <a:off x="8585200" y="2051051"/>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3E83FDDB-B7FC-4F8E-9AAB-6A7FF4051460}" type="datetime'''''''''''''''''''''''''''''''''''10'''',''2'''">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10,2</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91" name="文本占位符 2">
            <a:extLst>
              <a:ext uri="{FF2B5EF4-FFF2-40B4-BE49-F238E27FC236}">
                <a16:creationId xmlns:a16="http://schemas.microsoft.com/office/drawing/2014/main" id="{3B365EDE-AF80-2DFF-80A3-E68E7A015C14}"/>
              </a:ext>
            </a:extLst>
          </p:cNvPr>
          <p:cNvSpPr txBox="1">
            <a:spLocks/>
          </p:cNvSpPr>
          <p:nvPr>
            <p:custDataLst>
              <p:tags r:id="rId8"/>
            </p:custDataLst>
          </p:nvPr>
        </p:nvSpPr>
        <p:spPr bwMode="gray">
          <a:xfrm>
            <a:off x="8321675" y="2286001"/>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07A1CEA1-7F9F-4C1C-B869-166B20A67977}" type="datetime'''''''''7'''''''''''',''''''''''''''2'''''''''">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7,2</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92" name="文本占位符 2">
            <a:extLst>
              <a:ext uri="{FF2B5EF4-FFF2-40B4-BE49-F238E27FC236}">
                <a16:creationId xmlns:a16="http://schemas.microsoft.com/office/drawing/2014/main" id="{F8B81111-1B7E-F09C-3B68-BBABD54F4586}"/>
              </a:ext>
            </a:extLst>
          </p:cNvPr>
          <p:cNvSpPr txBox="1">
            <a:spLocks/>
          </p:cNvSpPr>
          <p:nvPr>
            <p:custDataLst>
              <p:tags r:id="rId9"/>
            </p:custDataLst>
          </p:nvPr>
        </p:nvSpPr>
        <p:spPr bwMode="gray">
          <a:xfrm>
            <a:off x="8312150" y="2417764"/>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5D742808-DBB9-42C9-9C68-17D395E1F430}" type="datetime'''''''''7'''''''''''''''''''',''''''1'''''''''''">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7,1</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93" name="文本占位符 2">
            <a:extLst>
              <a:ext uri="{FF2B5EF4-FFF2-40B4-BE49-F238E27FC236}">
                <a16:creationId xmlns:a16="http://schemas.microsoft.com/office/drawing/2014/main" id="{1D85CEEF-241C-FED7-D7F7-76A120BA215F}"/>
              </a:ext>
            </a:extLst>
          </p:cNvPr>
          <p:cNvSpPr txBox="1">
            <a:spLocks/>
          </p:cNvSpPr>
          <p:nvPr>
            <p:custDataLst>
              <p:tags r:id="rId10"/>
            </p:custDataLst>
          </p:nvPr>
        </p:nvSpPr>
        <p:spPr bwMode="gray">
          <a:xfrm>
            <a:off x="8232775" y="2652714"/>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2B8AA69B-3061-46C3-8582-6DA39C16826A}" type="datetime'''''''''''''''''''''''6'''''''''''''''''''''''''''',2'''''''''">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6,2</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94" name="文本占位符 2">
            <a:extLst>
              <a:ext uri="{FF2B5EF4-FFF2-40B4-BE49-F238E27FC236}">
                <a16:creationId xmlns:a16="http://schemas.microsoft.com/office/drawing/2014/main" id="{2FE94655-023F-9D90-5A4D-CD5FFF7F93C4}"/>
              </a:ext>
            </a:extLst>
          </p:cNvPr>
          <p:cNvSpPr txBox="1">
            <a:spLocks/>
          </p:cNvSpPr>
          <p:nvPr>
            <p:custDataLst>
              <p:tags r:id="rId11"/>
            </p:custDataLst>
          </p:nvPr>
        </p:nvSpPr>
        <p:spPr bwMode="gray">
          <a:xfrm>
            <a:off x="8232775" y="2784476"/>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6A36B925-2164-4D71-96FB-AFB898D8329D}" type="datetime'''''''''''''''''''''''''''''6'''',''''''2'''''''">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6,2</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95" name="文本占位符 2">
            <a:extLst>
              <a:ext uri="{FF2B5EF4-FFF2-40B4-BE49-F238E27FC236}">
                <a16:creationId xmlns:a16="http://schemas.microsoft.com/office/drawing/2014/main" id="{808D3054-A8E1-2E16-47D1-D88EA5F86B97}"/>
              </a:ext>
            </a:extLst>
          </p:cNvPr>
          <p:cNvSpPr txBox="1">
            <a:spLocks/>
          </p:cNvSpPr>
          <p:nvPr>
            <p:custDataLst>
              <p:tags r:id="rId12"/>
            </p:custDataLst>
          </p:nvPr>
        </p:nvSpPr>
        <p:spPr bwMode="gray">
          <a:xfrm>
            <a:off x="7943850" y="3019426"/>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9C23E7C4-15EF-4591-A707-157A56091447}" type="datetime'''''''2'''',''''''''''''''''''9'''''''''">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2,9</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96" name="文本占位符 2">
            <a:extLst>
              <a:ext uri="{FF2B5EF4-FFF2-40B4-BE49-F238E27FC236}">
                <a16:creationId xmlns:a16="http://schemas.microsoft.com/office/drawing/2014/main" id="{589A124A-07CC-C2EB-997C-CF66C71F0771}"/>
              </a:ext>
            </a:extLst>
          </p:cNvPr>
          <p:cNvSpPr txBox="1">
            <a:spLocks/>
          </p:cNvSpPr>
          <p:nvPr>
            <p:custDataLst>
              <p:tags r:id="rId13"/>
            </p:custDataLst>
          </p:nvPr>
        </p:nvSpPr>
        <p:spPr bwMode="gray">
          <a:xfrm>
            <a:off x="7978775" y="3151189"/>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798FDACE-E7A0-47CC-B73B-8C5A2F0F9D87}" type="datetime'''''''''''''3'''',3'''''''">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3,3</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85" name="文本占位符 2">
            <a:extLst>
              <a:ext uri="{FF2B5EF4-FFF2-40B4-BE49-F238E27FC236}">
                <a16:creationId xmlns:a16="http://schemas.microsoft.com/office/drawing/2014/main" id="{D04236A5-AC38-5BBB-FE59-6D356EFB9F02}"/>
              </a:ext>
            </a:extLst>
          </p:cNvPr>
          <p:cNvSpPr txBox="1">
            <a:spLocks/>
          </p:cNvSpPr>
          <p:nvPr>
            <p:custDataLst>
              <p:tags r:id="rId14"/>
            </p:custDataLst>
          </p:nvPr>
        </p:nvSpPr>
        <p:spPr bwMode="gray">
          <a:xfrm>
            <a:off x="8339138" y="1187451"/>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20576B72-65D8-4A68-8D83-39483B327EB3}" type="datetime'''''''7'''''''',''''''''''''''''4'''''''''''''''''''''''">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7,4</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98" name="文本占位符 2">
            <a:extLst>
              <a:ext uri="{FF2B5EF4-FFF2-40B4-BE49-F238E27FC236}">
                <a16:creationId xmlns:a16="http://schemas.microsoft.com/office/drawing/2014/main" id="{0E07C972-6621-1D61-6184-E925D8F8D5FE}"/>
              </a:ext>
            </a:extLst>
          </p:cNvPr>
          <p:cNvSpPr txBox="1">
            <a:spLocks/>
          </p:cNvSpPr>
          <p:nvPr>
            <p:custDataLst>
              <p:tags r:id="rId15"/>
            </p:custDataLst>
          </p:nvPr>
        </p:nvSpPr>
        <p:spPr bwMode="gray">
          <a:xfrm>
            <a:off x="8901113" y="3516314"/>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A516733D-406E-46C1-A36E-5F17AE957D50}" type="datetime'''''''1''''''3'''''''''''''''''''''''''''''''',''8'''''">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13,8</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99" name="文本占位符 2">
            <a:extLst>
              <a:ext uri="{FF2B5EF4-FFF2-40B4-BE49-F238E27FC236}">
                <a16:creationId xmlns:a16="http://schemas.microsoft.com/office/drawing/2014/main" id="{63D62302-8B68-3102-DD02-2A3FB7D7A13D}"/>
              </a:ext>
            </a:extLst>
          </p:cNvPr>
          <p:cNvSpPr txBox="1">
            <a:spLocks/>
          </p:cNvSpPr>
          <p:nvPr>
            <p:custDataLst>
              <p:tags r:id="rId16"/>
            </p:custDataLst>
          </p:nvPr>
        </p:nvSpPr>
        <p:spPr bwMode="gray">
          <a:xfrm>
            <a:off x="8821738" y="3751264"/>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AD686077-36D9-406C-8208-DF009B7CB183}" type="datetime'''''''''''''''''''''''''''''''1''2'''''',''''9'''">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12,9</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00" name="文本占位符 2">
            <a:extLst>
              <a:ext uri="{FF2B5EF4-FFF2-40B4-BE49-F238E27FC236}">
                <a16:creationId xmlns:a16="http://schemas.microsoft.com/office/drawing/2014/main" id="{57E88816-CD19-675B-533B-0920D01BD263}"/>
              </a:ext>
            </a:extLst>
          </p:cNvPr>
          <p:cNvSpPr txBox="1">
            <a:spLocks/>
          </p:cNvSpPr>
          <p:nvPr>
            <p:custDataLst>
              <p:tags r:id="rId17"/>
            </p:custDataLst>
          </p:nvPr>
        </p:nvSpPr>
        <p:spPr bwMode="gray">
          <a:xfrm>
            <a:off x="8699500" y="3883026"/>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2EB9A7F1-6A32-4878-A24F-8088618370E8}" type="datetime'1''''''''''''''''1,''''''''''''''''''''''''''''5'''''''''''">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11,5</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01" name="文本占位符 2">
            <a:extLst>
              <a:ext uri="{FF2B5EF4-FFF2-40B4-BE49-F238E27FC236}">
                <a16:creationId xmlns:a16="http://schemas.microsoft.com/office/drawing/2014/main" id="{21B8D22B-60BB-E279-5BC1-A379BF483366}"/>
              </a:ext>
            </a:extLst>
          </p:cNvPr>
          <p:cNvSpPr txBox="1">
            <a:spLocks/>
          </p:cNvSpPr>
          <p:nvPr>
            <p:custDataLst>
              <p:tags r:id="rId18"/>
            </p:custDataLst>
          </p:nvPr>
        </p:nvSpPr>
        <p:spPr bwMode="gray">
          <a:xfrm>
            <a:off x="8128000" y="4117976"/>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3D684391-0F4E-454A-9E66-DA2CE6801C0D}" type="datetime'''''''''''5'''''''''''''''',''''''''0'">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5,0</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02" name="文本占位符 2">
            <a:extLst>
              <a:ext uri="{FF2B5EF4-FFF2-40B4-BE49-F238E27FC236}">
                <a16:creationId xmlns:a16="http://schemas.microsoft.com/office/drawing/2014/main" id="{5496F540-7B78-C7F3-CE6E-2337E40F5952}"/>
              </a:ext>
            </a:extLst>
          </p:cNvPr>
          <p:cNvSpPr txBox="1">
            <a:spLocks/>
          </p:cNvSpPr>
          <p:nvPr>
            <p:custDataLst>
              <p:tags r:id="rId19"/>
            </p:custDataLst>
          </p:nvPr>
        </p:nvSpPr>
        <p:spPr bwMode="gray">
          <a:xfrm>
            <a:off x="8135938" y="4249739"/>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482318A8-48B2-4E1F-9797-2EB47D46C538}" type="datetime'''''''''''''''''''''''5'''''''''''''''''''',''''''''1'''''">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5,1</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03" name="文本占位符 2">
            <a:extLst>
              <a:ext uri="{FF2B5EF4-FFF2-40B4-BE49-F238E27FC236}">
                <a16:creationId xmlns:a16="http://schemas.microsoft.com/office/drawing/2014/main" id="{5D1EA5A6-7B68-E713-09B4-BDACC000B5A2}"/>
              </a:ext>
            </a:extLst>
          </p:cNvPr>
          <p:cNvSpPr txBox="1">
            <a:spLocks/>
          </p:cNvSpPr>
          <p:nvPr>
            <p:custDataLst>
              <p:tags r:id="rId20"/>
            </p:custDataLst>
          </p:nvPr>
        </p:nvSpPr>
        <p:spPr bwMode="gray">
          <a:xfrm>
            <a:off x="7767638" y="4484689"/>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F261C170-AEA7-407A-A79C-D4EE6FF87DED}" type="datetime'''0'''''''''''',''9'''''''''''''">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0,9</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04" name="文本占位符 2">
            <a:extLst>
              <a:ext uri="{FF2B5EF4-FFF2-40B4-BE49-F238E27FC236}">
                <a16:creationId xmlns:a16="http://schemas.microsoft.com/office/drawing/2014/main" id="{6C4DA532-8D0C-3E1A-2888-82A6B7CCC3EC}"/>
              </a:ext>
            </a:extLst>
          </p:cNvPr>
          <p:cNvSpPr txBox="1">
            <a:spLocks/>
          </p:cNvSpPr>
          <p:nvPr>
            <p:custDataLst>
              <p:tags r:id="rId21"/>
            </p:custDataLst>
          </p:nvPr>
        </p:nvSpPr>
        <p:spPr bwMode="gray">
          <a:xfrm>
            <a:off x="7767638" y="4616451"/>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CF10DC78-CCF6-41ED-9A75-AF6203D56E48}" type="datetime'''''''0'''''''',''''''''''''''''''''''''''''''9'">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0,9</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05" name="文本占位符 2">
            <a:extLst>
              <a:ext uri="{FF2B5EF4-FFF2-40B4-BE49-F238E27FC236}">
                <a16:creationId xmlns:a16="http://schemas.microsoft.com/office/drawing/2014/main" id="{824A6D9C-0022-05AC-0E4C-7892B415F753}"/>
              </a:ext>
            </a:extLst>
          </p:cNvPr>
          <p:cNvSpPr txBox="1">
            <a:spLocks/>
          </p:cNvSpPr>
          <p:nvPr>
            <p:custDataLst>
              <p:tags r:id="rId22"/>
            </p:custDataLst>
          </p:nvPr>
        </p:nvSpPr>
        <p:spPr bwMode="gray">
          <a:xfrm>
            <a:off x="8304213" y="4849814"/>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55CB6D2D-7BC6-4C61-B911-A581B1B7EE31}" type="datetime'''''''''''''''''''''''''''''7,''''0'''''''''''">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7,0</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06" name="文本占位符 2">
            <a:extLst>
              <a:ext uri="{FF2B5EF4-FFF2-40B4-BE49-F238E27FC236}">
                <a16:creationId xmlns:a16="http://schemas.microsoft.com/office/drawing/2014/main" id="{1FCA2B14-8593-8360-46E8-BA8440243537}"/>
              </a:ext>
            </a:extLst>
          </p:cNvPr>
          <p:cNvSpPr txBox="1">
            <a:spLocks/>
          </p:cNvSpPr>
          <p:nvPr>
            <p:custDataLst>
              <p:tags r:id="rId23"/>
            </p:custDataLst>
          </p:nvPr>
        </p:nvSpPr>
        <p:spPr bwMode="gray">
          <a:xfrm>
            <a:off x="8312150" y="4981576"/>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597D4E74-0AAB-4160-8ED0-A17AB52C6C3D}" type="datetime'''''''''''''''7'''''''''''''''''''''''',1'''''''''''''''''">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7,1</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07" name="文本占位符 2">
            <a:extLst>
              <a:ext uri="{FF2B5EF4-FFF2-40B4-BE49-F238E27FC236}">
                <a16:creationId xmlns:a16="http://schemas.microsoft.com/office/drawing/2014/main" id="{C15C1B92-D675-697B-36AE-9D3587121F0D}"/>
              </a:ext>
            </a:extLst>
          </p:cNvPr>
          <p:cNvSpPr txBox="1">
            <a:spLocks/>
          </p:cNvSpPr>
          <p:nvPr>
            <p:custDataLst>
              <p:tags r:id="rId24"/>
            </p:custDataLst>
          </p:nvPr>
        </p:nvSpPr>
        <p:spPr bwMode="gray">
          <a:xfrm>
            <a:off x="8416925" y="5216526"/>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1ECC65D9-971D-4444-97FD-AB15C0F63D5E}" type="datetime'''''''''''''''''''''''''''''8,''''3'">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8,3</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08" name="文本占位符 2">
            <a:extLst>
              <a:ext uri="{FF2B5EF4-FFF2-40B4-BE49-F238E27FC236}">
                <a16:creationId xmlns:a16="http://schemas.microsoft.com/office/drawing/2014/main" id="{CF763A7B-A95B-4934-CF26-C86C8D66880E}"/>
              </a:ext>
            </a:extLst>
          </p:cNvPr>
          <p:cNvSpPr txBox="1">
            <a:spLocks/>
          </p:cNvSpPr>
          <p:nvPr>
            <p:custDataLst>
              <p:tags r:id="rId25"/>
            </p:custDataLst>
          </p:nvPr>
        </p:nvSpPr>
        <p:spPr bwMode="gray">
          <a:xfrm>
            <a:off x="8416925" y="5348289"/>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941D4AF6-87AF-43B8-B4E2-C6DF2BD2318B}" type="datetime'''''''''''''''''8'',''''''''''''''''''''''''''''''''''''''3'">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8,3</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97" name="文本占位符 2">
            <a:extLst>
              <a:ext uri="{FF2B5EF4-FFF2-40B4-BE49-F238E27FC236}">
                <a16:creationId xmlns:a16="http://schemas.microsoft.com/office/drawing/2014/main" id="{EAD4425C-CDFB-C93E-6010-29196E508B20}"/>
              </a:ext>
            </a:extLst>
          </p:cNvPr>
          <p:cNvSpPr txBox="1">
            <a:spLocks/>
          </p:cNvSpPr>
          <p:nvPr>
            <p:custDataLst>
              <p:tags r:id="rId26"/>
            </p:custDataLst>
          </p:nvPr>
        </p:nvSpPr>
        <p:spPr bwMode="gray">
          <a:xfrm>
            <a:off x="9032875" y="3384551"/>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FE1B2C00-487C-40E8-8264-E3E07E208AB0}" type="datetime'''''''''''''''''''''''''''''''''''15'',''''3'''''">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15,3</a:t>
            </a:fld>
            <a:endParaRPr kumimoji="1" lang="zh-CN" altLang="en-US" sz="1000" dirty="0">
              <a:latin typeface="HarmonyOS Sans SC" pitchFamily="2" charset="-122"/>
              <a:ea typeface="HarmonyOS Sans SC" pitchFamily="2" charset="-122"/>
              <a:sym typeface="HarmonyOS Sans SC" pitchFamily="2" charset="-122"/>
            </a:endParaRPr>
          </a:p>
        </p:txBody>
      </p:sp>
      <p:graphicFrame>
        <p:nvGraphicFramePr>
          <p:cNvPr id="339" name="Chart 3">
            <a:extLst>
              <a:ext uri="{FF2B5EF4-FFF2-40B4-BE49-F238E27FC236}">
                <a16:creationId xmlns:a16="http://schemas.microsoft.com/office/drawing/2014/main" id="{4A92C362-CD24-DB35-BB1C-9A966C721F6D}"/>
              </a:ext>
            </a:extLst>
          </p:cNvPr>
          <p:cNvGraphicFramePr/>
          <p:nvPr>
            <p:custDataLst>
              <p:tags r:id="rId27"/>
            </p:custDataLst>
            <p:extLst>
              <p:ext uri="{D42A27DB-BD31-4B8C-83A1-F6EECF244321}">
                <p14:modId xmlns:p14="http://schemas.microsoft.com/office/powerpoint/2010/main" val="649665650"/>
              </p:ext>
            </p:extLst>
          </p:nvPr>
        </p:nvGraphicFramePr>
        <p:xfrm>
          <a:off x="9615488" y="1055688"/>
          <a:ext cx="1509712" cy="4560887"/>
        </p:xfrm>
        <a:graphic>
          <a:graphicData uri="http://schemas.openxmlformats.org/drawingml/2006/chart">
            <c:chart xmlns:c="http://schemas.openxmlformats.org/drawingml/2006/chart" xmlns:r="http://schemas.openxmlformats.org/officeDocument/2006/relationships" r:id="rId57"/>
          </a:graphicData>
        </a:graphic>
      </p:graphicFrame>
      <p:sp>
        <p:nvSpPr>
          <p:cNvPr id="316" name="文本占位符 2">
            <a:extLst>
              <a:ext uri="{FF2B5EF4-FFF2-40B4-BE49-F238E27FC236}">
                <a16:creationId xmlns:a16="http://schemas.microsoft.com/office/drawing/2014/main" id="{4FE2FC4B-2C0A-47CC-84C6-1E7A3153B5D6}"/>
              </a:ext>
            </a:extLst>
          </p:cNvPr>
          <p:cNvSpPr txBox="1">
            <a:spLocks/>
          </p:cNvSpPr>
          <p:nvPr>
            <p:custDataLst>
              <p:tags r:id="rId28"/>
            </p:custDataLst>
          </p:nvPr>
        </p:nvSpPr>
        <p:spPr bwMode="gray">
          <a:xfrm>
            <a:off x="10614025" y="1319214"/>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39A2F099-B9EA-4739-8F5A-A81E2F34A9FE}" type="datetime'''''1''''''''''''''''''1'''''''''''''''''',''''2'">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11,2</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17" name="文本占位符 2">
            <a:extLst>
              <a:ext uri="{FF2B5EF4-FFF2-40B4-BE49-F238E27FC236}">
                <a16:creationId xmlns:a16="http://schemas.microsoft.com/office/drawing/2014/main" id="{E9DD7B88-4553-7C41-B4E4-AD4F93EBD61C}"/>
              </a:ext>
            </a:extLst>
          </p:cNvPr>
          <p:cNvSpPr txBox="1">
            <a:spLocks/>
          </p:cNvSpPr>
          <p:nvPr>
            <p:custDataLst>
              <p:tags r:id="rId29"/>
            </p:custDataLst>
          </p:nvPr>
        </p:nvSpPr>
        <p:spPr bwMode="gray">
          <a:xfrm>
            <a:off x="10741025" y="1554164"/>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3642FC03-B484-4B83-8B8A-9C69457DD75D}" type="datetime'''''''''''''1''2'',''''''''''8'''''''''''''''''''">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12,8</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18" name="文本占位符 2">
            <a:extLst>
              <a:ext uri="{FF2B5EF4-FFF2-40B4-BE49-F238E27FC236}">
                <a16:creationId xmlns:a16="http://schemas.microsoft.com/office/drawing/2014/main" id="{37BB50BA-44F7-755D-5F1D-CACAC61EA499}"/>
              </a:ext>
            </a:extLst>
          </p:cNvPr>
          <p:cNvSpPr txBox="1">
            <a:spLocks/>
          </p:cNvSpPr>
          <p:nvPr>
            <p:custDataLst>
              <p:tags r:id="rId30"/>
            </p:custDataLst>
          </p:nvPr>
        </p:nvSpPr>
        <p:spPr bwMode="gray">
          <a:xfrm>
            <a:off x="11068050" y="1685926"/>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807E6C4C-E949-43EF-B04C-F33AE133135E}" type="datetime'''''''''''''1''''6,''''''''9'''''''''''''''">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16,9</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19" name="文本占位符 2">
            <a:extLst>
              <a:ext uri="{FF2B5EF4-FFF2-40B4-BE49-F238E27FC236}">
                <a16:creationId xmlns:a16="http://schemas.microsoft.com/office/drawing/2014/main" id="{E7B0B519-DE9A-DD2F-F2DE-7F2E6226A907}"/>
              </a:ext>
            </a:extLst>
          </p:cNvPr>
          <p:cNvSpPr txBox="1">
            <a:spLocks/>
          </p:cNvSpPr>
          <p:nvPr>
            <p:custDataLst>
              <p:tags r:id="rId31"/>
            </p:custDataLst>
          </p:nvPr>
        </p:nvSpPr>
        <p:spPr bwMode="gray">
          <a:xfrm>
            <a:off x="10685463" y="1919289"/>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9D810B90-5A08-4DF4-9EC1-AA61484102BB}" type="datetime'''''''''''''1''''2'''''''''''''''''''',''''''''''1'''''''">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12,1</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20" name="文本占位符 2">
            <a:extLst>
              <a:ext uri="{FF2B5EF4-FFF2-40B4-BE49-F238E27FC236}">
                <a16:creationId xmlns:a16="http://schemas.microsoft.com/office/drawing/2014/main" id="{8CECE637-DF4A-7516-C215-80046941A25B}"/>
              </a:ext>
            </a:extLst>
          </p:cNvPr>
          <p:cNvSpPr txBox="1">
            <a:spLocks/>
          </p:cNvSpPr>
          <p:nvPr>
            <p:custDataLst>
              <p:tags r:id="rId32"/>
            </p:custDataLst>
          </p:nvPr>
        </p:nvSpPr>
        <p:spPr bwMode="gray">
          <a:xfrm>
            <a:off x="10748963" y="2051051"/>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410E0015-4FF2-4E98-AC7A-8F08C0678205}" type="datetime'''''''''''''''''''''''''''12'''''''''',''''''''''''''''9'''">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12,9</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21" name="文本占位符 2">
            <a:extLst>
              <a:ext uri="{FF2B5EF4-FFF2-40B4-BE49-F238E27FC236}">
                <a16:creationId xmlns:a16="http://schemas.microsoft.com/office/drawing/2014/main" id="{787DEBEF-C2EE-160F-E255-750E01CDF53C}"/>
              </a:ext>
            </a:extLst>
          </p:cNvPr>
          <p:cNvSpPr txBox="1">
            <a:spLocks/>
          </p:cNvSpPr>
          <p:nvPr>
            <p:custDataLst>
              <p:tags r:id="rId33"/>
            </p:custDataLst>
          </p:nvPr>
        </p:nvSpPr>
        <p:spPr bwMode="gray">
          <a:xfrm>
            <a:off x="10136188" y="2286001"/>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EE69E2E2-5C16-4E06-BA1B-BB42E9C58916}" type="datetime'''''''''''''''''''''''''5'''''''''''''''''',''''''''2'''''''''">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5,2</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22" name="文本占位符 2">
            <a:extLst>
              <a:ext uri="{FF2B5EF4-FFF2-40B4-BE49-F238E27FC236}">
                <a16:creationId xmlns:a16="http://schemas.microsoft.com/office/drawing/2014/main" id="{CA2EA533-BD4B-158A-1D51-F3BFDDB74D23}"/>
              </a:ext>
            </a:extLst>
          </p:cNvPr>
          <p:cNvSpPr txBox="1">
            <a:spLocks/>
          </p:cNvSpPr>
          <p:nvPr>
            <p:custDataLst>
              <p:tags r:id="rId34"/>
            </p:custDataLst>
          </p:nvPr>
        </p:nvSpPr>
        <p:spPr bwMode="gray">
          <a:xfrm>
            <a:off x="10326688" y="2417764"/>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2B0E145A-977F-40EA-BF96-46753C7536C0}" type="datetime'''7'''''''''''''''''''''''''',6'''''">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7,6</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23" name="文本占位符 2">
            <a:extLst>
              <a:ext uri="{FF2B5EF4-FFF2-40B4-BE49-F238E27FC236}">
                <a16:creationId xmlns:a16="http://schemas.microsoft.com/office/drawing/2014/main" id="{9616690F-B0F7-AD22-DD57-939D01644530}"/>
              </a:ext>
            </a:extLst>
          </p:cNvPr>
          <p:cNvSpPr txBox="1">
            <a:spLocks/>
          </p:cNvSpPr>
          <p:nvPr>
            <p:custDataLst>
              <p:tags r:id="rId35"/>
            </p:custDataLst>
          </p:nvPr>
        </p:nvSpPr>
        <p:spPr bwMode="gray">
          <a:xfrm>
            <a:off x="10104438" y="2652714"/>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63CA98F9-4EAA-45C1-8BB2-694BC582CA36}" type="datetime'4'''',''''''''''''8'''''''''''''''''''''''''''">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4,8</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24" name="文本占位符 2">
            <a:extLst>
              <a:ext uri="{FF2B5EF4-FFF2-40B4-BE49-F238E27FC236}">
                <a16:creationId xmlns:a16="http://schemas.microsoft.com/office/drawing/2014/main" id="{6413128E-981E-E29C-4F52-126FB050D1E1}"/>
              </a:ext>
            </a:extLst>
          </p:cNvPr>
          <p:cNvSpPr txBox="1">
            <a:spLocks/>
          </p:cNvSpPr>
          <p:nvPr>
            <p:custDataLst>
              <p:tags r:id="rId36"/>
            </p:custDataLst>
          </p:nvPr>
        </p:nvSpPr>
        <p:spPr bwMode="gray">
          <a:xfrm>
            <a:off x="10152063" y="2784476"/>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04FF8874-1A69-4524-9F56-AA5C6367062A}" type="datetime'''''''''''''''''''''''''''''5,''4'''''''''">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5,4</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25" name="文本占位符 2">
            <a:extLst>
              <a:ext uri="{FF2B5EF4-FFF2-40B4-BE49-F238E27FC236}">
                <a16:creationId xmlns:a16="http://schemas.microsoft.com/office/drawing/2014/main" id="{544E0A17-072E-D201-F9C0-2FC9AAA8EE9A}"/>
              </a:ext>
            </a:extLst>
          </p:cNvPr>
          <p:cNvSpPr txBox="1">
            <a:spLocks/>
          </p:cNvSpPr>
          <p:nvPr>
            <p:custDataLst>
              <p:tags r:id="rId37"/>
            </p:custDataLst>
          </p:nvPr>
        </p:nvSpPr>
        <p:spPr bwMode="gray">
          <a:xfrm>
            <a:off x="10033000" y="3019426"/>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E79FA0B1-32AC-4006-830B-D5B97AFD0910}" type="datetime'''''3,''''''''''''''''''''''''9'''''''''''''''''''''">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3,9</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26" name="文本占位符 2">
            <a:extLst>
              <a:ext uri="{FF2B5EF4-FFF2-40B4-BE49-F238E27FC236}">
                <a16:creationId xmlns:a16="http://schemas.microsoft.com/office/drawing/2014/main" id="{2EBFEA0C-1654-3CD0-AAD6-58463E76A6CE}"/>
              </a:ext>
            </a:extLst>
          </p:cNvPr>
          <p:cNvSpPr txBox="1">
            <a:spLocks/>
          </p:cNvSpPr>
          <p:nvPr>
            <p:custDataLst>
              <p:tags r:id="rId38"/>
            </p:custDataLst>
          </p:nvPr>
        </p:nvSpPr>
        <p:spPr bwMode="gray">
          <a:xfrm>
            <a:off x="9985375" y="3151189"/>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14A4CEF5-CC2D-4926-ADE5-59085BBA0C1A}" type="datetime'3'''''''''''''''',''''''''''''3'''''''''''''''''''''''">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3,3</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15" name="文本占位符 2">
            <a:extLst>
              <a:ext uri="{FF2B5EF4-FFF2-40B4-BE49-F238E27FC236}">
                <a16:creationId xmlns:a16="http://schemas.microsoft.com/office/drawing/2014/main" id="{019EC7F9-92CF-DD4D-44D8-94585CDB9D95}"/>
              </a:ext>
            </a:extLst>
          </p:cNvPr>
          <p:cNvSpPr txBox="1">
            <a:spLocks/>
          </p:cNvSpPr>
          <p:nvPr>
            <p:custDataLst>
              <p:tags r:id="rId39"/>
            </p:custDataLst>
          </p:nvPr>
        </p:nvSpPr>
        <p:spPr bwMode="gray">
          <a:xfrm>
            <a:off x="10534650" y="1187451"/>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16628501-CA2F-4BDA-B445-431301025D0C}" type="datetime'''1''''''''''0'''''''',2'''''''''''''''''''">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10,2</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28" name="文本占位符 2">
            <a:extLst>
              <a:ext uri="{FF2B5EF4-FFF2-40B4-BE49-F238E27FC236}">
                <a16:creationId xmlns:a16="http://schemas.microsoft.com/office/drawing/2014/main" id="{CAD286E1-6F81-FC9F-4D55-85C387F73778}"/>
              </a:ext>
            </a:extLst>
          </p:cNvPr>
          <p:cNvSpPr txBox="1">
            <a:spLocks/>
          </p:cNvSpPr>
          <p:nvPr>
            <p:custDataLst>
              <p:tags r:id="rId40"/>
            </p:custDataLst>
          </p:nvPr>
        </p:nvSpPr>
        <p:spPr bwMode="gray">
          <a:xfrm>
            <a:off x="10685463" y="3516314"/>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3515B814-0014-4B20-8D76-A576602BFB18}" type="datetime'''''''''''''''1''''''''''2'',''''''1'''''''''''''''''">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12,1</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29" name="文本占位符 2">
            <a:extLst>
              <a:ext uri="{FF2B5EF4-FFF2-40B4-BE49-F238E27FC236}">
                <a16:creationId xmlns:a16="http://schemas.microsoft.com/office/drawing/2014/main" id="{10CCBE68-8028-5ACF-FADE-493EFCA3C591}"/>
              </a:ext>
            </a:extLst>
          </p:cNvPr>
          <p:cNvSpPr txBox="1">
            <a:spLocks/>
          </p:cNvSpPr>
          <p:nvPr>
            <p:custDataLst>
              <p:tags r:id="rId41"/>
            </p:custDataLst>
          </p:nvPr>
        </p:nvSpPr>
        <p:spPr bwMode="gray">
          <a:xfrm>
            <a:off x="10494963" y="3751264"/>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6B2DD71A-4B49-4EB6-97C4-9D0B6B4B4E7F}" type="datetime'''''''''''''''9'''',''7'''''">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9,7</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30" name="文本占位符 2">
            <a:extLst>
              <a:ext uri="{FF2B5EF4-FFF2-40B4-BE49-F238E27FC236}">
                <a16:creationId xmlns:a16="http://schemas.microsoft.com/office/drawing/2014/main" id="{BE1698D3-C71B-BC16-80A3-269F4C9517FC}"/>
              </a:ext>
            </a:extLst>
          </p:cNvPr>
          <p:cNvSpPr txBox="1">
            <a:spLocks/>
          </p:cNvSpPr>
          <p:nvPr>
            <p:custDataLst>
              <p:tags r:id="rId42"/>
            </p:custDataLst>
          </p:nvPr>
        </p:nvSpPr>
        <p:spPr bwMode="gray">
          <a:xfrm>
            <a:off x="10487025" y="3883026"/>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DFEFCD75-0497-4034-B038-7311F6E092C9}" type="datetime'''''''''''''''''9,''6'''''''">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9,6</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31" name="文本占位符 2">
            <a:extLst>
              <a:ext uri="{FF2B5EF4-FFF2-40B4-BE49-F238E27FC236}">
                <a16:creationId xmlns:a16="http://schemas.microsoft.com/office/drawing/2014/main" id="{698F606C-85BA-D131-5E7D-C110FA813FBC}"/>
              </a:ext>
            </a:extLst>
          </p:cNvPr>
          <p:cNvSpPr txBox="1">
            <a:spLocks/>
          </p:cNvSpPr>
          <p:nvPr>
            <p:custDataLst>
              <p:tags r:id="rId43"/>
            </p:custDataLst>
          </p:nvPr>
        </p:nvSpPr>
        <p:spPr bwMode="gray">
          <a:xfrm>
            <a:off x="10152063" y="4117976"/>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F5B6C1F8-CE6F-4359-BF3A-C0CBE651D8B9}" type="datetime'''''''''''''''''''''''5'''''''''''''''''''''''''',''''''4'">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5,4</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32" name="文本占位符 2">
            <a:extLst>
              <a:ext uri="{FF2B5EF4-FFF2-40B4-BE49-F238E27FC236}">
                <a16:creationId xmlns:a16="http://schemas.microsoft.com/office/drawing/2014/main" id="{A8D3B86D-7FE4-7D75-BB89-77A0BA7328B7}"/>
              </a:ext>
            </a:extLst>
          </p:cNvPr>
          <p:cNvSpPr txBox="1">
            <a:spLocks/>
          </p:cNvSpPr>
          <p:nvPr>
            <p:custDataLst>
              <p:tags r:id="rId44"/>
            </p:custDataLst>
          </p:nvPr>
        </p:nvSpPr>
        <p:spPr bwMode="gray">
          <a:xfrm>
            <a:off x="10033000" y="4249739"/>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2F0AC44D-4628-4E1E-BECB-343E78416259}" type="datetime'''''''''''''''''''''''''3'''''''''''''''''''''''',''''''''9'''">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3,9</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33" name="文本占位符 2">
            <a:extLst>
              <a:ext uri="{FF2B5EF4-FFF2-40B4-BE49-F238E27FC236}">
                <a16:creationId xmlns:a16="http://schemas.microsoft.com/office/drawing/2014/main" id="{BBA2FCDD-7AAA-B20D-0FFC-95B1167FD098}"/>
              </a:ext>
            </a:extLst>
          </p:cNvPr>
          <p:cNvSpPr txBox="1">
            <a:spLocks/>
          </p:cNvSpPr>
          <p:nvPr>
            <p:custDataLst>
              <p:tags r:id="rId45"/>
            </p:custDataLst>
          </p:nvPr>
        </p:nvSpPr>
        <p:spPr bwMode="gray">
          <a:xfrm>
            <a:off x="9786938" y="4484689"/>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4768B46E-1CE2-4D74-9D7A-AB37CB72AD1A}" type="datetime'''''''''''''0,''''''''''''''''''''8'''''''''''''''''''''">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0,8</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34" name="文本占位符 2">
            <a:extLst>
              <a:ext uri="{FF2B5EF4-FFF2-40B4-BE49-F238E27FC236}">
                <a16:creationId xmlns:a16="http://schemas.microsoft.com/office/drawing/2014/main" id="{60204937-7CF6-B00E-AC27-92D033641A87}"/>
              </a:ext>
            </a:extLst>
          </p:cNvPr>
          <p:cNvSpPr txBox="1">
            <a:spLocks/>
          </p:cNvSpPr>
          <p:nvPr>
            <p:custDataLst>
              <p:tags r:id="rId46"/>
            </p:custDataLst>
          </p:nvPr>
        </p:nvSpPr>
        <p:spPr bwMode="gray">
          <a:xfrm>
            <a:off x="9779000" y="4616451"/>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CAE6461F-39D9-440A-8A72-D2C56A521CE5}" type="datetime'''0,''''7'''''''">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0,7</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35" name="文本占位符 2">
            <a:extLst>
              <a:ext uri="{FF2B5EF4-FFF2-40B4-BE49-F238E27FC236}">
                <a16:creationId xmlns:a16="http://schemas.microsoft.com/office/drawing/2014/main" id="{E376E8E1-E278-EB6D-5EE5-59966125F05A}"/>
              </a:ext>
            </a:extLst>
          </p:cNvPr>
          <p:cNvSpPr txBox="1">
            <a:spLocks/>
          </p:cNvSpPr>
          <p:nvPr>
            <p:custDataLst>
              <p:tags r:id="rId47"/>
            </p:custDataLst>
          </p:nvPr>
        </p:nvSpPr>
        <p:spPr bwMode="gray">
          <a:xfrm>
            <a:off x="9993313" y="4849814"/>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A89B3413-4D05-4754-9A64-BB870954FF67}" type="datetime'3'''''',''''''4'''''''''''''''''''''''''''''''">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3,4</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36" name="文本占位符 2">
            <a:extLst>
              <a:ext uri="{FF2B5EF4-FFF2-40B4-BE49-F238E27FC236}">
                <a16:creationId xmlns:a16="http://schemas.microsoft.com/office/drawing/2014/main" id="{2F4A2524-86BC-F8D8-6CB7-38013535688B}"/>
              </a:ext>
            </a:extLst>
          </p:cNvPr>
          <p:cNvSpPr txBox="1">
            <a:spLocks/>
          </p:cNvSpPr>
          <p:nvPr>
            <p:custDataLst>
              <p:tags r:id="rId48"/>
            </p:custDataLst>
          </p:nvPr>
        </p:nvSpPr>
        <p:spPr bwMode="gray">
          <a:xfrm>
            <a:off x="10025063" y="4981576"/>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EBC50EFD-6B63-4817-9BB4-3BF51D88B117}" type="datetime'''''''''''''''''''3,''''''''''''''''''''''''''''''''8'''''''">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3,8</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37" name="文本占位符 2">
            <a:extLst>
              <a:ext uri="{FF2B5EF4-FFF2-40B4-BE49-F238E27FC236}">
                <a16:creationId xmlns:a16="http://schemas.microsoft.com/office/drawing/2014/main" id="{FD3DA9B1-CFF9-5EAF-1532-7D7D59D164DA}"/>
              </a:ext>
            </a:extLst>
          </p:cNvPr>
          <p:cNvSpPr txBox="1">
            <a:spLocks/>
          </p:cNvSpPr>
          <p:nvPr>
            <p:custDataLst>
              <p:tags r:id="rId49"/>
            </p:custDataLst>
          </p:nvPr>
        </p:nvSpPr>
        <p:spPr bwMode="gray">
          <a:xfrm>
            <a:off x="10152063" y="5216526"/>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33799DC9-CA06-43D3-BAED-B97757F1AFDA}" type="datetime'''''''''''''''5,''''''''''''''''''''''''4'''''''''''''''''''">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5,4</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38" name="文本占位符 2">
            <a:extLst>
              <a:ext uri="{FF2B5EF4-FFF2-40B4-BE49-F238E27FC236}">
                <a16:creationId xmlns:a16="http://schemas.microsoft.com/office/drawing/2014/main" id="{BD380143-CABA-6372-3ADC-B3C5660EF5B9}"/>
              </a:ext>
            </a:extLst>
          </p:cNvPr>
          <p:cNvSpPr txBox="1">
            <a:spLocks/>
          </p:cNvSpPr>
          <p:nvPr>
            <p:custDataLst>
              <p:tags r:id="rId50"/>
            </p:custDataLst>
          </p:nvPr>
        </p:nvSpPr>
        <p:spPr bwMode="gray">
          <a:xfrm>
            <a:off x="10128250" y="5348289"/>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8DEDDE01-9B6F-4C9C-978B-6891A10854A0}" type="datetime'''''''''''''''''''''''''''''''''''''''''''5'',''''1'">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5,1</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27" name="文本占位符 2">
            <a:extLst>
              <a:ext uri="{FF2B5EF4-FFF2-40B4-BE49-F238E27FC236}">
                <a16:creationId xmlns:a16="http://schemas.microsoft.com/office/drawing/2014/main" id="{CE0E8234-B2D7-E600-79F3-4C8490A6DFED}"/>
              </a:ext>
            </a:extLst>
          </p:cNvPr>
          <p:cNvSpPr txBox="1">
            <a:spLocks/>
          </p:cNvSpPr>
          <p:nvPr>
            <p:custDataLst>
              <p:tags r:id="rId51"/>
            </p:custDataLst>
          </p:nvPr>
        </p:nvSpPr>
        <p:spPr bwMode="gray">
          <a:xfrm>
            <a:off x="10995025" y="3384551"/>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ECF035A5-CD9F-46C3-80EB-530A712A76CD}" type="datetime'''''''''''''1''''''''''''''''''''''''''''6'''''''''',''0'''''">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16,0</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40" name="文本框 339">
            <a:extLst>
              <a:ext uri="{FF2B5EF4-FFF2-40B4-BE49-F238E27FC236}">
                <a16:creationId xmlns:a16="http://schemas.microsoft.com/office/drawing/2014/main" id="{08F08F42-15D5-3C50-548E-1B77AC893C85}"/>
              </a:ext>
            </a:extLst>
          </p:cNvPr>
          <p:cNvSpPr txBox="1"/>
          <p:nvPr/>
        </p:nvSpPr>
        <p:spPr>
          <a:xfrm>
            <a:off x="7537514" y="382905"/>
            <a:ext cx="1595309" cy="523220"/>
          </a:xfrm>
          <a:prstGeom prst="rect">
            <a:avLst/>
          </a:prstGeom>
          <a:noFill/>
        </p:spPr>
        <p:txBody>
          <a:bodyPr wrap="none" rtlCol="0">
            <a:spAutoFit/>
          </a:bodyPr>
          <a:lstStyle>
            <a:defPPr>
              <a:defRPr lang="zh-CN"/>
            </a:defPPr>
            <a:lvl1pPr>
              <a:defRPr kumimoji="1" sz="1400">
                <a:latin typeface="HarmonyOS Sans SC Medium" pitchFamily="2" charset="-122"/>
                <a:ea typeface="HarmonyOS Sans SC Medium" pitchFamily="2" charset="-122"/>
              </a:defRPr>
            </a:lvl1pPr>
          </a:lstStyle>
          <a:p>
            <a:r>
              <a:rPr lang="en-US" altLang="zh-CN" dirty="0"/>
              <a:t>Share of total</a:t>
            </a:r>
          </a:p>
          <a:p>
            <a:r>
              <a:rPr lang="en-US" altLang="zh-CN" dirty="0"/>
              <a:t>employment</a:t>
            </a:r>
            <a:r>
              <a:rPr lang="zh-CN" altLang="en-US" dirty="0"/>
              <a:t>，</a:t>
            </a:r>
            <a:r>
              <a:rPr lang="en-US" altLang="zh-CN" dirty="0">
                <a:latin typeface="HarmonyOS Sans SC Light" pitchFamily="2" charset="-122"/>
                <a:ea typeface="HarmonyOS Sans SC Light" pitchFamily="2" charset="-122"/>
              </a:rPr>
              <a:t>%</a:t>
            </a:r>
            <a:endParaRPr lang="zh-CN" altLang="en-US" dirty="0">
              <a:latin typeface="HarmonyOS Sans SC Light" pitchFamily="2" charset="-122"/>
              <a:ea typeface="HarmonyOS Sans SC Light" pitchFamily="2" charset="-122"/>
            </a:endParaRPr>
          </a:p>
        </p:txBody>
      </p:sp>
      <p:sp>
        <p:nvSpPr>
          <p:cNvPr id="341" name="文本框 340">
            <a:extLst>
              <a:ext uri="{FF2B5EF4-FFF2-40B4-BE49-F238E27FC236}">
                <a16:creationId xmlns:a16="http://schemas.microsoft.com/office/drawing/2014/main" id="{26049BC6-D99E-D835-6405-E1CD2317DD9C}"/>
              </a:ext>
            </a:extLst>
          </p:cNvPr>
          <p:cNvSpPr txBox="1"/>
          <p:nvPr/>
        </p:nvSpPr>
        <p:spPr>
          <a:xfrm>
            <a:off x="9614822" y="378778"/>
            <a:ext cx="1305165" cy="523220"/>
          </a:xfrm>
          <a:prstGeom prst="rect">
            <a:avLst/>
          </a:prstGeom>
          <a:noFill/>
        </p:spPr>
        <p:txBody>
          <a:bodyPr wrap="none" rtlCol="0">
            <a:spAutoFit/>
          </a:bodyPr>
          <a:lstStyle>
            <a:defPPr>
              <a:defRPr lang="zh-CN"/>
            </a:defPPr>
            <a:lvl1pPr>
              <a:defRPr kumimoji="1" sz="1400">
                <a:latin typeface="HarmonyOS Sans SC Medium" pitchFamily="2" charset="-122"/>
                <a:ea typeface="HarmonyOS Sans SC Medium" pitchFamily="2" charset="-122"/>
              </a:defRPr>
            </a:lvl1pPr>
          </a:lstStyle>
          <a:p>
            <a:r>
              <a:rPr lang="en-US" altLang="zh-CN" dirty="0"/>
              <a:t>Share </a:t>
            </a:r>
            <a:r>
              <a:rPr lang="en-US" altLang="zh-CN" dirty="0" err="1"/>
              <a:t>oftotal</a:t>
            </a:r>
            <a:endParaRPr lang="en-US" altLang="zh-CN" dirty="0"/>
          </a:p>
          <a:p>
            <a:r>
              <a:rPr lang="en-US" altLang="zh-CN" dirty="0"/>
              <a:t>vacancies</a:t>
            </a:r>
            <a:r>
              <a:rPr lang="zh-CN" altLang="en-US" dirty="0"/>
              <a:t>，</a:t>
            </a:r>
            <a:r>
              <a:rPr lang="en-US" altLang="zh-CN" dirty="0">
                <a:latin typeface="HarmonyOS Sans SC Light" pitchFamily="2" charset="-122"/>
                <a:ea typeface="HarmonyOS Sans SC Light" pitchFamily="2" charset="-122"/>
              </a:rPr>
              <a:t>%</a:t>
            </a:r>
            <a:endParaRPr lang="zh-CN" altLang="en-US" dirty="0">
              <a:latin typeface="HarmonyOS Sans SC Light" pitchFamily="2" charset="-122"/>
              <a:ea typeface="HarmonyOS Sans SC Light" pitchFamily="2" charset="-122"/>
            </a:endParaRPr>
          </a:p>
        </p:txBody>
      </p:sp>
      <p:sp>
        <p:nvSpPr>
          <p:cNvPr id="342" name="文本框 341">
            <a:extLst>
              <a:ext uri="{FF2B5EF4-FFF2-40B4-BE49-F238E27FC236}">
                <a16:creationId xmlns:a16="http://schemas.microsoft.com/office/drawing/2014/main" id="{825E251F-55DF-2EE4-1A87-3E96B105F89F}"/>
              </a:ext>
            </a:extLst>
          </p:cNvPr>
          <p:cNvSpPr txBox="1"/>
          <p:nvPr/>
        </p:nvSpPr>
        <p:spPr>
          <a:xfrm>
            <a:off x="8616694" y="884894"/>
            <a:ext cx="537327" cy="276999"/>
          </a:xfrm>
          <a:prstGeom prst="rect">
            <a:avLst/>
          </a:prstGeom>
          <a:noFill/>
        </p:spPr>
        <p:txBody>
          <a:bodyPr wrap="none" rtlCol="0">
            <a:spAutoFit/>
          </a:bodyPr>
          <a:lstStyle>
            <a:defPPr>
              <a:defRPr lang="zh-CN"/>
            </a:defPPr>
            <a:lvl1pPr>
              <a:defRPr kumimoji="1" sz="1200">
                <a:solidFill>
                  <a:schemeClr val="tx1">
                    <a:lumMod val="50000"/>
                    <a:lumOff val="50000"/>
                  </a:schemeClr>
                </a:solidFill>
                <a:latin typeface="HarmonyOS Sans SC" pitchFamily="2" charset="-122"/>
                <a:ea typeface="HarmonyOS Sans SC" pitchFamily="2" charset="-122"/>
              </a:defRPr>
            </a:lvl1pPr>
          </a:lstStyle>
          <a:p>
            <a:r>
              <a:rPr lang="en-US" altLang="zh-CN" dirty="0"/>
              <a:t>2023</a:t>
            </a:r>
            <a:endParaRPr lang="zh-CN" altLang="en-US" dirty="0"/>
          </a:p>
        </p:txBody>
      </p:sp>
      <p:sp>
        <p:nvSpPr>
          <p:cNvPr id="343" name="文本框 342">
            <a:extLst>
              <a:ext uri="{FF2B5EF4-FFF2-40B4-BE49-F238E27FC236}">
                <a16:creationId xmlns:a16="http://schemas.microsoft.com/office/drawing/2014/main" id="{B82137A1-774F-EB6A-8FA7-17EC5678F04C}"/>
              </a:ext>
            </a:extLst>
          </p:cNvPr>
          <p:cNvSpPr txBox="1"/>
          <p:nvPr/>
        </p:nvSpPr>
        <p:spPr>
          <a:xfrm>
            <a:off x="7782272" y="879951"/>
            <a:ext cx="537327" cy="276999"/>
          </a:xfrm>
          <a:prstGeom prst="rect">
            <a:avLst/>
          </a:prstGeom>
          <a:noFill/>
        </p:spPr>
        <p:txBody>
          <a:bodyPr wrap="none" rtlCol="0">
            <a:spAutoFit/>
          </a:bodyPr>
          <a:lstStyle>
            <a:defPPr>
              <a:defRPr lang="zh-CN"/>
            </a:defPPr>
            <a:lvl1pPr>
              <a:defRPr kumimoji="1" sz="1200">
                <a:solidFill>
                  <a:schemeClr val="tx1">
                    <a:lumMod val="50000"/>
                    <a:lumOff val="50000"/>
                  </a:schemeClr>
                </a:solidFill>
                <a:latin typeface="HarmonyOS Sans SC" pitchFamily="2" charset="-122"/>
                <a:ea typeface="HarmonyOS Sans SC" pitchFamily="2" charset="-122"/>
              </a:defRPr>
            </a:lvl1pPr>
          </a:lstStyle>
          <a:p>
            <a:r>
              <a:rPr lang="en-US" altLang="zh-CN" dirty="0"/>
              <a:t>2010</a:t>
            </a:r>
            <a:endParaRPr lang="zh-CN" altLang="en-US" dirty="0"/>
          </a:p>
        </p:txBody>
      </p:sp>
      <p:sp>
        <p:nvSpPr>
          <p:cNvPr id="344" name="矩形 343">
            <a:extLst>
              <a:ext uri="{FF2B5EF4-FFF2-40B4-BE49-F238E27FC236}">
                <a16:creationId xmlns:a16="http://schemas.microsoft.com/office/drawing/2014/main" id="{D7AE406D-9B01-4394-FDD5-2E3FC1DF0DC9}"/>
              </a:ext>
            </a:extLst>
          </p:cNvPr>
          <p:cNvSpPr/>
          <p:nvPr/>
        </p:nvSpPr>
        <p:spPr>
          <a:xfrm>
            <a:off x="8485491" y="950943"/>
            <a:ext cx="133363" cy="131445"/>
          </a:xfrm>
          <a:prstGeom prst="rect">
            <a:avLst/>
          </a:prstGeom>
          <a:solidFill>
            <a:srgbClr val="01A9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5" name="矩形 344">
            <a:extLst>
              <a:ext uri="{FF2B5EF4-FFF2-40B4-BE49-F238E27FC236}">
                <a16:creationId xmlns:a16="http://schemas.microsoft.com/office/drawing/2014/main" id="{E3A3B852-7ED6-88A2-1062-F971FDC3A11F}"/>
              </a:ext>
            </a:extLst>
          </p:cNvPr>
          <p:cNvSpPr/>
          <p:nvPr/>
        </p:nvSpPr>
        <p:spPr>
          <a:xfrm>
            <a:off x="7660773" y="946851"/>
            <a:ext cx="133363" cy="13144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037937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F96D6E0-3D01-B871-4684-842CFB284FBA}"/>
              </a:ext>
            </a:extLst>
          </p:cNvPr>
          <p:cNvGraphicFramePr>
            <a:graphicFrameLocks noChangeAspect="1"/>
          </p:cNvGraphicFramePr>
          <p:nvPr>
            <p:custDataLst>
              <p:tags r:id="rId1"/>
            </p:custDataLst>
            <p:extLst>
              <p:ext uri="{D42A27DB-BD31-4B8C-83A1-F6EECF244321}">
                <p14:modId xmlns:p14="http://schemas.microsoft.com/office/powerpoint/2010/main" val="373881380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61" imgW="7772400" imgH="10058400" progId="TCLayout.ActiveDocument.1">
                  <p:embed/>
                </p:oleObj>
              </mc:Choice>
              <mc:Fallback>
                <p:oleObj name="think-cell 幻灯片" r:id="rId61" imgW="7772400" imgH="10058400" progId="TCLayout.ActiveDocument.1">
                  <p:embed/>
                  <p:pic>
                    <p:nvPicPr>
                      <p:cNvPr id="4" name="think-cell data - do not delete" hidden="1">
                        <a:extLst>
                          <a:ext uri="{FF2B5EF4-FFF2-40B4-BE49-F238E27FC236}">
                            <a16:creationId xmlns:a16="http://schemas.microsoft.com/office/drawing/2014/main" id="{0F96D6E0-3D01-B871-4684-842CFB284FBA}"/>
                          </a:ext>
                        </a:extLst>
                      </p:cNvPr>
                      <p:cNvPicPr/>
                      <p:nvPr/>
                    </p:nvPicPr>
                    <p:blipFill>
                      <a:blip r:embed="rId62"/>
                      <a:stretch>
                        <a:fillRect/>
                      </a:stretch>
                    </p:blipFill>
                    <p:spPr>
                      <a:xfrm>
                        <a:off x="1588" y="1588"/>
                        <a:ext cx="1227" cy="1588"/>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4BC41D21-8DBB-F065-5163-AE0A1C72DF8F}"/>
              </a:ext>
            </a:extLst>
          </p:cNvPr>
          <p:cNvSpPr txBox="1"/>
          <p:nvPr/>
        </p:nvSpPr>
        <p:spPr>
          <a:xfrm>
            <a:off x="467677" y="305319"/>
            <a:ext cx="11255692" cy="646331"/>
          </a:xfrm>
          <a:prstGeom prst="rect">
            <a:avLst/>
          </a:prstGeom>
          <a:noFill/>
        </p:spPr>
        <p:txBody>
          <a:bodyPr wrap="square" rtlCol="0">
            <a:spAutoFit/>
          </a:bodyPr>
          <a:lstStyle/>
          <a:p>
            <a:r>
              <a:rPr kumimoji="1" lang="en-US" altLang="zh-CN" dirty="0">
                <a:latin typeface="HarmonyOS Sans SC Medium" pitchFamily="2" charset="-122"/>
                <a:ea typeface="HarmonyOS Sans SC Medium" pitchFamily="2" charset="-122"/>
              </a:rPr>
              <a:t>In the United States, occupations with the biggest increases in job vacancies</a:t>
            </a:r>
            <a:r>
              <a:rPr kumimoji="1" lang="zh-CN" altLang="en-US" dirty="0">
                <a:latin typeface="HarmonyOS Sans SC Medium" pitchFamily="2" charset="-122"/>
                <a:ea typeface="HarmonyOS Sans SC Medium" pitchFamily="2" charset="-122"/>
              </a:rPr>
              <a:t> </a:t>
            </a:r>
            <a:r>
              <a:rPr kumimoji="1" lang="en-US" altLang="zh-CN" dirty="0">
                <a:latin typeface="HarmonyOS Sans SC Medium" pitchFamily="2" charset="-122"/>
                <a:ea typeface="HarmonyOS Sans SC Medium" pitchFamily="2" charset="-122"/>
              </a:rPr>
              <a:t>disproportionately require physical and manual skills.</a:t>
            </a:r>
            <a:endParaRPr kumimoji="1" lang="zh-CN" altLang="en-US" dirty="0">
              <a:latin typeface="HarmonyOS Sans SC Light" pitchFamily="2" charset="-122"/>
              <a:ea typeface="HarmonyOS Sans SC Light" pitchFamily="2" charset="-122"/>
            </a:endParaRPr>
          </a:p>
        </p:txBody>
      </p:sp>
      <p:sp>
        <p:nvSpPr>
          <p:cNvPr id="264" name="文本框 263">
            <a:extLst>
              <a:ext uri="{FF2B5EF4-FFF2-40B4-BE49-F238E27FC236}">
                <a16:creationId xmlns:a16="http://schemas.microsoft.com/office/drawing/2014/main" id="{9FE6569E-7AB2-8882-4355-9BB7FA992463}"/>
              </a:ext>
            </a:extLst>
          </p:cNvPr>
          <p:cNvSpPr txBox="1"/>
          <p:nvPr/>
        </p:nvSpPr>
        <p:spPr>
          <a:xfrm>
            <a:off x="467677" y="6222227"/>
            <a:ext cx="11256645" cy="215444"/>
          </a:xfrm>
          <a:prstGeom prst="rect">
            <a:avLst/>
          </a:prstGeom>
          <a:noFill/>
        </p:spPr>
        <p:txBody>
          <a:bodyPr wrap="square" rtlCol="0">
            <a:spAutoFit/>
          </a:bodyPr>
          <a:lstStyle/>
          <a:p>
            <a:r>
              <a:rPr kumimoji="1" lang="en-US" altLang="zh-CN" sz="800" dirty="0">
                <a:solidFill>
                  <a:schemeClr val="tx1">
                    <a:lumMod val="65000"/>
                    <a:lumOff val="35000"/>
                  </a:schemeClr>
                </a:solidFill>
                <a:latin typeface="HarmonyOS Sans SC Light" pitchFamily="2" charset="-122"/>
                <a:ea typeface="HarmonyOS Sans SC Light" pitchFamily="2" charset="-122"/>
              </a:rPr>
              <a:t>Note: Figures may not sum to 100%</a:t>
            </a:r>
            <a:r>
              <a:rPr kumimoji="1" lang="zh-CN" altLang="en-US" sz="800" dirty="0">
                <a:solidFill>
                  <a:schemeClr val="tx1">
                    <a:lumMod val="65000"/>
                    <a:lumOff val="35000"/>
                  </a:schemeClr>
                </a:solidFill>
                <a:latin typeface="HarmonyOS Sans SC Light" pitchFamily="2" charset="-122"/>
                <a:ea typeface="HarmonyOS Sans SC Light" pitchFamily="2" charset="-122"/>
              </a:rPr>
              <a:t>， </a:t>
            </a:r>
            <a:r>
              <a:rPr kumimoji="1" lang="en-US" altLang="zh-CN" sz="800" dirty="0">
                <a:solidFill>
                  <a:schemeClr val="tx1">
                    <a:lumMod val="65000"/>
                    <a:lumOff val="35000"/>
                  </a:schemeClr>
                </a:solidFill>
                <a:latin typeface="HarmonyOS Sans SC Light" pitchFamily="2" charset="-122"/>
                <a:ea typeface="HarmonyOS Sans SC Light" pitchFamily="2" charset="-122"/>
              </a:rPr>
              <a:t>because of rounding.</a:t>
            </a:r>
            <a:endParaRPr kumimoji="1" lang="zh-CN" altLang="en-US" sz="800" dirty="0">
              <a:solidFill>
                <a:schemeClr val="tx1">
                  <a:lumMod val="65000"/>
                  <a:lumOff val="35000"/>
                </a:schemeClr>
              </a:solidFill>
              <a:latin typeface="HarmonyOS Sans SC Light" pitchFamily="2" charset="-122"/>
              <a:ea typeface="HarmonyOS Sans SC Light" pitchFamily="2" charset="-122"/>
            </a:endParaRPr>
          </a:p>
        </p:txBody>
      </p:sp>
      <p:sp>
        <p:nvSpPr>
          <p:cNvPr id="106" name="文本框 105">
            <a:extLst>
              <a:ext uri="{FF2B5EF4-FFF2-40B4-BE49-F238E27FC236}">
                <a16:creationId xmlns:a16="http://schemas.microsoft.com/office/drawing/2014/main" id="{0253954D-FF88-3C98-17E4-ADD3941BB717}"/>
              </a:ext>
            </a:extLst>
          </p:cNvPr>
          <p:cNvSpPr txBox="1"/>
          <p:nvPr/>
        </p:nvSpPr>
        <p:spPr>
          <a:xfrm>
            <a:off x="466724" y="6387315"/>
            <a:ext cx="11256645" cy="215444"/>
          </a:xfrm>
          <a:prstGeom prst="rect">
            <a:avLst/>
          </a:prstGeom>
          <a:noFill/>
        </p:spPr>
        <p:txBody>
          <a:bodyPr wrap="square" rtlCol="0">
            <a:spAutoFit/>
          </a:bodyPr>
          <a:lstStyle/>
          <a:p>
            <a:r>
              <a:rPr kumimoji="1" lang="en-US" altLang="zh-CN" sz="800" dirty="0">
                <a:solidFill>
                  <a:schemeClr val="tx1">
                    <a:lumMod val="65000"/>
                    <a:lumOff val="35000"/>
                  </a:schemeClr>
                </a:solidFill>
                <a:latin typeface="HarmonyOS Sans SC Light" pitchFamily="2" charset="-122"/>
                <a:ea typeface="HarmonyOS Sans SC Light" pitchFamily="2" charset="-122"/>
              </a:rPr>
              <a:t>Source: </a:t>
            </a:r>
            <a:r>
              <a:rPr kumimoji="1" lang="en-US" altLang="zh-CN" sz="800" dirty="0" err="1">
                <a:solidFill>
                  <a:schemeClr val="tx1">
                    <a:lumMod val="65000"/>
                    <a:lumOff val="35000"/>
                  </a:schemeClr>
                </a:solidFill>
                <a:latin typeface="HarmonyOS Sans SC Light" pitchFamily="2" charset="-122"/>
                <a:ea typeface="HarmonyOS Sans SC Light" pitchFamily="2" charset="-122"/>
              </a:rPr>
              <a:t>Lightcast</a:t>
            </a:r>
            <a:r>
              <a:rPr kumimoji="1" lang="en-US" altLang="zh-CN" sz="800" dirty="0">
                <a:solidFill>
                  <a:schemeClr val="tx1">
                    <a:lumMod val="65000"/>
                    <a:lumOff val="35000"/>
                  </a:schemeClr>
                </a:solidFill>
                <a:latin typeface="HarmonyOS Sans SC Light" pitchFamily="2" charset="-122"/>
                <a:ea typeface="HarmonyOS Sans SC Light" pitchFamily="2" charset="-122"/>
              </a:rPr>
              <a:t>; McKinsey Future of Work database; McKinsey Global Institute analysis</a:t>
            </a:r>
            <a:endParaRPr kumimoji="1" lang="zh-CN" altLang="en-US" sz="800" dirty="0">
              <a:solidFill>
                <a:schemeClr val="tx1">
                  <a:lumMod val="65000"/>
                  <a:lumOff val="35000"/>
                </a:schemeClr>
              </a:solidFill>
              <a:latin typeface="HarmonyOS Sans SC Light" pitchFamily="2" charset="-122"/>
              <a:ea typeface="HarmonyOS Sans SC Light" pitchFamily="2" charset="-122"/>
            </a:endParaRPr>
          </a:p>
        </p:txBody>
      </p:sp>
      <p:sp>
        <p:nvSpPr>
          <p:cNvPr id="22" name="文本框 21">
            <a:extLst>
              <a:ext uri="{FF2B5EF4-FFF2-40B4-BE49-F238E27FC236}">
                <a16:creationId xmlns:a16="http://schemas.microsoft.com/office/drawing/2014/main" id="{A62D8248-4CC8-ECDF-B599-2A7606E8BF5C}"/>
              </a:ext>
            </a:extLst>
          </p:cNvPr>
          <p:cNvSpPr txBox="1"/>
          <p:nvPr/>
        </p:nvSpPr>
        <p:spPr>
          <a:xfrm>
            <a:off x="467677" y="947128"/>
            <a:ext cx="4597734" cy="523220"/>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Change in job vacancy share by occupational group</a:t>
            </a:r>
            <a:r>
              <a:rPr kumimoji="1" lang="zh-CN" altLang="en-US" sz="1400" dirty="0">
                <a:latin typeface="HarmonyOS Sans SC" pitchFamily="2" charset="-122"/>
                <a:ea typeface="HarmonyOS Sans SC" pitchFamily="2" charset="-122"/>
              </a:rPr>
              <a:t>，</a:t>
            </a:r>
          </a:p>
          <a:p>
            <a:r>
              <a:rPr kumimoji="1" lang="en-US" altLang="zh-CN" sz="1400" dirty="0">
                <a:latin typeface="HarmonyOS Sans SC" pitchFamily="2" charset="-122"/>
                <a:ea typeface="HarmonyOS Sans SC" pitchFamily="2" charset="-122"/>
              </a:rPr>
              <a:t>2015-23, </a:t>
            </a:r>
            <a:r>
              <a:rPr kumimoji="1" lang="en-US" altLang="zh-CN" sz="1400" dirty="0">
                <a:latin typeface="HarmonyOS Sans SC Light" pitchFamily="2" charset="-122"/>
                <a:ea typeface="HarmonyOS Sans SC Light" pitchFamily="2" charset="-122"/>
              </a:rPr>
              <a:t>percentage points</a:t>
            </a:r>
            <a:endParaRPr kumimoji="1" lang="zh-CN" altLang="en-US" sz="1400" dirty="0">
              <a:latin typeface="HarmonyOS Sans SC Light" pitchFamily="2" charset="-122"/>
              <a:ea typeface="HarmonyOS Sans SC Light" pitchFamily="2" charset="-122"/>
            </a:endParaRPr>
          </a:p>
        </p:txBody>
      </p:sp>
      <p:graphicFrame>
        <p:nvGraphicFramePr>
          <p:cNvPr id="450" name="Chart 3">
            <a:extLst>
              <a:ext uri="{FF2B5EF4-FFF2-40B4-BE49-F238E27FC236}">
                <a16:creationId xmlns:a16="http://schemas.microsoft.com/office/drawing/2014/main" id="{7D6BCDED-03B4-33A2-CB75-7249AF25B682}"/>
              </a:ext>
            </a:extLst>
          </p:cNvPr>
          <p:cNvGraphicFramePr/>
          <p:nvPr>
            <p:custDataLst>
              <p:tags r:id="rId2"/>
            </p:custDataLst>
            <p:extLst>
              <p:ext uri="{D42A27DB-BD31-4B8C-83A1-F6EECF244321}">
                <p14:modId xmlns:p14="http://schemas.microsoft.com/office/powerpoint/2010/main" val="2571206217"/>
              </p:ext>
            </p:extLst>
          </p:nvPr>
        </p:nvGraphicFramePr>
        <p:xfrm>
          <a:off x="3371850" y="1387475"/>
          <a:ext cx="3157538" cy="4675188"/>
        </p:xfrm>
        <a:graphic>
          <a:graphicData uri="http://schemas.openxmlformats.org/drawingml/2006/chart">
            <c:chart xmlns:c="http://schemas.openxmlformats.org/drawingml/2006/chart" xmlns:r="http://schemas.openxmlformats.org/officeDocument/2006/relationships" r:id="rId63"/>
          </a:graphicData>
        </a:graphic>
      </p:graphicFrame>
      <p:sp>
        <p:nvSpPr>
          <p:cNvPr id="25" name="文本占位符 2">
            <a:extLst>
              <a:ext uri="{FF2B5EF4-FFF2-40B4-BE49-F238E27FC236}">
                <a16:creationId xmlns:a16="http://schemas.microsoft.com/office/drawing/2014/main" id="{D66693AC-2754-91F1-A953-0BE83B3BA3E7}"/>
              </a:ext>
            </a:extLst>
          </p:cNvPr>
          <p:cNvSpPr txBox="1">
            <a:spLocks/>
          </p:cNvSpPr>
          <p:nvPr>
            <p:custDataLst>
              <p:tags r:id="rId3"/>
            </p:custDataLst>
          </p:nvPr>
        </p:nvSpPr>
        <p:spPr bwMode="auto">
          <a:xfrm>
            <a:off x="566738" y="1708150"/>
            <a:ext cx="21066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9EFDE67B-EB3C-48FA-846C-F62928B6ACFF}" type="datetime'''In''sta''llat''ion, mainte''nanc''e,'' and'' re''p''a''ir'">
              <a:rPr kumimoji="1" lang="en-US" altLang="en-US" sz="1000" smtClean="0">
                <a:latin typeface="HarmonyOS Sans SC" pitchFamily="2" charset="-122"/>
                <a:ea typeface="HarmonyOS Sans SC" pitchFamily="2" charset="-122"/>
                <a:sym typeface="HarmonyOS Sans SC" pitchFamily="2" charset="-122"/>
              </a:rPr>
              <a:pPr marL="0" indent="0">
                <a:spcBef>
                  <a:spcPct val="0"/>
                </a:spcBef>
                <a:spcAft>
                  <a:spcPct val="0"/>
                </a:spcAft>
                <a:buNone/>
              </a:pPr>
              <a:t>Installation, maintenance, and repair</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6" name="文本占位符 2">
            <a:extLst>
              <a:ext uri="{FF2B5EF4-FFF2-40B4-BE49-F238E27FC236}">
                <a16:creationId xmlns:a16="http://schemas.microsoft.com/office/drawing/2014/main" id="{D14F9FC8-E20A-C5A6-C3E1-7FBB1FA24000}"/>
              </a:ext>
            </a:extLst>
          </p:cNvPr>
          <p:cNvSpPr txBox="1">
            <a:spLocks/>
          </p:cNvSpPr>
          <p:nvPr>
            <p:custDataLst>
              <p:tags r:id="rId4"/>
            </p:custDataLst>
          </p:nvPr>
        </p:nvSpPr>
        <p:spPr bwMode="auto">
          <a:xfrm>
            <a:off x="566738" y="1912938"/>
            <a:ext cx="28019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4E15037C-188C-467A-8F48-8DE70468305B}" type="datetime'B''ui''l''ding and groun''ds'' cleanin''g and'' mainten''ance'">
              <a:rPr kumimoji="1" lang="en-US" altLang="en-US" sz="1000" smtClean="0">
                <a:latin typeface="HarmonyOS Sans SC" pitchFamily="2" charset="-122"/>
                <a:ea typeface="HarmonyOS Sans SC" pitchFamily="2" charset="-122"/>
                <a:sym typeface="HarmonyOS Sans SC" pitchFamily="2" charset="-122"/>
              </a:rPr>
              <a:pPr marL="0" indent="0">
                <a:spcBef>
                  <a:spcPct val="0"/>
                </a:spcBef>
                <a:spcAft>
                  <a:spcPct val="0"/>
                </a:spcAft>
                <a:buNone/>
              </a:pPr>
              <a:t>Building and grounds cleaning and maintenance</a:t>
            </a:fld>
            <a:endParaRPr kumimoji="1" lang="zh-CN" altLang="en-US" sz="1000" dirty="0">
              <a:latin typeface="HarmonyOS Sans SC" pitchFamily="2" charset="-122"/>
              <a:ea typeface="HarmonyOS Sans SC" pitchFamily="2" charset="-122"/>
              <a:sym typeface="HarmonyOS Sans SC" pitchFamily="2" charset="-122"/>
            </a:endParaRPr>
          </a:p>
        </p:txBody>
      </p:sp>
      <p:sp>
        <p:nvSpPr>
          <p:cNvPr id="43" name="文本占位符 2">
            <a:extLst>
              <a:ext uri="{FF2B5EF4-FFF2-40B4-BE49-F238E27FC236}">
                <a16:creationId xmlns:a16="http://schemas.microsoft.com/office/drawing/2014/main" id="{D5F43871-28F7-22C4-2EA5-E39412790480}"/>
              </a:ext>
            </a:extLst>
          </p:cNvPr>
          <p:cNvSpPr txBox="1">
            <a:spLocks/>
          </p:cNvSpPr>
          <p:nvPr>
            <p:custDataLst>
              <p:tags r:id="rId5"/>
            </p:custDataLst>
          </p:nvPr>
        </p:nvSpPr>
        <p:spPr bwMode="auto">
          <a:xfrm>
            <a:off x="566738" y="2117725"/>
            <a:ext cx="11223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5676FF7D-BC43-4963-9CB8-556ED1C6BA74}" type="datetime'''H''e''al''t''hca''re'''''' ''''su''''p''p''''or''''t'">
              <a:rPr kumimoji="1" lang="en-US" altLang="en-US" sz="1000" smtClean="0">
                <a:latin typeface="HarmonyOS Sans SC" pitchFamily="2" charset="-122"/>
                <a:ea typeface="HarmonyOS Sans SC" pitchFamily="2" charset="-122"/>
                <a:sym typeface="HarmonyOS Sans SC" pitchFamily="2" charset="-122"/>
              </a:rPr>
              <a:pPr marL="0" indent="0">
                <a:spcBef>
                  <a:spcPct val="0"/>
                </a:spcBef>
                <a:spcAft>
                  <a:spcPct val="0"/>
                </a:spcAft>
                <a:buNone/>
              </a:pPr>
              <a:t>Healthcare support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46" name="文本占位符 2">
            <a:extLst>
              <a:ext uri="{FF2B5EF4-FFF2-40B4-BE49-F238E27FC236}">
                <a16:creationId xmlns:a16="http://schemas.microsoft.com/office/drawing/2014/main" id="{0A3F0B72-F01D-5686-445A-79618AF3F713}"/>
              </a:ext>
            </a:extLst>
          </p:cNvPr>
          <p:cNvSpPr txBox="1">
            <a:spLocks/>
          </p:cNvSpPr>
          <p:nvPr>
            <p:custDataLst>
              <p:tags r:id="rId6"/>
            </p:custDataLst>
          </p:nvPr>
        </p:nvSpPr>
        <p:spPr bwMode="auto">
          <a:xfrm>
            <a:off x="566738" y="2324100"/>
            <a:ext cx="19907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FB9BBED3-4A9A-49C5-8054-D747BF06EE89}" type="datetime'Educa''tio''nal'' in''str''uct''ion'' ''a''''nd lib''''''rary'">
              <a:rPr kumimoji="1" lang="en-US" altLang="en-US" sz="1000" smtClean="0">
                <a:latin typeface="HarmonyOS Sans SC" pitchFamily="2" charset="-122"/>
                <a:ea typeface="HarmonyOS Sans SC" pitchFamily="2" charset="-122"/>
                <a:sym typeface="HarmonyOS Sans SC" pitchFamily="2" charset="-122"/>
              </a:rPr>
              <a:pPr marL="0" indent="0">
                <a:spcBef>
                  <a:spcPct val="0"/>
                </a:spcBef>
                <a:spcAft>
                  <a:spcPct val="0"/>
                </a:spcAft>
                <a:buNone/>
              </a:pPr>
              <a:t>Educational instruction and library</a:t>
            </a:fld>
            <a:endParaRPr kumimoji="1" lang="zh-CN" altLang="en-US" sz="1000" dirty="0">
              <a:latin typeface="HarmonyOS Sans SC" pitchFamily="2" charset="-122"/>
              <a:ea typeface="HarmonyOS Sans SC" pitchFamily="2" charset="-122"/>
              <a:sym typeface="HarmonyOS Sans SC" pitchFamily="2" charset="-122"/>
            </a:endParaRPr>
          </a:p>
        </p:txBody>
      </p:sp>
      <p:sp>
        <p:nvSpPr>
          <p:cNvPr id="49" name="文本占位符 2">
            <a:extLst>
              <a:ext uri="{FF2B5EF4-FFF2-40B4-BE49-F238E27FC236}">
                <a16:creationId xmlns:a16="http://schemas.microsoft.com/office/drawing/2014/main" id="{9C735690-A000-E0C2-FDB2-F69C2DF3E625}"/>
              </a:ext>
            </a:extLst>
          </p:cNvPr>
          <p:cNvSpPr txBox="1">
            <a:spLocks/>
          </p:cNvSpPr>
          <p:nvPr>
            <p:custDataLst>
              <p:tags r:id="rId7"/>
            </p:custDataLst>
          </p:nvPr>
        </p:nvSpPr>
        <p:spPr bwMode="auto">
          <a:xfrm>
            <a:off x="566738" y="2528888"/>
            <a:ext cx="6350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978F94C4-9480-4D70-9637-61AF832F78B8}" type="datetime'''''''''Pr''o''''''d''''''''''''''''u''''''c''''''t''io''n'">
              <a:rPr kumimoji="1" lang="en-US" altLang="en-US" sz="1000" smtClean="0">
                <a:latin typeface="HarmonyOS Sans SC" pitchFamily="2" charset="-122"/>
                <a:ea typeface="HarmonyOS Sans SC" pitchFamily="2" charset="-122"/>
                <a:sym typeface="HarmonyOS Sans SC" pitchFamily="2" charset="-122"/>
              </a:rPr>
              <a:pPr marL="0" indent="0">
                <a:spcBef>
                  <a:spcPct val="0"/>
                </a:spcBef>
                <a:spcAft>
                  <a:spcPct val="0"/>
                </a:spcAft>
                <a:buNone/>
              </a:pPr>
              <a:t>Production</a:t>
            </a:fld>
            <a:endParaRPr kumimoji="1" lang="zh-CN" altLang="en-US" sz="1000" dirty="0">
              <a:latin typeface="HarmonyOS Sans SC" pitchFamily="2" charset="-122"/>
              <a:ea typeface="HarmonyOS Sans SC" pitchFamily="2" charset="-122"/>
              <a:sym typeface="HarmonyOS Sans SC" pitchFamily="2" charset="-122"/>
            </a:endParaRPr>
          </a:p>
        </p:txBody>
      </p:sp>
      <p:sp>
        <p:nvSpPr>
          <p:cNvPr id="52" name="文本占位符 2">
            <a:extLst>
              <a:ext uri="{FF2B5EF4-FFF2-40B4-BE49-F238E27FC236}">
                <a16:creationId xmlns:a16="http://schemas.microsoft.com/office/drawing/2014/main" id="{63BB64EF-69AB-61D8-4DAE-86F862AF5A1D}"/>
              </a:ext>
            </a:extLst>
          </p:cNvPr>
          <p:cNvSpPr txBox="1">
            <a:spLocks/>
          </p:cNvSpPr>
          <p:nvPr>
            <p:custDataLst>
              <p:tags r:id="rId8"/>
            </p:custDataLst>
          </p:nvPr>
        </p:nvSpPr>
        <p:spPr bwMode="auto">
          <a:xfrm>
            <a:off x="566738" y="2733675"/>
            <a:ext cx="22066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FC3151BC-63C8-4A7D-B0AB-0E402049B987}" type="datetime'He''''''althc''are ''pr''ac''''titione''''rs a''nd technical'">
              <a:rPr kumimoji="1" lang="en-US" altLang="en-US" sz="1000" smtClean="0">
                <a:latin typeface="HarmonyOS Sans SC" pitchFamily="2" charset="-122"/>
                <a:ea typeface="HarmonyOS Sans SC" pitchFamily="2" charset="-122"/>
                <a:sym typeface="HarmonyOS Sans SC" pitchFamily="2" charset="-122"/>
              </a:rPr>
              <a:pPr marL="0" indent="0">
                <a:spcBef>
                  <a:spcPct val="0"/>
                </a:spcBef>
                <a:spcAft>
                  <a:spcPct val="0"/>
                </a:spcAft>
                <a:buNone/>
              </a:pPr>
              <a:t>Healthcare practitioners and technical</a:t>
            </a:fld>
            <a:endParaRPr kumimoji="1" lang="zh-CN" altLang="en-US" sz="1000" dirty="0">
              <a:latin typeface="HarmonyOS Sans SC" pitchFamily="2" charset="-122"/>
              <a:ea typeface="HarmonyOS Sans SC" pitchFamily="2" charset="-122"/>
              <a:sym typeface="HarmonyOS Sans SC" pitchFamily="2" charset="-122"/>
            </a:endParaRPr>
          </a:p>
        </p:txBody>
      </p:sp>
      <p:sp>
        <p:nvSpPr>
          <p:cNvPr id="55" name="文本占位符 2">
            <a:extLst>
              <a:ext uri="{FF2B5EF4-FFF2-40B4-BE49-F238E27FC236}">
                <a16:creationId xmlns:a16="http://schemas.microsoft.com/office/drawing/2014/main" id="{7468CA0A-76F1-27CF-8483-9349C87401BF}"/>
              </a:ext>
            </a:extLst>
          </p:cNvPr>
          <p:cNvSpPr txBox="1">
            <a:spLocks/>
          </p:cNvSpPr>
          <p:nvPr>
            <p:custDataLst>
              <p:tags r:id="rId9"/>
            </p:custDataLst>
          </p:nvPr>
        </p:nvSpPr>
        <p:spPr bwMode="auto">
          <a:xfrm>
            <a:off x="566738" y="2938463"/>
            <a:ext cx="14747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E1F07594-B59F-4457-986C-2157A556B828}" type="datetime'Per''''so''n''al'' ca''re ''a''n''''d s''er''v''''ice'''''">
              <a:rPr kumimoji="1" lang="en-US" altLang="en-US" sz="1000" smtClean="0">
                <a:latin typeface="HarmonyOS Sans SC" pitchFamily="2" charset="-122"/>
                <a:ea typeface="HarmonyOS Sans SC" pitchFamily="2" charset="-122"/>
                <a:sym typeface="HarmonyOS Sans SC" pitchFamily="2" charset="-122"/>
              </a:rPr>
              <a:pPr marL="0" indent="0">
                <a:spcBef>
                  <a:spcPct val="0"/>
                </a:spcBef>
                <a:spcAft>
                  <a:spcPct val="0"/>
                </a:spcAft>
                <a:buNone/>
              </a:pPr>
              <a:t>Personal care and service</a:t>
            </a:fld>
            <a:endParaRPr kumimoji="1" lang="zh-CN" altLang="en-US" sz="1000" dirty="0">
              <a:latin typeface="HarmonyOS Sans SC" pitchFamily="2" charset="-122"/>
              <a:ea typeface="HarmonyOS Sans SC" pitchFamily="2" charset="-122"/>
              <a:sym typeface="HarmonyOS Sans SC" pitchFamily="2" charset="-122"/>
            </a:endParaRPr>
          </a:p>
        </p:txBody>
      </p:sp>
      <p:sp>
        <p:nvSpPr>
          <p:cNvPr id="58" name="文本占位符 2">
            <a:extLst>
              <a:ext uri="{FF2B5EF4-FFF2-40B4-BE49-F238E27FC236}">
                <a16:creationId xmlns:a16="http://schemas.microsoft.com/office/drawing/2014/main" id="{8690899C-679D-32E5-8F67-833F978C5F4F}"/>
              </a:ext>
            </a:extLst>
          </p:cNvPr>
          <p:cNvSpPr txBox="1">
            <a:spLocks/>
          </p:cNvSpPr>
          <p:nvPr>
            <p:custDataLst>
              <p:tags r:id="rId10"/>
            </p:custDataLst>
          </p:nvPr>
        </p:nvSpPr>
        <p:spPr bwMode="auto">
          <a:xfrm>
            <a:off x="566738" y="3143250"/>
            <a:ext cx="16129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69724F76-FBCE-498B-90D5-5724265607F2}" type="datetime'Construc''''''ti''''''on a''nd ''''e''xtracti''''''o''n'''''''">
              <a:rPr kumimoji="1" lang="en-US" altLang="en-US" sz="1000" smtClean="0">
                <a:latin typeface="HarmonyOS Sans SC" pitchFamily="2" charset="-122"/>
                <a:ea typeface="HarmonyOS Sans SC" pitchFamily="2" charset="-122"/>
                <a:sym typeface="HarmonyOS Sans SC" pitchFamily="2" charset="-122"/>
              </a:rPr>
              <a:pPr marL="0" indent="0">
                <a:spcBef>
                  <a:spcPct val="0"/>
                </a:spcBef>
                <a:spcAft>
                  <a:spcPct val="0"/>
                </a:spcAft>
                <a:buNone/>
              </a:pPr>
              <a:t>Construction and extraction</a:t>
            </a:fld>
            <a:endParaRPr kumimoji="1" lang="zh-CN" altLang="en-US" sz="1000" dirty="0">
              <a:latin typeface="HarmonyOS Sans SC" pitchFamily="2" charset="-122"/>
              <a:ea typeface="HarmonyOS Sans SC" pitchFamily="2" charset="-122"/>
              <a:sym typeface="HarmonyOS Sans SC" pitchFamily="2" charset="-122"/>
            </a:endParaRPr>
          </a:p>
        </p:txBody>
      </p:sp>
      <p:sp>
        <p:nvSpPr>
          <p:cNvPr id="61" name="文本占位符 2">
            <a:extLst>
              <a:ext uri="{FF2B5EF4-FFF2-40B4-BE49-F238E27FC236}">
                <a16:creationId xmlns:a16="http://schemas.microsoft.com/office/drawing/2014/main" id="{860AAB3C-3766-713B-3D55-C16419CEC8A2}"/>
              </a:ext>
            </a:extLst>
          </p:cNvPr>
          <p:cNvSpPr txBox="1">
            <a:spLocks/>
          </p:cNvSpPr>
          <p:nvPr>
            <p:custDataLst>
              <p:tags r:id="rId11"/>
            </p:custDataLst>
          </p:nvPr>
        </p:nvSpPr>
        <p:spPr bwMode="auto">
          <a:xfrm>
            <a:off x="566738" y="3348038"/>
            <a:ext cx="18510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41833FEC-5B65-4E32-9EE3-8BE8160638E8}" type="datetime'L''ife,'' p''''hysica''l'''''', and s''o''c''''ial science'">
              <a:rPr kumimoji="1" lang="en-US" altLang="en-US" sz="1000" smtClean="0">
                <a:latin typeface="HarmonyOS Sans SC" pitchFamily="2" charset="-122"/>
                <a:ea typeface="HarmonyOS Sans SC" pitchFamily="2" charset="-122"/>
                <a:sym typeface="HarmonyOS Sans SC" pitchFamily="2" charset="-122"/>
              </a:rPr>
              <a:pPr marL="0" indent="0">
                <a:spcBef>
                  <a:spcPct val="0"/>
                </a:spcBef>
                <a:spcAft>
                  <a:spcPct val="0"/>
                </a:spcAft>
                <a:buNone/>
              </a:pPr>
              <a:t>Life, physical, and social science</a:t>
            </a:fld>
            <a:endParaRPr kumimoji="1" lang="zh-CN" altLang="en-US" sz="1000" dirty="0">
              <a:latin typeface="HarmonyOS Sans SC" pitchFamily="2" charset="-122"/>
              <a:ea typeface="HarmonyOS Sans SC" pitchFamily="2" charset="-122"/>
              <a:sym typeface="HarmonyOS Sans SC" pitchFamily="2" charset="-122"/>
            </a:endParaRPr>
          </a:p>
        </p:txBody>
      </p:sp>
      <p:sp>
        <p:nvSpPr>
          <p:cNvPr id="64" name="文本占位符 2">
            <a:extLst>
              <a:ext uri="{FF2B5EF4-FFF2-40B4-BE49-F238E27FC236}">
                <a16:creationId xmlns:a16="http://schemas.microsoft.com/office/drawing/2014/main" id="{73FECD9D-8BC3-4DA9-95F4-B96345E77AE8}"/>
              </a:ext>
            </a:extLst>
          </p:cNvPr>
          <p:cNvSpPr txBox="1">
            <a:spLocks/>
          </p:cNvSpPr>
          <p:nvPr>
            <p:custDataLst>
              <p:tags r:id="rId12"/>
            </p:custDataLst>
          </p:nvPr>
        </p:nvSpPr>
        <p:spPr bwMode="auto">
          <a:xfrm>
            <a:off x="566738" y="3552825"/>
            <a:ext cx="17129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D7987DB7-50F0-42EF-89CB-FAC1F17B6F98}" type="datetime'Com''munity ''and ''soc''''i''al'''' s''''''e''r''''''vice'">
              <a:rPr kumimoji="1" lang="en-US" altLang="en-US" sz="1000" smtClean="0">
                <a:latin typeface="HarmonyOS Sans SC" pitchFamily="2" charset="-122"/>
                <a:ea typeface="HarmonyOS Sans SC" pitchFamily="2" charset="-122"/>
                <a:sym typeface="HarmonyOS Sans SC" pitchFamily="2" charset="-122"/>
              </a:rPr>
              <a:pPr marL="0" indent="0">
                <a:spcBef>
                  <a:spcPct val="0"/>
                </a:spcBef>
                <a:spcAft>
                  <a:spcPct val="0"/>
                </a:spcAft>
                <a:buNone/>
              </a:pPr>
              <a:t>Community and social service</a:t>
            </a:fld>
            <a:endParaRPr kumimoji="1" lang="zh-CN" altLang="en-US" sz="1000" dirty="0">
              <a:latin typeface="HarmonyOS Sans SC" pitchFamily="2" charset="-122"/>
              <a:ea typeface="HarmonyOS Sans SC" pitchFamily="2" charset="-122"/>
              <a:sym typeface="HarmonyOS Sans SC" pitchFamily="2" charset="-122"/>
            </a:endParaRPr>
          </a:p>
        </p:txBody>
      </p:sp>
      <p:sp>
        <p:nvSpPr>
          <p:cNvPr id="67" name="文本占位符 2">
            <a:extLst>
              <a:ext uri="{FF2B5EF4-FFF2-40B4-BE49-F238E27FC236}">
                <a16:creationId xmlns:a16="http://schemas.microsoft.com/office/drawing/2014/main" id="{1F56A14B-A4DF-85B8-FE3A-3CA456DB0A44}"/>
              </a:ext>
            </a:extLst>
          </p:cNvPr>
          <p:cNvSpPr txBox="1">
            <a:spLocks/>
          </p:cNvSpPr>
          <p:nvPr>
            <p:custDataLst>
              <p:tags r:id="rId13"/>
            </p:custDataLst>
          </p:nvPr>
        </p:nvSpPr>
        <p:spPr bwMode="auto">
          <a:xfrm>
            <a:off x="566738" y="3759200"/>
            <a:ext cx="20843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76B737DA-5167-4D08-83DD-FFD766723C82}" type="datetime'Transport''at''''''i''on'' and ma''teri''al ''''''m''ovi''ng'">
              <a:rPr kumimoji="1" lang="en-US" altLang="en-US" sz="1000" smtClean="0">
                <a:latin typeface="HarmonyOS Sans SC" pitchFamily="2" charset="-122"/>
                <a:ea typeface="HarmonyOS Sans SC" pitchFamily="2" charset="-122"/>
                <a:sym typeface="HarmonyOS Sans SC" pitchFamily="2" charset="-122"/>
              </a:rPr>
              <a:pPr marL="0" indent="0">
                <a:spcBef>
                  <a:spcPct val="0"/>
                </a:spcBef>
                <a:spcAft>
                  <a:spcPct val="0"/>
                </a:spcAft>
                <a:buNone/>
              </a:pPr>
              <a:t>Transportation and material moving</a:t>
            </a:fld>
            <a:endParaRPr kumimoji="1" lang="zh-CN" altLang="en-US" sz="1000" dirty="0">
              <a:latin typeface="HarmonyOS Sans SC" pitchFamily="2" charset="-122"/>
              <a:ea typeface="HarmonyOS Sans SC" pitchFamily="2" charset="-122"/>
              <a:sym typeface="HarmonyOS Sans SC" pitchFamily="2" charset="-122"/>
            </a:endParaRPr>
          </a:p>
        </p:txBody>
      </p:sp>
      <p:sp>
        <p:nvSpPr>
          <p:cNvPr id="70" name="文本占位符 2">
            <a:extLst>
              <a:ext uri="{FF2B5EF4-FFF2-40B4-BE49-F238E27FC236}">
                <a16:creationId xmlns:a16="http://schemas.microsoft.com/office/drawing/2014/main" id="{5CB13C5D-C5C8-011A-D8CD-88BCAC444F91}"/>
              </a:ext>
            </a:extLst>
          </p:cNvPr>
          <p:cNvSpPr txBox="1">
            <a:spLocks/>
          </p:cNvSpPr>
          <p:nvPr>
            <p:custDataLst>
              <p:tags r:id="rId14"/>
            </p:custDataLst>
          </p:nvPr>
        </p:nvSpPr>
        <p:spPr bwMode="auto">
          <a:xfrm>
            <a:off x="566738" y="3963988"/>
            <a:ext cx="10239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2F57B4D5-0870-403B-848B-67DD723AA772}" type="datetime'''''''''''''''Prot''e''ct''i''v''''e s''e''''''''rv''ic''''e'">
              <a:rPr kumimoji="1" lang="en-US" altLang="en-US" sz="1000" smtClean="0">
                <a:latin typeface="HarmonyOS Sans SC" pitchFamily="2" charset="-122"/>
                <a:ea typeface="HarmonyOS Sans SC" pitchFamily="2" charset="-122"/>
                <a:sym typeface="HarmonyOS Sans SC" pitchFamily="2" charset="-122"/>
              </a:rPr>
              <a:pPr marL="0" indent="0">
                <a:spcBef>
                  <a:spcPct val="0"/>
                </a:spcBef>
                <a:spcAft>
                  <a:spcPct val="0"/>
                </a:spcAft>
                <a:buNone/>
              </a:pPr>
              <a:t>Protective service</a:t>
            </a:fld>
            <a:endParaRPr kumimoji="1" lang="zh-CN" altLang="en-US" sz="1000" dirty="0">
              <a:latin typeface="HarmonyOS Sans SC" pitchFamily="2" charset="-122"/>
              <a:ea typeface="HarmonyOS Sans SC" pitchFamily="2" charset="-122"/>
              <a:sym typeface="HarmonyOS Sans SC" pitchFamily="2" charset="-122"/>
            </a:endParaRPr>
          </a:p>
        </p:txBody>
      </p:sp>
      <p:sp>
        <p:nvSpPr>
          <p:cNvPr id="73" name="文本占位符 2">
            <a:extLst>
              <a:ext uri="{FF2B5EF4-FFF2-40B4-BE49-F238E27FC236}">
                <a16:creationId xmlns:a16="http://schemas.microsoft.com/office/drawing/2014/main" id="{CA6CDFC0-DFB3-6F18-33A9-3FF2EDE23D79}"/>
              </a:ext>
            </a:extLst>
          </p:cNvPr>
          <p:cNvSpPr txBox="1">
            <a:spLocks/>
          </p:cNvSpPr>
          <p:nvPr>
            <p:custDataLst>
              <p:tags r:id="rId15"/>
            </p:custDataLst>
          </p:nvPr>
        </p:nvSpPr>
        <p:spPr bwMode="auto">
          <a:xfrm>
            <a:off x="566738" y="4168775"/>
            <a:ext cx="16938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8D96053F-3AA0-44E7-9054-69DDA686A209}" type="datetime'A''''rch''i''te''''cture a''''n''d ''en''''g''ine''er''in''g'">
              <a:rPr kumimoji="1" lang="en-US" altLang="en-US" sz="1000" smtClean="0">
                <a:latin typeface="HarmonyOS Sans SC" pitchFamily="2" charset="-122"/>
                <a:ea typeface="HarmonyOS Sans SC" pitchFamily="2" charset="-122"/>
                <a:sym typeface="HarmonyOS Sans SC" pitchFamily="2" charset="-122"/>
              </a:rPr>
              <a:pPr marL="0" indent="0">
                <a:spcBef>
                  <a:spcPct val="0"/>
                </a:spcBef>
                <a:spcAft>
                  <a:spcPct val="0"/>
                </a:spcAft>
                <a:buNone/>
              </a:pPr>
              <a:t>Architecture and engineering</a:t>
            </a:fld>
            <a:endParaRPr kumimoji="1" lang="zh-CN" altLang="en-US" sz="1000" dirty="0">
              <a:latin typeface="HarmonyOS Sans SC" pitchFamily="2" charset="-122"/>
              <a:ea typeface="HarmonyOS Sans SC" pitchFamily="2" charset="-122"/>
              <a:sym typeface="HarmonyOS Sans SC" pitchFamily="2" charset="-122"/>
            </a:endParaRPr>
          </a:p>
        </p:txBody>
      </p:sp>
      <p:sp>
        <p:nvSpPr>
          <p:cNvPr id="76" name="文本占位符 2">
            <a:extLst>
              <a:ext uri="{FF2B5EF4-FFF2-40B4-BE49-F238E27FC236}">
                <a16:creationId xmlns:a16="http://schemas.microsoft.com/office/drawing/2014/main" id="{F7C06E91-394A-55C8-7F21-9BE4E18F5142}"/>
              </a:ext>
            </a:extLst>
          </p:cNvPr>
          <p:cNvSpPr txBox="1">
            <a:spLocks/>
          </p:cNvSpPr>
          <p:nvPr>
            <p:custDataLst>
              <p:tags r:id="rId16"/>
            </p:custDataLst>
          </p:nvPr>
        </p:nvSpPr>
        <p:spPr bwMode="auto">
          <a:xfrm>
            <a:off x="566738" y="4373563"/>
            <a:ext cx="17033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56D80D68-DF0E-4E2A-BFE2-9052CC899E8B}" type="datetime'Farm''''in''''''g'''', f''ishing, and'' fo''rest''''ry'''''">
              <a:rPr kumimoji="1" lang="en-US" altLang="en-US" sz="1000" smtClean="0">
                <a:latin typeface="HarmonyOS Sans SC" pitchFamily="2" charset="-122"/>
                <a:ea typeface="HarmonyOS Sans SC" pitchFamily="2" charset="-122"/>
                <a:sym typeface="HarmonyOS Sans SC" pitchFamily="2" charset="-122"/>
              </a:rPr>
              <a:pPr marL="0" indent="0">
                <a:spcBef>
                  <a:spcPct val="0"/>
                </a:spcBef>
                <a:spcAft>
                  <a:spcPct val="0"/>
                </a:spcAft>
                <a:buNone/>
              </a:pPr>
              <a:t>Farming, fishing, and forestry</a:t>
            </a:fld>
            <a:endParaRPr kumimoji="1" lang="zh-CN" altLang="en-US" sz="1000" dirty="0">
              <a:latin typeface="HarmonyOS Sans SC" pitchFamily="2" charset="-122"/>
              <a:ea typeface="HarmonyOS Sans SC" pitchFamily="2" charset="-122"/>
              <a:sym typeface="HarmonyOS Sans SC" pitchFamily="2" charset="-122"/>
            </a:endParaRPr>
          </a:p>
        </p:txBody>
      </p:sp>
      <p:sp>
        <p:nvSpPr>
          <p:cNvPr id="78" name="文本占位符 2">
            <a:extLst>
              <a:ext uri="{FF2B5EF4-FFF2-40B4-BE49-F238E27FC236}">
                <a16:creationId xmlns:a16="http://schemas.microsoft.com/office/drawing/2014/main" id="{43C7F07D-DB54-2C4F-1285-15BD2C96825E}"/>
              </a:ext>
            </a:extLst>
          </p:cNvPr>
          <p:cNvSpPr txBox="1">
            <a:spLocks/>
          </p:cNvSpPr>
          <p:nvPr>
            <p:custDataLst>
              <p:tags r:id="rId17"/>
            </p:custDataLst>
          </p:nvPr>
        </p:nvSpPr>
        <p:spPr bwMode="gray">
          <a:xfrm>
            <a:off x="5389563" y="4373563"/>
            <a:ext cx="2111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8C354F4B-9D59-480F-A63C-061E8AF624A7}" type="datetime'''0'''''''''''''''''''''''''''',''0'''">
              <a:rPr kumimoji="1" lang="zh-CN" altLang="en-US" sz="1000" smtClean="0">
                <a:latin typeface="HarmonyOS Sans SC" pitchFamily="2" charset="-122"/>
                <a:ea typeface="HarmonyOS Sans SC" pitchFamily="2" charset="-122"/>
                <a:sym typeface="HarmonyOS Sans SC" pitchFamily="2" charset="-122"/>
              </a:rPr>
              <a:pPr/>
              <a:t>0,0</a:t>
            </a:fld>
            <a:endParaRPr kumimoji="1" lang="zh-CN" altLang="en-US" sz="1000" dirty="0">
              <a:latin typeface="HarmonyOS Sans SC" pitchFamily="2" charset="-122"/>
              <a:ea typeface="HarmonyOS Sans SC" pitchFamily="2" charset="-122"/>
              <a:sym typeface="HarmonyOS Sans SC" pitchFamily="2" charset="-122"/>
            </a:endParaRPr>
          </a:p>
        </p:txBody>
      </p:sp>
      <p:sp>
        <p:nvSpPr>
          <p:cNvPr id="80" name="文本占位符 2">
            <a:extLst>
              <a:ext uri="{FF2B5EF4-FFF2-40B4-BE49-F238E27FC236}">
                <a16:creationId xmlns:a16="http://schemas.microsoft.com/office/drawing/2014/main" id="{248D5D38-AAD7-938C-38C4-69552778ACBF}"/>
              </a:ext>
            </a:extLst>
          </p:cNvPr>
          <p:cNvSpPr txBox="1">
            <a:spLocks/>
          </p:cNvSpPr>
          <p:nvPr>
            <p:custDataLst>
              <p:tags r:id="rId18"/>
            </p:custDataLst>
          </p:nvPr>
        </p:nvSpPr>
        <p:spPr bwMode="auto">
          <a:xfrm>
            <a:off x="566738" y="4578350"/>
            <a:ext cx="3190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A6132EDA-A212-477E-A86E-BD20C9966DFA}" type="datetime'''L''''''''''''''eg''''''''''''''''''''a''''''''''''''l'''''''">
              <a:rPr kumimoji="1" lang="en-US" altLang="en-US" sz="1000" smtClean="0">
                <a:latin typeface="HarmonyOS Sans SC" pitchFamily="2" charset="-122"/>
                <a:ea typeface="HarmonyOS Sans SC" pitchFamily="2" charset="-122"/>
                <a:sym typeface="HarmonyOS Sans SC" pitchFamily="2" charset="-122"/>
              </a:rPr>
              <a:pPr marL="0" indent="0">
                <a:spcBef>
                  <a:spcPct val="0"/>
                </a:spcBef>
                <a:spcAft>
                  <a:spcPct val="0"/>
                </a:spcAft>
                <a:buNone/>
              </a:pPr>
              <a:t>Legal</a:t>
            </a:fld>
            <a:endParaRPr kumimoji="1" lang="zh-CN" altLang="en-US" sz="1000" dirty="0">
              <a:latin typeface="HarmonyOS Sans SC" pitchFamily="2" charset="-122"/>
              <a:ea typeface="HarmonyOS Sans SC" pitchFamily="2" charset="-122"/>
              <a:sym typeface="HarmonyOS Sans SC" pitchFamily="2" charset="-122"/>
            </a:endParaRPr>
          </a:p>
        </p:txBody>
      </p:sp>
      <p:sp>
        <p:nvSpPr>
          <p:cNvPr id="84" name="文本占位符 2">
            <a:extLst>
              <a:ext uri="{FF2B5EF4-FFF2-40B4-BE49-F238E27FC236}">
                <a16:creationId xmlns:a16="http://schemas.microsoft.com/office/drawing/2014/main" id="{D91479D4-3BCF-CE21-4906-6DEE7554BBA1}"/>
              </a:ext>
            </a:extLst>
          </p:cNvPr>
          <p:cNvSpPr txBox="1">
            <a:spLocks/>
          </p:cNvSpPr>
          <p:nvPr>
            <p:custDataLst>
              <p:tags r:id="rId19"/>
            </p:custDataLst>
          </p:nvPr>
        </p:nvSpPr>
        <p:spPr bwMode="auto">
          <a:xfrm>
            <a:off x="566738" y="4783138"/>
            <a:ext cx="26749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84B35638-E034-4EE5-9EC4-6C17434658E3}" type="datetime'Arts, design, ''ente''rt''ainme''nt, sp''orts, and ''''media'">
              <a:rPr kumimoji="1" lang="en-US" altLang="en-US" sz="1000" smtClean="0">
                <a:latin typeface="HarmonyOS Sans SC" pitchFamily="2" charset="-122"/>
                <a:ea typeface="HarmonyOS Sans SC" pitchFamily="2" charset="-122"/>
                <a:sym typeface="HarmonyOS Sans SC" pitchFamily="2" charset="-122"/>
              </a:rPr>
              <a:pPr marL="0" indent="0">
                <a:spcBef>
                  <a:spcPct val="0"/>
                </a:spcBef>
                <a:spcAft>
                  <a:spcPct val="0"/>
                </a:spcAft>
                <a:buNone/>
              </a:pPr>
              <a:t>Arts, design, entertainment, sports, and media</a:t>
            </a:fld>
            <a:endParaRPr kumimoji="1" lang="zh-CN" altLang="en-US" sz="1000" dirty="0">
              <a:latin typeface="HarmonyOS Sans SC" pitchFamily="2" charset="-122"/>
              <a:ea typeface="HarmonyOS Sans SC" pitchFamily="2" charset="-122"/>
              <a:sym typeface="HarmonyOS Sans SC" pitchFamily="2" charset="-122"/>
            </a:endParaRPr>
          </a:p>
        </p:txBody>
      </p:sp>
      <p:sp>
        <p:nvSpPr>
          <p:cNvPr id="87" name="文本占位符 2">
            <a:extLst>
              <a:ext uri="{FF2B5EF4-FFF2-40B4-BE49-F238E27FC236}">
                <a16:creationId xmlns:a16="http://schemas.microsoft.com/office/drawing/2014/main" id="{983228AA-DC21-D2DE-9AFF-B792AB707BAF}"/>
              </a:ext>
            </a:extLst>
          </p:cNvPr>
          <p:cNvSpPr txBox="1">
            <a:spLocks/>
          </p:cNvSpPr>
          <p:nvPr>
            <p:custDataLst>
              <p:tags r:id="rId20"/>
            </p:custDataLst>
          </p:nvPr>
        </p:nvSpPr>
        <p:spPr bwMode="auto">
          <a:xfrm>
            <a:off x="566738" y="4987925"/>
            <a:ext cx="19478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B60C7F0C-35B6-4523-8B0C-BEBC9B1010D0}" type="datetime'Of''fi''''ce and'''''' admi''nistr''at''i''ve su''pp''o''r''t'">
              <a:rPr kumimoji="1" lang="en-US" altLang="en-US" sz="1000" smtClean="0">
                <a:latin typeface="HarmonyOS Sans SC" pitchFamily="2" charset="-122"/>
                <a:ea typeface="HarmonyOS Sans SC" pitchFamily="2" charset="-122"/>
                <a:sym typeface="HarmonyOS Sans SC" pitchFamily="2" charset="-122"/>
              </a:rPr>
              <a:pPr marL="0" indent="0">
                <a:spcBef>
                  <a:spcPct val="0"/>
                </a:spcBef>
                <a:spcAft>
                  <a:spcPct val="0"/>
                </a:spcAft>
                <a:buNone/>
              </a:pPr>
              <a:t>Office and administrative support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90" name="文本占位符 2">
            <a:extLst>
              <a:ext uri="{FF2B5EF4-FFF2-40B4-BE49-F238E27FC236}">
                <a16:creationId xmlns:a16="http://schemas.microsoft.com/office/drawing/2014/main" id="{79F5AFC6-8933-C6F4-271C-BF17FDF8640A}"/>
              </a:ext>
            </a:extLst>
          </p:cNvPr>
          <p:cNvSpPr txBox="1">
            <a:spLocks/>
          </p:cNvSpPr>
          <p:nvPr>
            <p:custDataLst>
              <p:tags r:id="rId21"/>
            </p:custDataLst>
          </p:nvPr>
        </p:nvSpPr>
        <p:spPr bwMode="auto">
          <a:xfrm>
            <a:off x="566738" y="5192713"/>
            <a:ext cx="7667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59BA20B9-D166-483A-8511-B2D5214077FD}" type="datetime'''M''''an''ag''e''''''''''m''''''''''''''en''t'''''''''''''">
              <a:rPr kumimoji="1" lang="en-US" altLang="en-US" sz="1000" smtClean="0">
                <a:latin typeface="HarmonyOS Sans SC" pitchFamily="2" charset="-122"/>
                <a:ea typeface="HarmonyOS Sans SC" pitchFamily="2" charset="-122"/>
                <a:sym typeface="HarmonyOS Sans SC" pitchFamily="2" charset="-122"/>
              </a:rPr>
              <a:pPr marL="0" indent="0">
                <a:spcBef>
                  <a:spcPct val="0"/>
                </a:spcBef>
                <a:spcAft>
                  <a:spcPct val="0"/>
                </a:spcAft>
                <a:buNone/>
              </a:pPr>
              <a:t>Management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93" name="文本占位符 2">
            <a:extLst>
              <a:ext uri="{FF2B5EF4-FFF2-40B4-BE49-F238E27FC236}">
                <a16:creationId xmlns:a16="http://schemas.microsoft.com/office/drawing/2014/main" id="{5A35BA32-F039-26B8-C7A5-A536EA5D3D7B}"/>
              </a:ext>
            </a:extLst>
          </p:cNvPr>
          <p:cNvSpPr txBox="1">
            <a:spLocks/>
          </p:cNvSpPr>
          <p:nvPr>
            <p:custDataLst>
              <p:tags r:id="rId22"/>
            </p:custDataLst>
          </p:nvPr>
        </p:nvSpPr>
        <p:spPr bwMode="auto">
          <a:xfrm>
            <a:off x="566738" y="5399088"/>
            <a:ext cx="19288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50528211-07FA-4A2D-93DA-1EA6AC921AE8}" type="datetime'Business'''' ''an''''d fi''nan''''cial o''pera''tio''n''s'''">
              <a:rPr kumimoji="1" lang="en-US" altLang="en-US" sz="1000" smtClean="0">
                <a:latin typeface="HarmonyOS Sans SC" pitchFamily="2" charset="-122"/>
                <a:ea typeface="HarmonyOS Sans SC" pitchFamily="2" charset="-122"/>
                <a:sym typeface="HarmonyOS Sans SC" pitchFamily="2" charset="-122"/>
              </a:rPr>
              <a:pPr marL="0" indent="0">
                <a:spcBef>
                  <a:spcPct val="0"/>
                </a:spcBef>
                <a:spcAft>
                  <a:spcPct val="0"/>
                </a:spcAft>
                <a:buNone/>
              </a:pPr>
              <a:t>Business and financial operations</a:t>
            </a:fld>
            <a:endParaRPr kumimoji="1" lang="zh-CN" altLang="en-US" sz="1000" dirty="0">
              <a:latin typeface="HarmonyOS Sans SC" pitchFamily="2" charset="-122"/>
              <a:ea typeface="HarmonyOS Sans SC" pitchFamily="2" charset="-122"/>
              <a:sym typeface="HarmonyOS Sans SC" pitchFamily="2" charset="-122"/>
            </a:endParaRPr>
          </a:p>
        </p:txBody>
      </p:sp>
      <p:sp>
        <p:nvSpPr>
          <p:cNvPr id="96" name="文本占位符 2">
            <a:extLst>
              <a:ext uri="{FF2B5EF4-FFF2-40B4-BE49-F238E27FC236}">
                <a16:creationId xmlns:a16="http://schemas.microsoft.com/office/drawing/2014/main" id="{53F0BAF2-46D5-50B8-EA91-702B2349E63F}"/>
              </a:ext>
            </a:extLst>
          </p:cNvPr>
          <p:cNvSpPr txBox="1">
            <a:spLocks/>
          </p:cNvSpPr>
          <p:nvPr>
            <p:custDataLst>
              <p:tags r:id="rId23"/>
            </p:custDataLst>
          </p:nvPr>
        </p:nvSpPr>
        <p:spPr bwMode="auto">
          <a:xfrm>
            <a:off x="566738" y="5603875"/>
            <a:ext cx="10017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EBEED4C9-6953-48FB-AB39-A89661B0C311}" type="datetime'''''''''''S''''ale''s'''' a''nd'' ''''r''e''''l''''at''''''ed'">
              <a:rPr kumimoji="1" lang="en-US" altLang="en-US" sz="1000" smtClean="0">
                <a:latin typeface="HarmonyOS Sans SC" pitchFamily="2" charset="-122"/>
                <a:ea typeface="HarmonyOS Sans SC" pitchFamily="2" charset="-122"/>
                <a:sym typeface="HarmonyOS Sans SC" pitchFamily="2" charset="-122"/>
              </a:rPr>
              <a:pPr marL="0" indent="0">
                <a:spcBef>
                  <a:spcPct val="0"/>
                </a:spcBef>
                <a:spcAft>
                  <a:spcPct val="0"/>
                </a:spcAft>
                <a:buNone/>
              </a:pPr>
              <a:t>Sales and related</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3" name="文本占位符 2">
            <a:extLst>
              <a:ext uri="{FF2B5EF4-FFF2-40B4-BE49-F238E27FC236}">
                <a16:creationId xmlns:a16="http://schemas.microsoft.com/office/drawing/2014/main" id="{A0AE2862-4F37-FC19-42D7-A8908E605D08}"/>
              </a:ext>
            </a:extLst>
          </p:cNvPr>
          <p:cNvSpPr txBox="1">
            <a:spLocks/>
          </p:cNvSpPr>
          <p:nvPr>
            <p:custDataLst>
              <p:tags r:id="rId24"/>
            </p:custDataLst>
          </p:nvPr>
        </p:nvSpPr>
        <p:spPr bwMode="auto">
          <a:xfrm>
            <a:off x="566738" y="1503363"/>
            <a:ext cx="217487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B38006C8-81AC-46E0-8590-67B43E77BEBD}" type="datetime'F''''ood'''' p''reparation and'''' ser''vin''''g re''''lated'">
              <a:rPr kumimoji="1" lang="en-US" altLang="en-US" sz="1000" smtClean="0">
                <a:latin typeface="HarmonyOS Sans SC" pitchFamily="2" charset="-122"/>
                <a:ea typeface="HarmonyOS Sans SC" pitchFamily="2" charset="-122"/>
                <a:sym typeface="HarmonyOS Sans SC" pitchFamily="2" charset="-122"/>
              </a:rPr>
              <a:pPr marL="0" indent="0">
                <a:spcBef>
                  <a:spcPct val="0"/>
                </a:spcBef>
                <a:spcAft>
                  <a:spcPct val="0"/>
                </a:spcAft>
                <a:buNone/>
              </a:pPr>
              <a:t>Food preparation and serving related</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12" name="文本占位符 2">
            <a:extLst>
              <a:ext uri="{FF2B5EF4-FFF2-40B4-BE49-F238E27FC236}">
                <a16:creationId xmlns:a16="http://schemas.microsoft.com/office/drawing/2014/main" id="{D0C0E54A-1F83-A8B9-DC29-0EB9ECB47802}"/>
              </a:ext>
            </a:extLst>
          </p:cNvPr>
          <p:cNvSpPr txBox="1">
            <a:spLocks/>
          </p:cNvSpPr>
          <p:nvPr>
            <p:custDataLst>
              <p:tags r:id="rId25"/>
            </p:custDataLst>
          </p:nvPr>
        </p:nvSpPr>
        <p:spPr bwMode="gray">
          <a:xfrm>
            <a:off x="5853113" y="2117725"/>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kumimoji="1" lang="en-US" altLang="zh-CN" sz="1000" dirty="0">
                <a:effectLst/>
                <a:latin typeface="HarmonyOS Sans SC" pitchFamily="2" charset="-122"/>
                <a:ea typeface="HarmonyOS Sans SC" pitchFamily="2" charset="-122"/>
                <a:sym typeface="HarmonyOS Sans SC" pitchFamily="2" charset="-122"/>
              </a:rPr>
              <a:t>+</a:t>
            </a:r>
            <a:fld id="{1C4994A6-7F0C-4D28-86D0-02B53EDED15D}" type="datetime'''''0'''''''''''''''''''''',''''9'''">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0,9</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13" name="文本占位符 2">
            <a:extLst>
              <a:ext uri="{FF2B5EF4-FFF2-40B4-BE49-F238E27FC236}">
                <a16:creationId xmlns:a16="http://schemas.microsoft.com/office/drawing/2014/main" id="{AA6873CE-24AE-4A9E-DAA5-FA1357F3F4AD}"/>
              </a:ext>
            </a:extLst>
          </p:cNvPr>
          <p:cNvSpPr txBox="1">
            <a:spLocks/>
          </p:cNvSpPr>
          <p:nvPr>
            <p:custDataLst>
              <p:tags r:id="rId26"/>
            </p:custDataLst>
          </p:nvPr>
        </p:nvSpPr>
        <p:spPr bwMode="gray">
          <a:xfrm>
            <a:off x="5699125" y="2324100"/>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kumimoji="1" lang="en-US" altLang="zh-CN" sz="1000" dirty="0">
                <a:effectLst/>
                <a:latin typeface="HarmonyOS Sans SC" pitchFamily="2" charset="-122"/>
                <a:ea typeface="HarmonyOS Sans SC" pitchFamily="2" charset="-122"/>
                <a:sym typeface="HarmonyOS Sans SC" pitchFamily="2" charset="-122"/>
              </a:rPr>
              <a:t>+</a:t>
            </a:r>
            <a:fld id="{36E799DC-7B5E-47B5-95DF-C20DF94B00A3}" type="datetime'''''''''''''''''''''''''0'''''''''''''''''''''''',6'''''''''''">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0,6</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14" name="文本占位符 2">
            <a:extLst>
              <a:ext uri="{FF2B5EF4-FFF2-40B4-BE49-F238E27FC236}">
                <a16:creationId xmlns:a16="http://schemas.microsoft.com/office/drawing/2014/main" id="{D92A3BDA-0CF3-35AB-68E5-DDEE2A3B1F53}"/>
              </a:ext>
            </a:extLst>
          </p:cNvPr>
          <p:cNvSpPr txBox="1">
            <a:spLocks/>
          </p:cNvSpPr>
          <p:nvPr>
            <p:custDataLst>
              <p:tags r:id="rId27"/>
            </p:custDataLst>
          </p:nvPr>
        </p:nvSpPr>
        <p:spPr bwMode="gray">
          <a:xfrm>
            <a:off x="5699125" y="2528888"/>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kumimoji="1" lang="en-US" altLang="zh-CN" sz="1000" dirty="0">
                <a:effectLst/>
                <a:latin typeface="HarmonyOS Sans SC" pitchFamily="2" charset="-122"/>
                <a:ea typeface="HarmonyOS Sans SC" pitchFamily="2" charset="-122"/>
                <a:sym typeface="HarmonyOS Sans SC" pitchFamily="2" charset="-122"/>
              </a:rPr>
              <a:t>+</a:t>
            </a:r>
            <a:fld id="{B2A61AF5-8AD4-48D7-82E6-EA4E56938D42}" type="datetime'''''''0,''''''''''''6'''''''''''''''">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0,6</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46" name="文本占位符 2">
            <a:extLst>
              <a:ext uri="{FF2B5EF4-FFF2-40B4-BE49-F238E27FC236}">
                <a16:creationId xmlns:a16="http://schemas.microsoft.com/office/drawing/2014/main" id="{82E65867-BE1D-58CB-B997-0F8A61E7FC75}"/>
              </a:ext>
            </a:extLst>
          </p:cNvPr>
          <p:cNvSpPr txBox="1">
            <a:spLocks/>
          </p:cNvSpPr>
          <p:nvPr>
            <p:custDataLst>
              <p:tags r:id="rId28"/>
            </p:custDataLst>
          </p:nvPr>
        </p:nvSpPr>
        <p:spPr bwMode="gray">
          <a:xfrm>
            <a:off x="5646738" y="2733675"/>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kumimoji="1" lang="en-US" altLang="zh-CN" sz="1000" dirty="0">
                <a:effectLst/>
                <a:latin typeface="HarmonyOS Sans SC" pitchFamily="2" charset="-122"/>
                <a:ea typeface="HarmonyOS Sans SC" pitchFamily="2" charset="-122"/>
                <a:sym typeface="HarmonyOS Sans SC" pitchFamily="2" charset="-122"/>
              </a:rPr>
              <a:t>+</a:t>
            </a:r>
            <a:fld id="{FE555CF2-2E12-4CCB-BB32-AF6E9653A7D0}" type="datetime'''''''''''0'',5'''''''''''''''''''">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0,5</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47" name="文本占位符 2">
            <a:extLst>
              <a:ext uri="{FF2B5EF4-FFF2-40B4-BE49-F238E27FC236}">
                <a16:creationId xmlns:a16="http://schemas.microsoft.com/office/drawing/2014/main" id="{33DD3EA2-7D72-7E92-19A0-37AD801035A0}"/>
              </a:ext>
            </a:extLst>
          </p:cNvPr>
          <p:cNvSpPr txBox="1">
            <a:spLocks/>
          </p:cNvSpPr>
          <p:nvPr>
            <p:custDataLst>
              <p:tags r:id="rId29"/>
            </p:custDataLst>
          </p:nvPr>
        </p:nvSpPr>
        <p:spPr bwMode="gray">
          <a:xfrm>
            <a:off x="5646738" y="2938463"/>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kumimoji="1" lang="en-US" altLang="zh-CN" sz="1000" dirty="0">
                <a:effectLst/>
                <a:latin typeface="HarmonyOS Sans SC" pitchFamily="2" charset="-122"/>
                <a:ea typeface="HarmonyOS Sans SC" pitchFamily="2" charset="-122"/>
                <a:sym typeface="HarmonyOS Sans SC" pitchFamily="2" charset="-122"/>
              </a:rPr>
              <a:t>+</a:t>
            </a:r>
            <a:fld id="{5535F33E-8214-4967-94E1-68D18EE3EA3F}" type="datetime'''0'''''''''''''''''''''''''''',''''''''''''5'''''''''''''''''">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0,5</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48" name="文本占位符 2">
            <a:extLst>
              <a:ext uri="{FF2B5EF4-FFF2-40B4-BE49-F238E27FC236}">
                <a16:creationId xmlns:a16="http://schemas.microsoft.com/office/drawing/2014/main" id="{AF86B66D-68FB-4666-13C0-244CA16CD38F}"/>
              </a:ext>
            </a:extLst>
          </p:cNvPr>
          <p:cNvSpPr txBox="1">
            <a:spLocks/>
          </p:cNvSpPr>
          <p:nvPr>
            <p:custDataLst>
              <p:tags r:id="rId30"/>
            </p:custDataLst>
          </p:nvPr>
        </p:nvSpPr>
        <p:spPr bwMode="gray">
          <a:xfrm>
            <a:off x="5646738" y="3143250"/>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kumimoji="1" lang="en-US" altLang="zh-CN" sz="1000" dirty="0">
                <a:effectLst/>
                <a:latin typeface="HarmonyOS Sans SC" pitchFamily="2" charset="-122"/>
                <a:ea typeface="HarmonyOS Sans SC" pitchFamily="2" charset="-122"/>
                <a:sym typeface="HarmonyOS Sans SC" pitchFamily="2" charset="-122"/>
              </a:rPr>
              <a:t>+</a:t>
            </a:r>
            <a:fld id="{573FF5F3-892A-4850-BBC7-CA14E4A847D2}" type="datetime'''''''''0'''''''''''''''''''''''',''''''''''''''''5'''''''">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0,5</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49" name="文本占位符 2">
            <a:extLst>
              <a:ext uri="{FF2B5EF4-FFF2-40B4-BE49-F238E27FC236}">
                <a16:creationId xmlns:a16="http://schemas.microsoft.com/office/drawing/2014/main" id="{139DEED7-81B8-CA86-2BEE-7D067BF4D7DA}"/>
              </a:ext>
            </a:extLst>
          </p:cNvPr>
          <p:cNvSpPr txBox="1">
            <a:spLocks/>
          </p:cNvSpPr>
          <p:nvPr>
            <p:custDataLst>
              <p:tags r:id="rId31"/>
            </p:custDataLst>
          </p:nvPr>
        </p:nvSpPr>
        <p:spPr bwMode="gray">
          <a:xfrm>
            <a:off x="5646738" y="3348038"/>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kumimoji="1" lang="en-US" altLang="zh-CN" sz="1000" dirty="0">
                <a:effectLst/>
                <a:latin typeface="HarmonyOS Sans SC" pitchFamily="2" charset="-122"/>
                <a:ea typeface="HarmonyOS Sans SC" pitchFamily="2" charset="-122"/>
                <a:sym typeface="HarmonyOS Sans SC" pitchFamily="2" charset="-122"/>
              </a:rPr>
              <a:t>+</a:t>
            </a:r>
            <a:fld id="{7E0E0ABC-A890-4EBD-A8E3-09B053B14CC7}" type="datetime'''''''''''''0'''',''''''''''''''''''''5'''''''''''''''''">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0,5</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50" name="文本占位符 2">
            <a:extLst>
              <a:ext uri="{FF2B5EF4-FFF2-40B4-BE49-F238E27FC236}">
                <a16:creationId xmlns:a16="http://schemas.microsoft.com/office/drawing/2014/main" id="{80BE76D9-3153-F198-EEC5-88D10611EDED}"/>
              </a:ext>
            </a:extLst>
          </p:cNvPr>
          <p:cNvSpPr txBox="1">
            <a:spLocks/>
          </p:cNvSpPr>
          <p:nvPr>
            <p:custDataLst>
              <p:tags r:id="rId32"/>
            </p:custDataLst>
          </p:nvPr>
        </p:nvSpPr>
        <p:spPr bwMode="gray">
          <a:xfrm>
            <a:off x="5543550" y="3552825"/>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kumimoji="1" lang="en-US" altLang="zh-CN" sz="1000" dirty="0">
                <a:effectLst/>
                <a:latin typeface="HarmonyOS Sans SC" pitchFamily="2" charset="-122"/>
                <a:ea typeface="HarmonyOS Sans SC" pitchFamily="2" charset="-122"/>
                <a:sym typeface="HarmonyOS Sans SC" pitchFamily="2" charset="-122"/>
              </a:rPr>
              <a:t>+</a:t>
            </a:r>
            <a:fld id="{C6729811-0C15-426C-9731-54B821E54CD3}" type="datetime'''''''''''''''''''''''''''''''''''''''''''0'''''''',''''3'''">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0,3</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51" name="文本占位符 2">
            <a:extLst>
              <a:ext uri="{FF2B5EF4-FFF2-40B4-BE49-F238E27FC236}">
                <a16:creationId xmlns:a16="http://schemas.microsoft.com/office/drawing/2014/main" id="{ADEEB467-4F1C-20F5-995B-D76D2A8CCA89}"/>
              </a:ext>
            </a:extLst>
          </p:cNvPr>
          <p:cNvSpPr txBox="1">
            <a:spLocks/>
          </p:cNvSpPr>
          <p:nvPr>
            <p:custDataLst>
              <p:tags r:id="rId33"/>
            </p:custDataLst>
          </p:nvPr>
        </p:nvSpPr>
        <p:spPr bwMode="gray">
          <a:xfrm>
            <a:off x="5543550" y="3759200"/>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kumimoji="1" lang="en-US" altLang="zh-CN" sz="1000" dirty="0">
                <a:effectLst/>
                <a:latin typeface="HarmonyOS Sans SC" pitchFamily="2" charset="-122"/>
                <a:ea typeface="HarmonyOS Sans SC" pitchFamily="2" charset="-122"/>
                <a:sym typeface="HarmonyOS Sans SC" pitchFamily="2" charset="-122"/>
              </a:rPr>
              <a:t>+</a:t>
            </a:r>
            <a:fld id="{0A17028C-1350-4A1E-8B74-743E400374D4}" type="datetime'''0'''',''''3'''''''''''''''''''''''''''''''''''''''''">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0,3</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52" name="文本占位符 2">
            <a:extLst>
              <a:ext uri="{FF2B5EF4-FFF2-40B4-BE49-F238E27FC236}">
                <a16:creationId xmlns:a16="http://schemas.microsoft.com/office/drawing/2014/main" id="{F31023AB-3B52-7DE4-BBA9-A03ECDF21B2D}"/>
              </a:ext>
            </a:extLst>
          </p:cNvPr>
          <p:cNvSpPr txBox="1">
            <a:spLocks/>
          </p:cNvSpPr>
          <p:nvPr>
            <p:custDataLst>
              <p:tags r:id="rId34"/>
            </p:custDataLst>
          </p:nvPr>
        </p:nvSpPr>
        <p:spPr bwMode="gray">
          <a:xfrm>
            <a:off x="5492750" y="3963988"/>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kumimoji="1" lang="en-US" altLang="zh-CN" sz="1000" dirty="0">
                <a:effectLst/>
                <a:latin typeface="HarmonyOS Sans SC" pitchFamily="2" charset="-122"/>
                <a:ea typeface="HarmonyOS Sans SC" pitchFamily="2" charset="-122"/>
                <a:sym typeface="HarmonyOS Sans SC" pitchFamily="2" charset="-122"/>
              </a:rPr>
              <a:t>+</a:t>
            </a:r>
            <a:fld id="{373CC61A-844F-423D-B6F2-C3083F5D769D}" type="datetime'''''''''''''0'''''''''''''''''''''',''''2'''">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0,2</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53" name="文本占位符 2">
            <a:extLst>
              <a:ext uri="{FF2B5EF4-FFF2-40B4-BE49-F238E27FC236}">
                <a16:creationId xmlns:a16="http://schemas.microsoft.com/office/drawing/2014/main" id="{7B67F45F-2FC8-11D9-50E3-7E0D5764CCE6}"/>
              </a:ext>
            </a:extLst>
          </p:cNvPr>
          <p:cNvSpPr txBox="1">
            <a:spLocks/>
          </p:cNvSpPr>
          <p:nvPr>
            <p:custDataLst>
              <p:tags r:id="rId35"/>
            </p:custDataLst>
          </p:nvPr>
        </p:nvSpPr>
        <p:spPr bwMode="gray">
          <a:xfrm>
            <a:off x="5440363" y="4168775"/>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kumimoji="1" lang="en-US" altLang="zh-CN" sz="1000" dirty="0">
                <a:effectLst/>
                <a:latin typeface="HarmonyOS Sans SC" pitchFamily="2" charset="-122"/>
                <a:ea typeface="HarmonyOS Sans SC" pitchFamily="2" charset="-122"/>
                <a:sym typeface="HarmonyOS Sans SC" pitchFamily="2" charset="-122"/>
              </a:rPr>
              <a:t>+</a:t>
            </a:r>
            <a:fld id="{819263C4-FF03-4A4F-8BE0-354C1836534C}" type="datetime'''''''''''''''''''0'',''''''''''''''1'''''''''''''''''''''''">
              <a:rPr kumimoji="1" lang="zh-CN" altLang="en-US" sz="1000" smtClean="0">
                <a:effectLst/>
                <a:latin typeface="HarmonyOS Sans SC" pitchFamily="2" charset="-122"/>
                <a:ea typeface="HarmonyOS Sans SC" pitchFamily="2" charset="-122"/>
                <a:sym typeface="HarmonyOS Sans SC" pitchFamily="2" charset="-122"/>
              </a:rPr>
              <a:pPr marL="0" indent="0">
                <a:spcBef>
                  <a:spcPct val="0"/>
                </a:spcBef>
                <a:spcAft>
                  <a:spcPct val="0"/>
                </a:spcAft>
                <a:buNone/>
              </a:pPr>
              <a:t>0,1</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54" name="文本占位符 2">
            <a:extLst>
              <a:ext uri="{FF2B5EF4-FFF2-40B4-BE49-F238E27FC236}">
                <a16:creationId xmlns:a16="http://schemas.microsoft.com/office/drawing/2014/main" id="{5FD2E9CC-AD81-6566-655F-BD139BB67EE1}"/>
              </a:ext>
            </a:extLst>
          </p:cNvPr>
          <p:cNvSpPr txBox="1">
            <a:spLocks/>
          </p:cNvSpPr>
          <p:nvPr>
            <p:custDataLst>
              <p:tags r:id="rId36"/>
            </p:custDataLst>
          </p:nvPr>
        </p:nvSpPr>
        <p:spPr bwMode="gray">
          <a:xfrm>
            <a:off x="5013325" y="4578350"/>
            <a:ext cx="2730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ct val="0"/>
              </a:spcBef>
              <a:spcAft>
                <a:spcPct val="0"/>
              </a:spcAft>
              <a:buNone/>
            </a:pPr>
            <a:fld id="{1F727781-4B36-4013-AFF7-1ABBDA26622A}" type="datetime'''''''''''''''''''''''''''''''''-0,''''1'''''''">
              <a:rPr kumimoji="1" lang="zh-CN" altLang="en-US" sz="1000" smtClean="0">
                <a:effectLst/>
                <a:latin typeface="HarmonyOS Sans SC" pitchFamily="2" charset="-122"/>
                <a:ea typeface="HarmonyOS Sans SC" pitchFamily="2" charset="-122"/>
                <a:sym typeface="HarmonyOS Sans SC" pitchFamily="2" charset="-122"/>
              </a:rPr>
              <a:pPr marL="0" indent="0" algn="r">
                <a:spcBef>
                  <a:spcPct val="0"/>
                </a:spcBef>
                <a:spcAft>
                  <a:spcPct val="0"/>
                </a:spcAft>
                <a:buNone/>
              </a:pPr>
              <a:t>-0,1</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55" name="文本占位符 2">
            <a:extLst>
              <a:ext uri="{FF2B5EF4-FFF2-40B4-BE49-F238E27FC236}">
                <a16:creationId xmlns:a16="http://schemas.microsoft.com/office/drawing/2014/main" id="{DC25763D-62FF-8DB9-B471-7A170122F599}"/>
              </a:ext>
            </a:extLst>
          </p:cNvPr>
          <p:cNvSpPr txBox="1">
            <a:spLocks/>
          </p:cNvSpPr>
          <p:nvPr>
            <p:custDataLst>
              <p:tags r:id="rId37"/>
            </p:custDataLst>
          </p:nvPr>
        </p:nvSpPr>
        <p:spPr bwMode="gray">
          <a:xfrm>
            <a:off x="4910138" y="4783138"/>
            <a:ext cx="2730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ct val="0"/>
              </a:spcBef>
              <a:spcAft>
                <a:spcPct val="0"/>
              </a:spcAft>
              <a:buNone/>
            </a:pPr>
            <a:fld id="{4A7AC5B9-60F7-4801-8A15-C73DF2F46A3F}" type="datetime'''''''-''''''''''0'''''''''''',''''''3'''''''''''">
              <a:rPr kumimoji="1" lang="zh-CN" altLang="en-US" sz="1000" smtClean="0">
                <a:effectLst/>
                <a:latin typeface="HarmonyOS Sans SC" pitchFamily="2" charset="-122"/>
                <a:ea typeface="HarmonyOS Sans SC" pitchFamily="2" charset="-122"/>
                <a:sym typeface="HarmonyOS Sans SC" pitchFamily="2" charset="-122"/>
              </a:rPr>
              <a:pPr marL="0" indent="0" algn="r">
                <a:spcBef>
                  <a:spcPct val="0"/>
                </a:spcBef>
                <a:spcAft>
                  <a:spcPct val="0"/>
                </a:spcAft>
                <a:buNone/>
              </a:pPr>
              <a:t>-0,3</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56" name="文本占位符 2">
            <a:extLst>
              <a:ext uri="{FF2B5EF4-FFF2-40B4-BE49-F238E27FC236}">
                <a16:creationId xmlns:a16="http://schemas.microsoft.com/office/drawing/2014/main" id="{5A1A2EED-9890-C217-980A-539DADE7F9F2}"/>
              </a:ext>
            </a:extLst>
          </p:cNvPr>
          <p:cNvSpPr txBox="1">
            <a:spLocks/>
          </p:cNvSpPr>
          <p:nvPr>
            <p:custDataLst>
              <p:tags r:id="rId38"/>
            </p:custDataLst>
          </p:nvPr>
        </p:nvSpPr>
        <p:spPr bwMode="gray">
          <a:xfrm>
            <a:off x="4756150" y="4987925"/>
            <a:ext cx="2730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ct val="0"/>
              </a:spcBef>
              <a:spcAft>
                <a:spcPct val="0"/>
              </a:spcAft>
              <a:buNone/>
            </a:pPr>
            <a:fld id="{C140617C-B520-45CE-8C21-92A1F3ABA073}" type="datetime'''-''''''''''''0'''''''''''''',''6'''''''''''''''''''''">
              <a:rPr kumimoji="1" lang="zh-CN" altLang="en-US" sz="1000" smtClean="0">
                <a:effectLst/>
                <a:latin typeface="HarmonyOS Sans SC" pitchFamily="2" charset="-122"/>
                <a:ea typeface="HarmonyOS Sans SC" pitchFamily="2" charset="-122"/>
                <a:sym typeface="HarmonyOS Sans SC" pitchFamily="2" charset="-122"/>
              </a:rPr>
              <a:pPr marL="0" indent="0" algn="r">
                <a:spcBef>
                  <a:spcPct val="0"/>
                </a:spcBef>
                <a:spcAft>
                  <a:spcPct val="0"/>
                </a:spcAft>
                <a:buNone/>
              </a:pPr>
              <a:t>-0,6</a:t>
            </a:fld>
            <a:endParaRPr kumimoji="1" lang="zh-CN" altLang="en-US" sz="1000" dirty="0">
              <a:latin typeface="HarmonyOS Sans SC" pitchFamily="2" charset="-122"/>
              <a:ea typeface="HarmonyOS Sans SC" pitchFamily="2" charset="-122"/>
              <a:sym typeface="HarmonyOS Sans SC" pitchFamily="2" charset="-122"/>
            </a:endParaRPr>
          </a:p>
        </p:txBody>
      </p:sp>
      <p:sp>
        <p:nvSpPr>
          <p:cNvPr id="372" name="文本占位符 2">
            <a:extLst>
              <a:ext uri="{FF2B5EF4-FFF2-40B4-BE49-F238E27FC236}">
                <a16:creationId xmlns:a16="http://schemas.microsoft.com/office/drawing/2014/main" id="{538E79F4-2D54-58EE-8B91-15D19B0F6AEF}"/>
              </a:ext>
            </a:extLst>
          </p:cNvPr>
          <p:cNvSpPr txBox="1">
            <a:spLocks/>
          </p:cNvSpPr>
          <p:nvPr>
            <p:custDataLst>
              <p:tags r:id="rId39"/>
            </p:custDataLst>
          </p:nvPr>
        </p:nvSpPr>
        <p:spPr bwMode="gray">
          <a:xfrm>
            <a:off x="5764213" y="1503363"/>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r>
              <a:rPr kumimoji="1" lang="en-US" altLang="zh-CN" sz="1000" dirty="0">
                <a:solidFill>
                  <a:schemeClr val="bg1"/>
                </a:solidFill>
                <a:effectLst/>
                <a:latin typeface="HarmonyOS Sans SC" pitchFamily="2" charset="-122"/>
                <a:ea typeface="HarmonyOS Sans SC" pitchFamily="2" charset="-122"/>
                <a:sym typeface="HarmonyOS Sans SC" pitchFamily="2" charset="-122"/>
              </a:rPr>
              <a:t>+</a:t>
            </a:r>
            <a:fld id="{4E7A710F-515E-4C5E-87B1-2C56E66A928F}" type="datetime'''''2'''''''''''',''''''''''''''''''''''''''''''1'">
              <a:rPr kumimoji="1" lang="zh-CN" altLang="en-US" sz="1000" smtClean="0">
                <a:solidFill>
                  <a:schemeClr val="bg1"/>
                </a:solidFill>
                <a:effectLst/>
                <a:latin typeface="HarmonyOS Sans SC" pitchFamily="2" charset="-122"/>
                <a:ea typeface="HarmonyOS Sans SC" pitchFamily="2" charset="-122"/>
                <a:sym typeface="HarmonyOS Sans SC" pitchFamily="2" charset="-122"/>
              </a:rPr>
              <a:pPr marL="0" indent="0" algn="ctr">
                <a:spcBef>
                  <a:spcPct val="0"/>
                </a:spcBef>
                <a:spcAft>
                  <a:spcPct val="0"/>
                </a:spcAft>
                <a:buNone/>
              </a:pPr>
              <a:t>2,1</a:t>
            </a:fld>
            <a:endParaRPr kumimoji="1" lang="zh-CN" altLang="en-US" sz="1000" dirty="0">
              <a:solidFill>
                <a:schemeClr val="bg1"/>
              </a:solidFill>
              <a:latin typeface="HarmonyOS Sans SC" pitchFamily="2" charset="-122"/>
              <a:ea typeface="HarmonyOS Sans SC" pitchFamily="2" charset="-122"/>
              <a:sym typeface="HarmonyOS Sans SC" pitchFamily="2" charset="-122"/>
            </a:endParaRPr>
          </a:p>
        </p:txBody>
      </p:sp>
      <p:sp>
        <p:nvSpPr>
          <p:cNvPr id="374" name="文本占位符 2">
            <a:extLst>
              <a:ext uri="{FF2B5EF4-FFF2-40B4-BE49-F238E27FC236}">
                <a16:creationId xmlns:a16="http://schemas.microsoft.com/office/drawing/2014/main" id="{2C783ADA-A956-AF66-C6DD-3D1CD2DF94DC}"/>
              </a:ext>
            </a:extLst>
          </p:cNvPr>
          <p:cNvSpPr txBox="1">
            <a:spLocks/>
          </p:cNvSpPr>
          <p:nvPr>
            <p:custDataLst>
              <p:tags r:id="rId40"/>
            </p:custDataLst>
          </p:nvPr>
        </p:nvSpPr>
        <p:spPr bwMode="gray">
          <a:xfrm>
            <a:off x="5505450" y="1708150"/>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r>
              <a:rPr kumimoji="1" lang="en-US" altLang="zh-CN" sz="1000" dirty="0">
                <a:solidFill>
                  <a:schemeClr val="bg1"/>
                </a:solidFill>
                <a:latin typeface="HarmonyOS Sans SC" pitchFamily="2" charset="-122"/>
                <a:ea typeface="HarmonyOS Sans SC" pitchFamily="2" charset="-122"/>
                <a:sym typeface="HarmonyOS Sans SC" pitchFamily="2" charset="-122"/>
              </a:rPr>
              <a:t>+</a:t>
            </a:r>
            <a:fld id="{C2713C90-F54F-4554-AC3C-54B03E45FDDE}" type="datetime'''''''1'''''',''''1'''''''''''''''''''''">
              <a:rPr kumimoji="1" lang="zh-CN" altLang="en-US" sz="1000" smtClean="0">
                <a:solidFill>
                  <a:schemeClr val="bg1"/>
                </a:solidFill>
                <a:latin typeface="HarmonyOS Sans SC" pitchFamily="2" charset="-122"/>
                <a:ea typeface="HarmonyOS Sans SC" pitchFamily="2" charset="-122"/>
                <a:sym typeface="HarmonyOS Sans SC" pitchFamily="2" charset="-122"/>
              </a:rPr>
              <a:pPr/>
              <a:t>1,1</a:t>
            </a:fld>
            <a:endParaRPr kumimoji="1" lang="zh-CN" altLang="en-US" sz="1000" dirty="0">
              <a:solidFill>
                <a:schemeClr val="bg1"/>
              </a:solidFill>
              <a:latin typeface="HarmonyOS Sans SC" pitchFamily="2" charset="-122"/>
              <a:ea typeface="HarmonyOS Sans SC" pitchFamily="2" charset="-122"/>
              <a:sym typeface="HarmonyOS Sans SC" pitchFamily="2" charset="-122"/>
            </a:endParaRPr>
          </a:p>
        </p:txBody>
      </p:sp>
      <p:sp>
        <p:nvSpPr>
          <p:cNvPr id="377" name="文本占位符 2">
            <a:extLst>
              <a:ext uri="{FF2B5EF4-FFF2-40B4-BE49-F238E27FC236}">
                <a16:creationId xmlns:a16="http://schemas.microsoft.com/office/drawing/2014/main" id="{869A74CB-B93C-5CBD-5AE6-A193D9CE85F5}"/>
              </a:ext>
            </a:extLst>
          </p:cNvPr>
          <p:cNvSpPr txBox="1">
            <a:spLocks/>
          </p:cNvSpPr>
          <p:nvPr>
            <p:custDataLst>
              <p:tags r:id="rId41"/>
            </p:custDataLst>
          </p:nvPr>
        </p:nvSpPr>
        <p:spPr bwMode="gray">
          <a:xfrm>
            <a:off x="5505450" y="1912938"/>
            <a:ext cx="284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r>
              <a:rPr kumimoji="1" lang="en-US" altLang="zh-CN" sz="1000" dirty="0">
                <a:solidFill>
                  <a:schemeClr val="bg1"/>
                </a:solidFill>
                <a:latin typeface="HarmonyOS Sans SC" pitchFamily="2" charset="-122"/>
                <a:ea typeface="HarmonyOS Sans SC" pitchFamily="2" charset="-122"/>
                <a:sym typeface="HarmonyOS Sans SC" pitchFamily="2" charset="-122"/>
              </a:rPr>
              <a:t>+</a:t>
            </a:r>
            <a:fld id="{87BCEFD1-2AA9-415C-9A14-163326700774}" type="datetime'''''''''''''''''''''''1'''''',''''''''1'''''''">
              <a:rPr kumimoji="1" lang="zh-CN" altLang="en-US" sz="1000" smtClean="0">
                <a:solidFill>
                  <a:schemeClr val="bg1"/>
                </a:solidFill>
                <a:latin typeface="HarmonyOS Sans SC" pitchFamily="2" charset="-122"/>
                <a:ea typeface="HarmonyOS Sans SC" pitchFamily="2" charset="-122"/>
                <a:sym typeface="HarmonyOS Sans SC" pitchFamily="2" charset="-122"/>
              </a:rPr>
              <a:pPr/>
              <a:t>1,1</a:t>
            </a:fld>
            <a:endParaRPr kumimoji="1" lang="zh-CN" altLang="en-US" sz="1000" dirty="0">
              <a:solidFill>
                <a:schemeClr val="bg1"/>
              </a:solidFill>
              <a:latin typeface="HarmonyOS Sans SC" pitchFamily="2" charset="-122"/>
              <a:ea typeface="HarmonyOS Sans SC" pitchFamily="2" charset="-122"/>
              <a:sym typeface="HarmonyOS Sans SC" pitchFamily="2" charset="-122"/>
            </a:endParaRPr>
          </a:p>
        </p:txBody>
      </p:sp>
      <p:sp>
        <p:nvSpPr>
          <p:cNvPr id="405" name="文本占位符 2">
            <a:extLst>
              <a:ext uri="{FF2B5EF4-FFF2-40B4-BE49-F238E27FC236}">
                <a16:creationId xmlns:a16="http://schemas.microsoft.com/office/drawing/2014/main" id="{8D7BB3DC-5950-0D59-7F06-8FA4E23D8291}"/>
              </a:ext>
            </a:extLst>
          </p:cNvPr>
          <p:cNvSpPr txBox="1">
            <a:spLocks/>
          </p:cNvSpPr>
          <p:nvPr>
            <p:custDataLst>
              <p:tags r:id="rId42"/>
            </p:custDataLst>
          </p:nvPr>
        </p:nvSpPr>
        <p:spPr bwMode="gray">
          <a:xfrm>
            <a:off x="4840288" y="5399088"/>
            <a:ext cx="2730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52FA6BF1-BEEF-454E-9F72-15D32F0B20A3}" type="datetime'''-''''1'''''''',''''''''5'''''''''">
              <a:rPr kumimoji="1" lang="zh-CN" altLang="en-US" sz="1000" smtClean="0">
                <a:solidFill>
                  <a:schemeClr val="bg1"/>
                </a:solidFill>
                <a:latin typeface="HarmonyOS Sans SC" pitchFamily="2" charset="-122"/>
                <a:ea typeface="HarmonyOS Sans SC" pitchFamily="2" charset="-122"/>
                <a:sym typeface="HarmonyOS Sans SC" pitchFamily="2" charset="-122"/>
              </a:rPr>
              <a:pPr/>
              <a:t>-1,5</a:t>
            </a:fld>
            <a:endParaRPr kumimoji="1" lang="zh-CN" altLang="en-US" sz="1000" dirty="0">
              <a:solidFill>
                <a:schemeClr val="bg1"/>
              </a:solidFill>
              <a:latin typeface="HarmonyOS Sans SC" pitchFamily="2" charset="-122"/>
              <a:ea typeface="HarmonyOS Sans SC" pitchFamily="2" charset="-122"/>
              <a:sym typeface="HarmonyOS Sans SC" pitchFamily="2" charset="-122"/>
            </a:endParaRPr>
          </a:p>
        </p:txBody>
      </p:sp>
      <p:sp>
        <p:nvSpPr>
          <p:cNvPr id="406" name="文本占位符 2">
            <a:extLst>
              <a:ext uri="{FF2B5EF4-FFF2-40B4-BE49-F238E27FC236}">
                <a16:creationId xmlns:a16="http://schemas.microsoft.com/office/drawing/2014/main" id="{C7963496-9F7A-596F-4DD2-77CDB233EEBF}"/>
              </a:ext>
            </a:extLst>
          </p:cNvPr>
          <p:cNvSpPr txBox="1">
            <a:spLocks/>
          </p:cNvSpPr>
          <p:nvPr>
            <p:custDataLst>
              <p:tags r:id="rId43"/>
            </p:custDataLst>
          </p:nvPr>
        </p:nvSpPr>
        <p:spPr bwMode="gray">
          <a:xfrm>
            <a:off x="4762500" y="5603875"/>
            <a:ext cx="2730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F4F6BB61-4B4F-465C-85FF-BE54AE5E53AD}" type="datetime'''-''''''''''''''''''''''''1'''''''''''',''''''''''8'">
              <a:rPr kumimoji="1" lang="zh-CN" altLang="en-US" sz="1000" smtClean="0">
                <a:solidFill>
                  <a:schemeClr val="bg1"/>
                </a:solidFill>
                <a:latin typeface="HarmonyOS Sans SC" pitchFamily="2" charset="-122"/>
                <a:ea typeface="HarmonyOS Sans SC" pitchFamily="2" charset="-122"/>
                <a:sym typeface="HarmonyOS Sans SC" pitchFamily="2" charset="-122"/>
              </a:rPr>
              <a:pPr/>
              <a:t>-1,8</a:t>
            </a:fld>
            <a:endParaRPr kumimoji="1" lang="zh-CN" altLang="en-US" sz="1000" dirty="0">
              <a:solidFill>
                <a:schemeClr val="bg1"/>
              </a:solidFill>
              <a:latin typeface="HarmonyOS Sans SC" pitchFamily="2" charset="-122"/>
              <a:ea typeface="HarmonyOS Sans SC" pitchFamily="2" charset="-122"/>
              <a:sym typeface="HarmonyOS Sans SC" pitchFamily="2" charset="-122"/>
            </a:endParaRPr>
          </a:p>
        </p:txBody>
      </p:sp>
      <p:sp>
        <p:nvSpPr>
          <p:cNvPr id="407" name="文本占位符 2">
            <a:extLst>
              <a:ext uri="{FF2B5EF4-FFF2-40B4-BE49-F238E27FC236}">
                <a16:creationId xmlns:a16="http://schemas.microsoft.com/office/drawing/2014/main" id="{B065ACD0-9A72-3FA3-D8D4-DC4EF628394B}"/>
              </a:ext>
            </a:extLst>
          </p:cNvPr>
          <p:cNvSpPr txBox="1">
            <a:spLocks/>
          </p:cNvSpPr>
          <p:nvPr>
            <p:custDataLst>
              <p:tags r:id="rId44"/>
            </p:custDataLst>
          </p:nvPr>
        </p:nvSpPr>
        <p:spPr bwMode="gray">
          <a:xfrm>
            <a:off x="4271963" y="5808663"/>
            <a:ext cx="2730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BA994220-E07B-457E-95FB-C355D37FA460}" type="datetime'''''''''''''''''''''''''''''-''''''''''3'',''''''''''''7'''">
              <a:rPr kumimoji="1" lang="zh-CN" altLang="en-US" sz="1000" smtClean="0">
                <a:solidFill>
                  <a:schemeClr val="bg1"/>
                </a:solidFill>
                <a:latin typeface="HarmonyOS Sans SC" pitchFamily="2" charset="-122"/>
                <a:ea typeface="HarmonyOS Sans SC" pitchFamily="2" charset="-122"/>
                <a:sym typeface="HarmonyOS Sans SC" pitchFamily="2" charset="-122"/>
              </a:rPr>
              <a:pPr/>
              <a:t>-3,7</a:t>
            </a:fld>
            <a:endParaRPr kumimoji="1" lang="zh-CN" altLang="en-US" sz="1000" dirty="0">
              <a:solidFill>
                <a:schemeClr val="bg1"/>
              </a:solidFill>
              <a:latin typeface="HarmonyOS Sans SC" pitchFamily="2" charset="-122"/>
              <a:ea typeface="HarmonyOS Sans SC" pitchFamily="2" charset="-122"/>
              <a:sym typeface="HarmonyOS Sans SC" pitchFamily="2" charset="-122"/>
            </a:endParaRPr>
          </a:p>
        </p:txBody>
      </p:sp>
      <p:sp>
        <p:nvSpPr>
          <p:cNvPr id="408" name="文本占位符 2">
            <a:extLst>
              <a:ext uri="{FF2B5EF4-FFF2-40B4-BE49-F238E27FC236}">
                <a16:creationId xmlns:a16="http://schemas.microsoft.com/office/drawing/2014/main" id="{91C6AFE2-DAD3-1AAC-08DC-416579F148D0}"/>
              </a:ext>
            </a:extLst>
          </p:cNvPr>
          <p:cNvSpPr txBox="1">
            <a:spLocks/>
          </p:cNvSpPr>
          <p:nvPr>
            <p:custDataLst>
              <p:tags r:id="rId45"/>
            </p:custDataLst>
          </p:nvPr>
        </p:nvSpPr>
        <p:spPr bwMode="gray">
          <a:xfrm>
            <a:off x="4943475" y="5192713"/>
            <a:ext cx="2730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7A9D62E4-4376-44AC-B7DD-93629F439F3C}" type="datetime'''''''''''''''''-''''''''''''''''1'''''''''',''''1'">
              <a:rPr kumimoji="1" lang="zh-CN" altLang="en-US" sz="1000" smtClean="0">
                <a:solidFill>
                  <a:schemeClr val="bg1"/>
                </a:solidFill>
                <a:latin typeface="HarmonyOS Sans SC" pitchFamily="2" charset="-122"/>
                <a:ea typeface="HarmonyOS Sans SC" pitchFamily="2" charset="-122"/>
                <a:sym typeface="HarmonyOS Sans SC" pitchFamily="2" charset="-122"/>
              </a:rPr>
              <a:pPr/>
              <a:t>-1,1</a:t>
            </a:fld>
            <a:endParaRPr kumimoji="1" lang="zh-CN" altLang="en-US" sz="1000" dirty="0">
              <a:solidFill>
                <a:schemeClr val="bg1"/>
              </a:solidFill>
              <a:latin typeface="HarmonyOS Sans SC" pitchFamily="2" charset="-122"/>
              <a:ea typeface="HarmonyOS Sans SC" pitchFamily="2" charset="-122"/>
              <a:sym typeface="HarmonyOS Sans SC" pitchFamily="2" charset="-122"/>
            </a:endParaRPr>
          </a:p>
        </p:txBody>
      </p:sp>
      <p:sp>
        <p:nvSpPr>
          <p:cNvPr id="99" name="文本占位符 2">
            <a:extLst>
              <a:ext uri="{FF2B5EF4-FFF2-40B4-BE49-F238E27FC236}">
                <a16:creationId xmlns:a16="http://schemas.microsoft.com/office/drawing/2014/main" id="{7A94CEA4-8181-9296-9993-718E1BFC851A}"/>
              </a:ext>
            </a:extLst>
          </p:cNvPr>
          <p:cNvSpPr txBox="1">
            <a:spLocks/>
          </p:cNvSpPr>
          <p:nvPr>
            <p:custDataLst>
              <p:tags r:id="rId46"/>
            </p:custDataLst>
          </p:nvPr>
        </p:nvSpPr>
        <p:spPr bwMode="auto">
          <a:xfrm>
            <a:off x="566738" y="5808663"/>
            <a:ext cx="16525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7E500417-E870-4E6B-A7BD-816547A96884}" type="datetime'Co''''''mp''''''ute''''r an''''''d m''''a''t''h''e''mat''ical'">
              <a:rPr kumimoji="1" lang="en-US" altLang="en-US" sz="1000" smtClean="0">
                <a:latin typeface="HarmonyOS Sans SC" pitchFamily="2" charset="-122"/>
                <a:ea typeface="HarmonyOS Sans SC" pitchFamily="2" charset="-122"/>
                <a:sym typeface="HarmonyOS Sans SC" pitchFamily="2" charset="-122"/>
              </a:rPr>
              <a:pPr marL="0" indent="0">
                <a:spcBef>
                  <a:spcPct val="0"/>
                </a:spcBef>
                <a:spcAft>
                  <a:spcPct val="0"/>
                </a:spcAft>
                <a:buNone/>
              </a:pPr>
              <a:t>Computer and mathematical</a:t>
            </a:fld>
            <a:endParaRPr kumimoji="1" lang="zh-CN" altLang="en-US" sz="1000" dirty="0">
              <a:latin typeface="HarmonyOS Sans SC" pitchFamily="2" charset="-122"/>
              <a:ea typeface="HarmonyOS Sans SC" pitchFamily="2" charset="-122"/>
              <a:sym typeface="HarmonyOS Sans SC" pitchFamily="2" charset="-122"/>
            </a:endParaRPr>
          </a:p>
        </p:txBody>
      </p:sp>
      <p:cxnSp>
        <p:nvCxnSpPr>
          <p:cNvPr id="452" name="直线连接符 451">
            <a:extLst>
              <a:ext uri="{FF2B5EF4-FFF2-40B4-BE49-F238E27FC236}">
                <a16:creationId xmlns:a16="http://schemas.microsoft.com/office/drawing/2014/main" id="{03DB2413-AD87-52CE-AA09-1DEE763C9E9E}"/>
              </a:ext>
            </a:extLst>
          </p:cNvPr>
          <p:cNvCxnSpPr>
            <a:cxnSpLocks/>
          </p:cNvCxnSpPr>
          <p:nvPr/>
        </p:nvCxnSpPr>
        <p:spPr>
          <a:xfrm>
            <a:off x="566738" y="2079626"/>
            <a:ext cx="5884862" cy="0"/>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54" name="直线连接符 453">
            <a:extLst>
              <a:ext uri="{FF2B5EF4-FFF2-40B4-BE49-F238E27FC236}">
                <a16:creationId xmlns:a16="http://schemas.microsoft.com/office/drawing/2014/main" id="{97DA56E0-B1C3-45F7-93CB-87EF424A0110}"/>
              </a:ext>
            </a:extLst>
          </p:cNvPr>
          <p:cNvCxnSpPr>
            <a:cxnSpLocks/>
          </p:cNvCxnSpPr>
          <p:nvPr/>
        </p:nvCxnSpPr>
        <p:spPr>
          <a:xfrm>
            <a:off x="566738" y="3517901"/>
            <a:ext cx="5884862" cy="0"/>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55" name="直线连接符 454">
            <a:extLst>
              <a:ext uri="{FF2B5EF4-FFF2-40B4-BE49-F238E27FC236}">
                <a16:creationId xmlns:a16="http://schemas.microsoft.com/office/drawing/2014/main" id="{8E2FAB3E-54A2-3781-B74B-99F0923FC495}"/>
              </a:ext>
            </a:extLst>
          </p:cNvPr>
          <p:cNvCxnSpPr>
            <a:cxnSpLocks/>
          </p:cNvCxnSpPr>
          <p:nvPr/>
        </p:nvCxnSpPr>
        <p:spPr>
          <a:xfrm>
            <a:off x="566738" y="4740276"/>
            <a:ext cx="5884862" cy="0"/>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466" name="组合 465">
            <a:extLst>
              <a:ext uri="{FF2B5EF4-FFF2-40B4-BE49-F238E27FC236}">
                <a16:creationId xmlns:a16="http://schemas.microsoft.com/office/drawing/2014/main" id="{6B4C2B6B-38EB-8C9C-168C-B1D893A1435A}"/>
              </a:ext>
            </a:extLst>
          </p:cNvPr>
          <p:cNvGrpSpPr/>
          <p:nvPr/>
        </p:nvGrpSpPr>
        <p:grpSpPr>
          <a:xfrm>
            <a:off x="6499826" y="1503363"/>
            <a:ext cx="352425" cy="546100"/>
            <a:chOff x="6489700" y="1503363"/>
            <a:chExt cx="352425" cy="574676"/>
          </a:xfrm>
        </p:grpSpPr>
        <p:grpSp>
          <p:nvGrpSpPr>
            <p:cNvPr id="462" name="组合 461">
              <a:extLst>
                <a:ext uri="{FF2B5EF4-FFF2-40B4-BE49-F238E27FC236}">
                  <a16:creationId xmlns:a16="http://schemas.microsoft.com/office/drawing/2014/main" id="{FD34996D-6CC3-6511-8789-42E059D00534}"/>
                </a:ext>
              </a:extLst>
            </p:cNvPr>
            <p:cNvGrpSpPr/>
            <p:nvPr/>
          </p:nvGrpSpPr>
          <p:grpSpPr>
            <a:xfrm>
              <a:off x="6489700" y="1503363"/>
              <a:ext cx="120650" cy="574676"/>
              <a:chOff x="6489700" y="1503363"/>
              <a:chExt cx="120650" cy="574676"/>
            </a:xfrm>
          </p:grpSpPr>
          <p:cxnSp>
            <p:nvCxnSpPr>
              <p:cNvPr id="457" name="直线连接符 456">
                <a:extLst>
                  <a:ext uri="{FF2B5EF4-FFF2-40B4-BE49-F238E27FC236}">
                    <a16:creationId xmlns:a16="http://schemas.microsoft.com/office/drawing/2014/main" id="{2F95C9F0-5B9C-CFB0-ADB9-A927147EC199}"/>
                  </a:ext>
                </a:extLst>
              </p:cNvPr>
              <p:cNvCxnSpPr/>
              <p:nvPr/>
            </p:nvCxnSpPr>
            <p:spPr>
              <a:xfrm>
                <a:off x="6489700" y="1503363"/>
                <a:ext cx="120650" cy="0"/>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58" name="直线连接符 457">
                <a:extLst>
                  <a:ext uri="{FF2B5EF4-FFF2-40B4-BE49-F238E27FC236}">
                    <a16:creationId xmlns:a16="http://schemas.microsoft.com/office/drawing/2014/main" id="{72563067-D918-4AE2-AAD1-C9B0A09A252D}"/>
                  </a:ext>
                </a:extLst>
              </p:cNvPr>
              <p:cNvCxnSpPr/>
              <p:nvPr/>
            </p:nvCxnSpPr>
            <p:spPr>
              <a:xfrm>
                <a:off x="6489700" y="2078039"/>
                <a:ext cx="120650" cy="0"/>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59" name="直线连接符 458">
                <a:extLst>
                  <a:ext uri="{FF2B5EF4-FFF2-40B4-BE49-F238E27FC236}">
                    <a16:creationId xmlns:a16="http://schemas.microsoft.com/office/drawing/2014/main" id="{EB12C5BC-A5F5-8CD7-6308-CCAB6FB09C8C}"/>
                  </a:ext>
                </a:extLst>
              </p:cNvPr>
              <p:cNvCxnSpPr>
                <a:cxnSpLocks/>
              </p:cNvCxnSpPr>
              <p:nvPr/>
            </p:nvCxnSpPr>
            <p:spPr>
              <a:xfrm flipV="1">
                <a:off x="6610350" y="1503363"/>
                <a:ext cx="0" cy="574676"/>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cxnSp>
          <p:nvCxnSpPr>
            <p:cNvPr id="464" name="直线箭头连接符 463">
              <a:extLst>
                <a:ext uri="{FF2B5EF4-FFF2-40B4-BE49-F238E27FC236}">
                  <a16:creationId xmlns:a16="http://schemas.microsoft.com/office/drawing/2014/main" id="{C72ECE84-6BBB-7FDB-33B1-45D2C7334B1D}"/>
                </a:ext>
              </a:extLst>
            </p:cNvPr>
            <p:cNvCxnSpPr>
              <a:cxnSpLocks/>
            </p:cNvCxnSpPr>
            <p:nvPr/>
          </p:nvCxnSpPr>
          <p:spPr>
            <a:xfrm>
              <a:off x="6610350" y="2006204"/>
              <a:ext cx="231775" cy="0"/>
            </a:xfrm>
            <a:prstGeom prst="straightConnector1">
              <a:avLst/>
            </a:prstGeom>
            <a:ln w="635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73" name="组合 472">
            <a:extLst>
              <a:ext uri="{FF2B5EF4-FFF2-40B4-BE49-F238E27FC236}">
                <a16:creationId xmlns:a16="http://schemas.microsoft.com/office/drawing/2014/main" id="{89E33295-23E6-09D5-26BA-CF9FE0D6D30D}"/>
              </a:ext>
            </a:extLst>
          </p:cNvPr>
          <p:cNvGrpSpPr/>
          <p:nvPr/>
        </p:nvGrpSpPr>
        <p:grpSpPr>
          <a:xfrm>
            <a:off x="6489700" y="2115977"/>
            <a:ext cx="352425" cy="1368583"/>
            <a:chOff x="6489700" y="1503363"/>
            <a:chExt cx="352425" cy="574676"/>
          </a:xfrm>
        </p:grpSpPr>
        <p:grpSp>
          <p:nvGrpSpPr>
            <p:cNvPr id="474" name="组合 473">
              <a:extLst>
                <a:ext uri="{FF2B5EF4-FFF2-40B4-BE49-F238E27FC236}">
                  <a16:creationId xmlns:a16="http://schemas.microsoft.com/office/drawing/2014/main" id="{8C1662B7-9B50-E0B4-6B13-A9BD4B6D2B47}"/>
                </a:ext>
              </a:extLst>
            </p:cNvPr>
            <p:cNvGrpSpPr/>
            <p:nvPr/>
          </p:nvGrpSpPr>
          <p:grpSpPr>
            <a:xfrm>
              <a:off x="6489700" y="1503363"/>
              <a:ext cx="120650" cy="574676"/>
              <a:chOff x="6489700" y="1503363"/>
              <a:chExt cx="120650" cy="574676"/>
            </a:xfrm>
          </p:grpSpPr>
          <p:cxnSp>
            <p:nvCxnSpPr>
              <p:cNvPr id="476" name="直线连接符 475">
                <a:extLst>
                  <a:ext uri="{FF2B5EF4-FFF2-40B4-BE49-F238E27FC236}">
                    <a16:creationId xmlns:a16="http://schemas.microsoft.com/office/drawing/2014/main" id="{1E2A1167-6B3C-9666-2E2D-E0F40495A819}"/>
                  </a:ext>
                </a:extLst>
              </p:cNvPr>
              <p:cNvCxnSpPr/>
              <p:nvPr/>
            </p:nvCxnSpPr>
            <p:spPr>
              <a:xfrm>
                <a:off x="6489700" y="1503363"/>
                <a:ext cx="120650" cy="0"/>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77" name="直线连接符 476">
                <a:extLst>
                  <a:ext uri="{FF2B5EF4-FFF2-40B4-BE49-F238E27FC236}">
                    <a16:creationId xmlns:a16="http://schemas.microsoft.com/office/drawing/2014/main" id="{2D905047-9B24-141F-04DC-63D1AC476A40}"/>
                  </a:ext>
                </a:extLst>
              </p:cNvPr>
              <p:cNvCxnSpPr/>
              <p:nvPr/>
            </p:nvCxnSpPr>
            <p:spPr>
              <a:xfrm>
                <a:off x="6489700" y="2078039"/>
                <a:ext cx="120650" cy="0"/>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78" name="直线连接符 477">
                <a:extLst>
                  <a:ext uri="{FF2B5EF4-FFF2-40B4-BE49-F238E27FC236}">
                    <a16:creationId xmlns:a16="http://schemas.microsoft.com/office/drawing/2014/main" id="{221AE6EB-781C-95AE-D5A2-26576641C5E4}"/>
                  </a:ext>
                </a:extLst>
              </p:cNvPr>
              <p:cNvCxnSpPr>
                <a:cxnSpLocks/>
              </p:cNvCxnSpPr>
              <p:nvPr/>
            </p:nvCxnSpPr>
            <p:spPr>
              <a:xfrm flipV="1">
                <a:off x="6610350" y="1503363"/>
                <a:ext cx="0" cy="574676"/>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cxnSp>
          <p:nvCxnSpPr>
            <p:cNvPr id="475" name="直线箭头连接符 474">
              <a:extLst>
                <a:ext uri="{FF2B5EF4-FFF2-40B4-BE49-F238E27FC236}">
                  <a16:creationId xmlns:a16="http://schemas.microsoft.com/office/drawing/2014/main" id="{88C8859C-00B9-A99D-5D76-CF0A7FE6B5BC}"/>
                </a:ext>
              </a:extLst>
            </p:cNvPr>
            <p:cNvCxnSpPr>
              <a:cxnSpLocks/>
            </p:cNvCxnSpPr>
            <p:nvPr/>
          </p:nvCxnSpPr>
          <p:spPr>
            <a:xfrm>
              <a:off x="6610350" y="1885950"/>
              <a:ext cx="231775" cy="0"/>
            </a:xfrm>
            <a:prstGeom prst="straightConnector1">
              <a:avLst/>
            </a:prstGeom>
            <a:ln w="635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79" name="组合 478">
            <a:extLst>
              <a:ext uri="{FF2B5EF4-FFF2-40B4-BE49-F238E27FC236}">
                <a16:creationId xmlns:a16="http://schemas.microsoft.com/office/drawing/2014/main" id="{E9916F0B-BEB2-C52A-BB7D-2D48AB0E36A2}"/>
              </a:ext>
            </a:extLst>
          </p:cNvPr>
          <p:cNvGrpSpPr/>
          <p:nvPr/>
        </p:nvGrpSpPr>
        <p:grpSpPr>
          <a:xfrm>
            <a:off x="6489700" y="3550547"/>
            <a:ext cx="352424" cy="1164328"/>
            <a:chOff x="6489700" y="1503363"/>
            <a:chExt cx="352424" cy="574676"/>
          </a:xfrm>
        </p:grpSpPr>
        <p:grpSp>
          <p:nvGrpSpPr>
            <p:cNvPr id="480" name="组合 479">
              <a:extLst>
                <a:ext uri="{FF2B5EF4-FFF2-40B4-BE49-F238E27FC236}">
                  <a16:creationId xmlns:a16="http://schemas.microsoft.com/office/drawing/2014/main" id="{AA9C460B-BFCF-1DB1-A276-57984B7807C9}"/>
                </a:ext>
              </a:extLst>
            </p:cNvPr>
            <p:cNvGrpSpPr/>
            <p:nvPr/>
          </p:nvGrpSpPr>
          <p:grpSpPr>
            <a:xfrm>
              <a:off x="6489700" y="1503363"/>
              <a:ext cx="120650" cy="574676"/>
              <a:chOff x="6489700" y="1503363"/>
              <a:chExt cx="120650" cy="574676"/>
            </a:xfrm>
          </p:grpSpPr>
          <p:cxnSp>
            <p:nvCxnSpPr>
              <p:cNvPr id="482" name="直线连接符 481">
                <a:extLst>
                  <a:ext uri="{FF2B5EF4-FFF2-40B4-BE49-F238E27FC236}">
                    <a16:creationId xmlns:a16="http://schemas.microsoft.com/office/drawing/2014/main" id="{2294D234-3AF6-B8AE-4EBF-FDA57ABF89A7}"/>
                  </a:ext>
                </a:extLst>
              </p:cNvPr>
              <p:cNvCxnSpPr/>
              <p:nvPr/>
            </p:nvCxnSpPr>
            <p:spPr>
              <a:xfrm>
                <a:off x="6489700" y="1503363"/>
                <a:ext cx="120650" cy="0"/>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83" name="直线连接符 482">
                <a:extLst>
                  <a:ext uri="{FF2B5EF4-FFF2-40B4-BE49-F238E27FC236}">
                    <a16:creationId xmlns:a16="http://schemas.microsoft.com/office/drawing/2014/main" id="{4E237D81-DFCB-82D1-62D5-77049B4DFAEB}"/>
                  </a:ext>
                </a:extLst>
              </p:cNvPr>
              <p:cNvCxnSpPr/>
              <p:nvPr/>
            </p:nvCxnSpPr>
            <p:spPr>
              <a:xfrm>
                <a:off x="6489700" y="2078039"/>
                <a:ext cx="120650" cy="0"/>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84" name="直线连接符 483">
                <a:extLst>
                  <a:ext uri="{FF2B5EF4-FFF2-40B4-BE49-F238E27FC236}">
                    <a16:creationId xmlns:a16="http://schemas.microsoft.com/office/drawing/2014/main" id="{9BA91596-D08D-5ACE-893E-38D44E0BEC83}"/>
                  </a:ext>
                </a:extLst>
              </p:cNvPr>
              <p:cNvCxnSpPr>
                <a:cxnSpLocks/>
              </p:cNvCxnSpPr>
              <p:nvPr/>
            </p:nvCxnSpPr>
            <p:spPr>
              <a:xfrm flipV="1">
                <a:off x="6610350" y="1503363"/>
                <a:ext cx="0" cy="574676"/>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cxnSp>
          <p:nvCxnSpPr>
            <p:cNvPr id="481" name="直线箭头连接符 480">
              <a:extLst>
                <a:ext uri="{FF2B5EF4-FFF2-40B4-BE49-F238E27FC236}">
                  <a16:creationId xmlns:a16="http://schemas.microsoft.com/office/drawing/2014/main" id="{DEA438B6-A8B9-60C4-2DDB-18D9726C2632}"/>
                </a:ext>
              </a:extLst>
            </p:cNvPr>
            <p:cNvCxnSpPr>
              <a:cxnSpLocks/>
            </p:cNvCxnSpPr>
            <p:nvPr/>
          </p:nvCxnSpPr>
          <p:spPr>
            <a:xfrm>
              <a:off x="6610349" y="1790701"/>
              <a:ext cx="231775" cy="0"/>
            </a:xfrm>
            <a:prstGeom prst="straightConnector1">
              <a:avLst/>
            </a:prstGeom>
            <a:ln w="635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85" name="组合 484">
            <a:extLst>
              <a:ext uri="{FF2B5EF4-FFF2-40B4-BE49-F238E27FC236}">
                <a16:creationId xmlns:a16="http://schemas.microsoft.com/office/drawing/2014/main" id="{3565DEC3-77FD-5EA6-71F3-2FBA2BB7D1BC}"/>
              </a:ext>
            </a:extLst>
          </p:cNvPr>
          <p:cNvGrpSpPr/>
          <p:nvPr/>
        </p:nvGrpSpPr>
        <p:grpSpPr>
          <a:xfrm>
            <a:off x="6489700" y="4797208"/>
            <a:ext cx="357296" cy="1164328"/>
            <a:chOff x="6489700" y="1503363"/>
            <a:chExt cx="357296" cy="574676"/>
          </a:xfrm>
        </p:grpSpPr>
        <p:grpSp>
          <p:nvGrpSpPr>
            <p:cNvPr id="486" name="组合 485">
              <a:extLst>
                <a:ext uri="{FF2B5EF4-FFF2-40B4-BE49-F238E27FC236}">
                  <a16:creationId xmlns:a16="http://schemas.microsoft.com/office/drawing/2014/main" id="{769DE3E9-B91C-A51E-C37D-F4F26723202E}"/>
                </a:ext>
              </a:extLst>
            </p:cNvPr>
            <p:cNvGrpSpPr/>
            <p:nvPr/>
          </p:nvGrpSpPr>
          <p:grpSpPr>
            <a:xfrm>
              <a:off x="6489700" y="1503363"/>
              <a:ext cx="120650" cy="574676"/>
              <a:chOff x="6489700" y="1503363"/>
              <a:chExt cx="120650" cy="574676"/>
            </a:xfrm>
          </p:grpSpPr>
          <p:cxnSp>
            <p:nvCxnSpPr>
              <p:cNvPr id="488" name="直线连接符 487">
                <a:extLst>
                  <a:ext uri="{FF2B5EF4-FFF2-40B4-BE49-F238E27FC236}">
                    <a16:creationId xmlns:a16="http://schemas.microsoft.com/office/drawing/2014/main" id="{16651007-ECC1-715A-4C57-288F0E9D76B6}"/>
                  </a:ext>
                </a:extLst>
              </p:cNvPr>
              <p:cNvCxnSpPr/>
              <p:nvPr/>
            </p:nvCxnSpPr>
            <p:spPr>
              <a:xfrm>
                <a:off x="6489700" y="1503363"/>
                <a:ext cx="120650" cy="0"/>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89" name="直线连接符 488">
                <a:extLst>
                  <a:ext uri="{FF2B5EF4-FFF2-40B4-BE49-F238E27FC236}">
                    <a16:creationId xmlns:a16="http://schemas.microsoft.com/office/drawing/2014/main" id="{1220324D-C1C1-2DBA-381B-A5D27B4A128B}"/>
                  </a:ext>
                </a:extLst>
              </p:cNvPr>
              <p:cNvCxnSpPr/>
              <p:nvPr/>
            </p:nvCxnSpPr>
            <p:spPr>
              <a:xfrm>
                <a:off x="6489700" y="2078039"/>
                <a:ext cx="120650" cy="0"/>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90" name="直线连接符 489">
                <a:extLst>
                  <a:ext uri="{FF2B5EF4-FFF2-40B4-BE49-F238E27FC236}">
                    <a16:creationId xmlns:a16="http://schemas.microsoft.com/office/drawing/2014/main" id="{08F25290-CA07-4D2D-C2B0-03643D506733}"/>
                  </a:ext>
                </a:extLst>
              </p:cNvPr>
              <p:cNvCxnSpPr>
                <a:cxnSpLocks/>
              </p:cNvCxnSpPr>
              <p:nvPr/>
            </p:nvCxnSpPr>
            <p:spPr>
              <a:xfrm flipV="1">
                <a:off x="6610350" y="1503363"/>
                <a:ext cx="0" cy="574676"/>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cxnSp>
          <p:nvCxnSpPr>
            <p:cNvPr id="487" name="直线箭头连接符 486">
              <a:extLst>
                <a:ext uri="{FF2B5EF4-FFF2-40B4-BE49-F238E27FC236}">
                  <a16:creationId xmlns:a16="http://schemas.microsoft.com/office/drawing/2014/main" id="{883168EC-3C24-E483-B049-B158AD24AC44}"/>
                </a:ext>
              </a:extLst>
            </p:cNvPr>
            <p:cNvCxnSpPr>
              <a:cxnSpLocks/>
            </p:cNvCxnSpPr>
            <p:nvPr/>
          </p:nvCxnSpPr>
          <p:spPr>
            <a:xfrm>
              <a:off x="6615221" y="1668396"/>
              <a:ext cx="231775" cy="0"/>
            </a:xfrm>
            <a:prstGeom prst="straightConnector1">
              <a:avLst/>
            </a:prstGeom>
            <a:ln w="635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grpSp>
      <p:cxnSp>
        <p:nvCxnSpPr>
          <p:cNvPr id="589" name="直线连接符 588">
            <a:extLst>
              <a:ext uri="{FF2B5EF4-FFF2-40B4-BE49-F238E27FC236}">
                <a16:creationId xmlns:a16="http://schemas.microsoft.com/office/drawing/2014/main" id="{33324ADC-5A51-CF48-759A-F98FFBAA6DC6}"/>
              </a:ext>
            </a:extLst>
          </p:cNvPr>
          <p:cNvCxnSpPr/>
          <p:nvPr>
            <p:custDataLst>
              <p:tags r:id="rId47"/>
            </p:custDataLst>
          </p:nvPr>
        </p:nvCxnSpPr>
        <p:spPr bwMode="auto">
          <a:xfrm flipH="1">
            <a:off x="8407400" y="2305050"/>
            <a:ext cx="1631950" cy="4572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91" name="直线连接符 590">
            <a:extLst>
              <a:ext uri="{FF2B5EF4-FFF2-40B4-BE49-F238E27FC236}">
                <a16:creationId xmlns:a16="http://schemas.microsoft.com/office/drawing/2014/main" id="{C7AA496A-8565-F1AD-6EF1-57EBBF6B7BED}"/>
              </a:ext>
            </a:extLst>
          </p:cNvPr>
          <p:cNvCxnSpPr/>
          <p:nvPr>
            <p:custDataLst>
              <p:tags r:id="rId48"/>
            </p:custDataLst>
          </p:nvPr>
        </p:nvCxnSpPr>
        <p:spPr bwMode="auto">
          <a:xfrm>
            <a:off x="9013825" y="3335338"/>
            <a:ext cx="419100" cy="4572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93" name="直线连接符 592">
            <a:extLst>
              <a:ext uri="{FF2B5EF4-FFF2-40B4-BE49-F238E27FC236}">
                <a16:creationId xmlns:a16="http://schemas.microsoft.com/office/drawing/2014/main" id="{CA89B060-7806-2EA6-9179-E5168366F46F}"/>
              </a:ext>
            </a:extLst>
          </p:cNvPr>
          <p:cNvCxnSpPr/>
          <p:nvPr>
            <p:custDataLst>
              <p:tags r:id="rId49"/>
            </p:custDataLst>
          </p:nvPr>
        </p:nvCxnSpPr>
        <p:spPr bwMode="auto">
          <a:xfrm>
            <a:off x="10179050" y="3335338"/>
            <a:ext cx="279400" cy="4572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95" name="直线连接符 594">
            <a:extLst>
              <a:ext uri="{FF2B5EF4-FFF2-40B4-BE49-F238E27FC236}">
                <a16:creationId xmlns:a16="http://schemas.microsoft.com/office/drawing/2014/main" id="{A6FA5FF3-1387-287A-C945-1951950083D5}"/>
              </a:ext>
            </a:extLst>
          </p:cNvPr>
          <p:cNvCxnSpPr/>
          <p:nvPr>
            <p:custDataLst>
              <p:tags r:id="rId50"/>
            </p:custDataLst>
          </p:nvPr>
        </p:nvCxnSpPr>
        <p:spPr bwMode="auto">
          <a:xfrm flipH="1">
            <a:off x="11063288" y="3335338"/>
            <a:ext cx="47625" cy="4572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97" name="直线连接符 596">
            <a:extLst>
              <a:ext uri="{FF2B5EF4-FFF2-40B4-BE49-F238E27FC236}">
                <a16:creationId xmlns:a16="http://schemas.microsoft.com/office/drawing/2014/main" id="{98825B84-4D14-AD32-21B9-1947A10F0A8D}"/>
              </a:ext>
            </a:extLst>
          </p:cNvPr>
          <p:cNvCxnSpPr/>
          <p:nvPr>
            <p:custDataLst>
              <p:tags r:id="rId51"/>
            </p:custDataLst>
          </p:nvPr>
        </p:nvCxnSpPr>
        <p:spPr bwMode="auto">
          <a:xfrm flipH="1">
            <a:off x="9013825" y="2305050"/>
            <a:ext cx="1724025" cy="4572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99" name="直线连接符 598">
            <a:extLst>
              <a:ext uri="{FF2B5EF4-FFF2-40B4-BE49-F238E27FC236}">
                <a16:creationId xmlns:a16="http://schemas.microsoft.com/office/drawing/2014/main" id="{EF88E1B2-E39D-75D9-7618-D308E9F3B8BC}"/>
              </a:ext>
            </a:extLst>
          </p:cNvPr>
          <p:cNvCxnSpPr/>
          <p:nvPr>
            <p:custDataLst>
              <p:tags r:id="rId52"/>
            </p:custDataLst>
          </p:nvPr>
        </p:nvCxnSpPr>
        <p:spPr bwMode="auto">
          <a:xfrm flipH="1">
            <a:off x="10179050" y="2305050"/>
            <a:ext cx="1071563" cy="4572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01" name="直线连接符 600">
            <a:extLst>
              <a:ext uri="{FF2B5EF4-FFF2-40B4-BE49-F238E27FC236}">
                <a16:creationId xmlns:a16="http://schemas.microsoft.com/office/drawing/2014/main" id="{E8CCD181-84D2-F52F-D474-67462EEC10C2}"/>
              </a:ext>
            </a:extLst>
          </p:cNvPr>
          <p:cNvCxnSpPr/>
          <p:nvPr>
            <p:custDataLst>
              <p:tags r:id="rId53"/>
            </p:custDataLst>
          </p:nvPr>
        </p:nvCxnSpPr>
        <p:spPr bwMode="auto">
          <a:xfrm flipH="1">
            <a:off x="11110913" y="2305050"/>
            <a:ext cx="419100" cy="4572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03" name="直线连接符 602">
            <a:extLst>
              <a:ext uri="{FF2B5EF4-FFF2-40B4-BE49-F238E27FC236}">
                <a16:creationId xmlns:a16="http://schemas.microsoft.com/office/drawing/2014/main" id="{F1CA1DAC-7AC4-69F2-EDF8-D882A7D25E58}"/>
              </a:ext>
            </a:extLst>
          </p:cNvPr>
          <p:cNvCxnSpPr/>
          <p:nvPr>
            <p:custDataLst>
              <p:tags r:id="rId54"/>
            </p:custDataLst>
          </p:nvPr>
        </p:nvCxnSpPr>
        <p:spPr bwMode="auto">
          <a:xfrm>
            <a:off x="8407400" y="3335338"/>
            <a:ext cx="373063" cy="4572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05" name="直线连接符 604">
            <a:extLst>
              <a:ext uri="{FF2B5EF4-FFF2-40B4-BE49-F238E27FC236}">
                <a16:creationId xmlns:a16="http://schemas.microsoft.com/office/drawing/2014/main" id="{8DCFFF21-FAC9-54A8-C1C4-F190B9E660FD}"/>
              </a:ext>
            </a:extLst>
          </p:cNvPr>
          <p:cNvCxnSpPr/>
          <p:nvPr>
            <p:custDataLst>
              <p:tags r:id="rId55"/>
            </p:custDataLst>
          </p:nvPr>
        </p:nvCxnSpPr>
        <p:spPr bwMode="auto">
          <a:xfrm flipH="1">
            <a:off x="7196138" y="4364038"/>
            <a:ext cx="1584325" cy="4572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07" name="直线连接符 606">
            <a:extLst>
              <a:ext uri="{FF2B5EF4-FFF2-40B4-BE49-F238E27FC236}">
                <a16:creationId xmlns:a16="http://schemas.microsoft.com/office/drawing/2014/main" id="{3770ECF9-C7E8-3660-A632-62E39C1F98D9}"/>
              </a:ext>
            </a:extLst>
          </p:cNvPr>
          <p:cNvCxnSpPr/>
          <p:nvPr>
            <p:custDataLst>
              <p:tags r:id="rId56"/>
            </p:custDataLst>
          </p:nvPr>
        </p:nvCxnSpPr>
        <p:spPr bwMode="auto">
          <a:xfrm flipH="1">
            <a:off x="8034338" y="4364038"/>
            <a:ext cx="1398587" cy="4572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09" name="直线连接符 608">
            <a:extLst>
              <a:ext uri="{FF2B5EF4-FFF2-40B4-BE49-F238E27FC236}">
                <a16:creationId xmlns:a16="http://schemas.microsoft.com/office/drawing/2014/main" id="{C6C65C29-0731-6B74-8FDA-E583411DAEC1}"/>
              </a:ext>
            </a:extLst>
          </p:cNvPr>
          <p:cNvCxnSpPr/>
          <p:nvPr>
            <p:custDataLst>
              <p:tags r:id="rId57"/>
            </p:custDataLst>
          </p:nvPr>
        </p:nvCxnSpPr>
        <p:spPr bwMode="auto">
          <a:xfrm flipH="1">
            <a:off x="9339263" y="4364038"/>
            <a:ext cx="1119187" cy="4572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11" name="直线连接符 610">
            <a:extLst>
              <a:ext uri="{FF2B5EF4-FFF2-40B4-BE49-F238E27FC236}">
                <a16:creationId xmlns:a16="http://schemas.microsoft.com/office/drawing/2014/main" id="{6B71CA79-4B5F-FE67-EA39-11F83A62203F}"/>
              </a:ext>
            </a:extLst>
          </p:cNvPr>
          <p:cNvCxnSpPr/>
          <p:nvPr>
            <p:custDataLst>
              <p:tags r:id="rId58"/>
            </p:custDataLst>
          </p:nvPr>
        </p:nvCxnSpPr>
        <p:spPr bwMode="auto">
          <a:xfrm flipH="1">
            <a:off x="10691813" y="4364038"/>
            <a:ext cx="371475" cy="4572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614" name="Chart 3">
            <a:extLst>
              <a:ext uri="{FF2B5EF4-FFF2-40B4-BE49-F238E27FC236}">
                <a16:creationId xmlns:a16="http://schemas.microsoft.com/office/drawing/2014/main" id="{FDA46D5A-53FE-DA78-FE32-9F7DCDAFA1F5}"/>
              </a:ext>
            </a:extLst>
          </p:cNvPr>
          <p:cNvGraphicFramePr/>
          <p:nvPr>
            <p:custDataLst>
              <p:tags r:id="rId59"/>
            </p:custDataLst>
            <p:extLst>
              <p:ext uri="{D42A27DB-BD31-4B8C-83A1-F6EECF244321}">
                <p14:modId xmlns:p14="http://schemas.microsoft.com/office/powerpoint/2010/main" val="4086374641"/>
              </p:ext>
            </p:extLst>
          </p:nvPr>
        </p:nvGraphicFramePr>
        <p:xfrm>
          <a:off x="6880225" y="1236663"/>
          <a:ext cx="4872038" cy="4652962"/>
        </p:xfrm>
        <a:graphic>
          <a:graphicData uri="http://schemas.openxmlformats.org/drawingml/2006/chart">
            <c:chart xmlns:c="http://schemas.openxmlformats.org/drawingml/2006/chart" xmlns:r="http://schemas.openxmlformats.org/officeDocument/2006/relationships" r:id="rId64"/>
          </a:graphicData>
        </a:graphic>
      </p:graphicFrame>
      <p:sp>
        <p:nvSpPr>
          <p:cNvPr id="573" name="文本框 572">
            <a:extLst>
              <a:ext uri="{FF2B5EF4-FFF2-40B4-BE49-F238E27FC236}">
                <a16:creationId xmlns:a16="http://schemas.microsoft.com/office/drawing/2014/main" id="{200B7255-4FAC-1DB9-9E36-0D018796FFDD}"/>
              </a:ext>
            </a:extLst>
          </p:cNvPr>
          <p:cNvSpPr txBox="1"/>
          <p:nvPr/>
        </p:nvSpPr>
        <p:spPr>
          <a:xfrm>
            <a:off x="6880225" y="947128"/>
            <a:ext cx="3478837" cy="523220"/>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Average distribution of time spent using</a:t>
            </a:r>
          </a:p>
          <a:p>
            <a:r>
              <a:rPr kumimoji="1" lang="en-US" altLang="zh-CN" sz="1400" dirty="0">
                <a:latin typeface="HarmonyOS Sans SC" pitchFamily="2" charset="-122"/>
                <a:ea typeface="HarmonyOS Sans SC" pitchFamily="2" charset="-122"/>
              </a:rPr>
              <a:t>skills, by occupation, 2023</a:t>
            </a:r>
            <a:r>
              <a:rPr kumimoji="1" lang="zh-CN" altLang="en-US" sz="1400" dirty="0">
                <a:latin typeface="HarmonyOS Sans SC" pitchFamily="2" charset="-122"/>
                <a:ea typeface="HarmonyOS Sans SC" pitchFamily="2" charset="-122"/>
              </a:rPr>
              <a:t>，</a:t>
            </a:r>
            <a:r>
              <a:rPr kumimoji="1" lang="en-US" altLang="zh-CN" sz="1400" dirty="0">
                <a:latin typeface="HarmonyOS Sans SC Light" pitchFamily="2" charset="-122"/>
                <a:ea typeface="HarmonyOS Sans SC Light" pitchFamily="2" charset="-122"/>
              </a:rPr>
              <a:t>%</a:t>
            </a:r>
            <a:endParaRPr kumimoji="1" lang="zh-CN" altLang="en-US" sz="1400" dirty="0">
              <a:latin typeface="HarmonyOS Sans SC Light" pitchFamily="2" charset="-122"/>
              <a:ea typeface="HarmonyOS Sans SC Light" pitchFamily="2" charset="-122"/>
            </a:endParaRPr>
          </a:p>
        </p:txBody>
      </p:sp>
      <p:sp>
        <p:nvSpPr>
          <p:cNvPr id="574" name="文本框 573">
            <a:extLst>
              <a:ext uri="{FF2B5EF4-FFF2-40B4-BE49-F238E27FC236}">
                <a16:creationId xmlns:a16="http://schemas.microsoft.com/office/drawing/2014/main" id="{2F724022-8776-F135-7A21-77510332A5BB}"/>
              </a:ext>
            </a:extLst>
          </p:cNvPr>
          <p:cNvSpPr txBox="1"/>
          <p:nvPr/>
        </p:nvSpPr>
        <p:spPr>
          <a:xfrm>
            <a:off x="6880224" y="1465952"/>
            <a:ext cx="1981633" cy="246221"/>
          </a:xfrm>
          <a:prstGeom prst="rect">
            <a:avLst/>
          </a:prstGeom>
          <a:noFill/>
        </p:spPr>
        <p:txBody>
          <a:bodyPr wrap="none" rtlCol="0">
            <a:spAutoFit/>
          </a:bodyPr>
          <a:lstStyle/>
          <a:p>
            <a:r>
              <a:rPr kumimoji="1" lang="en-US" altLang="zh-CN" sz="1000" i="1" dirty="0">
                <a:latin typeface="HarmonyOS Sans SC Light" pitchFamily="2" charset="-122"/>
                <a:ea typeface="HarmonyOS Sans SC Light" pitchFamily="2" charset="-122"/>
              </a:rPr>
              <a:t>Top quartile of total employees</a:t>
            </a:r>
            <a:endParaRPr kumimoji="1" lang="zh-CN" altLang="en-US" sz="1000" i="1" dirty="0">
              <a:latin typeface="HarmonyOS Sans SC Light" pitchFamily="2" charset="-122"/>
              <a:ea typeface="HarmonyOS Sans SC Light" pitchFamily="2" charset="-122"/>
            </a:endParaRPr>
          </a:p>
        </p:txBody>
      </p:sp>
      <p:sp>
        <p:nvSpPr>
          <p:cNvPr id="575" name="文本框 574">
            <a:extLst>
              <a:ext uri="{FF2B5EF4-FFF2-40B4-BE49-F238E27FC236}">
                <a16:creationId xmlns:a16="http://schemas.microsoft.com/office/drawing/2014/main" id="{B375FEE4-CEAA-D934-0BD4-2E56B010B743}"/>
              </a:ext>
            </a:extLst>
          </p:cNvPr>
          <p:cNvSpPr txBox="1"/>
          <p:nvPr/>
        </p:nvSpPr>
        <p:spPr>
          <a:xfrm>
            <a:off x="6880224" y="2528888"/>
            <a:ext cx="877163" cy="246221"/>
          </a:xfrm>
          <a:prstGeom prst="rect">
            <a:avLst/>
          </a:prstGeom>
          <a:noFill/>
        </p:spPr>
        <p:txBody>
          <a:bodyPr wrap="none" rtlCol="0">
            <a:spAutoFit/>
          </a:bodyPr>
          <a:lstStyle/>
          <a:p>
            <a:r>
              <a:rPr kumimoji="1" lang="en-US" altLang="zh-CN" sz="1000" i="1" dirty="0">
                <a:latin typeface="HarmonyOS Sans SC Light" pitchFamily="2" charset="-122"/>
                <a:ea typeface="HarmonyOS Sans SC Light" pitchFamily="2" charset="-122"/>
              </a:rPr>
              <a:t>2nd quartile</a:t>
            </a:r>
            <a:endParaRPr kumimoji="1" lang="zh-CN" altLang="en-US" sz="1000" i="1" dirty="0">
              <a:latin typeface="HarmonyOS Sans SC Light" pitchFamily="2" charset="-122"/>
              <a:ea typeface="HarmonyOS Sans SC Light" pitchFamily="2" charset="-122"/>
            </a:endParaRPr>
          </a:p>
        </p:txBody>
      </p:sp>
      <p:sp>
        <p:nvSpPr>
          <p:cNvPr id="576" name="文本框 575">
            <a:extLst>
              <a:ext uri="{FF2B5EF4-FFF2-40B4-BE49-F238E27FC236}">
                <a16:creationId xmlns:a16="http://schemas.microsoft.com/office/drawing/2014/main" id="{33D1AA8A-F184-AEB3-0B4E-CA836A7A932B}"/>
              </a:ext>
            </a:extLst>
          </p:cNvPr>
          <p:cNvSpPr txBox="1"/>
          <p:nvPr/>
        </p:nvSpPr>
        <p:spPr>
          <a:xfrm>
            <a:off x="6892145" y="3549704"/>
            <a:ext cx="877163" cy="246221"/>
          </a:xfrm>
          <a:prstGeom prst="rect">
            <a:avLst/>
          </a:prstGeom>
          <a:noFill/>
        </p:spPr>
        <p:txBody>
          <a:bodyPr wrap="none" rtlCol="0">
            <a:spAutoFit/>
          </a:bodyPr>
          <a:lstStyle/>
          <a:p>
            <a:r>
              <a:rPr kumimoji="1" lang="en-US" altLang="zh-CN" sz="1000" i="1" dirty="0">
                <a:latin typeface="HarmonyOS Sans SC Light" pitchFamily="2" charset="-122"/>
                <a:ea typeface="HarmonyOS Sans SC Light" pitchFamily="2" charset="-122"/>
              </a:rPr>
              <a:t>3rd quartile</a:t>
            </a:r>
            <a:endParaRPr kumimoji="1" lang="zh-CN" altLang="en-US" sz="1000" i="1" dirty="0">
              <a:latin typeface="HarmonyOS Sans SC Light" pitchFamily="2" charset="-122"/>
              <a:ea typeface="HarmonyOS Sans SC Light" pitchFamily="2" charset="-122"/>
            </a:endParaRPr>
          </a:p>
        </p:txBody>
      </p:sp>
      <p:sp>
        <p:nvSpPr>
          <p:cNvPr id="577" name="文本框 576">
            <a:extLst>
              <a:ext uri="{FF2B5EF4-FFF2-40B4-BE49-F238E27FC236}">
                <a16:creationId xmlns:a16="http://schemas.microsoft.com/office/drawing/2014/main" id="{E1C1EDE1-96DF-C639-2D8B-19F25C25D911}"/>
              </a:ext>
            </a:extLst>
          </p:cNvPr>
          <p:cNvSpPr txBox="1"/>
          <p:nvPr/>
        </p:nvSpPr>
        <p:spPr>
          <a:xfrm>
            <a:off x="6886297" y="4576762"/>
            <a:ext cx="845103" cy="246221"/>
          </a:xfrm>
          <a:prstGeom prst="rect">
            <a:avLst/>
          </a:prstGeom>
          <a:noFill/>
        </p:spPr>
        <p:txBody>
          <a:bodyPr wrap="none" rtlCol="0">
            <a:spAutoFit/>
          </a:bodyPr>
          <a:lstStyle/>
          <a:p>
            <a:r>
              <a:rPr kumimoji="1" lang="en-US" altLang="zh-CN" sz="1000" i="1" dirty="0">
                <a:latin typeface="HarmonyOS Sans SC Light" pitchFamily="2" charset="-122"/>
                <a:ea typeface="HarmonyOS Sans SC Light" pitchFamily="2" charset="-122"/>
              </a:rPr>
              <a:t>4th quartile</a:t>
            </a:r>
            <a:endParaRPr kumimoji="1" lang="zh-CN" altLang="en-US" sz="1000" i="1" dirty="0">
              <a:latin typeface="HarmonyOS Sans SC Light" pitchFamily="2" charset="-122"/>
              <a:ea typeface="HarmonyOS Sans SC Light" pitchFamily="2" charset="-122"/>
            </a:endParaRPr>
          </a:p>
        </p:txBody>
      </p:sp>
      <p:sp>
        <p:nvSpPr>
          <p:cNvPr id="615" name="文本框 614">
            <a:extLst>
              <a:ext uri="{FF2B5EF4-FFF2-40B4-BE49-F238E27FC236}">
                <a16:creationId xmlns:a16="http://schemas.microsoft.com/office/drawing/2014/main" id="{78F0E479-0454-358C-8829-1218E61976BA}"/>
              </a:ext>
            </a:extLst>
          </p:cNvPr>
          <p:cNvSpPr txBox="1"/>
          <p:nvPr/>
        </p:nvSpPr>
        <p:spPr>
          <a:xfrm>
            <a:off x="7029131" y="5622982"/>
            <a:ext cx="724877" cy="338554"/>
          </a:xfrm>
          <a:prstGeom prst="rect">
            <a:avLst/>
          </a:prstGeom>
          <a:noFill/>
        </p:spPr>
        <p:txBody>
          <a:bodyPr wrap="none" rtlCol="0">
            <a:spAutoFit/>
          </a:bodyPr>
          <a:lstStyle>
            <a:defPPr>
              <a:defRPr lang="zh-CN"/>
            </a:defPPr>
            <a:lvl1pPr>
              <a:defRPr kumimoji="1" sz="1200">
                <a:solidFill>
                  <a:schemeClr val="tx1">
                    <a:lumMod val="50000"/>
                    <a:lumOff val="50000"/>
                  </a:schemeClr>
                </a:solidFill>
                <a:latin typeface="HarmonyOS Sans SC" pitchFamily="2" charset="-122"/>
                <a:ea typeface="HarmonyOS Sans SC" pitchFamily="2" charset="-122"/>
              </a:defRPr>
            </a:lvl1pPr>
          </a:lstStyle>
          <a:p>
            <a:pPr algn="ctr"/>
            <a:r>
              <a:rPr lang="en-US" altLang="zh-CN" sz="800" dirty="0">
                <a:latin typeface="HarmonyOS Sans SC Light" pitchFamily="2" charset="-122"/>
                <a:ea typeface="HarmonyOS Sans SC Light" pitchFamily="2" charset="-122"/>
              </a:rPr>
              <a:t>Physical</a:t>
            </a:r>
          </a:p>
          <a:p>
            <a:pPr algn="ctr"/>
            <a:r>
              <a:rPr lang="en-US" altLang="zh-CN" sz="800" dirty="0">
                <a:latin typeface="HarmonyOS Sans SC Light" pitchFamily="2" charset="-122"/>
                <a:ea typeface="HarmonyOS Sans SC Light" pitchFamily="2" charset="-122"/>
              </a:rPr>
              <a:t>and manual</a:t>
            </a:r>
            <a:endParaRPr lang="zh-CN" altLang="en-US" sz="800" dirty="0">
              <a:latin typeface="HarmonyOS Sans SC Light" pitchFamily="2" charset="-122"/>
              <a:ea typeface="HarmonyOS Sans SC Light" pitchFamily="2" charset="-122"/>
            </a:endParaRPr>
          </a:p>
        </p:txBody>
      </p:sp>
      <p:sp>
        <p:nvSpPr>
          <p:cNvPr id="616" name="矩形 615">
            <a:extLst>
              <a:ext uri="{FF2B5EF4-FFF2-40B4-BE49-F238E27FC236}">
                <a16:creationId xmlns:a16="http://schemas.microsoft.com/office/drawing/2014/main" id="{8D31AB86-83EA-15BE-B7CD-A1003C8325D8}"/>
              </a:ext>
            </a:extLst>
          </p:cNvPr>
          <p:cNvSpPr/>
          <p:nvPr/>
        </p:nvSpPr>
        <p:spPr>
          <a:xfrm>
            <a:off x="7303210" y="5488561"/>
            <a:ext cx="133363" cy="131445"/>
          </a:xfrm>
          <a:prstGeom prst="rect">
            <a:avLst/>
          </a:prstGeom>
          <a:solidFill>
            <a:srgbClr val="01A9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17" name="矩形 616">
            <a:extLst>
              <a:ext uri="{FF2B5EF4-FFF2-40B4-BE49-F238E27FC236}">
                <a16:creationId xmlns:a16="http://schemas.microsoft.com/office/drawing/2014/main" id="{950DEB80-746C-0B4D-2DB2-2EBDF7E646B5}"/>
              </a:ext>
            </a:extLst>
          </p:cNvPr>
          <p:cNvSpPr/>
          <p:nvPr/>
        </p:nvSpPr>
        <p:spPr>
          <a:xfrm>
            <a:off x="8273390" y="5488561"/>
            <a:ext cx="133363" cy="131445"/>
          </a:xfrm>
          <a:prstGeom prst="rect">
            <a:avLst/>
          </a:prstGeom>
          <a:solidFill>
            <a:srgbClr val="D6D7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18" name="矩形 617">
            <a:extLst>
              <a:ext uri="{FF2B5EF4-FFF2-40B4-BE49-F238E27FC236}">
                <a16:creationId xmlns:a16="http://schemas.microsoft.com/office/drawing/2014/main" id="{D6A12741-395D-892B-0C46-24000AA7ADEE}"/>
              </a:ext>
            </a:extLst>
          </p:cNvPr>
          <p:cNvSpPr/>
          <p:nvPr/>
        </p:nvSpPr>
        <p:spPr>
          <a:xfrm>
            <a:off x="9243570" y="5488561"/>
            <a:ext cx="133363" cy="131445"/>
          </a:xfrm>
          <a:prstGeom prst="rect">
            <a:avLst/>
          </a:prstGeom>
          <a:solidFill>
            <a:srgbClr val="C0C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19" name="矩形 618">
            <a:extLst>
              <a:ext uri="{FF2B5EF4-FFF2-40B4-BE49-F238E27FC236}">
                <a16:creationId xmlns:a16="http://schemas.microsoft.com/office/drawing/2014/main" id="{C59EB5E4-9BFE-5AAD-CAA5-6E9C8AE1BA3B}"/>
              </a:ext>
            </a:extLst>
          </p:cNvPr>
          <p:cNvSpPr/>
          <p:nvPr/>
        </p:nvSpPr>
        <p:spPr>
          <a:xfrm>
            <a:off x="10213750" y="5488561"/>
            <a:ext cx="133363" cy="131445"/>
          </a:xfrm>
          <a:prstGeom prst="rect">
            <a:avLst/>
          </a:prstGeom>
          <a:solidFill>
            <a:srgbClr val="9696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0" name="矩形 619">
            <a:extLst>
              <a:ext uri="{FF2B5EF4-FFF2-40B4-BE49-F238E27FC236}">
                <a16:creationId xmlns:a16="http://schemas.microsoft.com/office/drawing/2014/main" id="{5F915EC3-A4AC-16EA-E84F-89EEE55E47EF}"/>
              </a:ext>
            </a:extLst>
          </p:cNvPr>
          <p:cNvSpPr/>
          <p:nvPr/>
        </p:nvSpPr>
        <p:spPr>
          <a:xfrm>
            <a:off x="11183931" y="5488561"/>
            <a:ext cx="133363" cy="131445"/>
          </a:xfrm>
          <a:prstGeom prst="rect">
            <a:avLst/>
          </a:prstGeom>
          <a:solidFill>
            <a:srgbClr val="8080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1" name="文本框 620">
            <a:extLst>
              <a:ext uri="{FF2B5EF4-FFF2-40B4-BE49-F238E27FC236}">
                <a16:creationId xmlns:a16="http://schemas.microsoft.com/office/drawing/2014/main" id="{C571813D-F5A9-9BCA-9DDC-59604403843D}"/>
              </a:ext>
            </a:extLst>
          </p:cNvPr>
          <p:cNvSpPr txBox="1"/>
          <p:nvPr/>
        </p:nvSpPr>
        <p:spPr>
          <a:xfrm>
            <a:off x="8044553" y="5622982"/>
            <a:ext cx="603050" cy="338554"/>
          </a:xfrm>
          <a:prstGeom prst="rect">
            <a:avLst/>
          </a:prstGeom>
          <a:noFill/>
        </p:spPr>
        <p:txBody>
          <a:bodyPr wrap="none" rtlCol="0">
            <a:spAutoFit/>
          </a:bodyPr>
          <a:lstStyle>
            <a:defPPr>
              <a:defRPr lang="zh-CN"/>
            </a:defPPr>
            <a:lvl1pPr>
              <a:defRPr kumimoji="1" sz="1200">
                <a:solidFill>
                  <a:schemeClr val="tx1">
                    <a:lumMod val="50000"/>
                    <a:lumOff val="50000"/>
                  </a:schemeClr>
                </a:solidFill>
                <a:latin typeface="HarmonyOS Sans SC" pitchFamily="2" charset="-122"/>
                <a:ea typeface="HarmonyOS Sans SC" pitchFamily="2" charset="-122"/>
              </a:defRPr>
            </a:lvl1pPr>
          </a:lstStyle>
          <a:p>
            <a:pPr algn="ctr"/>
            <a:r>
              <a:rPr lang="en-US" altLang="zh-CN" sz="800" dirty="0">
                <a:latin typeface="HarmonyOS Sans SC Light" pitchFamily="2" charset="-122"/>
                <a:ea typeface="HarmonyOS Sans SC Light" pitchFamily="2" charset="-122"/>
              </a:rPr>
              <a:t>Basic</a:t>
            </a:r>
          </a:p>
          <a:p>
            <a:pPr algn="ctr"/>
            <a:r>
              <a:rPr lang="en-US" altLang="zh-CN" sz="800" dirty="0">
                <a:latin typeface="HarmonyOS Sans SC Light" pitchFamily="2" charset="-122"/>
                <a:ea typeface="HarmonyOS Sans SC Light" pitchFamily="2" charset="-122"/>
              </a:rPr>
              <a:t>cognitive</a:t>
            </a:r>
            <a:endParaRPr lang="zh-CN" altLang="en-US" sz="800" dirty="0">
              <a:latin typeface="HarmonyOS Sans SC Light" pitchFamily="2" charset="-122"/>
              <a:ea typeface="HarmonyOS Sans SC Light" pitchFamily="2" charset="-122"/>
            </a:endParaRPr>
          </a:p>
        </p:txBody>
      </p:sp>
      <p:sp>
        <p:nvSpPr>
          <p:cNvPr id="622" name="文本框 621">
            <a:extLst>
              <a:ext uri="{FF2B5EF4-FFF2-40B4-BE49-F238E27FC236}">
                <a16:creationId xmlns:a16="http://schemas.microsoft.com/office/drawing/2014/main" id="{6D01C172-8950-EFE0-8FA9-D548198CAE93}"/>
              </a:ext>
            </a:extLst>
          </p:cNvPr>
          <p:cNvSpPr txBox="1"/>
          <p:nvPr/>
        </p:nvSpPr>
        <p:spPr>
          <a:xfrm>
            <a:off x="9020709" y="5619006"/>
            <a:ext cx="603050" cy="338554"/>
          </a:xfrm>
          <a:prstGeom prst="rect">
            <a:avLst/>
          </a:prstGeom>
          <a:noFill/>
        </p:spPr>
        <p:txBody>
          <a:bodyPr wrap="none" rtlCol="0">
            <a:spAutoFit/>
          </a:bodyPr>
          <a:lstStyle>
            <a:defPPr>
              <a:defRPr lang="zh-CN"/>
            </a:defPPr>
            <a:lvl1pPr>
              <a:defRPr kumimoji="1" sz="1200">
                <a:solidFill>
                  <a:schemeClr val="tx1">
                    <a:lumMod val="50000"/>
                    <a:lumOff val="50000"/>
                  </a:schemeClr>
                </a:solidFill>
                <a:latin typeface="HarmonyOS Sans SC" pitchFamily="2" charset="-122"/>
                <a:ea typeface="HarmonyOS Sans SC" pitchFamily="2" charset="-122"/>
              </a:defRPr>
            </a:lvl1pPr>
          </a:lstStyle>
          <a:p>
            <a:pPr algn="ctr"/>
            <a:r>
              <a:rPr lang="en-US" altLang="zh-CN" sz="800" dirty="0">
                <a:latin typeface="HarmonyOS Sans SC Light" pitchFamily="2" charset="-122"/>
                <a:ea typeface="HarmonyOS Sans SC Light" pitchFamily="2" charset="-122"/>
              </a:rPr>
              <a:t>Higher</a:t>
            </a:r>
          </a:p>
          <a:p>
            <a:pPr algn="ctr"/>
            <a:r>
              <a:rPr lang="en-US" altLang="zh-CN" sz="800" dirty="0">
                <a:latin typeface="HarmonyOS Sans SC Light" pitchFamily="2" charset="-122"/>
                <a:ea typeface="HarmonyOS Sans SC Light" pitchFamily="2" charset="-122"/>
              </a:rPr>
              <a:t>cognitive</a:t>
            </a:r>
            <a:endParaRPr lang="zh-CN" altLang="en-US" sz="800" dirty="0">
              <a:latin typeface="HarmonyOS Sans SC Light" pitchFamily="2" charset="-122"/>
              <a:ea typeface="HarmonyOS Sans SC Light" pitchFamily="2" charset="-122"/>
            </a:endParaRPr>
          </a:p>
        </p:txBody>
      </p:sp>
      <p:sp>
        <p:nvSpPr>
          <p:cNvPr id="623" name="文本框 622">
            <a:extLst>
              <a:ext uri="{FF2B5EF4-FFF2-40B4-BE49-F238E27FC236}">
                <a16:creationId xmlns:a16="http://schemas.microsoft.com/office/drawing/2014/main" id="{5540AC92-2874-97B7-F48D-A42D2634B02E}"/>
              </a:ext>
            </a:extLst>
          </p:cNvPr>
          <p:cNvSpPr txBox="1"/>
          <p:nvPr/>
        </p:nvSpPr>
        <p:spPr>
          <a:xfrm>
            <a:off x="9951655" y="5626258"/>
            <a:ext cx="657552" cy="338554"/>
          </a:xfrm>
          <a:prstGeom prst="rect">
            <a:avLst/>
          </a:prstGeom>
          <a:noFill/>
        </p:spPr>
        <p:txBody>
          <a:bodyPr wrap="none" rtlCol="0">
            <a:spAutoFit/>
          </a:bodyPr>
          <a:lstStyle>
            <a:defPPr>
              <a:defRPr lang="zh-CN"/>
            </a:defPPr>
            <a:lvl1pPr>
              <a:defRPr kumimoji="1" sz="1200">
                <a:solidFill>
                  <a:schemeClr val="tx1">
                    <a:lumMod val="50000"/>
                    <a:lumOff val="50000"/>
                  </a:schemeClr>
                </a:solidFill>
                <a:latin typeface="HarmonyOS Sans SC" pitchFamily="2" charset="-122"/>
                <a:ea typeface="HarmonyOS Sans SC" pitchFamily="2" charset="-122"/>
              </a:defRPr>
            </a:lvl1pPr>
          </a:lstStyle>
          <a:p>
            <a:pPr algn="ctr"/>
            <a:r>
              <a:rPr lang="en-US" altLang="zh-CN" sz="800" dirty="0">
                <a:latin typeface="HarmonyOS Sans SC Light" pitchFamily="2" charset="-122"/>
                <a:ea typeface="HarmonyOS Sans SC Light" pitchFamily="2" charset="-122"/>
              </a:rPr>
              <a:t>Social and</a:t>
            </a:r>
          </a:p>
          <a:p>
            <a:pPr algn="ctr"/>
            <a:r>
              <a:rPr lang="en-US" altLang="zh-CN" sz="800" dirty="0">
                <a:latin typeface="HarmonyOS Sans SC Light" pitchFamily="2" charset="-122"/>
                <a:ea typeface="HarmonyOS Sans SC Light" pitchFamily="2" charset="-122"/>
              </a:rPr>
              <a:t>emotional</a:t>
            </a:r>
            <a:endParaRPr lang="zh-CN" altLang="en-US" sz="800" dirty="0">
              <a:latin typeface="HarmonyOS Sans SC Light" pitchFamily="2" charset="-122"/>
              <a:ea typeface="HarmonyOS Sans SC Light" pitchFamily="2" charset="-122"/>
            </a:endParaRPr>
          </a:p>
        </p:txBody>
      </p:sp>
      <p:sp>
        <p:nvSpPr>
          <p:cNvPr id="624" name="文本框 623">
            <a:extLst>
              <a:ext uri="{FF2B5EF4-FFF2-40B4-BE49-F238E27FC236}">
                <a16:creationId xmlns:a16="http://schemas.microsoft.com/office/drawing/2014/main" id="{580716D9-0E5C-2DDC-F195-08E3CFAC98EC}"/>
              </a:ext>
            </a:extLst>
          </p:cNvPr>
          <p:cNvSpPr txBox="1"/>
          <p:nvPr/>
        </p:nvSpPr>
        <p:spPr>
          <a:xfrm>
            <a:off x="10967132" y="5621217"/>
            <a:ext cx="572593" cy="338554"/>
          </a:xfrm>
          <a:prstGeom prst="rect">
            <a:avLst/>
          </a:prstGeom>
          <a:noFill/>
        </p:spPr>
        <p:txBody>
          <a:bodyPr wrap="none" rtlCol="0">
            <a:spAutoFit/>
          </a:bodyPr>
          <a:lstStyle>
            <a:defPPr>
              <a:defRPr lang="zh-CN"/>
            </a:defPPr>
            <a:lvl1pPr>
              <a:defRPr kumimoji="1" sz="1200">
                <a:solidFill>
                  <a:schemeClr val="tx1">
                    <a:lumMod val="50000"/>
                    <a:lumOff val="50000"/>
                  </a:schemeClr>
                </a:solidFill>
                <a:latin typeface="HarmonyOS Sans SC" pitchFamily="2" charset="-122"/>
                <a:ea typeface="HarmonyOS Sans SC" pitchFamily="2" charset="-122"/>
              </a:defRPr>
            </a:lvl1pPr>
          </a:lstStyle>
          <a:p>
            <a:pPr algn="ctr"/>
            <a:r>
              <a:rPr lang="en-US" altLang="zh-CN" sz="800" dirty="0">
                <a:latin typeface="HarmonyOS Sans SC Light" pitchFamily="2" charset="-122"/>
                <a:ea typeface="HarmonyOS Sans SC Light" pitchFamily="2" charset="-122"/>
              </a:rPr>
              <a:t>Techno-</a:t>
            </a:r>
          </a:p>
          <a:p>
            <a:pPr algn="ctr"/>
            <a:r>
              <a:rPr lang="en-US" altLang="zh-CN" sz="800" dirty="0">
                <a:latin typeface="HarmonyOS Sans SC Light" pitchFamily="2" charset="-122"/>
                <a:ea typeface="HarmonyOS Sans SC Light" pitchFamily="2" charset="-122"/>
              </a:rPr>
              <a:t>logical</a:t>
            </a:r>
            <a:endParaRPr lang="zh-CN" altLang="en-US" sz="800" dirty="0">
              <a:latin typeface="HarmonyOS Sans SC Light" pitchFamily="2" charset="-122"/>
              <a:ea typeface="HarmonyOS Sans SC Light" pitchFamily="2" charset="-122"/>
            </a:endParaRPr>
          </a:p>
        </p:txBody>
      </p:sp>
      <p:grpSp>
        <p:nvGrpSpPr>
          <p:cNvPr id="632" name="组合 631">
            <a:extLst>
              <a:ext uri="{FF2B5EF4-FFF2-40B4-BE49-F238E27FC236}">
                <a16:creationId xmlns:a16="http://schemas.microsoft.com/office/drawing/2014/main" id="{6E9AA17C-156C-1517-A4CB-F229A84AA65E}"/>
              </a:ext>
            </a:extLst>
          </p:cNvPr>
          <p:cNvGrpSpPr/>
          <p:nvPr/>
        </p:nvGrpSpPr>
        <p:grpSpPr>
          <a:xfrm>
            <a:off x="7080856" y="5957560"/>
            <a:ext cx="4393562" cy="155186"/>
            <a:chOff x="7080856" y="5957560"/>
            <a:chExt cx="4393562" cy="155186"/>
          </a:xfrm>
        </p:grpSpPr>
        <p:cxnSp>
          <p:nvCxnSpPr>
            <p:cNvPr id="626" name="直线连接符 625">
              <a:extLst>
                <a:ext uri="{FF2B5EF4-FFF2-40B4-BE49-F238E27FC236}">
                  <a16:creationId xmlns:a16="http://schemas.microsoft.com/office/drawing/2014/main" id="{A1374BA4-5708-2928-C1A4-59A21877A7E2}"/>
                </a:ext>
              </a:extLst>
            </p:cNvPr>
            <p:cNvCxnSpPr/>
            <p:nvPr/>
          </p:nvCxnSpPr>
          <p:spPr>
            <a:xfrm>
              <a:off x="7080856" y="5957560"/>
              <a:ext cx="0" cy="144567"/>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627" name="直线连接符 626">
              <a:extLst>
                <a:ext uri="{FF2B5EF4-FFF2-40B4-BE49-F238E27FC236}">
                  <a16:creationId xmlns:a16="http://schemas.microsoft.com/office/drawing/2014/main" id="{EAD1003E-5575-DB78-162D-7ECB63D8D178}"/>
                </a:ext>
              </a:extLst>
            </p:cNvPr>
            <p:cNvCxnSpPr/>
            <p:nvPr/>
          </p:nvCxnSpPr>
          <p:spPr>
            <a:xfrm>
              <a:off x="11474418" y="5964079"/>
              <a:ext cx="0" cy="144567"/>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628" name="直线连接符 627">
              <a:extLst>
                <a:ext uri="{FF2B5EF4-FFF2-40B4-BE49-F238E27FC236}">
                  <a16:creationId xmlns:a16="http://schemas.microsoft.com/office/drawing/2014/main" id="{C3A47B51-FF29-B1D6-398B-EB504967C591}"/>
                </a:ext>
              </a:extLst>
            </p:cNvPr>
            <p:cNvCxnSpPr>
              <a:cxnSpLocks/>
            </p:cNvCxnSpPr>
            <p:nvPr/>
          </p:nvCxnSpPr>
          <p:spPr>
            <a:xfrm>
              <a:off x="7080856" y="6108646"/>
              <a:ext cx="4393562" cy="4100"/>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sp>
        <p:nvSpPr>
          <p:cNvPr id="633" name="文本框 632">
            <a:extLst>
              <a:ext uri="{FF2B5EF4-FFF2-40B4-BE49-F238E27FC236}">
                <a16:creationId xmlns:a16="http://schemas.microsoft.com/office/drawing/2014/main" id="{693E1B50-39BA-9D28-955A-46FDE859BDEE}"/>
              </a:ext>
            </a:extLst>
          </p:cNvPr>
          <p:cNvSpPr txBox="1"/>
          <p:nvPr/>
        </p:nvSpPr>
        <p:spPr>
          <a:xfrm>
            <a:off x="8794317" y="5974171"/>
            <a:ext cx="1266693" cy="246221"/>
          </a:xfrm>
          <a:prstGeom prst="rect">
            <a:avLst/>
          </a:prstGeom>
          <a:solidFill>
            <a:schemeClr val="bg1"/>
          </a:solidFill>
        </p:spPr>
        <p:txBody>
          <a:bodyPr wrap="none" rtlCol="0">
            <a:spAutoFit/>
          </a:bodyPr>
          <a:lstStyle/>
          <a:p>
            <a:r>
              <a:rPr kumimoji="1" lang="en-US" altLang="zh-CN" sz="1000" dirty="0">
                <a:latin typeface="HarmonyOS Sans SC" pitchFamily="2" charset="-122"/>
                <a:ea typeface="HarmonyOS Sans SC" pitchFamily="2" charset="-122"/>
              </a:rPr>
              <a:t>Occupational skills</a:t>
            </a:r>
            <a:endParaRPr kumimoji="1" lang="zh-CN" altLang="en-US" sz="1000" dirty="0">
              <a:latin typeface="HarmonyOS Sans SC" pitchFamily="2" charset="-122"/>
              <a:ea typeface="HarmonyOS Sans SC" pitchFamily="2" charset="-122"/>
            </a:endParaRPr>
          </a:p>
        </p:txBody>
      </p:sp>
    </p:spTree>
    <p:extLst>
      <p:ext uri="{BB962C8B-B14F-4D97-AF65-F5344CB8AC3E}">
        <p14:creationId xmlns:p14="http://schemas.microsoft.com/office/powerpoint/2010/main" val="3521726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4318DD7-3BD1-B290-4093-E2205F2F3289}"/>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4" name="think-cell data - do not delete" hidden="1">
                        <a:extLst>
                          <a:ext uri="{FF2B5EF4-FFF2-40B4-BE49-F238E27FC236}">
                            <a16:creationId xmlns:a16="http://schemas.microsoft.com/office/drawing/2014/main" id="{34318DD7-3BD1-B290-4093-E2205F2F328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grpSp>
        <p:nvGrpSpPr>
          <p:cNvPr id="7" name="组合 6">
            <a:extLst>
              <a:ext uri="{FF2B5EF4-FFF2-40B4-BE49-F238E27FC236}">
                <a16:creationId xmlns:a16="http://schemas.microsoft.com/office/drawing/2014/main" id="{8A05115A-3A01-42FE-7274-633B6BADBDFF}"/>
              </a:ext>
            </a:extLst>
          </p:cNvPr>
          <p:cNvGrpSpPr/>
          <p:nvPr/>
        </p:nvGrpSpPr>
        <p:grpSpPr>
          <a:xfrm>
            <a:off x="2470735" y="1381894"/>
            <a:ext cx="817245" cy="218757"/>
            <a:chOff x="1291590" y="1267143"/>
            <a:chExt cx="817245" cy="218757"/>
          </a:xfrm>
        </p:grpSpPr>
        <p:sp>
          <p:nvSpPr>
            <p:cNvPr id="5" name="直角三角形 4">
              <a:extLst>
                <a:ext uri="{FF2B5EF4-FFF2-40B4-BE49-F238E27FC236}">
                  <a16:creationId xmlns:a16="http://schemas.microsoft.com/office/drawing/2014/main" id="{03ACFEE4-2819-A0A1-C9E9-3F114C2A463D}"/>
                </a:ext>
              </a:extLst>
            </p:cNvPr>
            <p:cNvSpPr/>
            <p:nvPr/>
          </p:nvSpPr>
          <p:spPr>
            <a:xfrm>
              <a:off x="1291590" y="1268730"/>
              <a:ext cx="817245" cy="217170"/>
            </a:xfrm>
            <a:prstGeom prst="rtTriangle">
              <a:avLst/>
            </a:prstGeom>
            <a:solidFill>
              <a:srgbClr val="F2F2F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直角三角形 5">
              <a:extLst>
                <a:ext uri="{FF2B5EF4-FFF2-40B4-BE49-F238E27FC236}">
                  <a16:creationId xmlns:a16="http://schemas.microsoft.com/office/drawing/2014/main" id="{B4B5339F-C03C-B791-5BBA-D4BADA1E460A}"/>
                </a:ext>
              </a:extLst>
            </p:cNvPr>
            <p:cNvSpPr/>
            <p:nvPr/>
          </p:nvSpPr>
          <p:spPr>
            <a:xfrm flipH="1" flipV="1">
              <a:off x="1291590" y="1267143"/>
              <a:ext cx="817245" cy="217170"/>
            </a:xfrm>
            <a:prstGeom prst="rtTriangle">
              <a:avLst/>
            </a:prstGeom>
            <a:solidFill>
              <a:srgbClr val="F2F2F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8" name="文本框 7">
            <a:extLst>
              <a:ext uri="{FF2B5EF4-FFF2-40B4-BE49-F238E27FC236}">
                <a16:creationId xmlns:a16="http://schemas.microsoft.com/office/drawing/2014/main" id="{9B83A792-1DBF-591A-38D4-E75D187761B8}"/>
              </a:ext>
            </a:extLst>
          </p:cNvPr>
          <p:cNvSpPr txBox="1"/>
          <p:nvPr/>
        </p:nvSpPr>
        <p:spPr>
          <a:xfrm>
            <a:off x="537210" y="251460"/>
            <a:ext cx="6143028" cy="369332"/>
          </a:xfrm>
          <a:prstGeom prst="rect">
            <a:avLst/>
          </a:prstGeom>
          <a:noFill/>
        </p:spPr>
        <p:txBody>
          <a:bodyPr wrap="none" rtlCol="0">
            <a:spAutoFit/>
          </a:bodyPr>
          <a:lstStyle/>
          <a:p>
            <a:r>
              <a:rPr kumimoji="1" lang="en-US" altLang="zh-CN" dirty="0">
                <a:latin typeface="HarmonyOS Sans SC Medium" pitchFamily="2" charset="-122"/>
                <a:ea typeface="HarmonyOS Sans SC Medium" pitchFamily="2" charset="-122"/>
              </a:rPr>
              <a:t>In life, revenue growth in much of the world is subdued.</a:t>
            </a:r>
            <a:endParaRPr kumimoji="1" lang="zh-CN" altLang="en-US" dirty="0">
              <a:latin typeface="HarmonyOS Sans SC Medium" pitchFamily="2" charset="-122"/>
              <a:ea typeface="HarmonyOS Sans SC Medium" pitchFamily="2" charset="-122"/>
            </a:endParaRPr>
          </a:p>
        </p:txBody>
      </p:sp>
      <p:sp>
        <p:nvSpPr>
          <p:cNvPr id="9" name="文本框 8">
            <a:extLst>
              <a:ext uri="{FF2B5EF4-FFF2-40B4-BE49-F238E27FC236}">
                <a16:creationId xmlns:a16="http://schemas.microsoft.com/office/drawing/2014/main" id="{76FFCA6E-9B3E-2D92-45D6-E0111E305B8D}"/>
              </a:ext>
            </a:extLst>
          </p:cNvPr>
          <p:cNvSpPr txBox="1"/>
          <p:nvPr/>
        </p:nvSpPr>
        <p:spPr>
          <a:xfrm>
            <a:off x="537210" y="716200"/>
            <a:ext cx="5123518"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Global revenues by life insurance product and region, 2021E</a:t>
            </a:r>
            <a:endParaRPr kumimoji="1" lang="zh-CN" altLang="en-US" sz="1400" dirty="0">
              <a:latin typeface="HarmonyOS Sans SC" pitchFamily="2" charset="-122"/>
              <a:ea typeface="HarmonyOS Sans SC" pitchFamily="2" charset="-122"/>
            </a:endParaRPr>
          </a:p>
        </p:txBody>
      </p:sp>
      <p:sp>
        <p:nvSpPr>
          <p:cNvPr id="10" name="文本框 9">
            <a:extLst>
              <a:ext uri="{FF2B5EF4-FFF2-40B4-BE49-F238E27FC236}">
                <a16:creationId xmlns:a16="http://schemas.microsoft.com/office/drawing/2014/main" id="{D5097CCE-04A7-6319-856D-41072ABD1821}"/>
              </a:ext>
            </a:extLst>
          </p:cNvPr>
          <p:cNvSpPr txBox="1"/>
          <p:nvPr/>
        </p:nvSpPr>
        <p:spPr>
          <a:xfrm>
            <a:off x="537210" y="1010871"/>
            <a:ext cx="4684296" cy="276999"/>
          </a:xfrm>
          <a:prstGeom prst="rect">
            <a:avLst/>
          </a:prstGeom>
          <a:noFill/>
        </p:spPr>
        <p:txBody>
          <a:bodyPr wrap="none" rtlCol="0">
            <a:spAutoFit/>
          </a:bodyPr>
          <a:lstStyle/>
          <a:p>
            <a:r>
              <a:rPr kumimoji="1" lang="en-US" altLang="zh-CN" sz="1200" dirty="0">
                <a:latin typeface="HarmonyOS Sans SC Light" pitchFamily="2" charset="-122"/>
                <a:ea typeface="HarmonyOS Sans SC Light" pitchFamily="2" charset="-122"/>
              </a:rPr>
              <a:t>Gross direct domestic premiums written </a:t>
            </a:r>
            <a:r>
              <a:rPr kumimoji="1" lang="zh-CN" altLang="en-US" sz="1200" dirty="0">
                <a:latin typeface="HarmonyOS Sans SC Light" pitchFamily="2" charset="-122"/>
                <a:ea typeface="HarmonyOS Sans SC Light" pitchFamily="2" charset="-122"/>
              </a:rPr>
              <a:t>（</a:t>
            </a:r>
            <a:r>
              <a:rPr kumimoji="1" lang="en-US" altLang="zh-CN" sz="1200" dirty="0">
                <a:latin typeface="HarmonyOS Sans SC Light" pitchFamily="2" charset="-122"/>
                <a:ea typeface="HarmonyOS Sans SC Light" pitchFamily="2" charset="-122"/>
              </a:rPr>
              <a:t>GDDPW</a:t>
            </a:r>
            <a:r>
              <a:rPr kumimoji="1" lang="zh-CN" altLang="en-US" sz="1200" dirty="0">
                <a:latin typeface="HarmonyOS Sans SC Light" pitchFamily="2" charset="-122"/>
                <a:ea typeface="HarmonyOS Sans SC Light" pitchFamily="2" charset="-122"/>
              </a:rPr>
              <a:t>）， </a:t>
            </a:r>
            <a:r>
              <a:rPr kumimoji="1" lang="en-US" altLang="zh-CN" sz="1200" dirty="0">
                <a:latin typeface="HarmonyOS Sans SC Light" pitchFamily="2" charset="-122"/>
                <a:ea typeface="HarmonyOS Sans SC Light" pitchFamily="2" charset="-122"/>
              </a:rPr>
              <a:t>$billions</a:t>
            </a:r>
            <a:r>
              <a:rPr kumimoji="1" lang="en-US" altLang="zh-CN" sz="1200" baseline="30000" dirty="0">
                <a:latin typeface="HarmonyOS Sans SC Light" pitchFamily="2" charset="-122"/>
                <a:ea typeface="HarmonyOS Sans SC Light" pitchFamily="2" charset="-122"/>
              </a:rPr>
              <a:t>1</a:t>
            </a:r>
            <a:endParaRPr kumimoji="1" lang="zh-CN" altLang="en-US" sz="1200" baseline="30000" dirty="0">
              <a:latin typeface="HarmonyOS Sans SC Light" pitchFamily="2" charset="-122"/>
              <a:ea typeface="HarmonyOS Sans SC Light" pitchFamily="2" charset="-122"/>
            </a:endParaRPr>
          </a:p>
        </p:txBody>
      </p:sp>
      <p:grpSp>
        <p:nvGrpSpPr>
          <p:cNvPr id="11" name="组合 10">
            <a:extLst>
              <a:ext uri="{FF2B5EF4-FFF2-40B4-BE49-F238E27FC236}">
                <a16:creationId xmlns:a16="http://schemas.microsoft.com/office/drawing/2014/main" id="{B5A0C45F-B385-66BE-7196-F36ECD841534}"/>
              </a:ext>
            </a:extLst>
          </p:cNvPr>
          <p:cNvGrpSpPr/>
          <p:nvPr/>
        </p:nvGrpSpPr>
        <p:grpSpPr>
          <a:xfrm>
            <a:off x="2449913" y="2322792"/>
            <a:ext cx="1271678" cy="340398"/>
            <a:chOff x="1291590" y="1267143"/>
            <a:chExt cx="817245" cy="218757"/>
          </a:xfrm>
        </p:grpSpPr>
        <p:sp>
          <p:nvSpPr>
            <p:cNvPr id="12" name="直角三角形 11">
              <a:extLst>
                <a:ext uri="{FF2B5EF4-FFF2-40B4-BE49-F238E27FC236}">
                  <a16:creationId xmlns:a16="http://schemas.microsoft.com/office/drawing/2014/main" id="{7C925AC8-2D17-792E-44D1-92E2DDEE9ABF}"/>
                </a:ext>
              </a:extLst>
            </p:cNvPr>
            <p:cNvSpPr/>
            <p:nvPr/>
          </p:nvSpPr>
          <p:spPr>
            <a:xfrm>
              <a:off x="1291590" y="1268730"/>
              <a:ext cx="817245" cy="217170"/>
            </a:xfrm>
            <a:prstGeom prst="rtTriangle">
              <a:avLst/>
            </a:prstGeom>
            <a:solidFill>
              <a:srgbClr val="00AC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直角三角形 12">
              <a:extLst>
                <a:ext uri="{FF2B5EF4-FFF2-40B4-BE49-F238E27FC236}">
                  <a16:creationId xmlns:a16="http://schemas.microsoft.com/office/drawing/2014/main" id="{D52D15F5-31DA-85F9-D928-E455C1DA9F23}"/>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4" name="文本框 13">
            <a:extLst>
              <a:ext uri="{FF2B5EF4-FFF2-40B4-BE49-F238E27FC236}">
                <a16:creationId xmlns:a16="http://schemas.microsoft.com/office/drawing/2014/main" id="{7249DA91-EB3C-BDBB-F3B4-C8BE79D805B7}"/>
              </a:ext>
            </a:extLst>
          </p:cNvPr>
          <p:cNvSpPr txBox="1"/>
          <p:nvPr/>
        </p:nvSpPr>
        <p:spPr>
          <a:xfrm>
            <a:off x="537210" y="1291218"/>
            <a:ext cx="1912703" cy="400110"/>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Difference between premiums</a:t>
            </a:r>
          </a:p>
          <a:p>
            <a:r>
              <a:rPr kumimoji="1" lang="en-US" altLang="zh-CN" sz="1000" dirty="0">
                <a:latin typeface="HarmonyOS Sans SC Light" pitchFamily="2" charset="-122"/>
                <a:ea typeface="HarmonyOS Sans SC Light" pitchFamily="2" charset="-122"/>
              </a:rPr>
              <a:t>and GDP growth,</a:t>
            </a:r>
            <a:r>
              <a:rPr kumimoji="1" lang="en-US" altLang="zh-CN" sz="1000" baseline="30000" dirty="0">
                <a:latin typeface="HarmonyOS Sans SC Light" pitchFamily="2" charset="-122"/>
                <a:ea typeface="HarmonyOS Sans SC Light" pitchFamily="2" charset="-122"/>
              </a:rPr>
              <a:t>2</a:t>
            </a:r>
            <a:r>
              <a:rPr kumimoji="1" lang="en-US" altLang="zh-CN" sz="1000" dirty="0">
                <a:latin typeface="HarmonyOS Sans SC Light" pitchFamily="2" charset="-122"/>
                <a:ea typeface="HarmonyOS Sans SC Light" pitchFamily="2" charset="-122"/>
              </a:rPr>
              <a:t> ppt</a:t>
            </a:r>
            <a:r>
              <a:rPr kumimoji="1" lang="en-US" altLang="zh-CN" sz="1000" baseline="30000" dirty="0">
                <a:latin typeface="HarmonyOS Sans SC Light" pitchFamily="2" charset="-122"/>
                <a:ea typeface="HarmonyOS Sans SC Light" pitchFamily="2" charset="-122"/>
              </a:rPr>
              <a:t>3</a:t>
            </a:r>
            <a:endParaRPr kumimoji="1" lang="zh-CN" altLang="en-US" sz="1000" baseline="30000" dirty="0">
              <a:latin typeface="HarmonyOS Sans SC Light" pitchFamily="2" charset="-122"/>
              <a:ea typeface="HarmonyOS Sans SC Light" pitchFamily="2" charset="-122"/>
            </a:endParaRPr>
          </a:p>
        </p:txBody>
      </p:sp>
      <p:sp>
        <p:nvSpPr>
          <p:cNvPr id="15" name="文本框 14">
            <a:extLst>
              <a:ext uri="{FF2B5EF4-FFF2-40B4-BE49-F238E27FC236}">
                <a16:creationId xmlns:a16="http://schemas.microsoft.com/office/drawing/2014/main" id="{1BDB64BF-A29D-DEB6-1D90-E6437259E007}"/>
              </a:ext>
            </a:extLst>
          </p:cNvPr>
          <p:cNvSpPr txBox="1"/>
          <p:nvPr/>
        </p:nvSpPr>
        <p:spPr>
          <a:xfrm>
            <a:off x="3351442" y="1318648"/>
            <a:ext cx="968535"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2021 GDDPW</a:t>
            </a:r>
            <a:endParaRPr kumimoji="1" lang="zh-CN" altLang="en-US" sz="1000" baseline="30000" dirty="0">
              <a:latin typeface="HarmonyOS Sans SC Light" pitchFamily="2" charset="-122"/>
              <a:ea typeface="HarmonyOS Sans SC Light" pitchFamily="2" charset="-122"/>
            </a:endParaRPr>
          </a:p>
        </p:txBody>
      </p:sp>
      <p:sp>
        <p:nvSpPr>
          <p:cNvPr id="16" name="文本框 15">
            <a:extLst>
              <a:ext uri="{FF2B5EF4-FFF2-40B4-BE49-F238E27FC236}">
                <a16:creationId xmlns:a16="http://schemas.microsoft.com/office/drawing/2014/main" id="{C55E22EA-EB10-87DA-7838-D449F304F2EC}"/>
              </a:ext>
            </a:extLst>
          </p:cNvPr>
          <p:cNvSpPr txBox="1"/>
          <p:nvPr/>
        </p:nvSpPr>
        <p:spPr>
          <a:xfrm>
            <a:off x="5292637" y="1318647"/>
            <a:ext cx="946093" cy="246221"/>
          </a:xfrm>
          <a:prstGeom prst="rect">
            <a:avLst/>
          </a:prstGeom>
          <a:noFill/>
        </p:spPr>
        <p:txBody>
          <a:bodyPr wrap="none" rtlCol="0">
            <a:spAutoFit/>
          </a:bodyPr>
          <a:lstStyle/>
          <a:p>
            <a:r>
              <a:rPr kumimoji="1" lang="en-US" altLang="zh-CN" sz="1000" dirty="0">
                <a:latin typeface="HarmonyOS Sans SC" pitchFamily="2" charset="-122"/>
                <a:ea typeface="HarmonyOS Sans SC" pitchFamily="2" charset="-122"/>
              </a:rPr>
              <a:t>Growth rates</a:t>
            </a:r>
            <a:endParaRPr kumimoji="1" lang="zh-CN" altLang="en-US" sz="1000" baseline="30000" dirty="0">
              <a:latin typeface="HarmonyOS Sans SC" pitchFamily="2" charset="-122"/>
              <a:ea typeface="HarmonyOS Sans SC" pitchFamily="2" charset="-122"/>
            </a:endParaRPr>
          </a:p>
        </p:txBody>
      </p:sp>
      <p:sp>
        <p:nvSpPr>
          <p:cNvPr id="17" name="矩形 16">
            <a:extLst>
              <a:ext uri="{FF2B5EF4-FFF2-40B4-BE49-F238E27FC236}">
                <a16:creationId xmlns:a16="http://schemas.microsoft.com/office/drawing/2014/main" id="{BDB7F068-66CC-595A-D0A0-CA7BDCAD96F6}"/>
              </a:ext>
            </a:extLst>
          </p:cNvPr>
          <p:cNvSpPr/>
          <p:nvPr/>
        </p:nvSpPr>
        <p:spPr>
          <a:xfrm>
            <a:off x="6352222" y="1352183"/>
            <a:ext cx="188595" cy="182974"/>
          </a:xfrm>
          <a:prstGeom prst="rect">
            <a:avLst/>
          </a:prstGeom>
          <a:solidFill>
            <a:srgbClr val="C1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a:extLst>
              <a:ext uri="{FF2B5EF4-FFF2-40B4-BE49-F238E27FC236}">
                <a16:creationId xmlns:a16="http://schemas.microsoft.com/office/drawing/2014/main" id="{460DA832-4BF9-C07B-BCD5-387AACC482EC}"/>
              </a:ext>
            </a:extLst>
          </p:cNvPr>
          <p:cNvSpPr txBox="1"/>
          <p:nvPr/>
        </p:nvSpPr>
        <p:spPr>
          <a:xfrm>
            <a:off x="6466782" y="1318647"/>
            <a:ext cx="752129" cy="246221"/>
          </a:xfrm>
          <a:prstGeom prst="rect">
            <a:avLst/>
          </a:prstGeom>
          <a:noFill/>
        </p:spPr>
        <p:txBody>
          <a:bodyPr wrap="none" rtlCol="0">
            <a:spAutoFit/>
          </a:bodyPr>
          <a:lstStyle>
            <a:defPPr>
              <a:defRPr lang="zh-CN"/>
            </a:defPPr>
            <a:lvl1pPr>
              <a:defRPr kumimoji="1" sz="1000">
                <a:latin typeface="HarmonyOS Sans SC Light" pitchFamily="2" charset="-122"/>
                <a:ea typeface="HarmonyOS Sans SC Light" pitchFamily="2" charset="-122"/>
              </a:defRPr>
            </a:lvl1pPr>
          </a:lstStyle>
          <a:p>
            <a:r>
              <a:rPr lang="zh-CN" altLang="en-US" dirty="0"/>
              <a:t>＜</a:t>
            </a:r>
            <a:r>
              <a:rPr lang="en-US" altLang="zh-CN" dirty="0"/>
              <a:t>-3 ppt</a:t>
            </a:r>
            <a:r>
              <a:rPr lang="en-US" altLang="zh-CN" baseline="30000" dirty="0"/>
              <a:t>3</a:t>
            </a:r>
            <a:endParaRPr lang="zh-CN" altLang="en-US" baseline="30000" dirty="0"/>
          </a:p>
        </p:txBody>
      </p:sp>
      <p:sp>
        <p:nvSpPr>
          <p:cNvPr id="19" name="矩形 18">
            <a:extLst>
              <a:ext uri="{FF2B5EF4-FFF2-40B4-BE49-F238E27FC236}">
                <a16:creationId xmlns:a16="http://schemas.microsoft.com/office/drawing/2014/main" id="{ED48F816-584E-8BB9-97AC-FF7CFB8DE280}"/>
              </a:ext>
            </a:extLst>
          </p:cNvPr>
          <p:cNvSpPr/>
          <p:nvPr/>
        </p:nvSpPr>
        <p:spPr>
          <a:xfrm>
            <a:off x="7332403" y="1352183"/>
            <a:ext cx="188595" cy="182974"/>
          </a:xfrm>
          <a:prstGeom prst="rect">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B19DB1E4-38B2-DE0E-7664-C9B6B197CA52}"/>
              </a:ext>
            </a:extLst>
          </p:cNvPr>
          <p:cNvSpPr txBox="1"/>
          <p:nvPr/>
        </p:nvSpPr>
        <p:spPr>
          <a:xfrm>
            <a:off x="7475538" y="1318647"/>
            <a:ext cx="885179" cy="246221"/>
          </a:xfrm>
          <a:prstGeom prst="rect">
            <a:avLst/>
          </a:prstGeom>
          <a:noFill/>
        </p:spPr>
        <p:txBody>
          <a:bodyPr wrap="none" rtlCol="0">
            <a:spAutoFit/>
          </a:bodyPr>
          <a:lstStyle>
            <a:defPPr>
              <a:defRPr lang="zh-CN"/>
            </a:defPPr>
            <a:lvl1pPr>
              <a:defRPr kumimoji="1" sz="1000">
                <a:latin typeface="HarmonyOS Sans SC Light" pitchFamily="2" charset="-122"/>
                <a:ea typeface="HarmonyOS Sans SC Light" pitchFamily="2" charset="-122"/>
              </a:defRPr>
            </a:lvl1pPr>
          </a:lstStyle>
          <a:p>
            <a:r>
              <a:rPr lang="en-US" altLang="zh-CN" dirty="0"/>
              <a:t>-3 to 0 ppt</a:t>
            </a:r>
            <a:r>
              <a:rPr lang="en-US" altLang="zh-CN" baseline="30000" dirty="0"/>
              <a:t>3</a:t>
            </a:r>
            <a:endParaRPr lang="zh-CN" altLang="en-US" baseline="30000" dirty="0"/>
          </a:p>
        </p:txBody>
      </p:sp>
      <p:sp>
        <p:nvSpPr>
          <p:cNvPr id="21" name="矩形 20">
            <a:extLst>
              <a:ext uri="{FF2B5EF4-FFF2-40B4-BE49-F238E27FC236}">
                <a16:creationId xmlns:a16="http://schemas.microsoft.com/office/drawing/2014/main" id="{D11AF275-E07B-FAF6-32A5-03EFEB74A2C2}"/>
              </a:ext>
            </a:extLst>
          </p:cNvPr>
          <p:cNvSpPr/>
          <p:nvPr/>
        </p:nvSpPr>
        <p:spPr>
          <a:xfrm>
            <a:off x="8445634" y="1357492"/>
            <a:ext cx="188595" cy="182974"/>
          </a:xfrm>
          <a:prstGeom prst="rect">
            <a:avLst/>
          </a:prstGeom>
          <a:solidFill>
            <a:srgbClr val="00AC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文本框 21">
            <a:extLst>
              <a:ext uri="{FF2B5EF4-FFF2-40B4-BE49-F238E27FC236}">
                <a16:creationId xmlns:a16="http://schemas.microsoft.com/office/drawing/2014/main" id="{B8C8FF3A-F5AB-D880-EE1A-FA6F69B0BE1B}"/>
              </a:ext>
            </a:extLst>
          </p:cNvPr>
          <p:cNvSpPr txBox="1"/>
          <p:nvPr/>
        </p:nvSpPr>
        <p:spPr>
          <a:xfrm>
            <a:off x="8594484" y="1323956"/>
            <a:ext cx="694421" cy="246221"/>
          </a:xfrm>
          <a:prstGeom prst="rect">
            <a:avLst/>
          </a:prstGeom>
          <a:noFill/>
        </p:spPr>
        <p:txBody>
          <a:bodyPr wrap="none" rtlCol="0">
            <a:spAutoFit/>
          </a:bodyPr>
          <a:lstStyle>
            <a:defPPr>
              <a:defRPr lang="zh-CN"/>
            </a:defPPr>
            <a:lvl1pPr>
              <a:defRPr kumimoji="1" sz="1000">
                <a:latin typeface="HarmonyOS Sans SC Light" pitchFamily="2" charset="-122"/>
                <a:ea typeface="HarmonyOS Sans SC Light" pitchFamily="2" charset="-122"/>
              </a:defRPr>
            </a:lvl1pPr>
          </a:lstStyle>
          <a:p>
            <a:r>
              <a:rPr lang="en-US" altLang="zh-CN" dirty="0"/>
              <a:t>0-3 ppt</a:t>
            </a:r>
            <a:r>
              <a:rPr lang="en-US" altLang="zh-CN" baseline="30000" dirty="0"/>
              <a:t>3</a:t>
            </a:r>
            <a:endParaRPr lang="zh-CN" altLang="en-US" baseline="30000" dirty="0"/>
          </a:p>
        </p:txBody>
      </p:sp>
      <p:sp>
        <p:nvSpPr>
          <p:cNvPr id="23" name="矩形 22">
            <a:extLst>
              <a:ext uri="{FF2B5EF4-FFF2-40B4-BE49-F238E27FC236}">
                <a16:creationId xmlns:a16="http://schemas.microsoft.com/office/drawing/2014/main" id="{AC587E17-9319-C405-1EA9-D9712161C5AC}"/>
              </a:ext>
            </a:extLst>
          </p:cNvPr>
          <p:cNvSpPr/>
          <p:nvPr/>
        </p:nvSpPr>
        <p:spPr>
          <a:xfrm>
            <a:off x="9425815" y="1352183"/>
            <a:ext cx="188595" cy="182974"/>
          </a:xfrm>
          <a:prstGeom prst="rect">
            <a:avLst/>
          </a:prstGeom>
          <a:solidFill>
            <a:srgbClr val="035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文本框 23">
            <a:extLst>
              <a:ext uri="{FF2B5EF4-FFF2-40B4-BE49-F238E27FC236}">
                <a16:creationId xmlns:a16="http://schemas.microsoft.com/office/drawing/2014/main" id="{8ED3DAB4-ED11-FEA2-8658-07488229BE6E}"/>
              </a:ext>
            </a:extLst>
          </p:cNvPr>
          <p:cNvSpPr txBox="1"/>
          <p:nvPr/>
        </p:nvSpPr>
        <p:spPr>
          <a:xfrm>
            <a:off x="9574665" y="1318647"/>
            <a:ext cx="630301" cy="246221"/>
          </a:xfrm>
          <a:prstGeom prst="rect">
            <a:avLst/>
          </a:prstGeom>
          <a:noFill/>
        </p:spPr>
        <p:txBody>
          <a:bodyPr wrap="none" rtlCol="0">
            <a:spAutoFit/>
          </a:bodyPr>
          <a:lstStyle>
            <a:defPPr>
              <a:defRPr lang="zh-CN"/>
            </a:defPPr>
            <a:lvl1pPr>
              <a:defRPr kumimoji="1" sz="1000">
                <a:latin typeface="HarmonyOS Sans SC Light" pitchFamily="2" charset="-122"/>
                <a:ea typeface="HarmonyOS Sans SC Light" pitchFamily="2" charset="-122"/>
              </a:defRPr>
            </a:lvl1pPr>
          </a:lstStyle>
          <a:p>
            <a:r>
              <a:rPr lang="en-US" altLang="zh-CN" dirty="0"/>
              <a:t>&gt;3 ppt</a:t>
            </a:r>
            <a:r>
              <a:rPr lang="en-US" altLang="zh-CN" baseline="30000" dirty="0"/>
              <a:t>3</a:t>
            </a:r>
            <a:endParaRPr lang="zh-CN" altLang="en-US" baseline="30000" dirty="0"/>
          </a:p>
        </p:txBody>
      </p:sp>
      <p:grpSp>
        <p:nvGrpSpPr>
          <p:cNvPr id="31" name="组合 30">
            <a:extLst>
              <a:ext uri="{FF2B5EF4-FFF2-40B4-BE49-F238E27FC236}">
                <a16:creationId xmlns:a16="http://schemas.microsoft.com/office/drawing/2014/main" id="{B71C84F2-9827-95AF-1E93-39A57199C21F}"/>
              </a:ext>
            </a:extLst>
          </p:cNvPr>
          <p:cNvGrpSpPr/>
          <p:nvPr/>
        </p:nvGrpSpPr>
        <p:grpSpPr>
          <a:xfrm>
            <a:off x="3791033" y="2320323"/>
            <a:ext cx="1271678" cy="340398"/>
            <a:chOff x="1291590" y="1267143"/>
            <a:chExt cx="817245" cy="218757"/>
          </a:xfrm>
        </p:grpSpPr>
        <p:sp>
          <p:nvSpPr>
            <p:cNvPr id="32" name="直角三角形 31">
              <a:extLst>
                <a:ext uri="{FF2B5EF4-FFF2-40B4-BE49-F238E27FC236}">
                  <a16:creationId xmlns:a16="http://schemas.microsoft.com/office/drawing/2014/main" id="{27045EF2-6F84-77B3-32FF-3C91CA21C3DE}"/>
                </a:ext>
              </a:extLst>
            </p:cNvPr>
            <p:cNvSpPr/>
            <p:nvPr/>
          </p:nvSpPr>
          <p:spPr>
            <a:xfrm>
              <a:off x="1291590" y="1268730"/>
              <a:ext cx="817245" cy="217170"/>
            </a:xfrm>
            <a:prstGeom prst="rtTriangle">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3" name="直角三角形 32">
              <a:extLst>
                <a:ext uri="{FF2B5EF4-FFF2-40B4-BE49-F238E27FC236}">
                  <a16:creationId xmlns:a16="http://schemas.microsoft.com/office/drawing/2014/main" id="{E1C8F425-FFA5-6062-5435-156B67D6AAB2}"/>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4" name="组合 33">
            <a:extLst>
              <a:ext uri="{FF2B5EF4-FFF2-40B4-BE49-F238E27FC236}">
                <a16:creationId xmlns:a16="http://schemas.microsoft.com/office/drawing/2014/main" id="{41943808-3742-03A5-7AC2-8524F28B658F}"/>
              </a:ext>
            </a:extLst>
          </p:cNvPr>
          <p:cNvGrpSpPr/>
          <p:nvPr/>
        </p:nvGrpSpPr>
        <p:grpSpPr>
          <a:xfrm>
            <a:off x="5129844" y="2317854"/>
            <a:ext cx="1271678" cy="340398"/>
            <a:chOff x="1291590" y="1267143"/>
            <a:chExt cx="817245" cy="218757"/>
          </a:xfrm>
        </p:grpSpPr>
        <p:sp>
          <p:nvSpPr>
            <p:cNvPr id="35" name="直角三角形 34">
              <a:extLst>
                <a:ext uri="{FF2B5EF4-FFF2-40B4-BE49-F238E27FC236}">
                  <a16:creationId xmlns:a16="http://schemas.microsoft.com/office/drawing/2014/main" id="{28C81985-76E6-6913-7CDF-0DFAAC4C1C04}"/>
                </a:ext>
              </a:extLst>
            </p:cNvPr>
            <p:cNvSpPr/>
            <p:nvPr/>
          </p:nvSpPr>
          <p:spPr>
            <a:xfrm>
              <a:off x="1291590" y="1268730"/>
              <a:ext cx="817245" cy="217170"/>
            </a:xfrm>
            <a:prstGeom prst="rtTriangle">
              <a:avLst/>
            </a:prstGeom>
            <a:solidFill>
              <a:srgbClr val="035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直角三角形 35">
              <a:extLst>
                <a:ext uri="{FF2B5EF4-FFF2-40B4-BE49-F238E27FC236}">
                  <a16:creationId xmlns:a16="http://schemas.microsoft.com/office/drawing/2014/main" id="{C4E1DB31-4034-B25C-328D-190981A3EA53}"/>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7" name="组合 36">
            <a:extLst>
              <a:ext uri="{FF2B5EF4-FFF2-40B4-BE49-F238E27FC236}">
                <a16:creationId xmlns:a16="http://schemas.microsoft.com/office/drawing/2014/main" id="{8C65DCAA-6857-D712-3414-3C1887642B6C}"/>
              </a:ext>
            </a:extLst>
          </p:cNvPr>
          <p:cNvGrpSpPr/>
          <p:nvPr/>
        </p:nvGrpSpPr>
        <p:grpSpPr>
          <a:xfrm>
            <a:off x="6458230" y="2320323"/>
            <a:ext cx="1271678" cy="340398"/>
            <a:chOff x="1291590" y="1267143"/>
            <a:chExt cx="817245" cy="218757"/>
          </a:xfrm>
        </p:grpSpPr>
        <p:sp>
          <p:nvSpPr>
            <p:cNvPr id="38" name="直角三角形 37">
              <a:extLst>
                <a:ext uri="{FF2B5EF4-FFF2-40B4-BE49-F238E27FC236}">
                  <a16:creationId xmlns:a16="http://schemas.microsoft.com/office/drawing/2014/main" id="{B51A4C0C-FC0D-E4ED-72D6-12A4B2A688B9}"/>
                </a:ext>
              </a:extLst>
            </p:cNvPr>
            <p:cNvSpPr/>
            <p:nvPr/>
          </p:nvSpPr>
          <p:spPr>
            <a:xfrm>
              <a:off x="1291590" y="1268730"/>
              <a:ext cx="817245" cy="217170"/>
            </a:xfrm>
            <a:prstGeom prst="rtTriangle">
              <a:avLst/>
            </a:prstGeom>
            <a:solidFill>
              <a:srgbClr val="C1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直角三角形 38">
              <a:extLst>
                <a:ext uri="{FF2B5EF4-FFF2-40B4-BE49-F238E27FC236}">
                  <a16:creationId xmlns:a16="http://schemas.microsoft.com/office/drawing/2014/main" id="{5ED30484-8C3A-5F2A-B919-051BF8485633}"/>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40" name="组合 39">
            <a:extLst>
              <a:ext uri="{FF2B5EF4-FFF2-40B4-BE49-F238E27FC236}">
                <a16:creationId xmlns:a16="http://schemas.microsoft.com/office/drawing/2014/main" id="{DBB392D3-E5F7-133B-BFF0-88F1CD014348}"/>
              </a:ext>
            </a:extLst>
          </p:cNvPr>
          <p:cNvGrpSpPr/>
          <p:nvPr/>
        </p:nvGrpSpPr>
        <p:grpSpPr>
          <a:xfrm>
            <a:off x="7799350" y="2317854"/>
            <a:ext cx="1271678" cy="340398"/>
            <a:chOff x="1291590" y="1267143"/>
            <a:chExt cx="817245" cy="218757"/>
          </a:xfrm>
        </p:grpSpPr>
        <p:sp>
          <p:nvSpPr>
            <p:cNvPr id="41" name="直角三角形 40">
              <a:extLst>
                <a:ext uri="{FF2B5EF4-FFF2-40B4-BE49-F238E27FC236}">
                  <a16:creationId xmlns:a16="http://schemas.microsoft.com/office/drawing/2014/main" id="{09BCAA7F-7B04-43CC-D128-C3134602FE1F}"/>
                </a:ext>
              </a:extLst>
            </p:cNvPr>
            <p:cNvSpPr/>
            <p:nvPr/>
          </p:nvSpPr>
          <p:spPr>
            <a:xfrm>
              <a:off x="1291590" y="1268730"/>
              <a:ext cx="817245" cy="217170"/>
            </a:xfrm>
            <a:prstGeom prst="rtTriangle">
              <a:avLst/>
            </a:prstGeom>
            <a:solidFill>
              <a:srgbClr val="00AC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直角三角形 41">
              <a:extLst>
                <a:ext uri="{FF2B5EF4-FFF2-40B4-BE49-F238E27FC236}">
                  <a16:creationId xmlns:a16="http://schemas.microsoft.com/office/drawing/2014/main" id="{9118DAE9-9A84-F211-45D2-480A24536513}"/>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43" name="组合 42">
            <a:extLst>
              <a:ext uri="{FF2B5EF4-FFF2-40B4-BE49-F238E27FC236}">
                <a16:creationId xmlns:a16="http://schemas.microsoft.com/office/drawing/2014/main" id="{72B65372-C610-AEF3-F6A0-CFE451821666}"/>
              </a:ext>
            </a:extLst>
          </p:cNvPr>
          <p:cNvGrpSpPr/>
          <p:nvPr/>
        </p:nvGrpSpPr>
        <p:grpSpPr>
          <a:xfrm>
            <a:off x="9138161" y="2315385"/>
            <a:ext cx="1271678" cy="340398"/>
            <a:chOff x="1291590" y="1267143"/>
            <a:chExt cx="817245" cy="218757"/>
          </a:xfrm>
        </p:grpSpPr>
        <p:sp>
          <p:nvSpPr>
            <p:cNvPr id="44" name="直角三角形 43">
              <a:extLst>
                <a:ext uri="{FF2B5EF4-FFF2-40B4-BE49-F238E27FC236}">
                  <a16:creationId xmlns:a16="http://schemas.microsoft.com/office/drawing/2014/main" id="{2552E20A-6EA4-E79A-BCA5-BAEC9B6DC224}"/>
                </a:ext>
              </a:extLst>
            </p:cNvPr>
            <p:cNvSpPr/>
            <p:nvPr/>
          </p:nvSpPr>
          <p:spPr>
            <a:xfrm>
              <a:off x="1291590" y="1268730"/>
              <a:ext cx="817245" cy="217170"/>
            </a:xfrm>
            <a:prstGeom prst="rtTriangle">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5" name="直角三角形 44">
              <a:extLst>
                <a:ext uri="{FF2B5EF4-FFF2-40B4-BE49-F238E27FC236}">
                  <a16:creationId xmlns:a16="http://schemas.microsoft.com/office/drawing/2014/main" id="{25A5C452-E221-E88B-050A-5793806CFDA9}"/>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46" name="组合 45">
            <a:extLst>
              <a:ext uri="{FF2B5EF4-FFF2-40B4-BE49-F238E27FC236}">
                <a16:creationId xmlns:a16="http://schemas.microsoft.com/office/drawing/2014/main" id="{3DD502D0-6A0C-5AF9-D6FD-4118F2C29293}"/>
              </a:ext>
            </a:extLst>
          </p:cNvPr>
          <p:cNvGrpSpPr/>
          <p:nvPr/>
        </p:nvGrpSpPr>
        <p:grpSpPr>
          <a:xfrm>
            <a:off x="2449913" y="2721039"/>
            <a:ext cx="1271678" cy="340398"/>
            <a:chOff x="1291590" y="1267143"/>
            <a:chExt cx="817245" cy="218757"/>
          </a:xfrm>
        </p:grpSpPr>
        <p:sp>
          <p:nvSpPr>
            <p:cNvPr id="47" name="直角三角形 46">
              <a:extLst>
                <a:ext uri="{FF2B5EF4-FFF2-40B4-BE49-F238E27FC236}">
                  <a16:creationId xmlns:a16="http://schemas.microsoft.com/office/drawing/2014/main" id="{78D118DC-2854-B42A-DE3B-FE783B503BCF}"/>
                </a:ext>
              </a:extLst>
            </p:cNvPr>
            <p:cNvSpPr/>
            <p:nvPr/>
          </p:nvSpPr>
          <p:spPr>
            <a:xfrm>
              <a:off x="1291590" y="1268730"/>
              <a:ext cx="817245" cy="217170"/>
            </a:xfrm>
            <a:prstGeom prst="rtTriangle">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直角三角形 47">
              <a:extLst>
                <a:ext uri="{FF2B5EF4-FFF2-40B4-BE49-F238E27FC236}">
                  <a16:creationId xmlns:a16="http://schemas.microsoft.com/office/drawing/2014/main" id="{FA8E9322-F39E-21E4-9E8B-166F0C58EAFA}"/>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49" name="组合 48">
            <a:extLst>
              <a:ext uri="{FF2B5EF4-FFF2-40B4-BE49-F238E27FC236}">
                <a16:creationId xmlns:a16="http://schemas.microsoft.com/office/drawing/2014/main" id="{0F2C5E61-C7F5-519A-29C3-C0AC0B14FA66}"/>
              </a:ext>
            </a:extLst>
          </p:cNvPr>
          <p:cNvGrpSpPr/>
          <p:nvPr/>
        </p:nvGrpSpPr>
        <p:grpSpPr>
          <a:xfrm>
            <a:off x="3791033" y="2718570"/>
            <a:ext cx="1271678" cy="340398"/>
            <a:chOff x="1291590" y="1267143"/>
            <a:chExt cx="817245" cy="218757"/>
          </a:xfrm>
        </p:grpSpPr>
        <p:sp>
          <p:nvSpPr>
            <p:cNvPr id="50" name="直角三角形 49">
              <a:extLst>
                <a:ext uri="{FF2B5EF4-FFF2-40B4-BE49-F238E27FC236}">
                  <a16:creationId xmlns:a16="http://schemas.microsoft.com/office/drawing/2014/main" id="{94152525-4D75-44C8-FF25-B6650794BAC9}"/>
                </a:ext>
              </a:extLst>
            </p:cNvPr>
            <p:cNvSpPr/>
            <p:nvPr/>
          </p:nvSpPr>
          <p:spPr>
            <a:xfrm>
              <a:off x="1291590" y="1268730"/>
              <a:ext cx="817245" cy="217170"/>
            </a:xfrm>
            <a:prstGeom prst="rtTriangle">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1" name="直角三角形 50">
              <a:extLst>
                <a:ext uri="{FF2B5EF4-FFF2-40B4-BE49-F238E27FC236}">
                  <a16:creationId xmlns:a16="http://schemas.microsoft.com/office/drawing/2014/main" id="{6990C551-8A70-EA7C-1880-D87C3B38F10A}"/>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52" name="组合 51">
            <a:extLst>
              <a:ext uri="{FF2B5EF4-FFF2-40B4-BE49-F238E27FC236}">
                <a16:creationId xmlns:a16="http://schemas.microsoft.com/office/drawing/2014/main" id="{96E437A0-DCF9-8D8D-BD4D-9B66D7DF3B44}"/>
              </a:ext>
            </a:extLst>
          </p:cNvPr>
          <p:cNvGrpSpPr/>
          <p:nvPr/>
        </p:nvGrpSpPr>
        <p:grpSpPr>
          <a:xfrm>
            <a:off x="5129844" y="2716101"/>
            <a:ext cx="1271678" cy="340398"/>
            <a:chOff x="1291590" y="1267143"/>
            <a:chExt cx="817245" cy="218757"/>
          </a:xfrm>
        </p:grpSpPr>
        <p:sp>
          <p:nvSpPr>
            <p:cNvPr id="53" name="直角三角形 52">
              <a:extLst>
                <a:ext uri="{FF2B5EF4-FFF2-40B4-BE49-F238E27FC236}">
                  <a16:creationId xmlns:a16="http://schemas.microsoft.com/office/drawing/2014/main" id="{FAECBFCD-CB0A-B34E-AED4-105A9AD8D08A}"/>
                </a:ext>
              </a:extLst>
            </p:cNvPr>
            <p:cNvSpPr/>
            <p:nvPr/>
          </p:nvSpPr>
          <p:spPr>
            <a:xfrm>
              <a:off x="1291590" y="1268730"/>
              <a:ext cx="817245" cy="217170"/>
            </a:xfrm>
            <a:prstGeom prst="rtTriangle">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直角三角形 53">
              <a:extLst>
                <a:ext uri="{FF2B5EF4-FFF2-40B4-BE49-F238E27FC236}">
                  <a16:creationId xmlns:a16="http://schemas.microsoft.com/office/drawing/2014/main" id="{3730097E-B00E-C89F-BDA7-494542695372}"/>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55" name="组合 54">
            <a:extLst>
              <a:ext uri="{FF2B5EF4-FFF2-40B4-BE49-F238E27FC236}">
                <a16:creationId xmlns:a16="http://schemas.microsoft.com/office/drawing/2014/main" id="{62380450-4A99-5491-AF21-0E37B151BA78}"/>
              </a:ext>
            </a:extLst>
          </p:cNvPr>
          <p:cNvGrpSpPr/>
          <p:nvPr/>
        </p:nvGrpSpPr>
        <p:grpSpPr>
          <a:xfrm>
            <a:off x="6458230" y="2718570"/>
            <a:ext cx="1271678" cy="340398"/>
            <a:chOff x="1291590" y="1267143"/>
            <a:chExt cx="817245" cy="218757"/>
          </a:xfrm>
        </p:grpSpPr>
        <p:sp>
          <p:nvSpPr>
            <p:cNvPr id="56" name="直角三角形 55">
              <a:extLst>
                <a:ext uri="{FF2B5EF4-FFF2-40B4-BE49-F238E27FC236}">
                  <a16:creationId xmlns:a16="http://schemas.microsoft.com/office/drawing/2014/main" id="{8634333E-154D-46A3-8B79-C11599FDE6DA}"/>
                </a:ext>
              </a:extLst>
            </p:cNvPr>
            <p:cNvSpPr/>
            <p:nvPr/>
          </p:nvSpPr>
          <p:spPr>
            <a:xfrm>
              <a:off x="1291590" y="1268730"/>
              <a:ext cx="817245" cy="217170"/>
            </a:xfrm>
            <a:prstGeom prst="rtTriangle">
              <a:avLst/>
            </a:prstGeom>
            <a:solidFill>
              <a:srgbClr val="00AC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 name="直角三角形 56">
              <a:extLst>
                <a:ext uri="{FF2B5EF4-FFF2-40B4-BE49-F238E27FC236}">
                  <a16:creationId xmlns:a16="http://schemas.microsoft.com/office/drawing/2014/main" id="{4D48F7CC-436C-FFF8-830F-483C195EC3A5}"/>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58" name="组合 57">
            <a:extLst>
              <a:ext uri="{FF2B5EF4-FFF2-40B4-BE49-F238E27FC236}">
                <a16:creationId xmlns:a16="http://schemas.microsoft.com/office/drawing/2014/main" id="{5BF24834-6A41-3D80-5F9F-5F02445EE2C0}"/>
              </a:ext>
            </a:extLst>
          </p:cNvPr>
          <p:cNvGrpSpPr/>
          <p:nvPr/>
        </p:nvGrpSpPr>
        <p:grpSpPr>
          <a:xfrm>
            <a:off x="7799350" y="2716101"/>
            <a:ext cx="1271678" cy="340398"/>
            <a:chOff x="1291590" y="1267143"/>
            <a:chExt cx="817245" cy="218757"/>
          </a:xfrm>
        </p:grpSpPr>
        <p:sp>
          <p:nvSpPr>
            <p:cNvPr id="59" name="直角三角形 58">
              <a:extLst>
                <a:ext uri="{FF2B5EF4-FFF2-40B4-BE49-F238E27FC236}">
                  <a16:creationId xmlns:a16="http://schemas.microsoft.com/office/drawing/2014/main" id="{91D0F12D-BB52-0082-6676-B6059D3CD500}"/>
                </a:ext>
              </a:extLst>
            </p:cNvPr>
            <p:cNvSpPr/>
            <p:nvPr/>
          </p:nvSpPr>
          <p:spPr>
            <a:xfrm>
              <a:off x="1291590" y="1268730"/>
              <a:ext cx="817245" cy="217170"/>
            </a:xfrm>
            <a:prstGeom prst="rtTriangle">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0" name="直角三角形 59">
              <a:extLst>
                <a:ext uri="{FF2B5EF4-FFF2-40B4-BE49-F238E27FC236}">
                  <a16:creationId xmlns:a16="http://schemas.microsoft.com/office/drawing/2014/main" id="{8311B009-EBAC-B78E-2FD1-1147EC083B70}"/>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61" name="组合 60">
            <a:extLst>
              <a:ext uri="{FF2B5EF4-FFF2-40B4-BE49-F238E27FC236}">
                <a16:creationId xmlns:a16="http://schemas.microsoft.com/office/drawing/2014/main" id="{910B7A69-B2E0-FA59-40DC-3EA015005A5E}"/>
              </a:ext>
            </a:extLst>
          </p:cNvPr>
          <p:cNvGrpSpPr/>
          <p:nvPr/>
        </p:nvGrpSpPr>
        <p:grpSpPr>
          <a:xfrm>
            <a:off x="9138161" y="2713632"/>
            <a:ext cx="1271678" cy="340398"/>
            <a:chOff x="1291590" y="1267143"/>
            <a:chExt cx="817245" cy="218757"/>
          </a:xfrm>
        </p:grpSpPr>
        <p:sp>
          <p:nvSpPr>
            <p:cNvPr id="62" name="直角三角形 61">
              <a:extLst>
                <a:ext uri="{FF2B5EF4-FFF2-40B4-BE49-F238E27FC236}">
                  <a16:creationId xmlns:a16="http://schemas.microsoft.com/office/drawing/2014/main" id="{3E1B8E26-D464-FF67-7F63-B68A236E9F82}"/>
                </a:ext>
              </a:extLst>
            </p:cNvPr>
            <p:cNvSpPr/>
            <p:nvPr/>
          </p:nvSpPr>
          <p:spPr>
            <a:xfrm>
              <a:off x="1291590" y="1268730"/>
              <a:ext cx="817245" cy="217170"/>
            </a:xfrm>
            <a:prstGeom prst="rtTriangle">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3" name="直角三角形 62">
              <a:extLst>
                <a:ext uri="{FF2B5EF4-FFF2-40B4-BE49-F238E27FC236}">
                  <a16:creationId xmlns:a16="http://schemas.microsoft.com/office/drawing/2014/main" id="{D75E0E7E-98B9-97AA-2C56-6AF6F92CAD34}"/>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64" name="组合 63">
            <a:extLst>
              <a:ext uri="{FF2B5EF4-FFF2-40B4-BE49-F238E27FC236}">
                <a16:creationId xmlns:a16="http://schemas.microsoft.com/office/drawing/2014/main" id="{8B0A9CF2-37C0-6E92-2098-E1393E7E5734}"/>
              </a:ext>
            </a:extLst>
          </p:cNvPr>
          <p:cNvGrpSpPr/>
          <p:nvPr/>
        </p:nvGrpSpPr>
        <p:grpSpPr>
          <a:xfrm>
            <a:off x="2449913" y="3122259"/>
            <a:ext cx="1271678" cy="340398"/>
            <a:chOff x="1291590" y="1267143"/>
            <a:chExt cx="817245" cy="218757"/>
          </a:xfrm>
        </p:grpSpPr>
        <p:sp>
          <p:nvSpPr>
            <p:cNvPr id="65" name="直角三角形 64">
              <a:extLst>
                <a:ext uri="{FF2B5EF4-FFF2-40B4-BE49-F238E27FC236}">
                  <a16:creationId xmlns:a16="http://schemas.microsoft.com/office/drawing/2014/main" id="{E5799B3A-97E0-CA8D-DD6A-9C368D5DB76E}"/>
                </a:ext>
              </a:extLst>
            </p:cNvPr>
            <p:cNvSpPr/>
            <p:nvPr/>
          </p:nvSpPr>
          <p:spPr>
            <a:xfrm>
              <a:off x="1291590" y="1268730"/>
              <a:ext cx="817245" cy="217170"/>
            </a:xfrm>
            <a:prstGeom prst="rtTriangle">
              <a:avLst/>
            </a:prstGeom>
            <a:solidFill>
              <a:srgbClr val="C1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6" name="直角三角形 65">
              <a:extLst>
                <a:ext uri="{FF2B5EF4-FFF2-40B4-BE49-F238E27FC236}">
                  <a16:creationId xmlns:a16="http://schemas.microsoft.com/office/drawing/2014/main" id="{D4BAFF7C-2E30-0B71-834A-2052B25CD700}"/>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67" name="组合 66">
            <a:extLst>
              <a:ext uri="{FF2B5EF4-FFF2-40B4-BE49-F238E27FC236}">
                <a16:creationId xmlns:a16="http://schemas.microsoft.com/office/drawing/2014/main" id="{F20BE496-6AD8-7432-171C-63542ECF83FA}"/>
              </a:ext>
            </a:extLst>
          </p:cNvPr>
          <p:cNvGrpSpPr/>
          <p:nvPr/>
        </p:nvGrpSpPr>
        <p:grpSpPr>
          <a:xfrm>
            <a:off x="3791033" y="3119790"/>
            <a:ext cx="1271678" cy="340398"/>
            <a:chOff x="1291590" y="1267143"/>
            <a:chExt cx="817245" cy="218757"/>
          </a:xfrm>
        </p:grpSpPr>
        <p:sp>
          <p:nvSpPr>
            <p:cNvPr id="68" name="直角三角形 67">
              <a:extLst>
                <a:ext uri="{FF2B5EF4-FFF2-40B4-BE49-F238E27FC236}">
                  <a16:creationId xmlns:a16="http://schemas.microsoft.com/office/drawing/2014/main" id="{A9F3573C-776A-DFE5-65AE-C00C40D9AE2C}"/>
                </a:ext>
              </a:extLst>
            </p:cNvPr>
            <p:cNvSpPr/>
            <p:nvPr/>
          </p:nvSpPr>
          <p:spPr>
            <a:xfrm>
              <a:off x="1291590" y="1268730"/>
              <a:ext cx="817245" cy="217170"/>
            </a:xfrm>
            <a:prstGeom prst="rtTriangle">
              <a:avLst/>
            </a:prstGeom>
            <a:solidFill>
              <a:srgbClr val="C1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9" name="直角三角形 68">
              <a:extLst>
                <a:ext uri="{FF2B5EF4-FFF2-40B4-BE49-F238E27FC236}">
                  <a16:creationId xmlns:a16="http://schemas.microsoft.com/office/drawing/2014/main" id="{9990B2A4-8B9F-8166-0F3D-A04C57CF90C9}"/>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70" name="组合 69">
            <a:extLst>
              <a:ext uri="{FF2B5EF4-FFF2-40B4-BE49-F238E27FC236}">
                <a16:creationId xmlns:a16="http://schemas.microsoft.com/office/drawing/2014/main" id="{25A84DA1-762C-3028-059B-DB62F1C5BB43}"/>
              </a:ext>
            </a:extLst>
          </p:cNvPr>
          <p:cNvGrpSpPr/>
          <p:nvPr/>
        </p:nvGrpSpPr>
        <p:grpSpPr>
          <a:xfrm>
            <a:off x="5129844" y="3117321"/>
            <a:ext cx="1271678" cy="340398"/>
            <a:chOff x="1291590" y="1267143"/>
            <a:chExt cx="817245" cy="218757"/>
          </a:xfrm>
        </p:grpSpPr>
        <p:sp>
          <p:nvSpPr>
            <p:cNvPr id="71" name="直角三角形 70">
              <a:extLst>
                <a:ext uri="{FF2B5EF4-FFF2-40B4-BE49-F238E27FC236}">
                  <a16:creationId xmlns:a16="http://schemas.microsoft.com/office/drawing/2014/main" id="{0990BA84-B6D9-D583-EB43-3E9C418F2DA9}"/>
                </a:ext>
              </a:extLst>
            </p:cNvPr>
            <p:cNvSpPr/>
            <p:nvPr/>
          </p:nvSpPr>
          <p:spPr>
            <a:xfrm>
              <a:off x="1291590" y="1268730"/>
              <a:ext cx="817245" cy="217170"/>
            </a:xfrm>
            <a:prstGeom prst="rtTriangle">
              <a:avLst/>
            </a:prstGeom>
            <a:solidFill>
              <a:srgbClr val="035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2" name="直角三角形 71">
              <a:extLst>
                <a:ext uri="{FF2B5EF4-FFF2-40B4-BE49-F238E27FC236}">
                  <a16:creationId xmlns:a16="http://schemas.microsoft.com/office/drawing/2014/main" id="{EF690390-A73B-E40B-F902-E6FB894C407F}"/>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73" name="组合 72">
            <a:extLst>
              <a:ext uri="{FF2B5EF4-FFF2-40B4-BE49-F238E27FC236}">
                <a16:creationId xmlns:a16="http://schemas.microsoft.com/office/drawing/2014/main" id="{C5E4A9C0-CB70-677F-6658-EFF3394BCA26}"/>
              </a:ext>
            </a:extLst>
          </p:cNvPr>
          <p:cNvGrpSpPr/>
          <p:nvPr/>
        </p:nvGrpSpPr>
        <p:grpSpPr>
          <a:xfrm>
            <a:off x="6458230" y="3119790"/>
            <a:ext cx="1271678" cy="340398"/>
            <a:chOff x="1291590" y="1267143"/>
            <a:chExt cx="817245" cy="218757"/>
          </a:xfrm>
        </p:grpSpPr>
        <p:sp>
          <p:nvSpPr>
            <p:cNvPr id="74" name="直角三角形 73">
              <a:extLst>
                <a:ext uri="{FF2B5EF4-FFF2-40B4-BE49-F238E27FC236}">
                  <a16:creationId xmlns:a16="http://schemas.microsoft.com/office/drawing/2014/main" id="{6A92115E-3B70-B258-05A8-4FCC644ABD4F}"/>
                </a:ext>
              </a:extLst>
            </p:cNvPr>
            <p:cNvSpPr/>
            <p:nvPr/>
          </p:nvSpPr>
          <p:spPr>
            <a:xfrm>
              <a:off x="1291590" y="1268730"/>
              <a:ext cx="817245" cy="217170"/>
            </a:xfrm>
            <a:prstGeom prst="rtTriangle">
              <a:avLst/>
            </a:prstGeom>
            <a:solidFill>
              <a:srgbClr val="00AC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5" name="直角三角形 74">
              <a:extLst>
                <a:ext uri="{FF2B5EF4-FFF2-40B4-BE49-F238E27FC236}">
                  <a16:creationId xmlns:a16="http://schemas.microsoft.com/office/drawing/2014/main" id="{2DF7C5BA-A5C6-3341-F53F-A586F09089CE}"/>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76" name="组合 75">
            <a:extLst>
              <a:ext uri="{FF2B5EF4-FFF2-40B4-BE49-F238E27FC236}">
                <a16:creationId xmlns:a16="http://schemas.microsoft.com/office/drawing/2014/main" id="{8C18C9E5-4DF8-10B1-7B3E-633CC4E21AC0}"/>
              </a:ext>
            </a:extLst>
          </p:cNvPr>
          <p:cNvGrpSpPr/>
          <p:nvPr/>
        </p:nvGrpSpPr>
        <p:grpSpPr>
          <a:xfrm>
            <a:off x="7799350" y="3117321"/>
            <a:ext cx="1271678" cy="340398"/>
            <a:chOff x="1291590" y="1267143"/>
            <a:chExt cx="817245" cy="218757"/>
          </a:xfrm>
        </p:grpSpPr>
        <p:sp>
          <p:nvSpPr>
            <p:cNvPr id="77" name="直角三角形 76">
              <a:extLst>
                <a:ext uri="{FF2B5EF4-FFF2-40B4-BE49-F238E27FC236}">
                  <a16:creationId xmlns:a16="http://schemas.microsoft.com/office/drawing/2014/main" id="{F122F481-6B98-8C03-7968-E463F4BA4410}"/>
                </a:ext>
              </a:extLst>
            </p:cNvPr>
            <p:cNvSpPr/>
            <p:nvPr/>
          </p:nvSpPr>
          <p:spPr>
            <a:xfrm>
              <a:off x="1291590" y="1268730"/>
              <a:ext cx="817245" cy="217170"/>
            </a:xfrm>
            <a:prstGeom prst="rtTriangle">
              <a:avLst/>
            </a:prstGeom>
            <a:solidFill>
              <a:srgbClr val="C1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8" name="直角三角形 77">
              <a:extLst>
                <a:ext uri="{FF2B5EF4-FFF2-40B4-BE49-F238E27FC236}">
                  <a16:creationId xmlns:a16="http://schemas.microsoft.com/office/drawing/2014/main" id="{3B9CF145-A795-A228-0308-96592045C726}"/>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79" name="组合 78">
            <a:extLst>
              <a:ext uri="{FF2B5EF4-FFF2-40B4-BE49-F238E27FC236}">
                <a16:creationId xmlns:a16="http://schemas.microsoft.com/office/drawing/2014/main" id="{7A55EE2C-930A-6454-6B16-BF6DB885DA83}"/>
              </a:ext>
            </a:extLst>
          </p:cNvPr>
          <p:cNvGrpSpPr/>
          <p:nvPr/>
        </p:nvGrpSpPr>
        <p:grpSpPr>
          <a:xfrm>
            <a:off x="9138161" y="3114852"/>
            <a:ext cx="1271678" cy="340398"/>
            <a:chOff x="1291590" y="1267143"/>
            <a:chExt cx="817245" cy="218757"/>
          </a:xfrm>
        </p:grpSpPr>
        <p:sp>
          <p:nvSpPr>
            <p:cNvPr id="80" name="直角三角形 79">
              <a:extLst>
                <a:ext uri="{FF2B5EF4-FFF2-40B4-BE49-F238E27FC236}">
                  <a16:creationId xmlns:a16="http://schemas.microsoft.com/office/drawing/2014/main" id="{30AA5207-B08C-6FBD-3BD0-6A2856F5FCC9}"/>
                </a:ext>
              </a:extLst>
            </p:cNvPr>
            <p:cNvSpPr/>
            <p:nvPr/>
          </p:nvSpPr>
          <p:spPr>
            <a:xfrm>
              <a:off x="1291590" y="1268730"/>
              <a:ext cx="817245" cy="217170"/>
            </a:xfrm>
            <a:prstGeom prst="rtTriangle">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1" name="直角三角形 80">
              <a:extLst>
                <a:ext uri="{FF2B5EF4-FFF2-40B4-BE49-F238E27FC236}">
                  <a16:creationId xmlns:a16="http://schemas.microsoft.com/office/drawing/2014/main" id="{5619E7EE-E969-CE2B-027A-05B7EB38579F}"/>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82" name="组合 81">
            <a:extLst>
              <a:ext uri="{FF2B5EF4-FFF2-40B4-BE49-F238E27FC236}">
                <a16:creationId xmlns:a16="http://schemas.microsoft.com/office/drawing/2014/main" id="{E88201EA-97AF-58E3-7D17-8AFFBFF14AC8}"/>
              </a:ext>
            </a:extLst>
          </p:cNvPr>
          <p:cNvGrpSpPr/>
          <p:nvPr/>
        </p:nvGrpSpPr>
        <p:grpSpPr>
          <a:xfrm>
            <a:off x="2449913" y="3520506"/>
            <a:ext cx="1271678" cy="340398"/>
            <a:chOff x="1291590" y="1267143"/>
            <a:chExt cx="817245" cy="218757"/>
          </a:xfrm>
        </p:grpSpPr>
        <p:sp>
          <p:nvSpPr>
            <p:cNvPr id="83" name="直角三角形 82">
              <a:extLst>
                <a:ext uri="{FF2B5EF4-FFF2-40B4-BE49-F238E27FC236}">
                  <a16:creationId xmlns:a16="http://schemas.microsoft.com/office/drawing/2014/main" id="{1EB49C20-A8D2-FF5A-D4F9-B063BE96387A}"/>
                </a:ext>
              </a:extLst>
            </p:cNvPr>
            <p:cNvSpPr/>
            <p:nvPr/>
          </p:nvSpPr>
          <p:spPr>
            <a:xfrm>
              <a:off x="1291590" y="1268730"/>
              <a:ext cx="817245" cy="217170"/>
            </a:xfrm>
            <a:prstGeom prst="rtTriangle">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84" name="直角三角形 83">
              <a:extLst>
                <a:ext uri="{FF2B5EF4-FFF2-40B4-BE49-F238E27FC236}">
                  <a16:creationId xmlns:a16="http://schemas.microsoft.com/office/drawing/2014/main" id="{3D356491-55C7-F8D9-9679-539A33BFB1EE}"/>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85" name="组合 84">
            <a:extLst>
              <a:ext uri="{FF2B5EF4-FFF2-40B4-BE49-F238E27FC236}">
                <a16:creationId xmlns:a16="http://schemas.microsoft.com/office/drawing/2014/main" id="{751002A6-5C9D-7D19-1598-F2F3212AA382}"/>
              </a:ext>
            </a:extLst>
          </p:cNvPr>
          <p:cNvGrpSpPr/>
          <p:nvPr/>
        </p:nvGrpSpPr>
        <p:grpSpPr>
          <a:xfrm>
            <a:off x="3791033" y="3518037"/>
            <a:ext cx="1271678" cy="340398"/>
            <a:chOff x="1291590" y="1267143"/>
            <a:chExt cx="817245" cy="218757"/>
          </a:xfrm>
        </p:grpSpPr>
        <p:sp>
          <p:nvSpPr>
            <p:cNvPr id="86" name="直角三角形 85">
              <a:extLst>
                <a:ext uri="{FF2B5EF4-FFF2-40B4-BE49-F238E27FC236}">
                  <a16:creationId xmlns:a16="http://schemas.microsoft.com/office/drawing/2014/main" id="{E4105658-30BF-9D05-A30C-9AA2DF486BA9}"/>
                </a:ext>
              </a:extLst>
            </p:cNvPr>
            <p:cNvSpPr/>
            <p:nvPr/>
          </p:nvSpPr>
          <p:spPr>
            <a:xfrm>
              <a:off x="1291590" y="1268730"/>
              <a:ext cx="817245" cy="217170"/>
            </a:xfrm>
            <a:prstGeom prst="rtTriangle">
              <a:avLst/>
            </a:prstGeom>
            <a:solidFill>
              <a:srgbClr val="C1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87" name="直角三角形 86">
              <a:extLst>
                <a:ext uri="{FF2B5EF4-FFF2-40B4-BE49-F238E27FC236}">
                  <a16:creationId xmlns:a16="http://schemas.microsoft.com/office/drawing/2014/main" id="{10F6C7C5-8623-265F-0831-E3FB61AEAD80}"/>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88" name="组合 87">
            <a:extLst>
              <a:ext uri="{FF2B5EF4-FFF2-40B4-BE49-F238E27FC236}">
                <a16:creationId xmlns:a16="http://schemas.microsoft.com/office/drawing/2014/main" id="{E902ADAF-5BDD-A888-47BE-AB8A8A4609BE}"/>
              </a:ext>
            </a:extLst>
          </p:cNvPr>
          <p:cNvGrpSpPr/>
          <p:nvPr/>
        </p:nvGrpSpPr>
        <p:grpSpPr>
          <a:xfrm>
            <a:off x="5129844" y="3515568"/>
            <a:ext cx="1271678" cy="340398"/>
            <a:chOff x="1291590" y="1267143"/>
            <a:chExt cx="817245" cy="218757"/>
          </a:xfrm>
        </p:grpSpPr>
        <p:sp>
          <p:nvSpPr>
            <p:cNvPr id="89" name="直角三角形 88">
              <a:extLst>
                <a:ext uri="{FF2B5EF4-FFF2-40B4-BE49-F238E27FC236}">
                  <a16:creationId xmlns:a16="http://schemas.microsoft.com/office/drawing/2014/main" id="{600CC8BC-8B14-799D-7D4A-49431AD6B042}"/>
                </a:ext>
              </a:extLst>
            </p:cNvPr>
            <p:cNvSpPr/>
            <p:nvPr/>
          </p:nvSpPr>
          <p:spPr>
            <a:xfrm>
              <a:off x="1291590" y="1268730"/>
              <a:ext cx="817245" cy="217170"/>
            </a:xfrm>
            <a:prstGeom prst="rtTriangle">
              <a:avLst/>
            </a:prstGeom>
            <a:solidFill>
              <a:srgbClr val="C1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90" name="直角三角形 89">
              <a:extLst>
                <a:ext uri="{FF2B5EF4-FFF2-40B4-BE49-F238E27FC236}">
                  <a16:creationId xmlns:a16="http://schemas.microsoft.com/office/drawing/2014/main" id="{8D47CC3C-72C9-AC4F-6634-79DB03DA858C}"/>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91" name="组合 90">
            <a:extLst>
              <a:ext uri="{FF2B5EF4-FFF2-40B4-BE49-F238E27FC236}">
                <a16:creationId xmlns:a16="http://schemas.microsoft.com/office/drawing/2014/main" id="{3E01E421-A8F0-909F-C7CF-D666D99AE84F}"/>
              </a:ext>
            </a:extLst>
          </p:cNvPr>
          <p:cNvGrpSpPr/>
          <p:nvPr/>
        </p:nvGrpSpPr>
        <p:grpSpPr>
          <a:xfrm>
            <a:off x="6458230" y="3518037"/>
            <a:ext cx="1271678" cy="340398"/>
            <a:chOff x="1291590" y="1267143"/>
            <a:chExt cx="817245" cy="218757"/>
          </a:xfrm>
        </p:grpSpPr>
        <p:sp>
          <p:nvSpPr>
            <p:cNvPr id="92" name="直角三角形 91">
              <a:extLst>
                <a:ext uri="{FF2B5EF4-FFF2-40B4-BE49-F238E27FC236}">
                  <a16:creationId xmlns:a16="http://schemas.microsoft.com/office/drawing/2014/main" id="{CD7519C9-10D3-0B05-EB83-608C18080BAD}"/>
                </a:ext>
              </a:extLst>
            </p:cNvPr>
            <p:cNvSpPr/>
            <p:nvPr/>
          </p:nvSpPr>
          <p:spPr>
            <a:xfrm>
              <a:off x="1291590" y="1268730"/>
              <a:ext cx="817245" cy="217170"/>
            </a:xfrm>
            <a:prstGeom prst="rtTriangle">
              <a:avLst/>
            </a:prstGeom>
            <a:solidFill>
              <a:srgbClr val="C1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3" name="直角三角形 92">
              <a:extLst>
                <a:ext uri="{FF2B5EF4-FFF2-40B4-BE49-F238E27FC236}">
                  <a16:creationId xmlns:a16="http://schemas.microsoft.com/office/drawing/2014/main" id="{A1E75325-723F-330F-DE01-C9C33F29F2C6}"/>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94" name="组合 93">
            <a:extLst>
              <a:ext uri="{FF2B5EF4-FFF2-40B4-BE49-F238E27FC236}">
                <a16:creationId xmlns:a16="http://schemas.microsoft.com/office/drawing/2014/main" id="{1C2E4DF3-BA78-D14D-766C-3DD7BC2A12DE}"/>
              </a:ext>
            </a:extLst>
          </p:cNvPr>
          <p:cNvGrpSpPr/>
          <p:nvPr/>
        </p:nvGrpSpPr>
        <p:grpSpPr>
          <a:xfrm>
            <a:off x="7799350" y="3515568"/>
            <a:ext cx="1271678" cy="340398"/>
            <a:chOff x="1291590" y="1267143"/>
            <a:chExt cx="817245" cy="218757"/>
          </a:xfrm>
        </p:grpSpPr>
        <p:sp>
          <p:nvSpPr>
            <p:cNvPr id="95" name="直角三角形 94">
              <a:extLst>
                <a:ext uri="{FF2B5EF4-FFF2-40B4-BE49-F238E27FC236}">
                  <a16:creationId xmlns:a16="http://schemas.microsoft.com/office/drawing/2014/main" id="{99356408-1F9C-CB47-AE8C-B016F58F4377}"/>
                </a:ext>
              </a:extLst>
            </p:cNvPr>
            <p:cNvSpPr/>
            <p:nvPr/>
          </p:nvSpPr>
          <p:spPr>
            <a:xfrm>
              <a:off x="1291590" y="1268730"/>
              <a:ext cx="817245" cy="217170"/>
            </a:xfrm>
            <a:prstGeom prst="rtTriangle">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96" name="直角三角形 95">
              <a:extLst>
                <a:ext uri="{FF2B5EF4-FFF2-40B4-BE49-F238E27FC236}">
                  <a16:creationId xmlns:a16="http://schemas.microsoft.com/office/drawing/2014/main" id="{36612B75-9E7F-C260-B725-5E197BDAB506}"/>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97" name="组合 96">
            <a:extLst>
              <a:ext uri="{FF2B5EF4-FFF2-40B4-BE49-F238E27FC236}">
                <a16:creationId xmlns:a16="http://schemas.microsoft.com/office/drawing/2014/main" id="{F07B4D3F-512C-F840-15F7-BB557C48CDAF}"/>
              </a:ext>
            </a:extLst>
          </p:cNvPr>
          <p:cNvGrpSpPr/>
          <p:nvPr/>
        </p:nvGrpSpPr>
        <p:grpSpPr>
          <a:xfrm>
            <a:off x="9138161" y="3513099"/>
            <a:ext cx="1271678" cy="340398"/>
            <a:chOff x="1291590" y="1267143"/>
            <a:chExt cx="817245" cy="218757"/>
          </a:xfrm>
        </p:grpSpPr>
        <p:sp>
          <p:nvSpPr>
            <p:cNvPr id="98" name="直角三角形 97">
              <a:extLst>
                <a:ext uri="{FF2B5EF4-FFF2-40B4-BE49-F238E27FC236}">
                  <a16:creationId xmlns:a16="http://schemas.microsoft.com/office/drawing/2014/main" id="{42FEB19F-B42C-3444-8E67-72E5155F1FA4}"/>
                </a:ext>
              </a:extLst>
            </p:cNvPr>
            <p:cNvSpPr/>
            <p:nvPr/>
          </p:nvSpPr>
          <p:spPr>
            <a:xfrm>
              <a:off x="1291590" y="1268730"/>
              <a:ext cx="817245" cy="217170"/>
            </a:xfrm>
            <a:prstGeom prst="rtTriangle">
              <a:avLst/>
            </a:prstGeom>
            <a:solidFill>
              <a:srgbClr val="C1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99" name="直角三角形 98">
              <a:extLst>
                <a:ext uri="{FF2B5EF4-FFF2-40B4-BE49-F238E27FC236}">
                  <a16:creationId xmlns:a16="http://schemas.microsoft.com/office/drawing/2014/main" id="{AAE79CA4-D9C0-C5E9-7D65-C839878ADE3E}"/>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00" name="组合 99">
            <a:extLst>
              <a:ext uri="{FF2B5EF4-FFF2-40B4-BE49-F238E27FC236}">
                <a16:creationId xmlns:a16="http://schemas.microsoft.com/office/drawing/2014/main" id="{233BB874-4F30-2BE0-1E45-B5DCD4F9F081}"/>
              </a:ext>
            </a:extLst>
          </p:cNvPr>
          <p:cNvGrpSpPr/>
          <p:nvPr/>
        </p:nvGrpSpPr>
        <p:grpSpPr>
          <a:xfrm>
            <a:off x="2449913" y="3923691"/>
            <a:ext cx="1271678" cy="340398"/>
            <a:chOff x="1291590" y="1267143"/>
            <a:chExt cx="817245" cy="218757"/>
          </a:xfrm>
        </p:grpSpPr>
        <p:sp>
          <p:nvSpPr>
            <p:cNvPr id="101" name="直角三角形 100">
              <a:extLst>
                <a:ext uri="{FF2B5EF4-FFF2-40B4-BE49-F238E27FC236}">
                  <a16:creationId xmlns:a16="http://schemas.microsoft.com/office/drawing/2014/main" id="{7985F7AC-38E2-823A-2E83-17F830F00948}"/>
                </a:ext>
              </a:extLst>
            </p:cNvPr>
            <p:cNvSpPr/>
            <p:nvPr/>
          </p:nvSpPr>
          <p:spPr>
            <a:xfrm>
              <a:off x="1291590" y="1268730"/>
              <a:ext cx="817245" cy="217170"/>
            </a:xfrm>
            <a:prstGeom prst="rtTriangle">
              <a:avLst/>
            </a:prstGeom>
            <a:solidFill>
              <a:srgbClr val="00AC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2" name="直角三角形 101">
              <a:extLst>
                <a:ext uri="{FF2B5EF4-FFF2-40B4-BE49-F238E27FC236}">
                  <a16:creationId xmlns:a16="http://schemas.microsoft.com/office/drawing/2014/main" id="{CC4AF9A4-78C3-C64E-C0B5-9088C2E3F462}"/>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03" name="组合 102">
            <a:extLst>
              <a:ext uri="{FF2B5EF4-FFF2-40B4-BE49-F238E27FC236}">
                <a16:creationId xmlns:a16="http://schemas.microsoft.com/office/drawing/2014/main" id="{BAC62CC2-4F92-31B8-BE1D-CBEE90BEF0FF}"/>
              </a:ext>
            </a:extLst>
          </p:cNvPr>
          <p:cNvGrpSpPr/>
          <p:nvPr/>
        </p:nvGrpSpPr>
        <p:grpSpPr>
          <a:xfrm>
            <a:off x="3791033" y="3921222"/>
            <a:ext cx="1271678" cy="340398"/>
            <a:chOff x="1291590" y="1267143"/>
            <a:chExt cx="817245" cy="218757"/>
          </a:xfrm>
        </p:grpSpPr>
        <p:sp>
          <p:nvSpPr>
            <p:cNvPr id="104" name="直角三角形 103">
              <a:extLst>
                <a:ext uri="{FF2B5EF4-FFF2-40B4-BE49-F238E27FC236}">
                  <a16:creationId xmlns:a16="http://schemas.microsoft.com/office/drawing/2014/main" id="{2FEFC0A0-39BF-AE3B-9A93-030028B3C558}"/>
                </a:ext>
              </a:extLst>
            </p:cNvPr>
            <p:cNvSpPr/>
            <p:nvPr/>
          </p:nvSpPr>
          <p:spPr>
            <a:xfrm>
              <a:off x="1291590" y="1268730"/>
              <a:ext cx="817245" cy="217170"/>
            </a:xfrm>
            <a:prstGeom prst="rtTriangle">
              <a:avLst/>
            </a:prstGeom>
            <a:solidFill>
              <a:srgbClr val="00AC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5" name="直角三角形 104">
              <a:extLst>
                <a:ext uri="{FF2B5EF4-FFF2-40B4-BE49-F238E27FC236}">
                  <a16:creationId xmlns:a16="http://schemas.microsoft.com/office/drawing/2014/main" id="{D3174189-D2AC-FD74-7305-F98B1B216FF4}"/>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06" name="组合 105">
            <a:extLst>
              <a:ext uri="{FF2B5EF4-FFF2-40B4-BE49-F238E27FC236}">
                <a16:creationId xmlns:a16="http://schemas.microsoft.com/office/drawing/2014/main" id="{2AADFB8E-5FA7-0A46-0AB2-299E4BB3D67A}"/>
              </a:ext>
            </a:extLst>
          </p:cNvPr>
          <p:cNvGrpSpPr/>
          <p:nvPr/>
        </p:nvGrpSpPr>
        <p:grpSpPr>
          <a:xfrm>
            <a:off x="5129844" y="3918753"/>
            <a:ext cx="1271678" cy="340398"/>
            <a:chOff x="1291590" y="1267143"/>
            <a:chExt cx="817245" cy="218757"/>
          </a:xfrm>
        </p:grpSpPr>
        <p:sp>
          <p:nvSpPr>
            <p:cNvPr id="107" name="直角三角形 106">
              <a:extLst>
                <a:ext uri="{FF2B5EF4-FFF2-40B4-BE49-F238E27FC236}">
                  <a16:creationId xmlns:a16="http://schemas.microsoft.com/office/drawing/2014/main" id="{BB49B36E-487C-0A63-235B-CFA409160EF5}"/>
                </a:ext>
              </a:extLst>
            </p:cNvPr>
            <p:cNvSpPr/>
            <p:nvPr/>
          </p:nvSpPr>
          <p:spPr>
            <a:xfrm>
              <a:off x="1291590" y="1268730"/>
              <a:ext cx="817245" cy="217170"/>
            </a:xfrm>
            <a:prstGeom prst="rtTriangle">
              <a:avLst/>
            </a:prstGeom>
            <a:solidFill>
              <a:srgbClr val="C1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8" name="直角三角形 107">
              <a:extLst>
                <a:ext uri="{FF2B5EF4-FFF2-40B4-BE49-F238E27FC236}">
                  <a16:creationId xmlns:a16="http://schemas.microsoft.com/office/drawing/2014/main" id="{D1AE5D06-204A-1144-6C0D-D08179D30289}"/>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09" name="组合 108">
            <a:extLst>
              <a:ext uri="{FF2B5EF4-FFF2-40B4-BE49-F238E27FC236}">
                <a16:creationId xmlns:a16="http://schemas.microsoft.com/office/drawing/2014/main" id="{E8B1EF0F-BF13-19F6-57A6-013E6BC66C43}"/>
              </a:ext>
            </a:extLst>
          </p:cNvPr>
          <p:cNvGrpSpPr/>
          <p:nvPr/>
        </p:nvGrpSpPr>
        <p:grpSpPr>
          <a:xfrm>
            <a:off x="6458230" y="3921222"/>
            <a:ext cx="1271678" cy="340398"/>
            <a:chOff x="1291590" y="1267143"/>
            <a:chExt cx="817245" cy="218757"/>
          </a:xfrm>
        </p:grpSpPr>
        <p:sp>
          <p:nvSpPr>
            <p:cNvPr id="110" name="直角三角形 109">
              <a:extLst>
                <a:ext uri="{FF2B5EF4-FFF2-40B4-BE49-F238E27FC236}">
                  <a16:creationId xmlns:a16="http://schemas.microsoft.com/office/drawing/2014/main" id="{FEC36090-F8D2-3185-61DD-5242C77901F9}"/>
                </a:ext>
              </a:extLst>
            </p:cNvPr>
            <p:cNvSpPr/>
            <p:nvPr/>
          </p:nvSpPr>
          <p:spPr>
            <a:xfrm>
              <a:off x="1291590" y="1268730"/>
              <a:ext cx="817245" cy="217170"/>
            </a:xfrm>
            <a:prstGeom prst="rtTriangle">
              <a:avLst/>
            </a:prstGeom>
            <a:solidFill>
              <a:srgbClr val="00AC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1" name="直角三角形 110">
              <a:extLst>
                <a:ext uri="{FF2B5EF4-FFF2-40B4-BE49-F238E27FC236}">
                  <a16:creationId xmlns:a16="http://schemas.microsoft.com/office/drawing/2014/main" id="{FDCBBDBA-2201-E48C-014D-E8AC716F3C8E}"/>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12" name="组合 111">
            <a:extLst>
              <a:ext uri="{FF2B5EF4-FFF2-40B4-BE49-F238E27FC236}">
                <a16:creationId xmlns:a16="http://schemas.microsoft.com/office/drawing/2014/main" id="{99F81C48-098B-1BAB-0BE4-F559E993A7D9}"/>
              </a:ext>
            </a:extLst>
          </p:cNvPr>
          <p:cNvGrpSpPr/>
          <p:nvPr/>
        </p:nvGrpSpPr>
        <p:grpSpPr>
          <a:xfrm>
            <a:off x="7799350" y="3918753"/>
            <a:ext cx="1271678" cy="340398"/>
            <a:chOff x="1291590" y="1267143"/>
            <a:chExt cx="817245" cy="218757"/>
          </a:xfrm>
        </p:grpSpPr>
        <p:sp>
          <p:nvSpPr>
            <p:cNvPr id="113" name="直角三角形 112">
              <a:extLst>
                <a:ext uri="{FF2B5EF4-FFF2-40B4-BE49-F238E27FC236}">
                  <a16:creationId xmlns:a16="http://schemas.microsoft.com/office/drawing/2014/main" id="{3918AD5F-ACD3-FD58-D6EE-A5C6E6D614FD}"/>
                </a:ext>
              </a:extLst>
            </p:cNvPr>
            <p:cNvSpPr/>
            <p:nvPr/>
          </p:nvSpPr>
          <p:spPr>
            <a:xfrm>
              <a:off x="1291590" y="1268730"/>
              <a:ext cx="817245" cy="217170"/>
            </a:xfrm>
            <a:prstGeom prst="rtTriangle">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4" name="直角三角形 113">
              <a:extLst>
                <a:ext uri="{FF2B5EF4-FFF2-40B4-BE49-F238E27FC236}">
                  <a16:creationId xmlns:a16="http://schemas.microsoft.com/office/drawing/2014/main" id="{E3BDCCB5-C0CC-023F-9054-67C6A3C76B27}"/>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15" name="组合 114">
            <a:extLst>
              <a:ext uri="{FF2B5EF4-FFF2-40B4-BE49-F238E27FC236}">
                <a16:creationId xmlns:a16="http://schemas.microsoft.com/office/drawing/2014/main" id="{96BDEA2E-BC49-1FE8-4719-0479A7C57AC2}"/>
              </a:ext>
            </a:extLst>
          </p:cNvPr>
          <p:cNvGrpSpPr/>
          <p:nvPr/>
        </p:nvGrpSpPr>
        <p:grpSpPr>
          <a:xfrm>
            <a:off x="9138161" y="3916284"/>
            <a:ext cx="1271678" cy="340398"/>
            <a:chOff x="1291590" y="1267143"/>
            <a:chExt cx="817245" cy="218757"/>
          </a:xfrm>
        </p:grpSpPr>
        <p:sp>
          <p:nvSpPr>
            <p:cNvPr id="116" name="直角三角形 115">
              <a:extLst>
                <a:ext uri="{FF2B5EF4-FFF2-40B4-BE49-F238E27FC236}">
                  <a16:creationId xmlns:a16="http://schemas.microsoft.com/office/drawing/2014/main" id="{1D13C980-F21B-CD5B-D269-333D760727ED}"/>
                </a:ext>
              </a:extLst>
            </p:cNvPr>
            <p:cNvSpPr/>
            <p:nvPr/>
          </p:nvSpPr>
          <p:spPr>
            <a:xfrm>
              <a:off x="1291590" y="1268730"/>
              <a:ext cx="817245" cy="217170"/>
            </a:xfrm>
            <a:prstGeom prst="rtTriangle">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7" name="直角三角形 116">
              <a:extLst>
                <a:ext uri="{FF2B5EF4-FFF2-40B4-BE49-F238E27FC236}">
                  <a16:creationId xmlns:a16="http://schemas.microsoft.com/office/drawing/2014/main" id="{F0D6EAF8-CC04-8670-ED14-C10BABB21AF8}"/>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18" name="组合 117">
            <a:extLst>
              <a:ext uri="{FF2B5EF4-FFF2-40B4-BE49-F238E27FC236}">
                <a16:creationId xmlns:a16="http://schemas.microsoft.com/office/drawing/2014/main" id="{3D52589E-E319-1F11-1DE7-6DADD81E61FC}"/>
              </a:ext>
            </a:extLst>
          </p:cNvPr>
          <p:cNvGrpSpPr/>
          <p:nvPr/>
        </p:nvGrpSpPr>
        <p:grpSpPr>
          <a:xfrm>
            <a:off x="2449913" y="4321938"/>
            <a:ext cx="1271678" cy="340398"/>
            <a:chOff x="1291590" y="1267143"/>
            <a:chExt cx="817245" cy="218757"/>
          </a:xfrm>
        </p:grpSpPr>
        <p:sp>
          <p:nvSpPr>
            <p:cNvPr id="119" name="直角三角形 118">
              <a:extLst>
                <a:ext uri="{FF2B5EF4-FFF2-40B4-BE49-F238E27FC236}">
                  <a16:creationId xmlns:a16="http://schemas.microsoft.com/office/drawing/2014/main" id="{1768EAC2-6E09-1964-52CC-A29BA48AAB25}"/>
                </a:ext>
              </a:extLst>
            </p:cNvPr>
            <p:cNvSpPr/>
            <p:nvPr/>
          </p:nvSpPr>
          <p:spPr>
            <a:xfrm>
              <a:off x="1291590" y="1268730"/>
              <a:ext cx="817245" cy="217170"/>
            </a:xfrm>
            <a:prstGeom prst="rtTriangle">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20" name="直角三角形 119">
              <a:extLst>
                <a:ext uri="{FF2B5EF4-FFF2-40B4-BE49-F238E27FC236}">
                  <a16:creationId xmlns:a16="http://schemas.microsoft.com/office/drawing/2014/main" id="{F4CF0CD8-DF9A-75F7-AEEA-EAF4AA0075C6}"/>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21" name="组合 120">
            <a:extLst>
              <a:ext uri="{FF2B5EF4-FFF2-40B4-BE49-F238E27FC236}">
                <a16:creationId xmlns:a16="http://schemas.microsoft.com/office/drawing/2014/main" id="{E1979423-E054-F78F-7C9A-8F28FF5B232F}"/>
              </a:ext>
            </a:extLst>
          </p:cNvPr>
          <p:cNvGrpSpPr/>
          <p:nvPr/>
        </p:nvGrpSpPr>
        <p:grpSpPr>
          <a:xfrm>
            <a:off x="3791033" y="4319469"/>
            <a:ext cx="1271678" cy="340398"/>
            <a:chOff x="1291590" y="1267143"/>
            <a:chExt cx="817245" cy="218757"/>
          </a:xfrm>
        </p:grpSpPr>
        <p:sp>
          <p:nvSpPr>
            <p:cNvPr id="122" name="直角三角形 121">
              <a:extLst>
                <a:ext uri="{FF2B5EF4-FFF2-40B4-BE49-F238E27FC236}">
                  <a16:creationId xmlns:a16="http://schemas.microsoft.com/office/drawing/2014/main" id="{08C9C8D0-77D3-F8A4-BCCB-CF5F6F7A4B2B}"/>
                </a:ext>
              </a:extLst>
            </p:cNvPr>
            <p:cNvSpPr/>
            <p:nvPr/>
          </p:nvSpPr>
          <p:spPr>
            <a:xfrm>
              <a:off x="1291590" y="1268730"/>
              <a:ext cx="817245" cy="217170"/>
            </a:xfrm>
            <a:prstGeom prst="rtTriangle">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23" name="直角三角形 122">
              <a:extLst>
                <a:ext uri="{FF2B5EF4-FFF2-40B4-BE49-F238E27FC236}">
                  <a16:creationId xmlns:a16="http://schemas.microsoft.com/office/drawing/2014/main" id="{F8876B0F-35D0-4D17-3B05-D7795C23C2E7}"/>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24" name="组合 123">
            <a:extLst>
              <a:ext uri="{FF2B5EF4-FFF2-40B4-BE49-F238E27FC236}">
                <a16:creationId xmlns:a16="http://schemas.microsoft.com/office/drawing/2014/main" id="{AFA887AC-E1A2-5704-2792-86AC5911EBAE}"/>
              </a:ext>
            </a:extLst>
          </p:cNvPr>
          <p:cNvGrpSpPr/>
          <p:nvPr/>
        </p:nvGrpSpPr>
        <p:grpSpPr>
          <a:xfrm>
            <a:off x="5129844" y="4317000"/>
            <a:ext cx="1271678" cy="340398"/>
            <a:chOff x="1291590" y="1267143"/>
            <a:chExt cx="817245" cy="218757"/>
          </a:xfrm>
        </p:grpSpPr>
        <p:sp>
          <p:nvSpPr>
            <p:cNvPr id="125" name="直角三角形 124">
              <a:extLst>
                <a:ext uri="{FF2B5EF4-FFF2-40B4-BE49-F238E27FC236}">
                  <a16:creationId xmlns:a16="http://schemas.microsoft.com/office/drawing/2014/main" id="{F7404D35-0867-A4D1-6579-36517B01AF14}"/>
                </a:ext>
              </a:extLst>
            </p:cNvPr>
            <p:cNvSpPr/>
            <p:nvPr/>
          </p:nvSpPr>
          <p:spPr>
            <a:xfrm>
              <a:off x="1291590" y="1268730"/>
              <a:ext cx="817245" cy="217170"/>
            </a:xfrm>
            <a:prstGeom prst="rtTriangle">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6" name="直角三角形 125">
              <a:extLst>
                <a:ext uri="{FF2B5EF4-FFF2-40B4-BE49-F238E27FC236}">
                  <a16:creationId xmlns:a16="http://schemas.microsoft.com/office/drawing/2014/main" id="{9DBEC0DD-1B57-3980-63A2-A497E9728446}"/>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27" name="组合 126">
            <a:extLst>
              <a:ext uri="{FF2B5EF4-FFF2-40B4-BE49-F238E27FC236}">
                <a16:creationId xmlns:a16="http://schemas.microsoft.com/office/drawing/2014/main" id="{CAB9DED7-7123-9006-4832-7B9D7A886042}"/>
              </a:ext>
            </a:extLst>
          </p:cNvPr>
          <p:cNvGrpSpPr/>
          <p:nvPr/>
        </p:nvGrpSpPr>
        <p:grpSpPr>
          <a:xfrm>
            <a:off x="6458230" y="4319469"/>
            <a:ext cx="1271678" cy="340398"/>
            <a:chOff x="1291590" y="1267143"/>
            <a:chExt cx="817245" cy="218757"/>
          </a:xfrm>
        </p:grpSpPr>
        <p:sp>
          <p:nvSpPr>
            <p:cNvPr id="128" name="直角三角形 127">
              <a:extLst>
                <a:ext uri="{FF2B5EF4-FFF2-40B4-BE49-F238E27FC236}">
                  <a16:creationId xmlns:a16="http://schemas.microsoft.com/office/drawing/2014/main" id="{F2BAD51A-89E6-FD80-C7E7-37548948411F}"/>
                </a:ext>
              </a:extLst>
            </p:cNvPr>
            <p:cNvSpPr/>
            <p:nvPr/>
          </p:nvSpPr>
          <p:spPr>
            <a:xfrm>
              <a:off x="1291590" y="1268730"/>
              <a:ext cx="817245" cy="217170"/>
            </a:xfrm>
            <a:prstGeom prst="rtTriangle">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9" name="直角三角形 128">
              <a:extLst>
                <a:ext uri="{FF2B5EF4-FFF2-40B4-BE49-F238E27FC236}">
                  <a16:creationId xmlns:a16="http://schemas.microsoft.com/office/drawing/2014/main" id="{ACCFF6A1-6E5E-C384-210F-FCDA8FF54496}"/>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30" name="组合 129">
            <a:extLst>
              <a:ext uri="{FF2B5EF4-FFF2-40B4-BE49-F238E27FC236}">
                <a16:creationId xmlns:a16="http://schemas.microsoft.com/office/drawing/2014/main" id="{E843379C-8BBB-12F5-4969-6A56210F25A6}"/>
              </a:ext>
            </a:extLst>
          </p:cNvPr>
          <p:cNvGrpSpPr/>
          <p:nvPr/>
        </p:nvGrpSpPr>
        <p:grpSpPr>
          <a:xfrm>
            <a:off x="7799350" y="4317000"/>
            <a:ext cx="1271678" cy="340398"/>
            <a:chOff x="1291590" y="1267143"/>
            <a:chExt cx="817245" cy="218757"/>
          </a:xfrm>
        </p:grpSpPr>
        <p:sp>
          <p:nvSpPr>
            <p:cNvPr id="131" name="直角三角形 130">
              <a:extLst>
                <a:ext uri="{FF2B5EF4-FFF2-40B4-BE49-F238E27FC236}">
                  <a16:creationId xmlns:a16="http://schemas.microsoft.com/office/drawing/2014/main" id="{71EBDB08-64A3-4EF5-6167-6ECA07EF0BDE}"/>
                </a:ext>
              </a:extLst>
            </p:cNvPr>
            <p:cNvSpPr/>
            <p:nvPr/>
          </p:nvSpPr>
          <p:spPr>
            <a:xfrm>
              <a:off x="1291590" y="1268730"/>
              <a:ext cx="817245" cy="217170"/>
            </a:xfrm>
            <a:prstGeom prst="rtTriangle">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2" name="直角三角形 131">
              <a:extLst>
                <a:ext uri="{FF2B5EF4-FFF2-40B4-BE49-F238E27FC236}">
                  <a16:creationId xmlns:a16="http://schemas.microsoft.com/office/drawing/2014/main" id="{6FEB7675-B054-D594-917E-C9EB431DA341}"/>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33" name="组合 132">
            <a:extLst>
              <a:ext uri="{FF2B5EF4-FFF2-40B4-BE49-F238E27FC236}">
                <a16:creationId xmlns:a16="http://schemas.microsoft.com/office/drawing/2014/main" id="{A51DB1C0-3A0B-5CE8-9A6C-903869169742}"/>
              </a:ext>
            </a:extLst>
          </p:cNvPr>
          <p:cNvGrpSpPr/>
          <p:nvPr/>
        </p:nvGrpSpPr>
        <p:grpSpPr>
          <a:xfrm>
            <a:off x="9138161" y="4314531"/>
            <a:ext cx="1271678" cy="340398"/>
            <a:chOff x="1291590" y="1267143"/>
            <a:chExt cx="817245" cy="218757"/>
          </a:xfrm>
        </p:grpSpPr>
        <p:sp>
          <p:nvSpPr>
            <p:cNvPr id="134" name="直角三角形 133">
              <a:extLst>
                <a:ext uri="{FF2B5EF4-FFF2-40B4-BE49-F238E27FC236}">
                  <a16:creationId xmlns:a16="http://schemas.microsoft.com/office/drawing/2014/main" id="{15365859-414E-F684-2862-CF2B4EA0D231}"/>
                </a:ext>
              </a:extLst>
            </p:cNvPr>
            <p:cNvSpPr/>
            <p:nvPr/>
          </p:nvSpPr>
          <p:spPr>
            <a:xfrm>
              <a:off x="1291590" y="1268730"/>
              <a:ext cx="817245" cy="217170"/>
            </a:xfrm>
            <a:prstGeom prst="rtTriangle">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5" name="直角三角形 134">
              <a:extLst>
                <a:ext uri="{FF2B5EF4-FFF2-40B4-BE49-F238E27FC236}">
                  <a16:creationId xmlns:a16="http://schemas.microsoft.com/office/drawing/2014/main" id="{ADD8E235-FB3A-B07B-EA8D-80C739D0BC67}"/>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36" name="组合 135">
            <a:extLst>
              <a:ext uri="{FF2B5EF4-FFF2-40B4-BE49-F238E27FC236}">
                <a16:creationId xmlns:a16="http://schemas.microsoft.com/office/drawing/2014/main" id="{F34A3B39-6AD8-9ECA-5872-11FFB231CFFA}"/>
              </a:ext>
            </a:extLst>
          </p:cNvPr>
          <p:cNvGrpSpPr/>
          <p:nvPr/>
        </p:nvGrpSpPr>
        <p:grpSpPr>
          <a:xfrm>
            <a:off x="2449913" y="4723158"/>
            <a:ext cx="1271678" cy="340398"/>
            <a:chOff x="1291590" y="1267143"/>
            <a:chExt cx="817245" cy="218757"/>
          </a:xfrm>
        </p:grpSpPr>
        <p:sp>
          <p:nvSpPr>
            <p:cNvPr id="137" name="直角三角形 136">
              <a:extLst>
                <a:ext uri="{FF2B5EF4-FFF2-40B4-BE49-F238E27FC236}">
                  <a16:creationId xmlns:a16="http://schemas.microsoft.com/office/drawing/2014/main" id="{42BF1F86-E71C-24A0-CE7C-EEFAF6C7B7EB}"/>
                </a:ext>
              </a:extLst>
            </p:cNvPr>
            <p:cNvSpPr/>
            <p:nvPr/>
          </p:nvSpPr>
          <p:spPr>
            <a:xfrm>
              <a:off x="1291590" y="1268730"/>
              <a:ext cx="817245" cy="217170"/>
            </a:xfrm>
            <a:prstGeom prst="rtTriangle">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8" name="直角三角形 137">
              <a:extLst>
                <a:ext uri="{FF2B5EF4-FFF2-40B4-BE49-F238E27FC236}">
                  <a16:creationId xmlns:a16="http://schemas.microsoft.com/office/drawing/2014/main" id="{A50DAFA5-EF28-B82A-06A0-3640A7134081}"/>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39" name="组合 138">
            <a:extLst>
              <a:ext uri="{FF2B5EF4-FFF2-40B4-BE49-F238E27FC236}">
                <a16:creationId xmlns:a16="http://schemas.microsoft.com/office/drawing/2014/main" id="{7CB8D305-5168-008B-EB52-9A2F869B3B7A}"/>
              </a:ext>
            </a:extLst>
          </p:cNvPr>
          <p:cNvGrpSpPr/>
          <p:nvPr/>
        </p:nvGrpSpPr>
        <p:grpSpPr>
          <a:xfrm>
            <a:off x="3791033" y="4720689"/>
            <a:ext cx="1271678" cy="340398"/>
            <a:chOff x="1291590" y="1267143"/>
            <a:chExt cx="817245" cy="218757"/>
          </a:xfrm>
        </p:grpSpPr>
        <p:sp>
          <p:nvSpPr>
            <p:cNvPr id="140" name="直角三角形 139">
              <a:extLst>
                <a:ext uri="{FF2B5EF4-FFF2-40B4-BE49-F238E27FC236}">
                  <a16:creationId xmlns:a16="http://schemas.microsoft.com/office/drawing/2014/main" id="{A0A8AFDE-EB41-8924-C16E-5ED6A01180FD}"/>
                </a:ext>
              </a:extLst>
            </p:cNvPr>
            <p:cNvSpPr/>
            <p:nvPr/>
          </p:nvSpPr>
          <p:spPr>
            <a:xfrm>
              <a:off x="1291590" y="1268730"/>
              <a:ext cx="817245" cy="217170"/>
            </a:xfrm>
            <a:prstGeom prst="rtTriangle">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1" name="直角三角形 140">
              <a:extLst>
                <a:ext uri="{FF2B5EF4-FFF2-40B4-BE49-F238E27FC236}">
                  <a16:creationId xmlns:a16="http://schemas.microsoft.com/office/drawing/2014/main" id="{54F7F4F3-527C-43B6-0618-600196D3704E}"/>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42" name="组合 141">
            <a:extLst>
              <a:ext uri="{FF2B5EF4-FFF2-40B4-BE49-F238E27FC236}">
                <a16:creationId xmlns:a16="http://schemas.microsoft.com/office/drawing/2014/main" id="{4EEAA635-7780-00EE-791D-6F0172DE3685}"/>
              </a:ext>
            </a:extLst>
          </p:cNvPr>
          <p:cNvGrpSpPr/>
          <p:nvPr/>
        </p:nvGrpSpPr>
        <p:grpSpPr>
          <a:xfrm>
            <a:off x="5129844" y="4718220"/>
            <a:ext cx="1271678" cy="340398"/>
            <a:chOff x="1291590" y="1267143"/>
            <a:chExt cx="817245" cy="218757"/>
          </a:xfrm>
        </p:grpSpPr>
        <p:sp>
          <p:nvSpPr>
            <p:cNvPr id="143" name="直角三角形 142">
              <a:extLst>
                <a:ext uri="{FF2B5EF4-FFF2-40B4-BE49-F238E27FC236}">
                  <a16:creationId xmlns:a16="http://schemas.microsoft.com/office/drawing/2014/main" id="{E483FEBE-0C2C-8F11-0D55-88C04DDBD4BC}"/>
                </a:ext>
              </a:extLst>
            </p:cNvPr>
            <p:cNvSpPr/>
            <p:nvPr/>
          </p:nvSpPr>
          <p:spPr>
            <a:xfrm>
              <a:off x="1291590" y="1268730"/>
              <a:ext cx="817245" cy="217170"/>
            </a:xfrm>
            <a:prstGeom prst="rtTriangle">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4" name="直角三角形 143">
              <a:extLst>
                <a:ext uri="{FF2B5EF4-FFF2-40B4-BE49-F238E27FC236}">
                  <a16:creationId xmlns:a16="http://schemas.microsoft.com/office/drawing/2014/main" id="{E1F8399C-4F15-E2D6-D395-0D750F99480E}"/>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45" name="组合 144">
            <a:extLst>
              <a:ext uri="{FF2B5EF4-FFF2-40B4-BE49-F238E27FC236}">
                <a16:creationId xmlns:a16="http://schemas.microsoft.com/office/drawing/2014/main" id="{CA8ED5D7-907C-2486-064D-BA86745FA64E}"/>
              </a:ext>
            </a:extLst>
          </p:cNvPr>
          <p:cNvGrpSpPr/>
          <p:nvPr/>
        </p:nvGrpSpPr>
        <p:grpSpPr>
          <a:xfrm>
            <a:off x="6458230" y="4720689"/>
            <a:ext cx="1271678" cy="340398"/>
            <a:chOff x="1291590" y="1267143"/>
            <a:chExt cx="817245" cy="218757"/>
          </a:xfrm>
        </p:grpSpPr>
        <p:sp>
          <p:nvSpPr>
            <p:cNvPr id="146" name="直角三角形 145">
              <a:extLst>
                <a:ext uri="{FF2B5EF4-FFF2-40B4-BE49-F238E27FC236}">
                  <a16:creationId xmlns:a16="http://schemas.microsoft.com/office/drawing/2014/main" id="{F3A2B7FD-C3AC-2C98-E423-A84677F6EFC3}"/>
                </a:ext>
              </a:extLst>
            </p:cNvPr>
            <p:cNvSpPr/>
            <p:nvPr/>
          </p:nvSpPr>
          <p:spPr>
            <a:xfrm>
              <a:off x="1291590" y="1268730"/>
              <a:ext cx="817245" cy="217170"/>
            </a:xfrm>
            <a:prstGeom prst="rtTriangle">
              <a:avLst/>
            </a:prstGeom>
            <a:solidFill>
              <a:srgbClr val="00AC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7" name="直角三角形 146">
              <a:extLst>
                <a:ext uri="{FF2B5EF4-FFF2-40B4-BE49-F238E27FC236}">
                  <a16:creationId xmlns:a16="http://schemas.microsoft.com/office/drawing/2014/main" id="{3959740C-3E0C-BD90-C37C-65CA3E91D038}"/>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48" name="组合 147">
            <a:extLst>
              <a:ext uri="{FF2B5EF4-FFF2-40B4-BE49-F238E27FC236}">
                <a16:creationId xmlns:a16="http://schemas.microsoft.com/office/drawing/2014/main" id="{21F3C6B5-1CFC-4546-14B8-C35C5AE03283}"/>
              </a:ext>
            </a:extLst>
          </p:cNvPr>
          <p:cNvGrpSpPr/>
          <p:nvPr/>
        </p:nvGrpSpPr>
        <p:grpSpPr>
          <a:xfrm>
            <a:off x="7799350" y="4718220"/>
            <a:ext cx="1271678" cy="340398"/>
            <a:chOff x="1291590" y="1267143"/>
            <a:chExt cx="817245" cy="218757"/>
          </a:xfrm>
        </p:grpSpPr>
        <p:sp>
          <p:nvSpPr>
            <p:cNvPr id="149" name="直角三角形 148">
              <a:extLst>
                <a:ext uri="{FF2B5EF4-FFF2-40B4-BE49-F238E27FC236}">
                  <a16:creationId xmlns:a16="http://schemas.microsoft.com/office/drawing/2014/main" id="{33977F29-F309-344A-F43D-2A1CBE489639}"/>
                </a:ext>
              </a:extLst>
            </p:cNvPr>
            <p:cNvSpPr/>
            <p:nvPr/>
          </p:nvSpPr>
          <p:spPr>
            <a:xfrm>
              <a:off x="1291590" y="1268730"/>
              <a:ext cx="817245" cy="217170"/>
            </a:xfrm>
            <a:prstGeom prst="rtTriangle">
              <a:avLst/>
            </a:prstGeom>
            <a:solidFill>
              <a:srgbClr val="C1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0" name="直角三角形 149">
              <a:extLst>
                <a:ext uri="{FF2B5EF4-FFF2-40B4-BE49-F238E27FC236}">
                  <a16:creationId xmlns:a16="http://schemas.microsoft.com/office/drawing/2014/main" id="{E3FF93F9-EB2D-A2AB-8E32-E89F8160683A}"/>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51" name="组合 150">
            <a:extLst>
              <a:ext uri="{FF2B5EF4-FFF2-40B4-BE49-F238E27FC236}">
                <a16:creationId xmlns:a16="http://schemas.microsoft.com/office/drawing/2014/main" id="{8CFE120E-0F31-0D25-1C07-144554188D86}"/>
              </a:ext>
            </a:extLst>
          </p:cNvPr>
          <p:cNvGrpSpPr/>
          <p:nvPr/>
        </p:nvGrpSpPr>
        <p:grpSpPr>
          <a:xfrm>
            <a:off x="9138161" y="4715751"/>
            <a:ext cx="1271678" cy="340398"/>
            <a:chOff x="1291590" y="1267143"/>
            <a:chExt cx="817245" cy="218757"/>
          </a:xfrm>
        </p:grpSpPr>
        <p:sp>
          <p:nvSpPr>
            <p:cNvPr id="152" name="直角三角形 151">
              <a:extLst>
                <a:ext uri="{FF2B5EF4-FFF2-40B4-BE49-F238E27FC236}">
                  <a16:creationId xmlns:a16="http://schemas.microsoft.com/office/drawing/2014/main" id="{8DDB596D-FE8D-A7F7-37B7-65C61AF8680D}"/>
                </a:ext>
              </a:extLst>
            </p:cNvPr>
            <p:cNvSpPr/>
            <p:nvPr/>
          </p:nvSpPr>
          <p:spPr>
            <a:xfrm>
              <a:off x="1291590" y="1268730"/>
              <a:ext cx="817245" cy="217170"/>
            </a:xfrm>
            <a:prstGeom prst="rtTriangle">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3" name="直角三角形 152">
              <a:extLst>
                <a:ext uri="{FF2B5EF4-FFF2-40B4-BE49-F238E27FC236}">
                  <a16:creationId xmlns:a16="http://schemas.microsoft.com/office/drawing/2014/main" id="{18488973-528D-EEE4-F342-1F0CBAEC98A1}"/>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54" name="组合 153">
            <a:extLst>
              <a:ext uri="{FF2B5EF4-FFF2-40B4-BE49-F238E27FC236}">
                <a16:creationId xmlns:a16="http://schemas.microsoft.com/office/drawing/2014/main" id="{5332F213-C3E0-AF57-421A-138393B438D5}"/>
              </a:ext>
            </a:extLst>
          </p:cNvPr>
          <p:cNvGrpSpPr/>
          <p:nvPr/>
        </p:nvGrpSpPr>
        <p:grpSpPr>
          <a:xfrm>
            <a:off x="2449913" y="5121405"/>
            <a:ext cx="1271678" cy="340398"/>
            <a:chOff x="1291590" y="1267143"/>
            <a:chExt cx="817245" cy="218757"/>
          </a:xfrm>
        </p:grpSpPr>
        <p:sp>
          <p:nvSpPr>
            <p:cNvPr id="155" name="直角三角形 154">
              <a:extLst>
                <a:ext uri="{FF2B5EF4-FFF2-40B4-BE49-F238E27FC236}">
                  <a16:creationId xmlns:a16="http://schemas.microsoft.com/office/drawing/2014/main" id="{4A625821-DBC3-2AAF-AC50-B2A02F38B008}"/>
                </a:ext>
              </a:extLst>
            </p:cNvPr>
            <p:cNvSpPr/>
            <p:nvPr/>
          </p:nvSpPr>
          <p:spPr>
            <a:xfrm>
              <a:off x="1291590" y="1268730"/>
              <a:ext cx="817245" cy="217170"/>
            </a:xfrm>
            <a:prstGeom prst="rtTriangle">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6" name="直角三角形 155">
              <a:extLst>
                <a:ext uri="{FF2B5EF4-FFF2-40B4-BE49-F238E27FC236}">
                  <a16:creationId xmlns:a16="http://schemas.microsoft.com/office/drawing/2014/main" id="{85CED95D-55DE-ACB1-A955-12BC47FCF5CD}"/>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57" name="组合 156">
            <a:extLst>
              <a:ext uri="{FF2B5EF4-FFF2-40B4-BE49-F238E27FC236}">
                <a16:creationId xmlns:a16="http://schemas.microsoft.com/office/drawing/2014/main" id="{4CB3700E-C12E-89FD-1FF6-AFCFDAB4AA38}"/>
              </a:ext>
            </a:extLst>
          </p:cNvPr>
          <p:cNvGrpSpPr/>
          <p:nvPr/>
        </p:nvGrpSpPr>
        <p:grpSpPr>
          <a:xfrm>
            <a:off x="3791033" y="5118936"/>
            <a:ext cx="1271678" cy="340398"/>
            <a:chOff x="1291590" y="1267143"/>
            <a:chExt cx="817245" cy="218757"/>
          </a:xfrm>
        </p:grpSpPr>
        <p:sp>
          <p:nvSpPr>
            <p:cNvPr id="158" name="直角三角形 157">
              <a:extLst>
                <a:ext uri="{FF2B5EF4-FFF2-40B4-BE49-F238E27FC236}">
                  <a16:creationId xmlns:a16="http://schemas.microsoft.com/office/drawing/2014/main" id="{28F19E06-7D2E-F1EB-70E7-436AE3928F5E}"/>
                </a:ext>
              </a:extLst>
            </p:cNvPr>
            <p:cNvSpPr/>
            <p:nvPr/>
          </p:nvSpPr>
          <p:spPr>
            <a:xfrm>
              <a:off x="1291590" y="1268730"/>
              <a:ext cx="817245" cy="217170"/>
            </a:xfrm>
            <a:prstGeom prst="rtTriangle">
              <a:avLst/>
            </a:prstGeom>
            <a:solidFill>
              <a:srgbClr val="C1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9" name="直角三角形 158">
              <a:extLst>
                <a:ext uri="{FF2B5EF4-FFF2-40B4-BE49-F238E27FC236}">
                  <a16:creationId xmlns:a16="http://schemas.microsoft.com/office/drawing/2014/main" id="{60E67AE9-C7E8-CB91-F687-761A5DC430DF}"/>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60" name="组合 159">
            <a:extLst>
              <a:ext uri="{FF2B5EF4-FFF2-40B4-BE49-F238E27FC236}">
                <a16:creationId xmlns:a16="http://schemas.microsoft.com/office/drawing/2014/main" id="{A2B592A3-B977-A515-D2C2-7D1D0A1B7D3F}"/>
              </a:ext>
            </a:extLst>
          </p:cNvPr>
          <p:cNvGrpSpPr/>
          <p:nvPr/>
        </p:nvGrpSpPr>
        <p:grpSpPr>
          <a:xfrm>
            <a:off x="5129844" y="5116467"/>
            <a:ext cx="1271678" cy="340398"/>
            <a:chOff x="1291590" y="1267143"/>
            <a:chExt cx="817245" cy="218757"/>
          </a:xfrm>
        </p:grpSpPr>
        <p:sp>
          <p:nvSpPr>
            <p:cNvPr id="161" name="直角三角形 160">
              <a:extLst>
                <a:ext uri="{FF2B5EF4-FFF2-40B4-BE49-F238E27FC236}">
                  <a16:creationId xmlns:a16="http://schemas.microsoft.com/office/drawing/2014/main" id="{077053CE-C19C-D8B0-9967-C575C96F0B0F}"/>
                </a:ext>
              </a:extLst>
            </p:cNvPr>
            <p:cNvSpPr/>
            <p:nvPr/>
          </p:nvSpPr>
          <p:spPr>
            <a:xfrm>
              <a:off x="1291590" y="1268730"/>
              <a:ext cx="817245" cy="217170"/>
            </a:xfrm>
            <a:prstGeom prst="rtTriangle">
              <a:avLst/>
            </a:prstGeom>
            <a:solidFill>
              <a:srgbClr val="035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2" name="直角三角形 161">
              <a:extLst>
                <a:ext uri="{FF2B5EF4-FFF2-40B4-BE49-F238E27FC236}">
                  <a16:creationId xmlns:a16="http://schemas.microsoft.com/office/drawing/2014/main" id="{CAC782DB-F8FC-2635-628A-015D1F44B686}"/>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63" name="组合 162">
            <a:extLst>
              <a:ext uri="{FF2B5EF4-FFF2-40B4-BE49-F238E27FC236}">
                <a16:creationId xmlns:a16="http://schemas.microsoft.com/office/drawing/2014/main" id="{A0DD9731-2B44-F5F9-16F1-F1CF3CAACC6C}"/>
              </a:ext>
            </a:extLst>
          </p:cNvPr>
          <p:cNvGrpSpPr/>
          <p:nvPr/>
        </p:nvGrpSpPr>
        <p:grpSpPr>
          <a:xfrm>
            <a:off x="6458230" y="5118936"/>
            <a:ext cx="1271678" cy="340398"/>
            <a:chOff x="1291590" y="1267143"/>
            <a:chExt cx="817245" cy="218757"/>
          </a:xfrm>
        </p:grpSpPr>
        <p:sp>
          <p:nvSpPr>
            <p:cNvPr id="164" name="直角三角形 163">
              <a:extLst>
                <a:ext uri="{FF2B5EF4-FFF2-40B4-BE49-F238E27FC236}">
                  <a16:creationId xmlns:a16="http://schemas.microsoft.com/office/drawing/2014/main" id="{F9212F32-9D01-2155-ECD3-1D0D986742AD}"/>
                </a:ext>
              </a:extLst>
            </p:cNvPr>
            <p:cNvSpPr/>
            <p:nvPr/>
          </p:nvSpPr>
          <p:spPr>
            <a:xfrm>
              <a:off x="1291590" y="1268730"/>
              <a:ext cx="817245" cy="217170"/>
            </a:xfrm>
            <a:prstGeom prst="rtTriangle">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5" name="直角三角形 164">
              <a:extLst>
                <a:ext uri="{FF2B5EF4-FFF2-40B4-BE49-F238E27FC236}">
                  <a16:creationId xmlns:a16="http://schemas.microsoft.com/office/drawing/2014/main" id="{C657A6FE-4121-AF76-9C60-53C1A018861A}"/>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66" name="组合 165">
            <a:extLst>
              <a:ext uri="{FF2B5EF4-FFF2-40B4-BE49-F238E27FC236}">
                <a16:creationId xmlns:a16="http://schemas.microsoft.com/office/drawing/2014/main" id="{73FD49EC-763E-119D-651B-E96B3BB17A8E}"/>
              </a:ext>
            </a:extLst>
          </p:cNvPr>
          <p:cNvGrpSpPr/>
          <p:nvPr/>
        </p:nvGrpSpPr>
        <p:grpSpPr>
          <a:xfrm>
            <a:off x="7799350" y="5116467"/>
            <a:ext cx="1271678" cy="340398"/>
            <a:chOff x="1291590" y="1267143"/>
            <a:chExt cx="817245" cy="218757"/>
          </a:xfrm>
        </p:grpSpPr>
        <p:sp>
          <p:nvSpPr>
            <p:cNvPr id="167" name="直角三角形 166">
              <a:extLst>
                <a:ext uri="{FF2B5EF4-FFF2-40B4-BE49-F238E27FC236}">
                  <a16:creationId xmlns:a16="http://schemas.microsoft.com/office/drawing/2014/main" id="{0B105A0A-78CD-14FA-6F3A-719893579025}"/>
                </a:ext>
              </a:extLst>
            </p:cNvPr>
            <p:cNvSpPr/>
            <p:nvPr/>
          </p:nvSpPr>
          <p:spPr>
            <a:xfrm>
              <a:off x="1291590" y="1268730"/>
              <a:ext cx="817245" cy="217170"/>
            </a:xfrm>
            <a:prstGeom prst="rtTriangle">
              <a:avLst/>
            </a:prstGeom>
            <a:solidFill>
              <a:srgbClr val="00AC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8" name="直角三角形 167">
              <a:extLst>
                <a:ext uri="{FF2B5EF4-FFF2-40B4-BE49-F238E27FC236}">
                  <a16:creationId xmlns:a16="http://schemas.microsoft.com/office/drawing/2014/main" id="{C7B21ADC-941A-2D32-3013-BBADD50341CB}"/>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69" name="组合 168">
            <a:extLst>
              <a:ext uri="{FF2B5EF4-FFF2-40B4-BE49-F238E27FC236}">
                <a16:creationId xmlns:a16="http://schemas.microsoft.com/office/drawing/2014/main" id="{72393280-83CC-FC31-7377-5C0EFB6332FA}"/>
              </a:ext>
            </a:extLst>
          </p:cNvPr>
          <p:cNvGrpSpPr/>
          <p:nvPr/>
        </p:nvGrpSpPr>
        <p:grpSpPr>
          <a:xfrm>
            <a:off x="9138161" y="5113998"/>
            <a:ext cx="1271678" cy="340398"/>
            <a:chOff x="1291590" y="1267143"/>
            <a:chExt cx="817245" cy="218757"/>
          </a:xfrm>
        </p:grpSpPr>
        <p:sp>
          <p:nvSpPr>
            <p:cNvPr id="170" name="直角三角形 169">
              <a:extLst>
                <a:ext uri="{FF2B5EF4-FFF2-40B4-BE49-F238E27FC236}">
                  <a16:creationId xmlns:a16="http://schemas.microsoft.com/office/drawing/2014/main" id="{3C5754F6-BBF4-B39A-6B4F-661CAD41490D}"/>
                </a:ext>
              </a:extLst>
            </p:cNvPr>
            <p:cNvSpPr/>
            <p:nvPr/>
          </p:nvSpPr>
          <p:spPr>
            <a:xfrm>
              <a:off x="1291590" y="1268730"/>
              <a:ext cx="817245" cy="217170"/>
            </a:xfrm>
            <a:prstGeom prst="rtTriangle">
              <a:avLst/>
            </a:prstGeom>
            <a:solidFill>
              <a:srgbClr val="04D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1" name="直角三角形 170">
              <a:extLst>
                <a:ext uri="{FF2B5EF4-FFF2-40B4-BE49-F238E27FC236}">
                  <a16:creationId xmlns:a16="http://schemas.microsoft.com/office/drawing/2014/main" id="{10D520E3-35BC-AFE8-271A-E5EB2A88961E}"/>
                </a:ext>
              </a:extLst>
            </p:cNvPr>
            <p:cNvSpPr/>
            <p:nvPr/>
          </p:nvSpPr>
          <p:spPr>
            <a:xfrm flipH="1" flipV="1">
              <a:off x="1291590" y="1267143"/>
              <a:ext cx="817245" cy="217170"/>
            </a:xfrm>
            <a:prstGeom prst="rtTriangl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72" name="文本框 171">
            <a:extLst>
              <a:ext uri="{FF2B5EF4-FFF2-40B4-BE49-F238E27FC236}">
                <a16:creationId xmlns:a16="http://schemas.microsoft.com/office/drawing/2014/main" id="{82E80083-D491-8C20-E052-2A48A6F4FA15}"/>
              </a:ext>
            </a:extLst>
          </p:cNvPr>
          <p:cNvSpPr txBox="1"/>
          <p:nvPr/>
        </p:nvSpPr>
        <p:spPr>
          <a:xfrm>
            <a:off x="2654383" y="1834671"/>
            <a:ext cx="862737" cy="461665"/>
          </a:xfrm>
          <a:prstGeom prst="rect">
            <a:avLst/>
          </a:prstGeom>
          <a:noFill/>
        </p:spPr>
        <p:txBody>
          <a:bodyPr wrap="none" rtlCol="0">
            <a:spAutoFit/>
          </a:bodyPr>
          <a:lstStyle/>
          <a:p>
            <a:pPr algn="ctr"/>
            <a:r>
              <a:rPr kumimoji="1" lang="en-US" altLang="zh-CN" sz="1200" dirty="0">
                <a:latin typeface="HarmonyOS Sans SC" pitchFamily="2" charset="-122"/>
                <a:ea typeface="HarmonyOS Sans SC" pitchFamily="2" charset="-122"/>
              </a:rPr>
              <a:t>Individual</a:t>
            </a:r>
          </a:p>
          <a:p>
            <a:pPr algn="ctr"/>
            <a:r>
              <a:rPr kumimoji="1" lang="en-US" altLang="zh-CN" sz="1200" dirty="0">
                <a:latin typeface="HarmonyOS Sans SC" pitchFamily="2" charset="-122"/>
                <a:ea typeface="HarmonyOS Sans SC" pitchFamily="2" charset="-122"/>
              </a:rPr>
              <a:t>term life</a:t>
            </a:r>
            <a:endParaRPr kumimoji="1" lang="zh-CN" altLang="en-US" sz="1200" dirty="0">
              <a:latin typeface="HarmonyOS Sans SC" pitchFamily="2" charset="-122"/>
              <a:ea typeface="HarmonyOS Sans SC" pitchFamily="2" charset="-122"/>
            </a:endParaRPr>
          </a:p>
        </p:txBody>
      </p:sp>
      <p:sp>
        <p:nvSpPr>
          <p:cNvPr id="173" name="文本框 172">
            <a:extLst>
              <a:ext uri="{FF2B5EF4-FFF2-40B4-BE49-F238E27FC236}">
                <a16:creationId xmlns:a16="http://schemas.microsoft.com/office/drawing/2014/main" id="{EA904A13-D0A1-6DA6-D08D-96F37191F305}"/>
              </a:ext>
            </a:extLst>
          </p:cNvPr>
          <p:cNvSpPr txBox="1"/>
          <p:nvPr/>
        </p:nvSpPr>
        <p:spPr>
          <a:xfrm>
            <a:off x="3878484" y="1836861"/>
            <a:ext cx="1096775" cy="461665"/>
          </a:xfrm>
          <a:prstGeom prst="rect">
            <a:avLst/>
          </a:prstGeom>
          <a:noFill/>
        </p:spPr>
        <p:txBody>
          <a:bodyPr wrap="none" rtlCol="0">
            <a:spAutoFit/>
          </a:bodyPr>
          <a:lstStyle/>
          <a:p>
            <a:pPr algn="ctr"/>
            <a:r>
              <a:rPr kumimoji="1" lang="en-US" altLang="zh-CN" sz="1200" dirty="0">
                <a:latin typeface="HarmonyOS Sans SC" pitchFamily="2" charset="-122"/>
                <a:ea typeface="HarmonyOS Sans SC" pitchFamily="2" charset="-122"/>
              </a:rPr>
              <a:t>Individual</a:t>
            </a:r>
          </a:p>
          <a:p>
            <a:pPr algn="ctr"/>
            <a:r>
              <a:rPr kumimoji="1" lang="en-US" altLang="zh-CN" sz="1200" dirty="0">
                <a:latin typeface="HarmonyOS Sans SC" pitchFamily="2" charset="-122"/>
                <a:ea typeface="HarmonyOS Sans SC" pitchFamily="2" charset="-122"/>
              </a:rPr>
              <a:t>endowments</a:t>
            </a:r>
            <a:endParaRPr kumimoji="1" lang="zh-CN" altLang="en-US" sz="1200" dirty="0">
              <a:latin typeface="HarmonyOS Sans SC" pitchFamily="2" charset="-122"/>
              <a:ea typeface="HarmonyOS Sans SC" pitchFamily="2" charset="-122"/>
            </a:endParaRPr>
          </a:p>
        </p:txBody>
      </p:sp>
      <p:sp>
        <p:nvSpPr>
          <p:cNvPr id="174" name="文本框 173">
            <a:extLst>
              <a:ext uri="{FF2B5EF4-FFF2-40B4-BE49-F238E27FC236}">
                <a16:creationId xmlns:a16="http://schemas.microsoft.com/office/drawing/2014/main" id="{DEBD0AAF-D114-D324-867C-DB866747AA4B}"/>
              </a:ext>
            </a:extLst>
          </p:cNvPr>
          <p:cNvSpPr txBox="1"/>
          <p:nvPr/>
        </p:nvSpPr>
        <p:spPr>
          <a:xfrm>
            <a:off x="537210" y="2344151"/>
            <a:ext cx="1207383" cy="276999"/>
          </a:xfrm>
          <a:prstGeom prst="rect">
            <a:avLst/>
          </a:prstGeom>
          <a:noFill/>
        </p:spPr>
        <p:txBody>
          <a:bodyPr wrap="none" rtlCol="0">
            <a:spAutoFit/>
          </a:bodyPr>
          <a:lstStyle/>
          <a:p>
            <a:pPr algn="ctr"/>
            <a:r>
              <a:rPr kumimoji="1" lang="en-US" altLang="zh-CN" sz="1200" dirty="0">
                <a:latin typeface="HarmonyOS Sans SC" pitchFamily="2" charset="-122"/>
                <a:ea typeface="HarmonyOS Sans SC" pitchFamily="2" charset="-122"/>
              </a:rPr>
              <a:t>North America</a:t>
            </a:r>
            <a:endParaRPr kumimoji="1" lang="zh-CN" altLang="en-US" sz="1200" dirty="0">
              <a:latin typeface="HarmonyOS Sans SC" pitchFamily="2" charset="-122"/>
              <a:ea typeface="HarmonyOS Sans SC" pitchFamily="2" charset="-122"/>
            </a:endParaRPr>
          </a:p>
        </p:txBody>
      </p:sp>
      <p:sp>
        <p:nvSpPr>
          <p:cNvPr id="175" name="文本框 174">
            <a:extLst>
              <a:ext uri="{FF2B5EF4-FFF2-40B4-BE49-F238E27FC236}">
                <a16:creationId xmlns:a16="http://schemas.microsoft.com/office/drawing/2014/main" id="{6CC14DD2-B4CC-AA61-C556-3B3DFD0F8F45}"/>
              </a:ext>
            </a:extLst>
          </p:cNvPr>
          <p:cNvSpPr txBox="1"/>
          <p:nvPr/>
        </p:nvSpPr>
        <p:spPr>
          <a:xfrm>
            <a:off x="537210" y="2744096"/>
            <a:ext cx="1327608" cy="276999"/>
          </a:xfrm>
          <a:prstGeom prst="rect">
            <a:avLst/>
          </a:prstGeom>
          <a:noFill/>
        </p:spPr>
        <p:txBody>
          <a:bodyPr wrap="none" rtlCol="0">
            <a:spAutoFit/>
          </a:bodyPr>
          <a:lstStyle/>
          <a:p>
            <a:pPr algn="ctr"/>
            <a:r>
              <a:rPr kumimoji="1" lang="en-US" altLang="zh-CN" sz="1200" dirty="0">
                <a:latin typeface="HarmonyOS Sans SC" pitchFamily="2" charset="-122"/>
                <a:ea typeface="HarmonyOS Sans SC" pitchFamily="2" charset="-122"/>
              </a:rPr>
              <a:t>Western Europe</a:t>
            </a:r>
            <a:endParaRPr kumimoji="1" lang="zh-CN" altLang="en-US" sz="1200" dirty="0">
              <a:latin typeface="HarmonyOS Sans SC" pitchFamily="2" charset="-122"/>
              <a:ea typeface="HarmonyOS Sans SC" pitchFamily="2" charset="-122"/>
            </a:endParaRPr>
          </a:p>
        </p:txBody>
      </p:sp>
      <p:sp>
        <p:nvSpPr>
          <p:cNvPr id="176" name="文本框 175">
            <a:extLst>
              <a:ext uri="{FF2B5EF4-FFF2-40B4-BE49-F238E27FC236}">
                <a16:creationId xmlns:a16="http://schemas.microsoft.com/office/drawing/2014/main" id="{2AACD78B-D8A6-D5E9-5796-177A2872CEC0}"/>
              </a:ext>
            </a:extLst>
          </p:cNvPr>
          <p:cNvSpPr txBox="1"/>
          <p:nvPr/>
        </p:nvSpPr>
        <p:spPr>
          <a:xfrm>
            <a:off x="537210" y="3181491"/>
            <a:ext cx="1207383" cy="276999"/>
          </a:xfrm>
          <a:prstGeom prst="rect">
            <a:avLst/>
          </a:prstGeom>
          <a:noFill/>
        </p:spPr>
        <p:txBody>
          <a:bodyPr wrap="none" rtlCol="0">
            <a:spAutoFit/>
          </a:bodyPr>
          <a:lstStyle/>
          <a:p>
            <a:pPr algn="ctr"/>
            <a:r>
              <a:rPr kumimoji="1" lang="en-US" altLang="zh-CN" sz="1200" dirty="0">
                <a:latin typeface="HarmonyOS Sans SC" pitchFamily="2" charset="-122"/>
                <a:ea typeface="HarmonyOS Sans SC" pitchFamily="2" charset="-122"/>
              </a:rPr>
              <a:t>Emerging Asia</a:t>
            </a:r>
            <a:endParaRPr kumimoji="1" lang="zh-CN" altLang="en-US" sz="1200" dirty="0">
              <a:latin typeface="HarmonyOS Sans SC" pitchFamily="2" charset="-122"/>
              <a:ea typeface="HarmonyOS Sans SC" pitchFamily="2" charset="-122"/>
            </a:endParaRPr>
          </a:p>
        </p:txBody>
      </p:sp>
      <p:sp>
        <p:nvSpPr>
          <p:cNvPr id="177" name="文本框 176">
            <a:extLst>
              <a:ext uri="{FF2B5EF4-FFF2-40B4-BE49-F238E27FC236}">
                <a16:creationId xmlns:a16="http://schemas.microsoft.com/office/drawing/2014/main" id="{DE0C5033-5A36-9E59-2FD0-05757E4044AF}"/>
              </a:ext>
            </a:extLst>
          </p:cNvPr>
          <p:cNvSpPr txBox="1"/>
          <p:nvPr/>
        </p:nvSpPr>
        <p:spPr>
          <a:xfrm>
            <a:off x="537210" y="3581436"/>
            <a:ext cx="1327608" cy="276999"/>
          </a:xfrm>
          <a:prstGeom prst="rect">
            <a:avLst/>
          </a:prstGeom>
          <a:noFill/>
        </p:spPr>
        <p:txBody>
          <a:bodyPr wrap="none" rtlCol="0">
            <a:spAutoFit/>
          </a:bodyPr>
          <a:lstStyle/>
          <a:p>
            <a:pPr algn="ctr"/>
            <a:r>
              <a:rPr kumimoji="1" lang="en-US" altLang="zh-CN" sz="1200" dirty="0">
                <a:latin typeface="HarmonyOS Sans SC" pitchFamily="2" charset="-122"/>
                <a:ea typeface="HarmonyOS Sans SC" pitchFamily="2" charset="-122"/>
              </a:rPr>
              <a:t>Developed Asia</a:t>
            </a:r>
            <a:endParaRPr kumimoji="1" lang="zh-CN" altLang="en-US" sz="1200" dirty="0">
              <a:latin typeface="HarmonyOS Sans SC" pitchFamily="2" charset="-122"/>
              <a:ea typeface="HarmonyOS Sans SC" pitchFamily="2" charset="-122"/>
            </a:endParaRPr>
          </a:p>
        </p:txBody>
      </p:sp>
      <p:sp>
        <p:nvSpPr>
          <p:cNvPr id="178" name="文本框 177">
            <a:extLst>
              <a:ext uri="{FF2B5EF4-FFF2-40B4-BE49-F238E27FC236}">
                <a16:creationId xmlns:a16="http://schemas.microsoft.com/office/drawing/2014/main" id="{79C08627-45CB-373C-288B-56C887C1865E}"/>
              </a:ext>
            </a:extLst>
          </p:cNvPr>
          <p:cNvSpPr txBox="1"/>
          <p:nvPr/>
        </p:nvSpPr>
        <p:spPr>
          <a:xfrm>
            <a:off x="537210" y="3977214"/>
            <a:ext cx="1151276" cy="276999"/>
          </a:xfrm>
          <a:prstGeom prst="rect">
            <a:avLst/>
          </a:prstGeom>
          <a:noFill/>
        </p:spPr>
        <p:txBody>
          <a:bodyPr wrap="none" rtlCol="0">
            <a:spAutoFit/>
          </a:bodyPr>
          <a:lstStyle/>
          <a:p>
            <a:pPr algn="ctr"/>
            <a:r>
              <a:rPr kumimoji="1" lang="en-US" altLang="zh-CN" sz="1200" dirty="0">
                <a:latin typeface="HarmonyOS Sans SC" pitchFamily="2" charset="-122"/>
                <a:ea typeface="HarmonyOS Sans SC" pitchFamily="2" charset="-122"/>
              </a:rPr>
              <a:t>Latin America</a:t>
            </a:r>
            <a:endParaRPr kumimoji="1" lang="zh-CN" altLang="en-US" sz="1200" dirty="0">
              <a:latin typeface="HarmonyOS Sans SC" pitchFamily="2" charset="-122"/>
              <a:ea typeface="HarmonyOS Sans SC" pitchFamily="2" charset="-122"/>
            </a:endParaRPr>
          </a:p>
        </p:txBody>
      </p:sp>
      <p:sp>
        <p:nvSpPr>
          <p:cNvPr id="179" name="文本框 178">
            <a:extLst>
              <a:ext uri="{FF2B5EF4-FFF2-40B4-BE49-F238E27FC236}">
                <a16:creationId xmlns:a16="http://schemas.microsoft.com/office/drawing/2014/main" id="{4479B1E1-5C63-03FF-4563-616446B05FEA}"/>
              </a:ext>
            </a:extLst>
          </p:cNvPr>
          <p:cNvSpPr txBox="1"/>
          <p:nvPr/>
        </p:nvSpPr>
        <p:spPr>
          <a:xfrm>
            <a:off x="537210" y="4381326"/>
            <a:ext cx="1763624" cy="276999"/>
          </a:xfrm>
          <a:prstGeom prst="rect">
            <a:avLst/>
          </a:prstGeom>
          <a:noFill/>
        </p:spPr>
        <p:txBody>
          <a:bodyPr wrap="none" rtlCol="0">
            <a:spAutoFit/>
          </a:bodyPr>
          <a:lstStyle/>
          <a:p>
            <a:pPr algn="ctr"/>
            <a:r>
              <a:rPr kumimoji="1" lang="en-US" altLang="zh-CN" sz="1200" dirty="0">
                <a:latin typeface="HarmonyOS Sans SC" pitchFamily="2" charset="-122"/>
                <a:ea typeface="HarmonyOS Sans SC" pitchFamily="2" charset="-122"/>
              </a:rPr>
              <a:t>Africa and Middle East</a:t>
            </a:r>
            <a:endParaRPr kumimoji="1" lang="zh-CN" altLang="en-US" sz="1200" dirty="0">
              <a:latin typeface="HarmonyOS Sans SC" pitchFamily="2" charset="-122"/>
              <a:ea typeface="HarmonyOS Sans SC" pitchFamily="2" charset="-122"/>
            </a:endParaRPr>
          </a:p>
        </p:txBody>
      </p:sp>
      <p:sp>
        <p:nvSpPr>
          <p:cNvPr id="180" name="文本框 179">
            <a:extLst>
              <a:ext uri="{FF2B5EF4-FFF2-40B4-BE49-F238E27FC236}">
                <a16:creationId xmlns:a16="http://schemas.microsoft.com/office/drawing/2014/main" id="{7C1566BC-614B-E45C-2EA3-26EBF418F338}"/>
              </a:ext>
            </a:extLst>
          </p:cNvPr>
          <p:cNvSpPr txBox="1"/>
          <p:nvPr/>
        </p:nvSpPr>
        <p:spPr>
          <a:xfrm>
            <a:off x="537210" y="4785438"/>
            <a:ext cx="1268297" cy="276999"/>
          </a:xfrm>
          <a:prstGeom prst="rect">
            <a:avLst/>
          </a:prstGeom>
          <a:noFill/>
        </p:spPr>
        <p:txBody>
          <a:bodyPr wrap="none" rtlCol="0">
            <a:spAutoFit/>
          </a:bodyPr>
          <a:lstStyle/>
          <a:p>
            <a:pPr algn="ctr"/>
            <a:r>
              <a:rPr kumimoji="1" lang="en-US" altLang="zh-CN" sz="1200" dirty="0">
                <a:latin typeface="HarmonyOS Sans SC" pitchFamily="2" charset="-122"/>
                <a:ea typeface="HarmonyOS Sans SC" pitchFamily="2" charset="-122"/>
              </a:rPr>
              <a:t>Eastern Europe</a:t>
            </a:r>
            <a:endParaRPr kumimoji="1" lang="zh-CN" altLang="en-US" sz="1200" dirty="0">
              <a:latin typeface="HarmonyOS Sans SC" pitchFamily="2" charset="-122"/>
              <a:ea typeface="HarmonyOS Sans SC" pitchFamily="2" charset="-122"/>
            </a:endParaRPr>
          </a:p>
        </p:txBody>
      </p:sp>
      <p:sp>
        <p:nvSpPr>
          <p:cNvPr id="181" name="文本框 180">
            <a:extLst>
              <a:ext uri="{FF2B5EF4-FFF2-40B4-BE49-F238E27FC236}">
                <a16:creationId xmlns:a16="http://schemas.microsoft.com/office/drawing/2014/main" id="{7925A376-6DA9-2785-0C36-92481F44B2C8}"/>
              </a:ext>
            </a:extLst>
          </p:cNvPr>
          <p:cNvSpPr txBox="1"/>
          <p:nvPr/>
        </p:nvSpPr>
        <p:spPr>
          <a:xfrm>
            <a:off x="541060" y="5189550"/>
            <a:ext cx="540533" cy="276999"/>
          </a:xfrm>
          <a:prstGeom prst="rect">
            <a:avLst/>
          </a:prstGeom>
          <a:noFill/>
        </p:spPr>
        <p:txBody>
          <a:bodyPr wrap="none" rtlCol="0">
            <a:spAutoFit/>
          </a:bodyPr>
          <a:lstStyle/>
          <a:p>
            <a:pPr algn="ctr"/>
            <a:r>
              <a:rPr kumimoji="1" lang="en-US" altLang="zh-CN" sz="1200" dirty="0">
                <a:latin typeface="HarmonyOS Sans SC" pitchFamily="2" charset="-122"/>
                <a:ea typeface="HarmonyOS Sans SC" pitchFamily="2" charset="-122"/>
              </a:rPr>
              <a:t>Total</a:t>
            </a:r>
            <a:endParaRPr kumimoji="1" lang="zh-CN" altLang="en-US" sz="1200" dirty="0">
              <a:latin typeface="HarmonyOS Sans SC" pitchFamily="2" charset="-122"/>
              <a:ea typeface="HarmonyOS Sans SC" pitchFamily="2" charset="-122"/>
            </a:endParaRPr>
          </a:p>
        </p:txBody>
      </p:sp>
      <p:sp>
        <p:nvSpPr>
          <p:cNvPr id="182" name="文本框 181">
            <a:extLst>
              <a:ext uri="{FF2B5EF4-FFF2-40B4-BE49-F238E27FC236}">
                <a16:creationId xmlns:a16="http://schemas.microsoft.com/office/drawing/2014/main" id="{6FF48F9B-799B-287F-8943-35DCF69FAC6B}"/>
              </a:ext>
            </a:extLst>
          </p:cNvPr>
          <p:cNvSpPr txBox="1"/>
          <p:nvPr/>
        </p:nvSpPr>
        <p:spPr>
          <a:xfrm>
            <a:off x="5335666" y="1840182"/>
            <a:ext cx="862737" cy="461665"/>
          </a:xfrm>
          <a:prstGeom prst="rect">
            <a:avLst/>
          </a:prstGeom>
          <a:noFill/>
        </p:spPr>
        <p:txBody>
          <a:bodyPr wrap="none" rtlCol="0">
            <a:spAutoFit/>
          </a:bodyPr>
          <a:lstStyle/>
          <a:p>
            <a:pPr algn="ctr"/>
            <a:r>
              <a:rPr kumimoji="1" lang="en-US" altLang="zh-CN" sz="1200" dirty="0">
                <a:latin typeface="HarmonyOS Sans SC" pitchFamily="2" charset="-122"/>
                <a:ea typeface="HarmonyOS Sans SC" pitchFamily="2" charset="-122"/>
              </a:rPr>
              <a:t>Individual</a:t>
            </a:r>
          </a:p>
          <a:p>
            <a:pPr algn="ctr"/>
            <a:r>
              <a:rPr kumimoji="1" lang="en-US" altLang="zh-CN" sz="1200" dirty="0">
                <a:latin typeface="HarmonyOS Sans SC" pitchFamily="2" charset="-122"/>
                <a:ea typeface="HarmonyOS Sans SC" pitchFamily="2" charset="-122"/>
              </a:rPr>
              <a:t>annuities</a:t>
            </a:r>
            <a:endParaRPr kumimoji="1" lang="zh-CN" altLang="en-US" sz="1200" dirty="0">
              <a:latin typeface="HarmonyOS Sans SC" pitchFamily="2" charset="-122"/>
              <a:ea typeface="HarmonyOS Sans SC" pitchFamily="2" charset="-122"/>
            </a:endParaRPr>
          </a:p>
        </p:txBody>
      </p:sp>
      <p:sp>
        <p:nvSpPr>
          <p:cNvPr id="183" name="文本框 182">
            <a:extLst>
              <a:ext uri="{FF2B5EF4-FFF2-40B4-BE49-F238E27FC236}">
                <a16:creationId xmlns:a16="http://schemas.microsoft.com/office/drawing/2014/main" id="{E1468BCE-674B-C1D4-23FF-C7C3A95547B2}"/>
              </a:ext>
            </a:extLst>
          </p:cNvPr>
          <p:cNvSpPr txBox="1"/>
          <p:nvPr/>
        </p:nvSpPr>
        <p:spPr>
          <a:xfrm>
            <a:off x="6608450" y="2013613"/>
            <a:ext cx="976549" cy="276999"/>
          </a:xfrm>
          <a:prstGeom prst="rect">
            <a:avLst/>
          </a:prstGeom>
          <a:noFill/>
        </p:spPr>
        <p:txBody>
          <a:bodyPr wrap="none" rtlCol="0">
            <a:spAutoFit/>
          </a:bodyPr>
          <a:lstStyle/>
          <a:p>
            <a:pPr algn="ctr"/>
            <a:r>
              <a:rPr kumimoji="1" lang="en-US" altLang="zh-CN" sz="1200" dirty="0">
                <a:latin typeface="HarmonyOS Sans SC" pitchFamily="2" charset="-122"/>
                <a:ea typeface="HarmonyOS Sans SC" pitchFamily="2" charset="-122"/>
              </a:rPr>
              <a:t>Unit-linked</a:t>
            </a:r>
            <a:endParaRPr kumimoji="1" lang="zh-CN" altLang="en-US" sz="1200" dirty="0">
              <a:latin typeface="HarmonyOS Sans SC" pitchFamily="2" charset="-122"/>
              <a:ea typeface="HarmonyOS Sans SC" pitchFamily="2" charset="-122"/>
            </a:endParaRPr>
          </a:p>
        </p:txBody>
      </p:sp>
      <p:sp>
        <p:nvSpPr>
          <p:cNvPr id="184" name="文本框 183">
            <a:extLst>
              <a:ext uri="{FF2B5EF4-FFF2-40B4-BE49-F238E27FC236}">
                <a16:creationId xmlns:a16="http://schemas.microsoft.com/office/drawing/2014/main" id="{D5CFB80B-85A5-8C60-9679-DBCE64C44D21}"/>
              </a:ext>
            </a:extLst>
          </p:cNvPr>
          <p:cNvSpPr txBox="1"/>
          <p:nvPr/>
        </p:nvSpPr>
        <p:spPr>
          <a:xfrm>
            <a:off x="7996607" y="2013613"/>
            <a:ext cx="877163" cy="276999"/>
          </a:xfrm>
          <a:prstGeom prst="rect">
            <a:avLst/>
          </a:prstGeom>
          <a:noFill/>
        </p:spPr>
        <p:txBody>
          <a:bodyPr wrap="none" rtlCol="0">
            <a:spAutoFit/>
          </a:bodyPr>
          <a:lstStyle/>
          <a:p>
            <a:pPr algn="ctr"/>
            <a:r>
              <a:rPr kumimoji="1" lang="en-US" altLang="zh-CN" sz="1200" dirty="0">
                <a:latin typeface="HarmonyOS Sans SC" pitchFamily="2" charset="-122"/>
                <a:ea typeface="HarmonyOS Sans SC" pitchFamily="2" charset="-122"/>
              </a:rPr>
              <a:t>Group life</a:t>
            </a:r>
            <a:endParaRPr kumimoji="1" lang="zh-CN" altLang="en-US" sz="1200" dirty="0">
              <a:latin typeface="HarmonyOS Sans SC" pitchFamily="2" charset="-122"/>
              <a:ea typeface="HarmonyOS Sans SC" pitchFamily="2" charset="-122"/>
            </a:endParaRPr>
          </a:p>
        </p:txBody>
      </p:sp>
      <p:sp>
        <p:nvSpPr>
          <p:cNvPr id="185" name="文本框 184">
            <a:extLst>
              <a:ext uri="{FF2B5EF4-FFF2-40B4-BE49-F238E27FC236}">
                <a16:creationId xmlns:a16="http://schemas.microsoft.com/office/drawing/2014/main" id="{02009361-4BC7-32A1-65EB-BE893441FEF3}"/>
              </a:ext>
            </a:extLst>
          </p:cNvPr>
          <p:cNvSpPr txBox="1"/>
          <p:nvPr/>
        </p:nvSpPr>
        <p:spPr>
          <a:xfrm>
            <a:off x="9503386" y="2017174"/>
            <a:ext cx="540533" cy="276999"/>
          </a:xfrm>
          <a:prstGeom prst="rect">
            <a:avLst/>
          </a:prstGeom>
          <a:noFill/>
        </p:spPr>
        <p:txBody>
          <a:bodyPr wrap="none" rtlCol="0">
            <a:spAutoFit/>
          </a:bodyPr>
          <a:lstStyle/>
          <a:p>
            <a:pPr algn="ctr"/>
            <a:r>
              <a:rPr kumimoji="1" lang="en-US" altLang="zh-CN" sz="1200" dirty="0">
                <a:latin typeface="HarmonyOS Sans SC" pitchFamily="2" charset="-122"/>
                <a:ea typeface="HarmonyOS Sans SC" pitchFamily="2" charset="-122"/>
              </a:rPr>
              <a:t>Total</a:t>
            </a:r>
            <a:endParaRPr kumimoji="1" lang="zh-CN" altLang="en-US" sz="1200" dirty="0">
              <a:latin typeface="HarmonyOS Sans SC" pitchFamily="2" charset="-122"/>
              <a:ea typeface="HarmonyOS Sans SC" pitchFamily="2" charset="-122"/>
            </a:endParaRPr>
          </a:p>
        </p:txBody>
      </p:sp>
      <p:sp>
        <p:nvSpPr>
          <p:cNvPr id="186" name="文本框 185">
            <a:extLst>
              <a:ext uri="{FF2B5EF4-FFF2-40B4-BE49-F238E27FC236}">
                <a16:creationId xmlns:a16="http://schemas.microsoft.com/office/drawing/2014/main" id="{324283B7-4F69-CD68-8B7C-0366A40AC96E}"/>
              </a:ext>
            </a:extLst>
          </p:cNvPr>
          <p:cNvSpPr txBox="1"/>
          <p:nvPr/>
        </p:nvSpPr>
        <p:spPr>
          <a:xfrm>
            <a:off x="2406292" y="2444514"/>
            <a:ext cx="35458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0.5</a:t>
            </a:r>
            <a:endParaRPr kumimoji="1" lang="zh-CN" altLang="en-US" sz="1000" dirty="0">
              <a:latin typeface="HarmonyOS Sans SC Light" pitchFamily="2" charset="-122"/>
              <a:ea typeface="HarmonyOS Sans SC Light" pitchFamily="2" charset="-122"/>
            </a:endParaRPr>
          </a:p>
        </p:txBody>
      </p:sp>
      <p:sp>
        <p:nvSpPr>
          <p:cNvPr id="187" name="文本框 186">
            <a:extLst>
              <a:ext uri="{FF2B5EF4-FFF2-40B4-BE49-F238E27FC236}">
                <a16:creationId xmlns:a16="http://schemas.microsoft.com/office/drawing/2014/main" id="{6A370AF9-46C1-F320-7101-B5FCABD7372B}"/>
              </a:ext>
            </a:extLst>
          </p:cNvPr>
          <p:cNvSpPr txBox="1"/>
          <p:nvPr/>
        </p:nvSpPr>
        <p:spPr>
          <a:xfrm>
            <a:off x="3430582" y="2305162"/>
            <a:ext cx="325730"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40</a:t>
            </a:r>
            <a:endParaRPr kumimoji="1" lang="zh-CN" altLang="en-US" sz="1000" dirty="0">
              <a:latin typeface="HarmonyOS Sans SC Light" pitchFamily="2" charset="-122"/>
              <a:ea typeface="HarmonyOS Sans SC Light" pitchFamily="2" charset="-122"/>
            </a:endParaRPr>
          </a:p>
        </p:txBody>
      </p:sp>
      <p:sp>
        <p:nvSpPr>
          <p:cNvPr id="2" name="文本框 1">
            <a:extLst>
              <a:ext uri="{FF2B5EF4-FFF2-40B4-BE49-F238E27FC236}">
                <a16:creationId xmlns:a16="http://schemas.microsoft.com/office/drawing/2014/main" id="{D047456E-959D-348B-3CD9-DE81422C9513}"/>
              </a:ext>
            </a:extLst>
          </p:cNvPr>
          <p:cNvSpPr txBox="1"/>
          <p:nvPr/>
        </p:nvSpPr>
        <p:spPr>
          <a:xfrm>
            <a:off x="2405900" y="2843123"/>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-0.3</a:t>
            </a:r>
            <a:endParaRPr kumimoji="1" lang="zh-CN" altLang="en-US" sz="1000" dirty="0">
              <a:latin typeface="HarmonyOS Sans SC Light" pitchFamily="2" charset="-122"/>
              <a:ea typeface="HarmonyOS Sans SC Light" pitchFamily="2" charset="-122"/>
            </a:endParaRPr>
          </a:p>
        </p:txBody>
      </p:sp>
      <p:sp>
        <p:nvSpPr>
          <p:cNvPr id="3" name="文本框 2">
            <a:extLst>
              <a:ext uri="{FF2B5EF4-FFF2-40B4-BE49-F238E27FC236}">
                <a16:creationId xmlns:a16="http://schemas.microsoft.com/office/drawing/2014/main" id="{FBFC84ED-00ED-E7E4-37F0-5F56B4CCADFA}"/>
              </a:ext>
            </a:extLst>
          </p:cNvPr>
          <p:cNvSpPr txBox="1"/>
          <p:nvPr/>
        </p:nvSpPr>
        <p:spPr>
          <a:xfrm>
            <a:off x="3430190" y="2703771"/>
            <a:ext cx="325730"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26</a:t>
            </a:r>
            <a:endParaRPr kumimoji="1" lang="zh-CN" altLang="en-US" sz="1000" dirty="0">
              <a:latin typeface="HarmonyOS Sans SC Light" pitchFamily="2" charset="-122"/>
              <a:ea typeface="HarmonyOS Sans SC Light" pitchFamily="2" charset="-122"/>
            </a:endParaRPr>
          </a:p>
        </p:txBody>
      </p:sp>
      <p:sp>
        <p:nvSpPr>
          <p:cNvPr id="25" name="文本框 24">
            <a:extLst>
              <a:ext uri="{FF2B5EF4-FFF2-40B4-BE49-F238E27FC236}">
                <a16:creationId xmlns:a16="http://schemas.microsoft.com/office/drawing/2014/main" id="{0FE4A350-57CD-1837-8237-A3CD81AD2A87}"/>
              </a:ext>
            </a:extLst>
          </p:cNvPr>
          <p:cNvSpPr txBox="1"/>
          <p:nvPr/>
        </p:nvSpPr>
        <p:spPr>
          <a:xfrm>
            <a:off x="2409575" y="3253778"/>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-6.9</a:t>
            </a:r>
            <a:endParaRPr kumimoji="1" lang="zh-CN" altLang="en-US" sz="1000" dirty="0">
              <a:latin typeface="HarmonyOS Sans SC Light" pitchFamily="2" charset="-122"/>
              <a:ea typeface="HarmonyOS Sans SC Light" pitchFamily="2" charset="-122"/>
            </a:endParaRPr>
          </a:p>
        </p:txBody>
      </p:sp>
      <p:sp>
        <p:nvSpPr>
          <p:cNvPr id="26" name="文本框 25">
            <a:extLst>
              <a:ext uri="{FF2B5EF4-FFF2-40B4-BE49-F238E27FC236}">
                <a16:creationId xmlns:a16="http://schemas.microsoft.com/office/drawing/2014/main" id="{01554B94-23F3-2779-EDF7-890850008A2B}"/>
              </a:ext>
            </a:extLst>
          </p:cNvPr>
          <p:cNvSpPr txBox="1"/>
          <p:nvPr/>
        </p:nvSpPr>
        <p:spPr>
          <a:xfrm>
            <a:off x="3498181" y="3120253"/>
            <a:ext cx="255198" cy="246221"/>
          </a:xfrm>
          <a:prstGeom prst="rect">
            <a:avLst/>
          </a:prstGeom>
          <a:noFill/>
        </p:spPr>
        <p:txBody>
          <a:bodyPr wrap="none" rtlCol="0">
            <a:spAutoFit/>
          </a:bodyPr>
          <a:lstStyle/>
          <a:p>
            <a:pPr algn="ctr"/>
            <a:r>
              <a:rPr kumimoji="1" lang="en-US" altLang="zh-CN" sz="1000" dirty="0">
                <a:latin typeface="HarmonyOS Sans SC Light" pitchFamily="2" charset="-122"/>
                <a:ea typeface="HarmonyOS Sans SC Light" pitchFamily="2" charset="-122"/>
              </a:rPr>
              <a:t>9</a:t>
            </a:r>
            <a:endParaRPr kumimoji="1" lang="zh-CN" altLang="en-US" sz="1000" dirty="0">
              <a:latin typeface="HarmonyOS Sans SC Light" pitchFamily="2" charset="-122"/>
              <a:ea typeface="HarmonyOS Sans SC Light" pitchFamily="2" charset="-122"/>
            </a:endParaRPr>
          </a:p>
        </p:txBody>
      </p:sp>
      <p:sp>
        <p:nvSpPr>
          <p:cNvPr id="27" name="文本框 26">
            <a:extLst>
              <a:ext uri="{FF2B5EF4-FFF2-40B4-BE49-F238E27FC236}">
                <a16:creationId xmlns:a16="http://schemas.microsoft.com/office/drawing/2014/main" id="{A974F0C8-2AE7-0DDC-96ED-D85386EE8384}"/>
              </a:ext>
            </a:extLst>
          </p:cNvPr>
          <p:cNvSpPr txBox="1"/>
          <p:nvPr/>
        </p:nvSpPr>
        <p:spPr>
          <a:xfrm>
            <a:off x="2409183" y="3652387"/>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-1.2</a:t>
            </a:r>
            <a:endParaRPr kumimoji="1" lang="zh-CN" altLang="en-US" sz="1000" dirty="0">
              <a:latin typeface="HarmonyOS Sans SC Light" pitchFamily="2" charset="-122"/>
              <a:ea typeface="HarmonyOS Sans SC Light" pitchFamily="2" charset="-122"/>
            </a:endParaRPr>
          </a:p>
        </p:txBody>
      </p:sp>
      <p:sp>
        <p:nvSpPr>
          <p:cNvPr id="28" name="文本框 27">
            <a:extLst>
              <a:ext uri="{FF2B5EF4-FFF2-40B4-BE49-F238E27FC236}">
                <a16:creationId xmlns:a16="http://schemas.microsoft.com/office/drawing/2014/main" id="{20BC0ED4-ECE2-F287-35C4-9ADF033EEB2C}"/>
              </a:ext>
            </a:extLst>
          </p:cNvPr>
          <p:cNvSpPr txBox="1"/>
          <p:nvPr/>
        </p:nvSpPr>
        <p:spPr>
          <a:xfrm>
            <a:off x="3433473" y="3513035"/>
            <a:ext cx="325730"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95</a:t>
            </a:r>
            <a:endParaRPr kumimoji="1" lang="zh-CN" altLang="en-US" sz="1000" dirty="0">
              <a:latin typeface="HarmonyOS Sans SC Light" pitchFamily="2" charset="-122"/>
              <a:ea typeface="HarmonyOS Sans SC Light" pitchFamily="2" charset="-122"/>
            </a:endParaRPr>
          </a:p>
        </p:txBody>
      </p:sp>
      <p:sp>
        <p:nvSpPr>
          <p:cNvPr id="29" name="文本框 28">
            <a:extLst>
              <a:ext uri="{FF2B5EF4-FFF2-40B4-BE49-F238E27FC236}">
                <a16:creationId xmlns:a16="http://schemas.microsoft.com/office/drawing/2014/main" id="{899C7211-1DE0-B664-392F-09CA7CB49933}"/>
              </a:ext>
            </a:extLst>
          </p:cNvPr>
          <p:cNvSpPr txBox="1"/>
          <p:nvPr/>
        </p:nvSpPr>
        <p:spPr>
          <a:xfrm>
            <a:off x="2404063" y="4047021"/>
            <a:ext cx="354584" cy="246221"/>
          </a:xfrm>
          <a:prstGeom prst="rect">
            <a:avLst/>
          </a:prstGeom>
          <a:noFill/>
        </p:spPr>
        <p:txBody>
          <a:bodyPr wrap="none" rtlCol="0">
            <a:spAutoFit/>
          </a:bodyPr>
          <a:lstStyle/>
          <a:p>
            <a:r>
              <a:rPr kumimoji="1" lang="en-US" altLang="zh-CN" sz="1000" dirty="0">
                <a:solidFill>
                  <a:schemeClr val="bg1"/>
                </a:solidFill>
                <a:latin typeface="HarmonyOS Sans SC Light" pitchFamily="2" charset="-122"/>
                <a:ea typeface="HarmonyOS Sans SC Light" pitchFamily="2" charset="-122"/>
              </a:rPr>
              <a:t>0.3</a:t>
            </a:r>
            <a:endParaRPr kumimoji="1" lang="zh-CN" altLang="en-US" sz="1000" dirty="0">
              <a:solidFill>
                <a:schemeClr val="bg1"/>
              </a:solidFill>
              <a:latin typeface="HarmonyOS Sans SC Light" pitchFamily="2" charset="-122"/>
              <a:ea typeface="HarmonyOS Sans SC Light" pitchFamily="2" charset="-122"/>
            </a:endParaRPr>
          </a:p>
        </p:txBody>
      </p:sp>
      <p:sp>
        <p:nvSpPr>
          <p:cNvPr id="30" name="文本框 29">
            <a:extLst>
              <a:ext uri="{FF2B5EF4-FFF2-40B4-BE49-F238E27FC236}">
                <a16:creationId xmlns:a16="http://schemas.microsoft.com/office/drawing/2014/main" id="{F46F25E1-94D4-40EE-6CA5-E7B3437ED6E8}"/>
              </a:ext>
            </a:extLst>
          </p:cNvPr>
          <p:cNvSpPr txBox="1"/>
          <p:nvPr/>
        </p:nvSpPr>
        <p:spPr>
          <a:xfrm>
            <a:off x="3494747" y="3907669"/>
            <a:ext cx="255198"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7</a:t>
            </a:r>
            <a:endParaRPr kumimoji="1" lang="zh-CN" altLang="en-US" sz="1000" dirty="0">
              <a:latin typeface="HarmonyOS Sans SC Light" pitchFamily="2" charset="-122"/>
              <a:ea typeface="HarmonyOS Sans SC Light" pitchFamily="2" charset="-122"/>
            </a:endParaRPr>
          </a:p>
        </p:txBody>
      </p:sp>
      <p:sp>
        <p:nvSpPr>
          <p:cNvPr id="188" name="文本框 187">
            <a:extLst>
              <a:ext uri="{FF2B5EF4-FFF2-40B4-BE49-F238E27FC236}">
                <a16:creationId xmlns:a16="http://schemas.microsoft.com/office/drawing/2014/main" id="{1AE2C243-C8F2-2A45-3AC0-E1096FD1D6AE}"/>
              </a:ext>
            </a:extLst>
          </p:cNvPr>
          <p:cNvSpPr txBox="1"/>
          <p:nvPr/>
        </p:nvSpPr>
        <p:spPr>
          <a:xfrm>
            <a:off x="2403671" y="4445630"/>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-1.6</a:t>
            </a:r>
            <a:endParaRPr kumimoji="1" lang="zh-CN" altLang="en-US" sz="1000" dirty="0">
              <a:latin typeface="HarmonyOS Sans SC Light" pitchFamily="2" charset="-122"/>
              <a:ea typeface="HarmonyOS Sans SC Light" pitchFamily="2" charset="-122"/>
            </a:endParaRPr>
          </a:p>
        </p:txBody>
      </p:sp>
      <p:sp>
        <p:nvSpPr>
          <p:cNvPr id="189" name="文本框 188">
            <a:extLst>
              <a:ext uri="{FF2B5EF4-FFF2-40B4-BE49-F238E27FC236}">
                <a16:creationId xmlns:a16="http://schemas.microsoft.com/office/drawing/2014/main" id="{10B0A69A-7D9B-39FA-9506-B06AC788D8A6}"/>
              </a:ext>
            </a:extLst>
          </p:cNvPr>
          <p:cNvSpPr txBox="1"/>
          <p:nvPr/>
        </p:nvSpPr>
        <p:spPr>
          <a:xfrm>
            <a:off x="3494747" y="4305293"/>
            <a:ext cx="255198"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3</a:t>
            </a:r>
            <a:endParaRPr kumimoji="1" lang="zh-CN" altLang="en-US" sz="1000" dirty="0">
              <a:latin typeface="HarmonyOS Sans SC Light" pitchFamily="2" charset="-122"/>
              <a:ea typeface="HarmonyOS Sans SC Light" pitchFamily="2" charset="-122"/>
            </a:endParaRPr>
          </a:p>
        </p:txBody>
      </p:sp>
      <p:sp>
        <p:nvSpPr>
          <p:cNvPr id="190" name="文本框 189">
            <a:extLst>
              <a:ext uri="{FF2B5EF4-FFF2-40B4-BE49-F238E27FC236}">
                <a16:creationId xmlns:a16="http://schemas.microsoft.com/office/drawing/2014/main" id="{A70AE6E4-E429-0437-FD1B-924C9C9E00CE}"/>
              </a:ext>
            </a:extLst>
          </p:cNvPr>
          <p:cNvSpPr txBox="1"/>
          <p:nvPr/>
        </p:nvSpPr>
        <p:spPr>
          <a:xfrm>
            <a:off x="2407346" y="4856285"/>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-1.8</a:t>
            </a:r>
            <a:endParaRPr kumimoji="1" lang="zh-CN" altLang="en-US" sz="1000" dirty="0">
              <a:latin typeface="HarmonyOS Sans SC Light" pitchFamily="2" charset="-122"/>
              <a:ea typeface="HarmonyOS Sans SC Light" pitchFamily="2" charset="-122"/>
            </a:endParaRPr>
          </a:p>
        </p:txBody>
      </p:sp>
      <p:sp>
        <p:nvSpPr>
          <p:cNvPr id="191" name="文本框 190">
            <a:extLst>
              <a:ext uri="{FF2B5EF4-FFF2-40B4-BE49-F238E27FC236}">
                <a16:creationId xmlns:a16="http://schemas.microsoft.com/office/drawing/2014/main" id="{AD2270BC-2037-BB2B-13DA-2DA8FAAE6720}"/>
              </a:ext>
            </a:extLst>
          </p:cNvPr>
          <p:cNvSpPr txBox="1"/>
          <p:nvPr/>
        </p:nvSpPr>
        <p:spPr>
          <a:xfrm>
            <a:off x="3505865" y="4723158"/>
            <a:ext cx="255198"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2</a:t>
            </a:r>
            <a:endParaRPr kumimoji="1" lang="zh-CN" altLang="en-US" sz="1000" dirty="0">
              <a:latin typeface="HarmonyOS Sans SC Light" pitchFamily="2" charset="-122"/>
              <a:ea typeface="HarmonyOS Sans SC Light" pitchFamily="2" charset="-122"/>
            </a:endParaRPr>
          </a:p>
        </p:txBody>
      </p:sp>
      <p:sp>
        <p:nvSpPr>
          <p:cNvPr id="192" name="文本框 191">
            <a:extLst>
              <a:ext uri="{FF2B5EF4-FFF2-40B4-BE49-F238E27FC236}">
                <a16:creationId xmlns:a16="http://schemas.microsoft.com/office/drawing/2014/main" id="{D5F0B7F3-4F85-922B-757B-AC75154E154D}"/>
              </a:ext>
            </a:extLst>
          </p:cNvPr>
          <p:cNvSpPr txBox="1"/>
          <p:nvPr/>
        </p:nvSpPr>
        <p:spPr>
          <a:xfrm>
            <a:off x="2406954" y="5254894"/>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-3.0</a:t>
            </a:r>
            <a:endParaRPr kumimoji="1" lang="zh-CN" altLang="en-US" sz="1000" dirty="0">
              <a:latin typeface="HarmonyOS Sans SC Light" pitchFamily="2" charset="-122"/>
              <a:ea typeface="HarmonyOS Sans SC Light" pitchFamily="2" charset="-122"/>
            </a:endParaRPr>
          </a:p>
        </p:txBody>
      </p:sp>
      <p:sp>
        <p:nvSpPr>
          <p:cNvPr id="193" name="文本框 192">
            <a:extLst>
              <a:ext uri="{FF2B5EF4-FFF2-40B4-BE49-F238E27FC236}">
                <a16:creationId xmlns:a16="http://schemas.microsoft.com/office/drawing/2014/main" id="{3A3BF8F8-A57B-DB24-1E05-12C0377A4167}"/>
              </a:ext>
            </a:extLst>
          </p:cNvPr>
          <p:cNvSpPr txBox="1"/>
          <p:nvPr/>
        </p:nvSpPr>
        <p:spPr>
          <a:xfrm>
            <a:off x="3392462" y="5120782"/>
            <a:ext cx="396262"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181</a:t>
            </a:r>
            <a:endParaRPr kumimoji="1" lang="zh-CN" altLang="en-US" sz="1000" dirty="0">
              <a:latin typeface="HarmonyOS Sans SC Light" pitchFamily="2" charset="-122"/>
              <a:ea typeface="HarmonyOS Sans SC Light" pitchFamily="2" charset="-122"/>
            </a:endParaRPr>
          </a:p>
        </p:txBody>
      </p:sp>
      <p:sp>
        <p:nvSpPr>
          <p:cNvPr id="194" name="文本框 193">
            <a:extLst>
              <a:ext uri="{FF2B5EF4-FFF2-40B4-BE49-F238E27FC236}">
                <a16:creationId xmlns:a16="http://schemas.microsoft.com/office/drawing/2014/main" id="{6D039045-DAC7-7270-4F50-98F594E364D4}"/>
              </a:ext>
            </a:extLst>
          </p:cNvPr>
          <p:cNvSpPr txBox="1"/>
          <p:nvPr/>
        </p:nvSpPr>
        <p:spPr>
          <a:xfrm>
            <a:off x="3747412" y="2444514"/>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-2.9</a:t>
            </a:r>
            <a:endParaRPr kumimoji="1" lang="zh-CN" altLang="en-US" sz="1000" dirty="0">
              <a:latin typeface="HarmonyOS Sans SC Light" pitchFamily="2" charset="-122"/>
              <a:ea typeface="HarmonyOS Sans SC Light" pitchFamily="2" charset="-122"/>
            </a:endParaRPr>
          </a:p>
        </p:txBody>
      </p:sp>
      <p:sp>
        <p:nvSpPr>
          <p:cNvPr id="195" name="文本框 194">
            <a:extLst>
              <a:ext uri="{FF2B5EF4-FFF2-40B4-BE49-F238E27FC236}">
                <a16:creationId xmlns:a16="http://schemas.microsoft.com/office/drawing/2014/main" id="{6303D797-84F0-F030-FC05-E1BE0CFFCF05}"/>
              </a:ext>
            </a:extLst>
          </p:cNvPr>
          <p:cNvSpPr txBox="1"/>
          <p:nvPr/>
        </p:nvSpPr>
        <p:spPr>
          <a:xfrm>
            <a:off x="4708925" y="2304913"/>
            <a:ext cx="396262"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118</a:t>
            </a:r>
            <a:endParaRPr kumimoji="1" lang="zh-CN" altLang="en-US" sz="1000" dirty="0">
              <a:latin typeface="HarmonyOS Sans SC Light" pitchFamily="2" charset="-122"/>
              <a:ea typeface="HarmonyOS Sans SC Light" pitchFamily="2" charset="-122"/>
            </a:endParaRPr>
          </a:p>
        </p:txBody>
      </p:sp>
      <p:sp>
        <p:nvSpPr>
          <p:cNvPr id="196" name="文本框 195">
            <a:extLst>
              <a:ext uri="{FF2B5EF4-FFF2-40B4-BE49-F238E27FC236}">
                <a16:creationId xmlns:a16="http://schemas.microsoft.com/office/drawing/2014/main" id="{9E64076E-DDE4-0360-BA6B-7C4285D05C41}"/>
              </a:ext>
            </a:extLst>
          </p:cNvPr>
          <p:cNvSpPr txBox="1"/>
          <p:nvPr/>
        </p:nvSpPr>
        <p:spPr>
          <a:xfrm>
            <a:off x="3747020" y="2843123"/>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-2.3</a:t>
            </a:r>
            <a:endParaRPr kumimoji="1" lang="zh-CN" altLang="en-US" sz="1000" dirty="0">
              <a:latin typeface="HarmonyOS Sans SC Light" pitchFamily="2" charset="-122"/>
              <a:ea typeface="HarmonyOS Sans SC Light" pitchFamily="2" charset="-122"/>
            </a:endParaRPr>
          </a:p>
        </p:txBody>
      </p:sp>
      <p:sp>
        <p:nvSpPr>
          <p:cNvPr id="197" name="文本框 196">
            <a:extLst>
              <a:ext uri="{FF2B5EF4-FFF2-40B4-BE49-F238E27FC236}">
                <a16:creationId xmlns:a16="http://schemas.microsoft.com/office/drawing/2014/main" id="{42B9A46A-C7FD-53C0-48EB-B061B31D164F}"/>
              </a:ext>
            </a:extLst>
          </p:cNvPr>
          <p:cNvSpPr txBox="1"/>
          <p:nvPr/>
        </p:nvSpPr>
        <p:spPr>
          <a:xfrm>
            <a:off x="4708925" y="2697377"/>
            <a:ext cx="396262"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238</a:t>
            </a:r>
            <a:endParaRPr kumimoji="1" lang="zh-CN" altLang="en-US" sz="1000" dirty="0">
              <a:latin typeface="HarmonyOS Sans SC Light" pitchFamily="2" charset="-122"/>
              <a:ea typeface="HarmonyOS Sans SC Light" pitchFamily="2" charset="-122"/>
            </a:endParaRPr>
          </a:p>
        </p:txBody>
      </p:sp>
      <p:sp>
        <p:nvSpPr>
          <p:cNvPr id="198" name="文本框 197">
            <a:extLst>
              <a:ext uri="{FF2B5EF4-FFF2-40B4-BE49-F238E27FC236}">
                <a16:creationId xmlns:a16="http://schemas.microsoft.com/office/drawing/2014/main" id="{04D2C1F1-0C1F-693D-BC38-0AA7ECA0E974}"/>
              </a:ext>
            </a:extLst>
          </p:cNvPr>
          <p:cNvSpPr txBox="1"/>
          <p:nvPr/>
        </p:nvSpPr>
        <p:spPr>
          <a:xfrm>
            <a:off x="3750695" y="3253778"/>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-9.9</a:t>
            </a:r>
            <a:endParaRPr kumimoji="1" lang="zh-CN" altLang="en-US" sz="1000" dirty="0">
              <a:latin typeface="HarmonyOS Sans SC Light" pitchFamily="2" charset="-122"/>
              <a:ea typeface="HarmonyOS Sans SC Light" pitchFamily="2" charset="-122"/>
            </a:endParaRPr>
          </a:p>
        </p:txBody>
      </p:sp>
      <p:sp>
        <p:nvSpPr>
          <p:cNvPr id="199" name="文本框 198">
            <a:extLst>
              <a:ext uri="{FF2B5EF4-FFF2-40B4-BE49-F238E27FC236}">
                <a16:creationId xmlns:a16="http://schemas.microsoft.com/office/drawing/2014/main" id="{EDCCC3EB-BF75-2260-B7B4-EC102D2133CB}"/>
              </a:ext>
            </a:extLst>
          </p:cNvPr>
          <p:cNvSpPr txBox="1"/>
          <p:nvPr/>
        </p:nvSpPr>
        <p:spPr>
          <a:xfrm>
            <a:off x="4710876" y="3125796"/>
            <a:ext cx="396263" cy="246221"/>
          </a:xfrm>
          <a:prstGeom prst="rect">
            <a:avLst/>
          </a:prstGeom>
          <a:noFill/>
        </p:spPr>
        <p:txBody>
          <a:bodyPr wrap="none" rtlCol="0">
            <a:spAutoFit/>
          </a:bodyPr>
          <a:lstStyle/>
          <a:p>
            <a:pPr algn="ctr"/>
            <a:r>
              <a:rPr kumimoji="1" lang="en-US" altLang="zh-CN" sz="1000" dirty="0">
                <a:latin typeface="HarmonyOS Sans SC Light" pitchFamily="2" charset="-122"/>
                <a:ea typeface="HarmonyOS Sans SC Light" pitchFamily="2" charset="-122"/>
              </a:rPr>
              <a:t>212</a:t>
            </a:r>
            <a:endParaRPr kumimoji="1" lang="zh-CN" altLang="en-US" sz="1000" dirty="0">
              <a:latin typeface="HarmonyOS Sans SC Light" pitchFamily="2" charset="-122"/>
              <a:ea typeface="HarmonyOS Sans SC Light" pitchFamily="2" charset="-122"/>
            </a:endParaRPr>
          </a:p>
        </p:txBody>
      </p:sp>
      <p:sp>
        <p:nvSpPr>
          <p:cNvPr id="200" name="文本框 199">
            <a:extLst>
              <a:ext uri="{FF2B5EF4-FFF2-40B4-BE49-F238E27FC236}">
                <a16:creationId xmlns:a16="http://schemas.microsoft.com/office/drawing/2014/main" id="{F2C35400-9CA1-42DE-1C15-28FCF0EBA868}"/>
              </a:ext>
            </a:extLst>
          </p:cNvPr>
          <p:cNvSpPr txBox="1"/>
          <p:nvPr/>
        </p:nvSpPr>
        <p:spPr>
          <a:xfrm>
            <a:off x="3750303" y="3652387"/>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-3.5</a:t>
            </a:r>
            <a:endParaRPr kumimoji="1" lang="zh-CN" altLang="en-US" sz="1000" dirty="0">
              <a:latin typeface="HarmonyOS Sans SC Light" pitchFamily="2" charset="-122"/>
              <a:ea typeface="HarmonyOS Sans SC Light" pitchFamily="2" charset="-122"/>
            </a:endParaRPr>
          </a:p>
        </p:txBody>
      </p:sp>
      <p:sp>
        <p:nvSpPr>
          <p:cNvPr id="201" name="文本框 200">
            <a:extLst>
              <a:ext uri="{FF2B5EF4-FFF2-40B4-BE49-F238E27FC236}">
                <a16:creationId xmlns:a16="http://schemas.microsoft.com/office/drawing/2014/main" id="{90B2215F-F40C-DE98-00AE-A00B87351B3A}"/>
              </a:ext>
            </a:extLst>
          </p:cNvPr>
          <p:cNvSpPr txBox="1"/>
          <p:nvPr/>
        </p:nvSpPr>
        <p:spPr>
          <a:xfrm>
            <a:off x="4728373" y="3524405"/>
            <a:ext cx="396262"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231</a:t>
            </a:r>
            <a:endParaRPr kumimoji="1" lang="zh-CN" altLang="en-US" sz="1000" dirty="0">
              <a:latin typeface="HarmonyOS Sans SC Light" pitchFamily="2" charset="-122"/>
              <a:ea typeface="HarmonyOS Sans SC Light" pitchFamily="2" charset="-122"/>
            </a:endParaRPr>
          </a:p>
        </p:txBody>
      </p:sp>
      <p:sp>
        <p:nvSpPr>
          <p:cNvPr id="202" name="文本框 201">
            <a:extLst>
              <a:ext uri="{FF2B5EF4-FFF2-40B4-BE49-F238E27FC236}">
                <a16:creationId xmlns:a16="http://schemas.microsoft.com/office/drawing/2014/main" id="{A7B4861D-6743-B9BF-AE37-84E666E84C68}"/>
              </a:ext>
            </a:extLst>
          </p:cNvPr>
          <p:cNvSpPr txBox="1"/>
          <p:nvPr/>
        </p:nvSpPr>
        <p:spPr>
          <a:xfrm>
            <a:off x="3745183" y="4047021"/>
            <a:ext cx="354584" cy="246221"/>
          </a:xfrm>
          <a:prstGeom prst="rect">
            <a:avLst/>
          </a:prstGeom>
          <a:noFill/>
        </p:spPr>
        <p:txBody>
          <a:bodyPr wrap="none" rtlCol="0">
            <a:spAutoFit/>
          </a:bodyPr>
          <a:lstStyle/>
          <a:p>
            <a:r>
              <a:rPr kumimoji="1" lang="en-US" altLang="zh-CN" sz="1000" dirty="0">
                <a:solidFill>
                  <a:schemeClr val="bg1"/>
                </a:solidFill>
                <a:latin typeface="HarmonyOS Sans SC Light" pitchFamily="2" charset="-122"/>
                <a:ea typeface="HarmonyOS Sans SC Light" pitchFamily="2" charset="-122"/>
              </a:rPr>
              <a:t>1.9</a:t>
            </a:r>
            <a:endParaRPr kumimoji="1" lang="zh-CN" altLang="en-US" sz="1000" dirty="0">
              <a:solidFill>
                <a:schemeClr val="bg1"/>
              </a:solidFill>
              <a:latin typeface="HarmonyOS Sans SC Light" pitchFamily="2" charset="-122"/>
              <a:ea typeface="HarmonyOS Sans SC Light" pitchFamily="2" charset="-122"/>
            </a:endParaRPr>
          </a:p>
        </p:txBody>
      </p:sp>
      <p:sp>
        <p:nvSpPr>
          <p:cNvPr id="203" name="文本框 202">
            <a:extLst>
              <a:ext uri="{FF2B5EF4-FFF2-40B4-BE49-F238E27FC236}">
                <a16:creationId xmlns:a16="http://schemas.microsoft.com/office/drawing/2014/main" id="{ABE230AC-31EE-3EFF-47D7-704593A2A45F}"/>
              </a:ext>
            </a:extLst>
          </p:cNvPr>
          <p:cNvSpPr txBox="1"/>
          <p:nvPr/>
        </p:nvSpPr>
        <p:spPr>
          <a:xfrm>
            <a:off x="4835867" y="3907669"/>
            <a:ext cx="255198"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2</a:t>
            </a:r>
            <a:endParaRPr kumimoji="1" lang="zh-CN" altLang="en-US" sz="1000" dirty="0">
              <a:latin typeface="HarmonyOS Sans SC Light" pitchFamily="2" charset="-122"/>
              <a:ea typeface="HarmonyOS Sans SC Light" pitchFamily="2" charset="-122"/>
            </a:endParaRPr>
          </a:p>
        </p:txBody>
      </p:sp>
      <p:sp>
        <p:nvSpPr>
          <p:cNvPr id="204" name="文本框 203">
            <a:extLst>
              <a:ext uri="{FF2B5EF4-FFF2-40B4-BE49-F238E27FC236}">
                <a16:creationId xmlns:a16="http://schemas.microsoft.com/office/drawing/2014/main" id="{D4A94BF7-1A95-7C2E-1E91-99DC3799B7B3}"/>
              </a:ext>
            </a:extLst>
          </p:cNvPr>
          <p:cNvSpPr txBox="1"/>
          <p:nvPr/>
        </p:nvSpPr>
        <p:spPr>
          <a:xfrm>
            <a:off x="3744791" y="4445630"/>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-1.6</a:t>
            </a:r>
            <a:endParaRPr kumimoji="1" lang="zh-CN" altLang="en-US" sz="1000" dirty="0">
              <a:latin typeface="HarmonyOS Sans SC Light" pitchFamily="2" charset="-122"/>
              <a:ea typeface="HarmonyOS Sans SC Light" pitchFamily="2" charset="-122"/>
            </a:endParaRPr>
          </a:p>
        </p:txBody>
      </p:sp>
      <p:sp>
        <p:nvSpPr>
          <p:cNvPr id="205" name="文本框 204">
            <a:extLst>
              <a:ext uri="{FF2B5EF4-FFF2-40B4-BE49-F238E27FC236}">
                <a16:creationId xmlns:a16="http://schemas.microsoft.com/office/drawing/2014/main" id="{90A3074A-20C7-C2CC-F99E-0C41E1F64A9A}"/>
              </a:ext>
            </a:extLst>
          </p:cNvPr>
          <p:cNvSpPr txBox="1"/>
          <p:nvPr/>
        </p:nvSpPr>
        <p:spPr>
          <a:xfrm>
            <a:off x="4784715" y="4311245"/>
            <a:ext cx="325730"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18</a:t>
            </a:r>
            <a:endParaRPr kumimoji="1" lang="zh-CN" altLang="en-US" sz="1000" dirty="0">
              <a:latin typeface="HarmonyOS Sans SC Light" pitchFamily="2" charset="-122"/>
              <a:ea typeface="HarmonyOS Sans SC Light" pitchFamily="2" charset="-122"/>
            </a:endParaRPr>
          </a:p>
        </p:txBody>
      </p:sp>
      <p:sp>
        <p:nvSpPr>
          <p:cNvPr id="206" name="文本框 205">
            <a:extLst>
              <a:ext uri="{FF2B5EF4-FFF2-40B4-BE49-F238E27FC236}">
                <a16:creationId xmlns:a16="http://schemas.microsoft.com/office/drawing/2014/main" id="{C8CEA5D1-9C3C-E1F6-EED2-5F0B037DD091}"/>
              </a:ext>
            </a:extLst>
          </p:cNvPr>
          <p:cNvSpPr txBox="1"/>
          <p:nvPr/>
        </p:nvSpPr>
        <p:spPr>
          <a:xfrm>
            <a:off x="3748466" y="4856285"/>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-2.9</a:t>
            </a:r>
            <a:endParaRPr kumimoji="1" lang="zh-CN" altLang="en-US" sz="1000" dirty="0">
              <a:latin typeface="HarmonyOS Sans SC Light" pitchFamily="2" charset="-122"/>
              <a:ea typeface="HarmonyOS Sans SC Light" pitchFamily="2" charset="-122"/>
            </a:endParaRPr>
          </a:p>
        </p:txBody>
      </p:sp>
      <p:sp>
        <p:nvSpPr>
          <p:cNvPr id="207" name="文本框 206">
            <a:extLst>
              <a:ext uri="{FF2B5EF4-FFF2-40B4-BE49-F238E27FC236}">
                <a16:creationId xmlns:a16="http://schemas.microsoft.com/office/drawing/2014/main" id="{01C3D82C-1CC3-F3DC-4B60-A76457A922F6}"/>
              </a:ext>
            </a:extLst>
          </p:cNvPr>
          <p:cNvSpPr txBox="1"/>
          <p:nvPr/>
        </p:nvSpPr>
        <p:spPr>
          <a:xfrm>
            <a:off x="4846985" y="4723158"/>
            <a:ext cx="255198"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5</a:t>
            </a:r>
            <a:endParaRPr kumimoji="1" lang="zh-CN" altLang="en-US" sz="1000" dirty="0">
              <a:latin typeface="HarmonyOS Sans SC Light" pitchFamily="2" charset="-122"/>
              <a:ea typeface="HarmonyOS Sans SC Light" pitchFamily="2" charset="-122"/>
            </a:endParaRPr>
          </a:p>
        </p:txBody>
      </p:sp>
      <p:sp>
        <p:nvSpPr>
          <p:cNvPr id="208" name="文本框 207">
            <a:extLst>
              <a:ext uri="{FF2B5EF4-FFF2-40B4-BE49-F238E27FC236}">
                <a16:creationId xmlns:a16="http://schemas.microsoft.com/office/drawing/2014/main" id="{4F83D060-60F2-0FA8-ED31-A51BE8631ABB}"/>
              </a:ext>
            </a:extLst>
          </p:cNvPr>
          <p:cNvSpPr txBox="1"/>
          <p:nvPr/>
        </p:nvSpPr>
        <p:spPr>
          <a:xfrm>
            <a:off x="3748074" y="5254894"/>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-5.6</a:t>
            </a:r>
            <a:endParaRPr kumimoji="1" lang="zh-CN" altLang="en-US" sz="1000" dirty="0">
              <a:latin typeface="HarmonyOS Sans SC Light" pitchFamily="2" charset="-122"/>
              <a:ea typeface="HarmonyOS Sans SC Light" pitchFamily="2" charset="-122"/>
            </a:endParaRPr>
          </a:p>
        </p:txBody>
      </p:sp>
      <p:sp>
        <p:nvSpPr>
          <p:cNvPr id="209" name="文本框 208">
            <a:extLst>
              <a:ext uri="{FF2B5EF4-FFF2-40B4-BE49-F238E27FC236}">
                <a16:creationId xmlns:a16="http://schemas.microsoft.com/office/drawing/2014/main" id="{3F849F9A-6C62-4CD7-1D24-5783331EA4CD}"/>
              </a:ext>
            </a:extLst>
          </p:cNvPr>
          <p:cNvSpPr txBox="1"/>
          <p:nvPr/>
        </p:nvSpPr>
        <p:spPr>
          <a:xfrm>
            <a:off x="4733582" y="5120782"/>
            <a:ext cx="396262"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824</a:t>
            </a:r>
            <a:endParaRPr kumimoji="1" lang="zh-CN" altLang="en-US" sz="1000" dirty="0">
              <a:latin typeface="HarmonyOS Sans SC Light" pitchFamily="2" charset="-122"/>
              <a:ea typeface="HarmonyOS Sans SC Light" pitchFamily="2" charset="-122"/>
            </a:endParaRPr>
          </a:p>
        </p:txBody>
      </p:sp>
      <p:sp>
        <p:nvSpPr>
          <p:cNvPr id="210" name="文本框 209">
            <a:extLst>
              <a:ext uri="{FF2B5EF4-FFF2-40B4-BE49-F238E27FC236}">
                <a16:creationId xmlns:a16="http://schemas.microsoft.com/office/drawing/2014/main" id="{68EE63F3-B1CB-F0FF-AC9F-AF8D2FD48F21}"/>
              </a:ext>
            </a:extLst>
          </p:cNvPr>
          <p:cNvSpPr txBox="1"/>
          <p:nvPr/>
        </p:nvSpPr>
        <p:spPr>
          <a:xfrm>
            <a:off x="5097858" y="2437293"/>
            <a:ext cx="354584" cy="246221"/>
          </a:xfrm>
          <a:prstGeom prst="rect">
            <a:avLst/>
          </a:prstGeom>
          <a:noFill/>
        </p:spPr>
        <p:txBody>
          <a:bodyPr wrap="none" rtlCol="0">
            <a:spAutoFit/>
          </a:bodyPr>
          <a:lstStyle/>
          <a:p>
            <a:r>
              <a:rPr kumimoji="1" lang="en-US" altLang="zh-CN" sz="1000" dirty="0">
                <a:solidFill>
                  <a:schemeClr val="bg1"/>
                </a:solidFill>
                <a:latin typeface="HarmonyOS Sans SC Light" pitchFamily="2" charset="-122"/>
                <a:ea typeface="HarmonyOS Sans SC Light" pitchFamily="2" charset="-122"/>
              </a:rPr>
              <a:t>3.7</a:t>
            </a:r>
            <a:endParaRPr kumimoji="1" lang="zh-CN" altLang="en-US" sz="1000" dirty="0">
              <a:solidFill>
                <a:schemeClr val="bg1"/>
              </a:solidFill>
              <a:latin typeface="HarmonyOS Sans SC Light" pitchFamily="2" charset="-122"/>
              <a:ea typeface="HarmonyOS Sans SC Light" pitchFamily="2" charset="-122"/>
            </a:endParaRPr>
          </a:p>
        </p:txBody>
      </p:sp>
      <p:sp>
        <p:nvSpPr>
          <p:cNvPr id="211" name="文本框 210">
            <a:extLst>
              <a:ext uri="{FF2B5EF4-FFF2-40B4-BE49-F238E27FC236}">
                <a16:creationId xmlns:a16="http://schemas.microsoft.com/office/drawing/2014/main" id="{605C4887-0848-1A90-E8DE-D32F0D7A9731}"/>
              </a:ext>
            </a:extLst>
          </p:cNvPr>
          <p:cNvSpPr txBox="1"/>
          <p:nvPr/>
        </p:nvSpPr>
        <p:spPr>
          <a:xfrm>
            <a:off x="6058496" y="2304535"/>
            <a:ext cx="396262"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140</a:t>
            </a:r>
            <a:endParaRPr kumimoji="1" lang="zh-CN" altLang="en-US" sz="1000" dirty="0">
              <a:latin typeface="HarmonyOS Sans SC Light" pitchFamily="2" charset="-122"/>
              <a:ea typeface="HarmonyOS Sans SC Light" pitchFamily="2" charset="-122"/>
            </a:endParaRPr>
          </a:p>
        </p:txBody>
      </p:sp>
      <p:sp>
        <p:nvSpPr>
          <p:cNvPr id="212" name="文本框 211">
            <a:extLst>
              <a:ext uri="{FF2B5EF4-FFF2-40B4-BE49-F238E27FC236}">
                <a16:creationId xmlns:a16="http://schemas.microsoft.com/office/drawing/2014/main" id="{96345D57-11C6-C09D-6BE8-AFE29DB31A68}"/>
              </a:ext>
            </a:extLst>
          </p:cNvPr>
          <p:cNvSpPr txBox="1"/>
          <p:nvPr/>
        </p:nvSpPr>
        <p:spPr>
          <a:xfrm>
            <a:off x="5097466" y="2835902"/>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-2.9</a:t>
            </a:r>
            <a:endParaRPr kumimoji="1" lang="zh-CN" altLang="en-US" sz="1000" dirty="0">
              <a:latin typeface="HarmonyOS Sans SC Light" pitchFamily="2" charset="-122"/>
              <a:ea typeface="HarmonyOS Sans SC Light" pitchFamily="2" charset="-122"/>
            </a:endParaRPr>
          </a:p>
        </p:txBody>
      </p:sp>
      <p:sp>
        <p:nvSpPr>
          <p:cNvPr id="213" name="文本框 212">
            <a:extLst>
              <a:ext uri="{FF2B5EF4-FFF2-40B4-BE49-F238E27FC236}">
                <a16:creationId xmlns:a16="http://schemas.microsoft.com/office/drawing/2014/main" id="{298015D2-4FEF-67CE-77C0-8AECBC024F35}"/>
              </a:ext>
            </a:extLst>
          </p:cNvPr>
          <p:cNvSpPr txBox="1"/>
          <p:nvPr/>
        </p:nvSpPr>
        <p:spPr>
          <a:xfrm>
            <a:off x="6121756" y="2696550"/>
            <a:ext cx="325730"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72</a:t>
            </a:r>
            <a:endParaRPr kumimoji="1" lang="zh-CN" altLang="en-US" sz="1000" dirty="0">
              <a:latin typeface="HarmonyOS Sans SC Light" pitchFamily="2" charset="-122"/>
              <a:ea typeface="HarmonyOS Sans SC Light" pitchFamily="2" charset="-122"/>
            </a:endParaRPr>
          </a:p>
        </p:txBody>
      </p:sp>
      <p:sp>
        <p:nvSpPr>
          <p:cNvPr id="214" name="文本框 213">
            <a:extLst>
              <a:ext uri="{FF2B5EF4-FFF2-40B4-BE49-F238E27FC236}">
                <a16:creationId xmlns:a16="http://schemas.microsoft.com/office/drawing/2014/main" id="{0E195647-45F8-3930-81D0-C7C18CCEC039}"/>
              </a:ext>
            </a:extLst>
          </p:cNvPr>
          <p:cNvSpPr txBox="1"/>
          <p:nvPr/>
        </p:nvSpPr>
        <p:spPr>
          <a:xfrm>
            <a:off x="5101141" y="3246557"/>
            <a:ext cx="425116" cy="246221"/>
          </a:xfrm>
          <a:prstGeom prst="rect">
            <a:avLst/>
          </a:prstGeom>
          <a:noFill/>
        </p:spPr>
        <p:txBody>
          <a:bodyPr wrap="none" rtlCol="0">
            <a:spAutoFit/>
          </a:bodyPr>
          <a:lstStyle/>
          <a:p>
            <a:r>
              <a:rPr kumimoji="1" lang="en-US" altLang="zh-CN" sz="1000" dirty="0">
                <a:solidFill>
                  <a:schemeClr val="bg1"/>
                </a:solidFill>
                <a:latin typeface="HarmonyOS Sans SC Light" pitchFamily="2" charset="-122"/>
                <a:ea typeface="HarmonyOS Sans SC Light" pitchFamily="2" charset="-122"/>
              </a:rPr>
              <a:t>16.2</a:t>
            </a:r>
            <a:endParaRPr kumimoji="1" lang="zh-CN" altLang="en-US" sz="1000" dirty="0">
              <a:solidFill>
                <a:schemeClr val="bg1"/>
              </a:solidFill>
              <a:latin typeface="HarmonyOS Sans SC Light" pitchFamily="2" charset="-122"/>
              <a:ea typeface="HarmonyOS Sans SC Light" pitchFamily="2" charset="-122"/>
            </a:endParaRPr>
          </a:p>
        </p:txBody>
      </p:sp>
      <p:sp>
        <p:nvSpPr>
          <p:cNvPr id="215" name="文本框 214">
            <a:extLst>
              <a:ext uri="{FF2B5EF4-FFF2-40B4-BE49-F238E27FC236}">
                <a16:creationId xmlns:a16="http://schemas.microsoft.com/office/drawing/2014/main" id="{D781DB9F-A21A-903C-551F-4C3A8E274272}"/>
              </a:ext>
            </a:extLst>
          </p:cNvPr>
          <p:cNvSpPr txBox="1"/>
          <p:nvPr/>
        </p:nvSpPr>
        <p:spPr>
          <a:xfrm>
            <a:off x="6051259" y="3119612"/>
            <a:ext cx="396263" cy="246221"/>
          </a:xfrm>
          <a:prstGeom prst="rect">
            <a:avLst/>
          </a:prstGeom>
          <a:noFill/>
        </p:spPr>
        <p:txBody>
          <a:bodyPr wrap="none" rtlCol="0">
            <a:spAutoFit/>
          </a:bodyPr>
          <a:lstStyle/>
          <a:p>
            <a:pPr algn="ctr"/>
            <a:r>
              <a:rPr kumimoji="1" lang="en-US" altLang="zh-CN" sz="1000" dirty="0">
                <a:latin typeface="HarmonyOS Sans SC Light" pitchFamily="2" charset="-122"/>
                <a:ea typeface="HarmonyOS Sans SC Light" pitchFamily="2" charset="-122"/>
              </a:rPr>
              <a:t>210</a:t>
            </a:r>
            <a:endParaRPr kumimoji="1" lang="zh-CN" altLang="en-US" sz="1000" dirty="0">
              <a:latin typeface="HarmonyOS Sans SC Light" pitchFamily="2" charset="-122"/>
              <a:ea typeface="HarmonyOS Sans SC Light" pitchFamily="2" charset="-122"/>
            </a:endParaRPr>
          </a:p>
        </p:txBody>
      </p:sp>
      <p:sp>
        <p:nvSpPr>
          <p:cNvPr id="216" name="文本框 215">
            <a:extLst>
              <a:ext uri="{FF2B5EF4-FFF2-40B4-BE49-F238E27FC236}">
                <a16:creationId xmlns:a16="http://schemas.microsoft.com/office/drawing/2014/main" id="{66EB229F-84F9-02EB-8111-AF1620E13465}"/>
              </a:ext>
            </a:extLst>
          </p:cNvPr>
          <p:cNvSpPr txBox="1"/>
          <p:nvPr/>
        </p:nvSpPr>
        <p:spPr>
          <a:xfrm>
            <a:off x="5100749" y="3645166"/>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-9.6</a:t>
            </a:r>
            <a:endParaRPr kumimoji="1" lang="zh-CN" altLang="en-US" sz="1000" dirty="0">
              <a:latin typeface="HarmonyOS Sans SC Light" pitchFamily="2" charset="-122"/>
              <a:ea typeface="HarmonyOS Sans SC Light" pitchFamily="2" charset="-122"/>
            </a:endParaRPr>
          </a:p>
        </p:txBody>
      </p:sp>
      <p:sp>
        <p:nvSpPr>
          <p:cNvPr id="217" name="文本框 216">
            <a:extLst>
              <a:ext uri="{FF2B5EF4-FFF2-40B4-BE49-F238E27FC236}">
                <a16:creationId xmlns:a16="http://schemas.microsoft.com/office/drawing/2014/main" id="{EFF3BF1E-3425-221A-3C3A-CA22A843D9C5}"/>
              </a:ext>
            </a:extLst>
          </p:cNvPr>
          <p:cNvSpPr txBox="1"/>
          <p:nvPr/>
        </p:nvSpPr>
        <p:spPr>
          <a:xfrm>
            <a:off x="6125039" y="3505814"/>
            <a:ext cx="325730"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45</a:t>
            </a:r>
            <a:endParaRPr kumimoji="1" lang="zh-CN" altLang="en-US" sz="1000" dirty="0">
              <a:latin typeface="HarmonyOS Sans SC Light" pitchFamily="2" charset="-122"/>
              <a:ea typeface="HarmonyOS Sans SC Light" pitchFamily="2" charset="-122"/>
            </a:endParaRPr>
          </a:p>
        </p:txBody>
      </p:sp>
      <p:sp>
        <p:nvSpPr>
          <p:cNvPr id="218" name="文本框 217">
            <a:extLst>
              <a:ext uri="{FF2B5EF4-FFF2-40B4-BE49-F238E27FC236}">
                <a16:creationId xmlns:a16="http://schemas.microsoft.com/office/drawing/2014/main" id="{A0473659-7D07-0382-AE56-043805191EFF}"/>
              </a:ext>
            </a:extLst>
          </p:cNvPr>
          <p:cNvSpPr txBox="1"/>
          <p:nvPr/>
        </p:nvSpPr>
        <p:spPr>
          <a:xfrm>
            <a:off x="5095629" y="4039800"/>
            <a:ext cx="489236"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-13.0</a:t>
            </a:r>
            <a:endParaRPr kumimoji="1" lang="zh-CN" altLang="en-US" sz="1000" dirty="0">
              <a:latin typeface="HarmonyOS Sans SC Light" pitchFamily="2" charset="-122"/>
              <a:ea typeface="HarmonyOS Sans SC Light" pitchFamily="2" charset="-122"/>
            </a:endParaRPr>
          </a:p>
        </p:txBody>
      </p:sp>
      <p:sp>
        <p:nvSpPr>
          <p:cNvPr id="219" name="文本框 218">
            <a:extLst>
              <a:ext uri="{FF2B5EF4-FFF2-40B4-BE49-F238E27FC236}">
                <a16:creationId xmlns:a16="http://schemas.microsoft.com/office/drawing/2014/main" id="{4F7BDA82-05A6-D3B9-BDCA-050C97F5CA48}"/>
              </a:ext>
            </a:extLst>
          </p:cNvPr>
          <p:cNvSpPr txBox="1"/>
          <p:nvPr/>
        </p:nvSpPr>
        <p:spPr>
          <a:xfrm>
            <a:off x="6186313" y="3900448"/>
            <a:ext cx="255198"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4</a:t>
            </a:r>
            <a:endParaRPr kumimoji="1" lang="zh-CN" altLang="en-US" sz="1000" dirty="0">
              <a:latin typeface="HarmonyOS Sans SC Light" pitchFamily="2" charset="-122"/>
              <a:ea typeface="HarmonyOS Sans SC Light" pitchFamily="2" charset="-122"/>
            </a:endParaRPr>
          </a:p>
        </p:txBody>
      </p:sp>
      <p:sp>
        <p:nvSpPr>
          <p:cNvPr id="220" name="文本框 219">
            <a:extLst>
              <a:ext uri="{FF2B5EF4-FFF2-40B4-BE49-F238E27FC236}">
                <a16:creationId xmlns:a16="http://schemas.microsoft.com/office/drawing/2014/main" id="{7B1504BD-810C-28D2-B2FB-0A2D1EA85BD1}"/>
              </a:ext>
            </a:extLst>
          </p:cNvPr>
          <p:cNvSpPr txBox="1"/>
          <p:nvPr/>
        </p:nvSpPr>
        <p:spPr>
          <a:xfrm>
            <a:off x="5095237" y="4438409"/>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-0.6</a:t>
            </a:r>
            <a:endParaRPr kumimoji="1" lang="zh-CN" altLang="en-US" sz="1000" dirty="0">
              <a:latin typeface="HarmonyOS Sans SC Light" pitchFamily="2" charset="-122"/>
              <a:ea typeface="HarmonyOS Sans SC Light" pitchFamily="2" charset="-122"/>
            </a:endParaRPr>
          </a:p>
        </p:txBody>
      </p:sp>
      <p:sp>
        <p:nvSpPr>
          <p:cNvPr id="221" name="文本框 220">
            <a:extLst>
              <a:ext uri="{FF2B5EF4-FFF2-40B4-BE49-F238E27FC236}">
                <a16:creationId xmlns:a16="http://schemas.microsoft.com/office/drawing/2014/main" id="{7E551710-00BF-2A04-6337-ADBC2D65CAF2}"/>
              </a:ext>
            </a:extLst>
          </p:cNvPr>
          <p:cNvSpPr txBox="1"/>
          <p:nvPr/>
        </p:nvSpPr>
        <p:spPr>
          <a:xfrm>
            <a:off x="6186313" y="4298072"/>
            <a:ext cx="255198"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3</a:t>
            </a:r>
            <a:endParaRPr kumimoji="1" lang="zh-CN" altLang="en-US" sz="1000" dirty="0">
              <a:latin typeface="HarmonyOS Sans SC Light" pitchFamily="2" charset="-122"/>
              <a:ea typeface="HarmonyOS Sans SC Light" pitchFamily="2" charset="-122"/>
            </a:endParaRPr>
          </a:p>
        </p:txBody>
      </p:sp>
      <p:sp>
        <p:nvSpPr>
          <p:cNvPr id="222" name="文本框 221">
            <a:extLst>
              <a:ext uri="{FF2B5EF4-FFF2-40B4-BE49-F238E27FC236}">
                <a16:creationId xmlns:a16="http://schemas.microsoft.com/office/drawing/2014/main" id="{34BAA82D-5CF6-F9DE-0467-4DE76B23299C}"/>
              </a:ext>
            </a:extLst>
          </p:cNvPr>
          <p:cNvSpPr txBox="1"/>
          <p:nvPr/>
        </p:nvSpPr>
        <p:spPr>
          <a:xfrm>
            <a:off x="5098912" y="4849064"/>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-2.8</a:t>
            </a:r>
            <a:endParaRPr kumimoji="1" lang="zh-CN" altLang="en-US" sz="1000" dirty="0">
              <a:latin typeface="HarmonyOS Sans SC Light" pitchFamily="2" charset="-122"/>
              <a:ea typeface="HarmonyOS Sans SC Light" pitchFamily="2" charset="-122"/>
            </a:endParaRPr>
          </a:p>
        </p:txBody>
      </p:sp>
      <p:sp>
        <p:nvSpPr>
          <p:cNvPr id="223" name="文本框 222">
            <a:extLst>
              <a:ext uri="{FF2B5EF4-FFF2-40B4-BE49-F238E27FC236}">
                <a16:creationId xmlns:a16="http://schemas.microsoft.com/office/drawing/2014/main" id="{ADEBC411-50A6-99CD-A1AE-E46848D1E2EC}"/>
              </a:ext>
            </a:extLst>
          </p:cNvPr>
          <p:cNvSpPr txBox="1"/>
          <p:nvPr/>
        </p:nvSpPr>
        <p:spPr>
          <a:xfrm>
            <a:off x="6197431" y="4715937"/>
            <a:ext cx="255198"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1</a:t>
            </a:r>
            <a:endParaRPr kumimoji="1" lang="zh-CN" altLang="en-US" sz="1000" dirty="0">
              <a:latin typeface="HarmonyOS Sans SC Light" pitchFamily="2" charset="-122"/>
              <a:ea typeface="HarmonyOS Sans SC Light" pitchFamily="2" charset="-122"/>
            </a:endParaRPr>
          </a:p>
        </p:txBody>
      </p:sp>
      <p:sp>
        <p:nvSpPr>
          <p:cNvPr id="224" name="文本框 223">
            <a:extLst>
              <a:ext uri="{FF2B5EF4-FFF2-40B4-BE49-F238E27FC236}">
                <a16:creationId xmlns:a16="http://schemas.microsoft.com/office/drawing/2014/main" id="{A11A4EB0-F193-33F3-898D-B9FEF098B5F0}"/>
              </a:ext>
            </a:extLst>
          </p:cNvPr>
          <p:cNvSpPr txBox="1"/>
          <p:nvPr/>
        </p:nvSpPr>
        <p:spPr>
          <a:xfrm>
            <a:off x="5098520" y="5247673"/>
            <a:ext cx="354584" cy="246221"/>
          </a:xfrm>
          <a:prstGeom prst="rect">
            <a:avLst/>
          </a:prstGeom>
          <a:noFill/>
        </p:spPr>
        <p:txBody>
          <a:bodyPr wrap="none" rtlCol="0">
            <a:spAutoFit/>
          </a:bodyPr>
          <a:lstStyle/>
          <a:p>
            <a:r>
              <a:rPr kumimoji="1" lang="en-US" altLang="zh-CN" sz="1000" dirty="0">
                <a:solidFill>
                  <a:schemeClr val="bg1"/>
                </a:solidFill>
                <a:latin typeface="HarmonyOS Sans SC Light" pitchFamily="2" charset="-122"/>
                <a:ea typeface="HarmonyOS Sans SC Light" pitchFamily="2" charset="-122"/>
              </a:rPr>
              <a:t>3.5</a:t>
            </a:r>
            <a:endParaRPr kumimoji="1" lang="zh-CN" altLang="en-US" sz="1000" dirty="0">
              <a:solidFill>
                <a:schemeClr val="bg1"/>
              </a:solidFill>
              <a:latin typeface="HarmonyOS Sans SC Light" pitchFamily="2" charset="-122"/>
              <a:ea typeface="HarmonyOS Sans SC Light" pitchFamily="2" charset="-122"/>
            </a:endParaRPr>
          </a:p>
        </p:txBody>
      </p:sp>
      <p:sp>
        <p:nvSpPr>
          <p:cNvPr id="225" name="文本框 224">
            <a:extLst>
              <a:ext uri="{FF2B5EF4-FFF2-40B4-BE49-F238E27FC236}">
                <a16:creationId xmlns:a16="http://schemas.microsoft.com/office/drawing/2014/main" id="{D1D24CCD-0B48-7E10-4099-4CBF1D9F58A8}"/>
              </a:ext>
            </a:extLst>
          </p:cNvPr>
          <p:cNvSpPr txBox="1"/>
          <p:nvPr/>
        </p:nvSpPr>
        <p:spPr>
          <a:xfrm>
            <a:off x="6084028" y="5113561"/>
            <a:ext cx="396262"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473</a:t>
            </a:r>
            <a:endParaRPr kumimoji="1" lang="zh-CN" altLang="en-US" sz="1000" dirty="0">
              <a:latin typeface="HarmonyOS Sans SC Light" pitchFamily="2" charset="-122"/>
              <a:ea typeface="HarmonyOS Sans SC Light" pitchFamily="2" charset="-122"/>
            </a:endParaRPr>
          </a:p>
        </p:txBody>
      </p:sp>
      <p:sp>
        <p:nvSpPr>
          <p:cNvPr id="226" name="文本框 225">
            <a:extLst>
              <a:ext uri="{FF2B5EF4-FFF2-40B4-BE49-F238E27FC236}">
                <a16:creationId xmlns:a16="http://schemas.microsoft.com/office/drawing/2014/main" id="{BB2D6716-62BF-B48E-65F8-4D076C7CA61C}"/>
              </a:ext>
            </a:extLst>
          </p:cNvPr>
          <p:cNvSpPr txBox="1"/>
          <p:nvPr/>
        </p:nvSpPr>
        <p:spPr>
          <a:xfrm>
            <a:off x="6421669" y="2444514"/>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-5.7</a:t>
            </a:r>
            <a:endParaRPr kumimoji="1" lang="zh-CN" altLang="en-US" sz="1000" dirty="0">
              <a:latin typeface="HarmonyOS Sans SC Light" pitchFamily="2" charset="-122"/>
              <a:ea typeface="HarmonyOS Sans SC Light" pitchFamily="2" charset="-122"/>
            </a:endParaRPr>
          </a:p>
        </p:txBody>
      </p:sp>
      <p:sp>
        <p:nvSpPr>
          <p:cNvPr id="227" name="文本框 226">
            <a:extLst>
              <a:ext uri="{FF2B5EF4-FFF2-40B4-BE49-F238E27FC236}">
                <a16:creationId xmlns:a16="http://schemas.microsoft.com/office/drawing/2014/main" id="{5E12B4C2-0A7B-000B-C617-9F8F15351011}"/>
              </a:ext>
            </a:extLst>
          </p:cNvPr>
          <p:cNvSpPr txBox="1"/>
          <p:nvPr/>
        </p:nvSpPr>
        <p:spPr>
          <a:xfrm>
            <a:off x="7372502" y="2305378"/>
            <a:ext cx="396262"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109</a:t>
            </a:r>
            <a:endParaRPr kumimoji="1" lang="zh-CN" altLang="en-US" sz="1000" dirty="0">
              <a:latin typeface="HarmonyOS Sans SC Light" pitchFamily="2" charset="-122"/>
              <a:ea typeface="HarmonyOS Sans SC Light" pitchFamily="2" charset="-122"/>
            </a:endParaRPr>
          </a:p>
        </p:txBody>
      </p:sp>
      <p:sp>
        <p:nvSpPr>
          <p:cNvPr id="228" name="文本框 227">
            <a:extLst>
              <a:ext uri="{FF2B5EF4-FFF2-40B4-BE49-F238E27FC236}">
                <a16:creationId xmlns:a16="http://schemas.microsoft.com/office/drawing/2014/main" id="{5F4E80BD-79D0-CBFB-672F-C53C2E8F45E5}"/>
              </a:ext>
            </a:extLst>
          </p:cNvPr>
          <p:cNvSpPr txBox="1"/>
          <p:nvPr/>
        </p:nvSpPr>
        <p:spPr>
          <a:xfrm>
            <a:off x="6421277" y="2843123"/>
            <a:ext cx="354584" cy="246221"/>
          </a:xfrm>
          <a:prstGeom prst="rect">
            <a:avLst/>
          </a:prstGeom>
          <a:noFill/>
        </p:spPr>
        <p:txBody>
          <a:bodyPr wrap="none" rtlCol="0">
            <a:spAutoFit/>
          </a:bodyPr>
          <a:lstStyle/>
          <a:p>
            <a:r>
              <a:rPr kumimoji="1" lang="en-US" altLang="zh-CN" sz="1000" dirty="0">
                <a:solidFill>
                  <a:schemeClr val="bg1"/>
                </a:solidFill>
                <a:latin typeface="HarmonyOS Sans SC Light" pitchFamily="2" charset="-122"/>
                <a:ea typeface="HarmonyOS Sans SC Light" pitchFamily="2" charset="-122"/>
              </a:rPr>
              <a:t>2.7</a:t>
            </a:r>
            <a:endParaRPr kumimoji="1" lang="zh-CN" altLang="en-US" sz="1000" dirty="0">
              <a:solidFill>
                <a:schemeClr val="bg1"/>
              </a:solidFill>
              <a:latin typeface="HarmonyOS Sans SC Light" pitchFamily="2" charset="-122"/>
              <a:ea typeface="HarmonyOS Sans SC Light" pitchFamily="2" charset="-122"/>
            </a:endParaRPr>
          </a:p>
        </p:txBody>
      </p:sp>
      <p:sp>
        <p:nvSpPr>
          <p:cNvPr id="229" name="文本框 228">
            <a:extLst>
              <a:ext uri="{FF2B5EF4-FFF2-40B4-BE49-F238E27FC236}">
                <a16:creationId xmlns:a16="http://schemas.microsoft.com/office/drawing/2014/main" id="{58D8C3FE-3B19-831F-32DB-9921C5D20FEB}"/>
              </a:ext>
            </a:extLst>
          </p:cNvPr>
          <p:cNvSpPr txBox="1"/>
          <p:nvPr/>
        </p:nvSpPr>
        <p:spPr>
          <a:xfrm>
            <a:off x="7376050" y="2708761"/>
            <a:ext cx="396262"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175</a:t>
            </a:r>
            <a:endParaRPr kumimoji="1" lang="zh-CN" altLang="en-US" sz="1000" dirty="0">
              <a:latin typeface="HarmonyOS Sans SC Light" pitchFamily="2" charset="-122"/>
              <a:ea typeface="HarmonyOS Sans SC Light" pitchFamily="2" charset="-122"/>
            </a:endParaRPr>
          </a:p>
        </p:txBody>
      </p:sp>
      <p:sp>
        <p:nvSpPr>
          <p:cNvPr id="230" name="文本框 229">
            <a:extLst>
              <a:ext uri="{FF2B5EF4-FFF2-40B4-BE49-F238E27FC236}">
                <a16:creationId xmlns:a16="http://schemas.microsoft.com/office/drawing/2014/main" id="{680FAAE3-1FB7-B7AE-A9F8-631FBF005CC8}"/>
              </a:ext>
            </a:extLst>
          </p:cNvPr>
          <p:cNvSpPr txBox="1"/>
          <p:nvPr/>
        </p:nvSpPr>
        <p:spPr>
          <a:xfrm>
            <a:off x="6424952" y="3253778"/>
            <a:ext cx="354584" cy="246221"/>
          </a:xfrm>
          <a:prstGeom prst="rect">
            <a:avLst/>
          </a:prstGeom>
          <a:noFill/>
        </p:spPr>
        <p:txBody>
          <a:bodyPr wrap="none" rtlCol="0">
            <a:spAutoFit/>
          </a:bodyPr>
          <a:lstStyle/>
          <a:p>
            <a:r>
              <a:rPr kumimoji="1" lang="en-US" altLang="zh-CN" sz="1000" dirty="0">
                <a:solidFill>
                  <a:schemeClr val="bg1"/>
                </a:solidFill>
                <a:latin typeface="HarmonyOS Sans SC Light" pitchFamily="2" charset="-122"/>
                <a:ea typeface="HarmonyOS Sans SC Light" pitchFamily="2" charset="-122"/>
              </a:rPr>
              <a:t>0.8</a:t>
            </a:r>
            <a:endParaRPr kumimoji="1" lang="zh-CN" altLang="en-US" sz="1000" dirty="0">
              <a:solidFill>
                <a:schemeClr val="bg1"/>
              </a:solidFill>
              <a:latin typeface="HarmonyOS Sans SC Light" pitchFamily="2" charset="-122"/>
              <a:ea typeface="HarmonyOS Sans SC Light" pitchFamily="2" charset="-122"/>
            </a:endParaRPr>
          </a:p>
        </p:txBody>
      </p:sp>
      <p:sp>
        <p:nvSpPr>
          <p:cNvPr id="231" name="文本框 230">
            <a:extLst>
              <a:ext uri="{FF2B5EF4-FFF2-40B4-BE49-F238E27FC236}">
                <a16:creationId xmlns:a16="http://schemas.microsoft.com/office/drawing/2014/main" id="{240EEAB5-DAD9-EB4E-0166-5D0FBD2010DA}"/>
              </a:ext>
            </a:extLst>
          </p:cNvPr>
          <p:cNvSpPr txBox="1"/>
          <p:nvPr/>
        </p:nvSpPr>
        <p:spPr>
          <a:xfrm>
            <a:off x="7439726" y="3107370"/>
            <a:ext cx="325731" cy="246221"/>
          </a:xfrm>
          <a:prstGeom prst="rect">
            <a:avLst/>
          </a:prstGeom>
          <a:noFill/>
        </p:spPr>
        <p:txBody>
          <a:bodyPr wrap="none" rtlCol="0">
            <a:spAutoFit/>
          </a:bodyPr>
          <a:lstStyle/>
          <a:p>
            <a:pPr algn="ctr"/>
            <a:r>
              <a:rPr kumimoji="1" lang="en-US" altLang="zh-CN" sz="1000" dirty="0">
                <a:latin typeface="HarmonyOS Sans SC Light" pitchFamily="2" charset="-122"/>
                <a:ea typeface="HarmonyOS Sans SC Light" pitchFamily="2" charset="-122"/>
              </a:rPr>
              <a:t>34</a:t>
            </a:r>
            <a:endParaRPr kumimoji="1" lang="zh-CN" altLang="en-US" sz="1000" dirty="0">
              <a:latin typeface="HarmonyOS Sans SC Light" pitchFamily="2" charset="-122"/>
              <a:ea typeface="HarmonyOS Sans SC Light" pitchFamily="2" charset="-122"/>
            </a:endParaRPr>
          </a:p>
        </p:txBody>
      </p:sp>
      <p:sp>
        <p:nvSpPr>
          <p:cNvPr id="232" name="文本框 231">
            <a:extLst>
              <a:ext uri="{FF2B5EF4-FFF2-40B4-BE49-F238E27FC236}">
                <a16:creationId xmlns:a16="http://schemas.microsoft.com/office/drawing/2014/main" id="{15C4DF89-EBAF-5C4E-4C21-5944BA0EE3DC}"/>
              </a:ext>
            </a:extLst>
          </p:cNvPr>
          <p:cNvSpPr txBox="1"/>
          <p:nvPr/>
        </p:nvSpPr>
        <p:spPr>
          <a:xfrm>
            <a:off x="6424560" y="3652387"/>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-3.5</a:t>
            </a:r>
            <a:endParaRPr kumimoji="1" lang="zh-CN" altLang="en-US" sz="1000" dirty="0">
              <a:latin typeface="HarmonyOS Sans SC Light" pitchFamily="2" charset="-122"/>
              <a:ea typeface="HarmonyOS Sans SC Light" pitchFamily="2" charset="-122"/>
            </a:endParaRPr>
          </a:p>
        </p:txBody>
      </p:sp>
      <p:sp>
        <p:nvSpPr>
          <p:cNvPr id="233" name="文本框 232">
            <a:extLst>
              <a:ext uri="{FF2B5EF4-FFF2-40B4-BE49-F238E27FC236}">
                <a16:creationId xmlns:a16="http://schemas.microsoft.com/office/drawing/2014/main" id="{139C3BF7-FC77-171E-E245-3D86DB5903A9}"/>
              </a:ext>
            </a:extLst>
          </p:cNvPr>
          <p:cNvSpPr txBox="1"/>
          <p:nvPr/>
        </p:nvSpPr>
        <p:spPr>
          <a:xfrm>
            <a:off x="7448850" y="3513035"/>
            <a:ext cx="325730"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47</a:t>
            </a:r>
            <a:endParaRPr kumimoji="1" lang="zh-CN" altLang="en-US" sz="1000" dirty="0">
              <a:latin typeface="HarmonyOS Sans SC Light" pitchFamily="2" charset="-122"/>
              <a:ea typeface="HarmonyOS Sans SC Light" pitchFamily="2" charset="-122"/>
            </a:endParaRPr>
          </a:p>
        </p:txBody>
      </p:sp>
      <p:sp>
        <p:nvSpPr>
          <p:cNvPr id="234" name="文本框 233">
            <a:extLst>
              <a:ext uri="{FF2B5EF4-FFF2-40B4-BE49-F238E27FC236}">
                <a16:creationId xmlns:a16="http://schemas.microsoft.com/office/drawing/2014/main" id="{34A88FE2-1C9C-29DC-0781-BA965698C549}"/>
              </a:ext>
            </a:extLst>
          </p:cNvPr>
          <p:cNvSpPr txBox="1"/>
          <p:nvPr/>
        </p:nvSpPr>
        <p:spPr>
          <a:xfrm>
            <a:off x="6419440" y="4047021"/>
            <a:ext cx="354584" cy="246221"/>
          </a:xfrm>
          <a:prstGeom prst="rect">
            <a:avLst/>
          </a:prstGeom>
          <a:noFill/>
        </p:spPr>
        <p:txBody>
          <a:bodyPr wrap="none" rtlCol="0">
            <a:spAutoFit/>
          </a:bodyPr>
          <a:lstStyle/>
          <a:p>
            <a:r>
              <a:rPr kumimoji="1" lang="en-US" altLang="zh-CN" sz="1000" dirty="0">
                <a:solidFill>
                  <a:schemeClr val="bg1"/>
                </a:solidFill>
                <a:latin typeface="HarmonyOS Sans SC Light" pitchFamily="2" charset="-122"/>
                <a:ea typeface="HarmonyOS Sans SC Light" pitchFamily="2" charset="-122"/>
              </a:rPr>
              <a:t>0.9</a:t>
            </a:r>
            <a:endParaRPr kumimoji="1" lang="zh-CN" altLang="en-US" sz="1000" dirty="0">
              <a:solidFill>
                <a:schemeClr val="bg1"/>
              </a:solidFill>
              <a:latin typeface="HarmonyOS Sans SC Light" pitchFamily="2" charset="-122"/>
              <a:ea typeface="HarmonyOS Sans SC Light" pitchFamily="2" charset="-122"/>
            </a:endParaRPr>
          </a:p>
        </p:txBody>
      </p:sp>
      <p:sp>
        <p:nvSpPr>
          <p:cNvPr id="235" name="文本框 234">
            <a:extLst>
              <a:ext uri="{FF2B5EF4-FFF2-40B4-BE49-F238E27FC236}">
                <a16:creationId xmlns:a16="http://schemas.microsoft.com/office/drawing/2014/main" id="{4B1A234B-DA7C-3ABC-5798-E1677B75FFE4}"/>
              </a:ext>
            </a:extLst>
          </p:cNvPr>
          <p:cNvSpPr txBox="1"/>
          <p:nvPr/>
        </p:nvSpPr>
        <p:spPr>
          <a:xfrm>
            <a:off x="7453021" y="3913562"/>
            <a:ext cx="325730"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39</a:t>
            </a:r>
            <a:endParaRPr kumimoji="1" lang="zh-CN" altLang="en-US" sz="1000" dirty="0">
              <a:latin typeface="HarmonyOS Sans SC Light" pitchFamily="2" charset="-122"/>
              <a:ea typeface="HarmonyOS Sans SC Light" pitchFamily="2" charset="-122"/>
            </a:endParaRPr>
          </a:p>
        </p:txBody>
      </p:sp>
      <p:sp>
        <p:nvSpPr>
          <p:cNvPr id="236" name="文本框 235">
            <a:extLst>
              <a:ext uri="{FF2B5EF4-FFF2-40B4-BE49-F238E27FC236}">
                <a16:creationId xmlns:a16="http://schemas.microsoft.com/office/drawing/2014/main" id="{91DD091A-5255-30A7-AF1B-06787249A0CE}"/>
              </a:ext>
            </a:extLst>
          </p:cNvPr>
          <p:cNvSpPr txBox="1"/>
          <p:nvPr/>
        </p:nvSpPr>
        <p:spPr>
          <a:xfrm>
            <a:off x="6419048" y="4445630"/>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-0.8</a:t>
            </a:r>
            <a:endParaRPr kumimoji="1" lang="zh-CN" altLang="en-US" sz="1000" dirty="0">
              <a:latin typeface="HarmonyOS Sans SC Light" pitchFamily="2" charset="-122"/>
              <a:ea typeface="HarmonyOS Sans SC Light" pitchFamily="2" charset="-122"/>
            </a:endParaRPr>
          </a:p>
        </p:txBody>
      </p:sp>
      <p:sp>
        <p:nvSpPr>
          <p:cNvPr id="237" name="文本框 236">
            <a:extLst>
              <a:ext uri="{FF2B5EF4-FFF2-40B4-BE49-F238E27FC236}">
                <a16:creationId xmlns:a16="http://schemas.microsoft.com/office/drawing/2014/main" id="{66784AAE-AF9D-355F-F599-E081DAE2BC40}"/>
              </a:ext>
            </a:extLst>
          </p:cNvPr>
          <p:cNvSpPr txBox="1"/>
          <p:nvPr/>
        </p:nvSpPr>
        <p:spPr>
          <a:xfrm>
            <a:off x="7447622" y="4305293"/>
            <a:ext cx="325730"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15</a:t>
            </a:r>
            <a:endParaRPr kumimoji="1" lang="zh-CN" altLang="en-US" sz="1000" dirty="0">
              <a:latin typeface="HarmonyOS Sans SC Light" pitchFamily="2" charset="-122"/>
              <a:ea typeface="HarmonyOS Sans SC Light" pitchFamily="2" charset="-122"/>
            </a:endParaRPr>
          </a:p>
        </p:txBody>
      </p:sp>
      <p:sp>
        <p:nvSpPr>
          <p:cNvPr id="238" name="文本框 237">
            <a:extLst>
              <a:ext uri="{FF2B5EF4-FFF2-40B4-BE49-F238E27FC236}">
                <a16:creationId xmlns:a16="http://schemas.microsoft.com/office/drawing/2014/main" id="{213C8896-D9B6-94B8-B1F9-20E8A3526E4F}"/>
              </a:ext>
            </a:extLst>
          </p:cNvPr>
          <p:cNvSpPr txBox="1"/>
          <p:nvPr/>
        </p:nvSpPr>
        <p:spPr>
          <a:xfrm>
            <a:off x="6422723" y="4856285"/>
            <a:ext cx="354584" cy="246221"/>
          </a:xfrm>
          <a:prstGeom prst="rect">
            <a:avLst/>
          </a:prstGeom>
          <a:noFill/>
        </p:spPr>
        <p:txBody>
          <a:bodyPr wrap="none" rtlCol="0">
            <a:spAutoFit/>
          </a:bodyPr>
          <a:lstStyle/>
          <a:p>
            <a:r>
              <a:rPr kumimoji="1" lang="en-US" altLang="zh-CN" sz="1000" dirty="0">
                <a:solidFill>
                  <a:schemeClr val="bg1"/>
                </a:solidFill>
                <a:latin typeface="HarmonyOS Sans SC Light" pitchFamily="2" charset="-122"/>
                <a:ea typeface="HarmonyOS Sans SC Light" pitchFamily="2" charset="-122"/>
              </a:rPr>
              <a:t>0.5</a:t>
            </a:r>
            <a:endParaRPr kumimoji="1" lang="zh-CN" altLang="en-US" sz="1000" dirty="0">
              <a:solidFill>
                <a:schemeClr val="bg1"/>
              </a:solidFill>
              <a:latin typeface="HarmonyOS Sans SC Light" pitchFamily="2" charset="-122"/>
              <a:ea typeface="HarmonyOS Sans SC Light" pitchFamily="2" charset="-122"/>
            </a:endParaRPr>
          </a:p>
        </p:txBody>
      </p:sp>
      <p:sp>
        <p:nvSpPr>
          <p:cNvPr id="239" name="文本框 238">
            <a:extLst>
              <a:ext uri="{FF2B5EF4-FFF2-40B4-BE49-F238E27FC236}">
                <a16:creationId xmlns:a16="http://schemas.microsoft.com/office/drawing/2014/main" id="{9FE910A1-BA42-DA11-2BDA-DAAE1AD5EA51}"/>
              </a:ext>
            </a:extLst>
          </p:cNvPr>
          <p:cNvSpPr txBox="1"/>
          <p:nvPr/>
        </p:nvSpPr>
        <p:spPr>
          <a:xfrm>
            <a:off x="7475538" y="4729051"/>
            <a:ext cx="325730"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11</a:t>
            </a:r>
            <a:endParaRPr kumimoji="1" lang="zh-CN" altLang="en-US" sz="1000" dirty="0">
              <a:latin typeface="HarmonyOS Sans SC Light" pitchFamily="2" charset="-122"/>
              <a:ea typeface="HarmonyOS Sans SC Light" pitchFamily="2" charset="-122"/>
            </a:endParaRPr>
          </a:p>
        </p:txBody>
      </p:sp>
      <p:sp>
        <p:nvSpPr>
          <p:cNvPr id="240" name="文本框 239">
            <a:extLst>
              <a:ext uri="{FF2B5EF4-FFF2-40B4-BE49-F238E27FC236}">
                <a16:creationId xmlns:a16="http://schemas.microsoft.com/office/drawing/2014/main" id="{ADC9BD0C-1526-4EEA-7FC5-0A34A87FECD2}"/>
              </a:ext>
            </a:extLst>
          </p:cNvPr>
          <p:cNvSpPr txBox="1"/>
          <p:nvPr/>
        </p:nvSpPr>
        <p:spPr>
          <a:xfrm>
            <a:off x="6422331" y="5254894"/>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-2.1</a:t>
            </a:r>
            <a:endParaRPr kumimoji="1" lang="zh-CN" altLang="en-US" sz="1000" dirty="0">
              <a:latin typeface="HarmonyOS Sans SC Light" pitchFamily="2" charset="-122"/>
              <a:ea typeface="HarmonyOS Sans SC Light" pitchFamily="2" charset="-122"/>
            </a:endParaRPr>
          </a:p>
        </p:txBody>
      </p:sp>
      <p:sp>
        <p:nvSpPr>
          <p:cNvPr id="241" name="文本框 240">
            <a:extLst>
              <a:ext uri="{FF2B5EF4-FFF2-40B4-BE49-F238E27FC236}">
                <a16:creationId xmlns:a16="http://schemas.microsoft.com/office/drawing/2014/main" id="{A8CFA96E-BC05-6DCA-BFA5-CA3F2E49506F}"/>
              </a:ext>
            </a:extLst>
          </p:cNvPr>
          <p:cNvSpPr txBox="1"/>
          <p:nvPr/>
        </p:nvSpPr>
        <p:spPr>
          <a:xfrm>
            <a:off x="7407839" y="5120782"/>
            <a:ext cx="396262"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428</a:t>
            </a:r>
            <a:endParaRPr kumimoji="1" lang="zh-CN" altLang="en-US" sz="1000" dirty="0">
              <a:latin typeface="HarmonyOS Sans SC Light" pitchFamily="2" charset="-122"/>
              <a:ea typeface="HarmonyOS Sans SC Light" pitchFamily="2" charset="-122"/>
            </a:endParaRPr>
          </a:p>
        </p:txBody>
      </p:sp>
      <p:sp>
        <p:nvSpPr>
          <p:cNvPr id="242" name="文本框 241">
            <a:extLst>
              <a:ext uri="{FF2B5EF4-FFF2-40B4-BE49-F238E27FC236}">
                <a16:creationId xmlns:a16="http://schemas.microsoft.com/office/drawing/2014/main" id="{78072D44-1802-B13A-3871-28FF2C74AB87}"/>
              </a:ext>
            </a:extLst>
          </p:cNvPr>
          <p:cNvSpPr txBox="1"/>
          <p:nvPr/>
        </p:nvSpPr>
        <p:spPr>
          <a:xfrm>
            <a:off x="7745665" y="2444514"/>
            <a:ext cx="354584" cy="246221"/>
          </a:xfrm>
          <a:prstGeom prst="rect">
            <a:avLst/>
          </a:prstGeom>
          <a:noFill/>
        </p:spPr>
        <p:txBody>
          <a:bodyPr wrap="none" rtlCol="0">
            <a:spAutoFit/>
          </a:bodyPr>
          <a:lstStyle/>
          <a:p>
            <a:r>
              <a:rPr kumimoji="1" lang="en-US" altLang="zh-CN" sz="1000" dirty="0">
                <a:solidFill>
                  <a:schemeClr val="bg1"/>
                </a:solidFill>
                <a:latin typeface="HarmonyOS Sans SC Light" pitchFamily="2" charset="-122"/>
                <a:ea typeface="HarmonyOS Sans SC Light" pitchFamily="2" charset="-122"/>
              </a:rPr>
              <a:t>0.9</a:t>
            </a:r>
            <a:endParaRPr kumimoji="1" lang="zh-CN" altLang="en-US" sz="1000" dirty="0">
              <a:solidFill>
                <a:schemeClr val="bg1"/>
              </a:solidFill>
              <a:latin typeface="HarmonyOS Sans SC Light" pitchFamily="2" charset="-122"/>
              <a:ea typeface="HarmonyOS Sans SC Light" pitchFamily="2" charset="-122"/>
            </a:endParaRPr>
          </a:p>
        </p:txBody>
      </p:sp>
      <p:sp>
        <p:nvSpPr>
          <p:cNvPr id="243" name="文本框 242">
            <a:extLst>
              <a:ext uri="{FF2B5EF4-FFF2-40B4-BE49-F238E27FC236}">
                <a16:creationId xmlns:a16="http://schemas.microsoft.com/office/drawing/2014/main" id="{C188D6DE-FB93-1BC7-A6C4-FC45E5279DC8}"/>
              </a:ext>
            </a:extLst>
          </p:cNvPr>
          <p:cNvSpPr txBox="1"/>
          <p:nvPr/>
        </p:nvSpPr>
        <p:spPr>
          <a:xfrm>
            <a:off x="8713129" y="2311369"/>
            <a:ext cx="396262"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224</a:t>
            </a:r>
            <a:endParaRPr kumimoji="1" lang="zh-CN" altLang="en-US" sz="1000" dirty="0">
              <a:latin typeface="HarmonyOS Sans SC Light" pitchFamily="2" charset="-122"/>
              <a:ea typeface="HarmonyOS Sans SC Light" pitchFamily="2" charset="-122"/>
            </a:endParaRPr>
          </a:p>
        </p:txBody>
      </p:sp>
      <p:sp>
        <p:nvSpPr>
          <p:cNvPr id="244" name="文本框 243">
            <a:extLst>
              <a:ext uri="{FF2B5EF4-FFF2-40B4-BE49-F238E27FC236}">
                <a16:creationId xmlns:a16="http://schemas.microsoft.com/office/drawing/2014/main" id="{5062B7D9-7C40-C882-56B3-F0D8268EE490}"/>
              </a:ext>
            </a:extLst>
          </p:cNvPr>
          <p:cNvSpPr txBox="1"/>
          <p:nvPr/>
        </p:nvSpPr>
        <p:spPr>
          <a:xfrm>
            <a:off x="7745273" y="2843123"/>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-2.1</a:t>
            </a:r>
            <a:endParaRPr kumimoji="1" lang="zh-CN" altLang="en-US" sz="1000" dirty="0">
              <a:latin typeface="HarmonyOS Sans SC Light" pitchFamily="2" charset="-122"/>
              <a:ea typeface="HarmonyOS Sans SC Light" pitchFamily="2" charset="-122"/>
            </a:endParaRPr>
          </a:p>
        </p:txBody>
      </p:sp>
      <p:sp>
        <p:nvSpPr>
          <p:cNvPr id="245" name="文本框 244">
            <a:extLst>
              <a:ext uri="{FF2B5EF4-FFF2-40B4-BE49-F238E27FC236}">
                <a16:creationId xmlns:a16="http://schemas.microsoft.com/office/drawing/2014/main" id="{EA12DFBF-D3C3-2366-638C-0A736506CC9D}"/>
              </a:ext>
            </a:extLst>
          </p:cNvPr>
          <p:cNvSpPr txBox="1"/>
          <p:nvPr/>
        </p:nvSpPr>
        <p:spPr>
          <a:xfrm>
            <a:off x="8715711" y="2708373"/>
            <a:ext cx="396262"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240</a:t>
            </a:r>
            <a:endParaRPr kumimoji="1" lang="zh-CN" altLang="en-US" sz="1000" dirty="0">
              <a:latin typeface="HarmonyOS Sans SC Light" pitchFamily="2" charset="-122"/>
              <a:ea typeface="HarmonyOS Sans SC Light" pitchFamily="2" charset="-122"/>
            </a:endParaRPr>
          </a:p>
        </p:txBody>
      </p:sp>
      <p:sp>
        <p:nvSpPr>
          <p:cNvPr id="246" name="文本框 245">
            <a:extLst>
              <a:ext uri="{FF2B5EF4-FFF2-40B4-BE49-F238E27FC236}">
                <a16:creationId xmlns:a16="http://schemas.microsoft.com/office/drawing/2014/main" id="{611D4129-BE05-C567-E177-45A29B6E0E02}"/>
              </a:ext>
            </a:extLst>
          </p:cNvPr>
          <p:cNvSpPr txBox="1"/>
          <p:nvPr/>
        </p:nvSpPr>
        <p:spPr>
          <a:xfrm>
            <a:off x="7748948" y="3253778"/>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-5.9</a:t>
            </a:r>
            <a:endParaRPr kumimoji="1" lang="zh-CN" altLang="en-US" sz="1000" dirty="0">
              <a:latin typeface="HarmonyOS Sans SC Light" pitchFamily="2" charset="-122"/>
              <a:ea typeface="HarmonyOS Sans SC Light" pitchFamily="2" charset="-122"/>
            </a:endParaRPr>
          </a:p>
        </p:txBody>
      </p:sp>
      <p:sp>
        <p:nvSpPr>
          <p:cNvPr id="247" name="文本框 246">
            <a:extLst>
              <a:ext uri="{FF2B5EF4-FFF2-40B4-BE49-F238E27FC236}">
                <a16:creationId xmlns:a16="http://schemas.microsoft.com/office/drawing/2014/main" id="{0FBE9743-29DD-FC2C-0239-4928B3C07D9C}"/>
              </a:ext>
            </a:extLst>
          </p:cNvPr>
          <p:cNvSpPr txBox="1"/>
          <p:nvPr/>
        </p:nvSpPr>
        <p:spPr>
          <a:xfrm>
            <a:off x="8778537" y="3121416"/>
            <a:ext cx="325731" cy="246221"/>
          </a:xfrm>
          <a:prstGeom prst="rect">
            <a:avLst/>
          </a:prstGeom>
          <a:noFill/>
        </p:spPr>
        <p:txBody>
          <a:bodyPr wrap="none" rtlCol="0">
            <a:spAutoFit/>
          </a:bodyPr>
          <a:lstStyle/>
          <a:p>
            <a:pPr algn="ctr"/>
            <a:r>
              <a:rPr kumimoji="1" lang="en-US" altLang="zh-CN" sz="1000" dirty="0">
                <a:latin typeface="HarmonyOS Sans SC Light" pitchFamily="2" charset="-122"/>
                <a:ea typeface="HarmonyOS Sans SC Light" pitchFamily="2" charset="-122"/>
              </a:rPr>
              <a:t>20</a:t>
            </a:r>
            <a:endParaRPr kumimoji="1" lang="zh-CN" altLang="en-US" sz="1000" dirty="0">
              <a:latin typeface="HarmonyOS Sans SC Light" pitchFamily="2" charset="-122"/>
              <a:ea typeface="HarmonyOS Sans SC Light" pitchFamily="2" charset="-122"/>
            </a:endParaRPr>
          </a:p>
        </p:txBody>
      </p:sp>
      <p:sp>
        <p:nvSpPr>
          <p:cNvPr id="248" name="文本框 247">
            <a:extLst>
              <a:ext uri="{FF2B5EF4-FFF2-40B4-BE49-F238E27FC236}">
                <a16:creationId xmlns:a16="http://schemas.microsoft.com/office/drawing/2014/main" id="{FF7DC1BC-D758-20D6-2FED-A3568F64180E}"/>
              </a:ext>
            </a:extLst>
          </p:cNvPr>
          <p:cNvSpPr txBox="1"/>
          <p:nvPr/>
        </p:nvSpPr>
        <p:spPr>
          <a:xfrm>
            <a:off x="7748556" y="3652387"/>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-2.7</a:t>
            </a:r>
            <a:endParaRPr kumimoji="1" lang="zh-CN" altLang="en-US" sz="1000" dirty="0">
              <a:latin typeface="HarmonyOS Sans SC Light" pitchFamily="2" charset="-122"/>
              <a:ea typeface="HarmonyOS Sans SC Light" pitchFamily="2" charset="-122"/>
            </a:endParaRPr>
          </a:p>
        </p:txBody>
      </p:sp>
      <p:sp>
        <p:nvSpPr>
          <p:cNvPr id="249" name="文本框 248">
            <a:extLst>
              <a:ext uri="{FF2B5EF4-FFF2-40B4-BE49-F238E27FC236}">
                <a16:creationId xmlns:a16="http://schemas.microsoft.com/office/drawing/2014/main" id="{7375AD9F-2B3B-09FE-2451-8EF6D3131B92}"/>
              </a:ext>
            </a:extLst>
          </p:cNvPr>
          <p:cNvSpPr txBox="1"/>
          <p:nvPr/>
        </p:nvSpPr>
        <p:spPr>
          <a:xfrm>
            <a:off x="8772846" y="3513035"/>
            <a:ext cx="325730"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66</a:t>
            </a:r>
            <a:endParaRPr kumimoji="1" lang="zh-CN" altLang="en-US" sz="1000" dirty="0">
              <a:latin typeface="HarmonyOS Sans SC Light" pitchFamily="2" charset="-122"/>
              <a:ea typeface="HarmonyOS Sans SC Light" pitchFamily="2" charset="-122"/>
            </a:endParaRPr>
          </a:p>
        </p:txBody>
      </p:sp>
      <p:sp>
        <p:nvSpPr>
          <p:cNvPr id="250" name="文本框 249">
            <a:extLst>
              <a:ext uri="{FF2B5EF4-FFF2-40B4-BE49-F238E27FC236}">
                <a16:creationId xmlns:a16="http://schemas.microsoft.com/office/drawing/2014/main" id="{16CF185E-EDAE-AE1B-A515-E828A5ABACF8}"/>
              </a:ext>
            </a:extLst>
          </p:cNvPr>
          <p:cNvSpPr txBox="1"/>
          <p:nvPr/>
        </p:nvSpPr>
        <p:spPr>
          <a:xfrm>
            <a:off x="7743436" y="4047021"/>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-1.5</a:t>
            </a:r>
            <a:endParaRPr kumimoji="1" lang="zh-CN" altLang="en-US" sz="1000" dirty="0">
              <a:latin typeface="HarmonyOS Sans SC Light" pitchFamily="2" charset="-122"/>
              <a:ea typeface="HarmonyOS Sans SC Light" pitchFamily="2" charset="-122"/>
            </a:endParaRPr>
          </a:p>
        </p:txBody>
      </p:sp>
      <p:sp>
        <p:nvSpPr>
          <p:cNvPr id="251" name="文本框 250">
            <a:extLst>
              <a:ext uri="{FF2B5EF4-FFF2-40B4-BE49-F238E27FC236}">
                <a16:creationId xmlns:a16="http://schemas.microsoft.com/office/drawing/2014/main" id="{40AF63CF-4E48-F385-610B-66E2CE04602C}"/>
              </a:ext>
            </a:extLst>
          </p:cNvPr>
          <p:cNvSpPr txBox="1"/>
          <p:nvPr/>
        </p:nvSpPr>
        <p:spPr>
          <a:xfrm>
            <a:off x="8789343" y="3908037"/>
            <a:ext cx="325730"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11</a:t>
            </a:r>
            <a:endParaRPr kumimoji="1" lang="zh-CN" altLang="en-US" sz="1000" dirty="0">
              <a:latin typeface="HarmonyOS Sans SC Light" pitchFamily="2" charset="-122"/>
              <a:ea typeface="HarmonyOS Sans SC Light" pitchFamily="2" charset="-122"/>
            </a:endParaRPr>
          </a:p>
        </p:txBody>
      </p:sp>
      <p:sp>
        <p:nvSpPr>
          <p:cNvPr id="252" name="文本框 251">
            <a:extLst>
              <a:ext uri="{FF2B5EF4-FFF2-40B4-BE49-F238E27FC236}">
                <a16:creationId xmlns:a16="http://schemas.microsoft.com/office/drawing/2014/main" id="{E612B937-5B0F-39F9-9E4D-9AB21E0102B4}"/>
              </a:ext>
            </a:extLst>
          </p:cNvPr>
          <p:cNvSpPr txBox="1"/>
          <p:nvPr/>
        </p:nvSpPr>
        <p:spPr>
          <a:xfrm>
            <a:off x="7743044" y="4445630"/>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-1.3</a:t>
            </a:r>
            <a:endParaRPr kumimoji="1" lang="zh-CN" altLang="en-US" sz="1000" dirty="0">
              <a:latin typeface="HarmonyOS Sans SC Light" pitchFamily="2" charset="-122"/>
              <a:ea typeface="HarmonyOS Sans SC Light" pitchFamily="2" charset="-122"/>
            </a:endParaRPr>
          </a:p>
        </p:txBody>
      </p:sp>
      <p:sp>
        <p:nvSpPr>
          <p:cNvPr id="253" name="文本框 252">
            <a:extLst>
              <a:ext uri="{FF2B5EF4-FFF2-40B4-BE49-F238E27FC236}">
                <a16:creationId xmlns:a16="http://schemas.microsoft.com/office/drawing/2014/main" id="{7A14FDC2-C83D-961C-2EE9-6C2759BA1D01}"/>
              </a:ext>
            </a:extLst>
          </p:cNvPr>
          <p:cNvSpPr txBox="1"/>
          <p:nvPr/>
        </p:nvSpPr>
        <p:spPr>
          <a:xfrm>
            <a:off x="8789343" y="4313128"/>
            <a:ext cx="325730"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21</a:t>
            </a:r>
            <a:endParaRPr kumimoji="1" lang="zh-CN" altLang="en-US" sz="1000" dirty="0">
              <a:latin typeface="HarmonyOS Sans SC Light" pitchFamily="2" charset="-122"/>
              <a:ea typeface="HarmonyOS Sans SC Light" pitchFamily="2" charset="-122"/>
            </a:endParaRPr>
          </a:p>
        </p:txBody>
      </p:sp>
      <p:sp>
        <p:nvSpPr>
          <p:cNvPr id="254" name="文本框 253">
            <a:extLst>
              <a:ext uri="{FF2B5EF4-FFF2-40B4-BE49-F238E27FC236}">
                <a16:creationId xmlns:a16="http://schemas.microsoft.com/office/drawing/2014/main" id="{5DD9D31E-01BC-169B-C0C0-017BE93CB92E}"/>
              </a:ext>
            </a:extLst>
          </p:cNvPr>
          <p:cNvSpPr txBox="1"/>
          <p:nvPr/>
        </p:nvSpPr>
        <p:spPr>
          <a:xfrm>
            <a:off x="7746719" y="4856285"/>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-4.6</a:t>
            </a:r>
            <a:endParaRPr kumimoji="1" lang="zh-CN" altLang="en-US" sz="1000" dirty="0">
              <a:latin typeface="HarmonyOS Sans SC Light" pitchFamily="2" charset="-122"/>
              <a:ea typeface="HarmonyOS Sans SC Light" pitchFamily="2" charset="-122"/>
            </a:endParaRPr>
          </a:p>
        </p:txBody>
      </p:sp>
      <p:sp>
        <p:nvSpPr>
          <p:cNvPr id="255" name="文本框 254">
            <a:extLst>
              <a:ext uri="{FF2B5EF4-FFF2-40B4-BE49-F238E27FC236}">
                <a16:creationId xmlns:a16="http://schemas.microsoft.com/office/drawing/2014/main" id="{4A677076-F4EB-9DA9-775D-A01947FF438A}"/>
              </a:ext>
            </a:extLst>
          </p:cNvPr>
          <p:cNvSpPr txBox="1"/>
          <p:nvPr/>
        </p:nvSpPr>
        <p:spPr>
          <a:xfrm>
            <a:off x="8845238" y="4723158"/>
            <a:ext cx="255198"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4</a:t>
            </a:r>
            <a:endParaRPr kumimoji="1" lang="zh-CN" altLang="en-US" sz="1000" dirty="0">
              <a:latin typeface="HarmonyOS Sans SC Light" pitchFamily="2" charset="-122"/>
              <a:ea typeface="HarmonyOS Sans SC Light" pitchFamily="2" charset="-122"/>
            </a:endParaRPr>
          </a:p>
        </p:txBody>
      </p:sp>
      <p:sp>
        <p:nvSpPr>
          <p:cNvPr id="256" name="文本框 255">
            <a:extLst>
              <a:ext uri="{FF2B5EF4-FFF2-40B4-BE49-F238E27FC236}">
                <a16:creationId xmlns:a16="http://schemas.microsoft.com/office/drawing/2014/main" id="{7B66F2A9-1BCD-D37B-6245-8F4996677B01}"/>
              </a:ext>
            </a:extLst>
          </p:cNvPr>
          <p:cNvSpPr txBox="1"/>
          <p:nvPr/>
        </p:nvSpPr>
        <p:spPr>
          <a:xfrm>
            <a:off x="7746327" y="5254894"/>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-2.9</a:t>
            </a:r>
            <a:endParaRPr kumimoji="1" lang="zh-CN" altLang="en-US" sz="1000" dirty="0">
              <a:latin typeface="HarmonyOS Sans SC Light" pitchFamily="2" charset="-122"/>
              <a:ea typeface="HarmonyOS Sans SC Light" pitchFamily="2" charset="-122"/>
            </a:endParaRPr>
          </a:p>
        </p:txBody>
      </p:sp>
      <p:sp>
        <p:nvSpPr>
          <p:cNvPr id="257" name="文本框 256">
            <a:extLst>
              <a:ext uri="{FF2B5EF4-FFF2-40B4-BE49-F238E27FC236}">
                <a16:creationId xmlns:a16="http://schemas.microsoft.com/office/drawing/2014/main" id="{2DB5FD1D-A56F-90E0-5C64-F144DF99DC0B}"/>
              </a:ext>
            </a:extLst>
          </p:cNvPr>
          <p:cNvSpPr txBox="1"/>
          <p:nvPr/>
        </p:nvSpPr>
        <p:spPr>
          <a:xfrm>
            <a:off x="8731835" y="5120782"/>
            <a:ext cx="396262"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584</a:t>
            </a:r>
            <a:endParaRPr kumimoji="1" lang="zh-CN" altLang="en-US" sz="1000" dirty="0">
              <a:latin typeface="HarmonyOS Sans SC Light" pitchFamily="2" charset="-122"/>
              <a:ea typeface="HarmonyOS Sans SC Light" pitchFamily="2" charset="-122"/>
            </a:endParaRPr>
          </a:p>
        </p:txBody>
      </p:sp>
      <p:sp>
        <p:nvSpPr>
          <p:cNvPr id="258" name="文本框 257">
            <a:extLst>
              <a:ext uri="{FF2B5EF4-FFF2-40B4-BE49-F238E27FC236}">
                <a16:creationId xmlns:a16="http://schemas.microsoft.com/office/drawing/2014/main" id="{F01F4D4C-6D47-7DE1-6850-D00F39D4B936}"/>
              </a:ext>
            </a:extLst>
          </p:cNvPr>
          <p:cNvSpPr txBox="1"/>
          <p:nvPr/>
        </p:nvSpPr>
        <p:spPr>
          <a:xfrm>
            <a:off x="9099798" y="2429964"/>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-0.7</a:t>
            </a:r>
            <a:endParaRPr kumimoji="1" lang="zh-CN" altLang="en-US" sz="1000" dirty="0">
              <a:latin typeface="HarmonyOS Sans SC Light" pitchFamily="2" charset="-122"/>
              <a:ea typeface="HarmonyOS Sans SC Light" pitchFamily="2" charset="-122"/>
            </a:endParaRPr>
          </a:p>
        </p:txBody>
      </p:sp>
      <p:sp>
        <p:nvSpPr>
          <p:cNvPr id="259" name="文本框 258">
            <a:extLst>
              <a:ext uri="{FF2B5EF4-FFF2-40B4-BE49-F238E27FC236}">
                <a16:creationId xmlns:a16="http://schemas.microsoft.com/office/drawing/2014/main" id="{C209FE1A-13FE-6527-DC1F-119913B7373C}"/>
              </a:ext>
            </a:extLst>
          </p:cNvPr>
          <p:cNvSpPr txBox="1"/>
          <p:nvPr/>
        </p:nvSpPr>
        <p:spPr>
          <a:xfrm>
            <a:off x="10055416" y="2296336"/>
            <a:ext cx="396262"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630</a:t>
            </a:r>
            <a:endParaRPr kumimoji="1" lang="zh-CN" altLang="en-US" sz="1000" dirty="0">
              <a:latin typeface="HarmonyOS Sans SC Light" pitchFamily="2" charset="-122"/>
              <a:ea typeface="HarmonyOS Sans SC Light" pitchFamily="2" charset="-122"/>
            </a:endParaRPr>
          </a:p>
        </p:txBody>
      </p:sp>
      <p:sp>
        <p:nvSpPr>
          <p:cNvPr id="260" name="文本框 259">
            <a:extLst>
              <a:ext uri="{FF2B5EF4-FFF2-40B4-BE49-F238E27FC236}">
                <a16:creationId xmlns:a16="http://schemas.microsoft.com/office/drawing/2014/main" id="{31E80ACD-CAF4-30BD-A8DF-80049316783F}"/>
              </a:ext>
            </a:extLst>
          </p:cNvPr>
          <p:cNvSpPr txBox="1"/>
          <p:nvPr/>
        </p:nvSpPr>
        <p:spPr>
          <a:xfrm>
            <a:off x="9099406" y="2828573"/>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-1.2</a:t>
            </a:r>
            <a:endParaRPr kumimoji="1" lang="zh-CN" altLang="en-US" sz="1000" dirty="0">
              <a:latin typeface="HarmonyOS Sans SC Light" pitchFamily="2" charset="-122"/>
              <a:ea typeface="HarmonyOS Sans SC Light" pitchFamily="2" charset="-122"/>
            </a:endParaRPr>
          </a:p>
        </p:txBody>
      </p:sp>
      <p:sp>
        <p:nvSpPr>
          <p:cNvPr id="261" name="文本框 260">
            <a:extLst>
              <a:ext uri="{FF2B5EF4-FFF2-40B4-BE49-F238E27FC236}">
                <a16:creationId xmlns:a16="http://schemas.microsoft.com/office/drawing/2014/main" id="{142B6422-D861-6EE8-569F-7D3396F11928}"/>
              </a:ext>
            </a:extLst>
          </p:cNvPr>
          <p:cNvSpPr txBox="1"/>
          <p:nvPr/>
        </p:nvSpPr>
        <p:spPr>
          <a:xfrm>
            <a:off x="10055231" y="2695081"/>
            <a:ext cx="396262"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749</a:t>
            </a:r>
            <a:endParaRPr kumimoji="1" lang="zh-CN" altLang="en-US" sz="1000" dirty="0">
              <a:latin typeface="HarmonyOS Sans SC Light" pitchFamily="2" charset="-122"/>
              <a:ea typeface="HarmonyOS Sans SC Light" pitchFamily="2" charset="-122"/>
            </a:endParaRPr>
          </a:p>
        </p:txBody>
      </p:sp>
      <p:sp>
        <p:nvSpPr>
          <p:cNvPr id="262" name="文本框 261">
            <a:extLst>
              <a:ext uri="{FF2B5EF4-FFF2-40B4-BE49-F238E27FC236}">
                <a16:creationId xmlns:a16="http://schemas.microsoft.com/office/drawing/2014/main" id="{8F0E12BC-BD17-178F-842B-D0F045575CFD}"/>
              </a:ext>
            </a:extLst>
          </p:cNvPr>
          <p:cNvSpPr txBox="1"/>
          <p:nvPr/>
        </p:nvSpPr>
        <p:spPr>
          <a:xfrm>
            <a:off x="9103081" y="3239228"/>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-1.4</a:t>
            </a:r>
            <a:endParaRPr kumimoji="1" lang="zh-CN" altLang="en-US" sz="1000" dirty="0">
              <a:latin typeface="HarmonyOS Sans SC Light" pitchFamily="2" charset="-122"/>
              <a:ea typeface="HarmonyOS Sans SC Light" pitchFamily="2" charset="-122"/>
            </a:endParaRPr>
          </a:p>
        </p:txBody>
      </p:sp>
      <p:sp>
        <p:nvSpPr>
          <p:cNvPr id="263" name="文本框 262">
            <a:extLst>
              <a:ext uri="{FF2B5EF4-FFF2-40B4-BE49-F238E27FC236}">
                <a16:creationId xmlns:a16="http://schemas.microsoft.com/office/drawing/2014/main" id="{79551604-5C68-4223-F236-DF083C93A38A}"/>
              </a:ext>
            </a:extLst>
          </p:cNvPr>
          <p:cNvSpPr txBox="1"/>
          <p:nvPr/>
        </p:nvSpPr>
        <p:spPr>
          <a:xfrm>
            <a:off x="10050215" y="3100577"/>
            <a:ext cx="396263" cy="246221"/>
          </a:xfrm>
          <a:prstGeom prst="rect">
            <a:avLst/>
          </a:prstGeom>
          <a:noFill/>
        </p:spPr>
        <p:txBody>
          <a:bodyPr wrap="none" rtlCol="0">
            <a:spAutoFit/>
          </a:bodyPr>
          <a:lstStyle/>
          <a:p>
            <a:pPr algn="ctr"/>
            <a:r>
              <a:rPr kumimoji="1" lang="en-US" altLang="zh-CN" sz="1000" dirty="0">
                <a:latin typeface="HarmonyOS Sans SC Light" pitchFamily="2" charset="-122"/>
                <a:ea typeface="HarmonyOS Sans SC Light" pitchFamily="2" charset="-122"/>
              </a:rPr>
              <a:t>484</a:t>
            </a:r>
            <a:endParaRPr kumimoji="1" lang="zh-CN" altLang="en-US" sz="1000" dirty="0">
              <a:latin typeface="HarmonyOS Sans SC Light" pitchFamily="2" charset="-122"/>
              <a:ea typeface="HarmonyOS Sans SC Light" pitchFamily="2" charset="-122"/>
            </a:endParaRPr>
          </a:p>
        </p:txBody>
      </p:sp>
      <p:sp>
        <p:nvSpPr>
          <p:cNvPr id="264" name="文本框 263">
            <a:extLst>
              <a:ext uri="{FF2B5EF4-FFF2-40B4-BE49-F238E27FC236}">
                <a16:creationId xmlns:a16="http://schemas.microsoft.com/office/drawing/2014/main" id="{8C37F3D1-87CE-B41B-1765-A7F2B04FC944}"/>
              </a:ext>
            </a:extLst>
          </p:cNvPr>
          <p:cNvSpPr txBox="1"/>
          <p:nvPr/>
        </p:nvSpPr>
        <p:spPr>
          <a:xfrm>
            <a:off x="9102689" y="3637837"/>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-3.7</a:t>
            </a:r>
            <a:endParaRPr kumimoji="1" lang="zh-CN" altLang="en-US" sz="1000" dirty="0">
              <a:latin typeface="HarmonyOS Sans SC Light" pitchFamily="2" charset="-122"/>
              <a:ea typeface="HarmonyOS Sans SC Light" pitchFamily="2" charset="-122"/>
            </a:endParaRPr>
          </a:p>
        </p:txBody>
      </p:sp>
      <p:sp>
        <p:nvSpPr>
          <p:cNvPr id="265" name="文本框 264">
            <a:extLst>
              <a:ext uri="{FF2B5EF4-FFF2-40B4-BE49-F238E27FC236}">
                <a16:creationId xmlns:a16="http://schemas.microsoft.com/office/drawing/2014/main" id="{081B200E-9A8E-B077-7ECD-B89693B948B5}"/>
              </a:ext>
            </a:extLst>
          </p:cNvPr>
          <p:cNvSpPr txBox="1"/>
          <p:nvPr/>
        </p:nvSpPr>
        <p:spPr>
          <a:xfrm>
            <a:off x="10058307" y="3492394"/>
            <a:ext cx="396262"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483</a:t>
            </a:r>
            <a:endParaRPr kumimoji="1" lang="zh-CN" altLang="en-US" sz="1000" dirty="0">
              <a:latin typeface="HarmonyOS Sans SC Light" pitchFamily="2" charset="-122"/>
              <a:ea typeface="HarmonyOS Sans SC Light" pitchFamily="2" charset="-122"/>
            </a:endParaRPr>
          </a:p>
        </p:txBody>
      </p:sp>
      <p:sp>
        <p:nvSpPr>
          <p:cNvPr id="266" name="文本框 265">
            <a:extLst>
              <a:ext uri="{FF2B5EF4-FFF2-40B4-BE49-F238E27FC236}">
                <a16:creationId xmlns:a16="http://schemas.microsoft.com/office/drawing/2014/main" id="{1BE44CB5-BE19-F4B4-AEA9-2220A2E4D4DA}"/>
              </a:ext>
            </a:extLst>
          </p:cNvPr>
          <p:cNvSpPr txBox="1"/>
          <p:nvPr/>
        </p:nvSpPr>
        <p:spPr>
          <a:xfrm>
            <a:off x="9097569" y="4032471"/>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-0.8</a:t>
            </a:r>
            <a:endParaRPr kumimoji="1" lang="zh-CN" altLang="en-US" sz="1000" dirty="0">
              <a:latin typeface="HarmonyOS Sans SC Light" pitchFamily="2" charset="-122"/>
              <a:ea typeface="HarmonyOS Sans SC Light" pitchFamily="2" charset="-122"/>
            </a:endParaRPr>
          </a:p>
        </p:txBody>
      </p:sp>
      <p:sp>
        <p:nvSpPr>
          <p:cNvPr id="267" name="文本框 266">
            <a:extLst>
              <a:ext uri="{FF2B5EF4-FFF2-40B4-BE49-F238E27FC236}">
                <a16:creationId xmlns:a16="http://schemas.microsoft.com/office/drawing/2014/main" id="{E7857C8F-A9B1-7F29-9593-E6F45EAB420D}"/>
              </a:ext>
            </a:extLst>
          </p:cNvPr>
          <p:cNvSpPr txBox="1"/>
          <p:nvPr/>
        </p:nvSpPr>
        <p:spPr>
          <a:xfrm>
            <a:off x="10119380" y="3892770"/>
            <a:ext cx="325730"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62</a:t>
            </a:r>
            <a:endParaRPr kumimoji="1" lang="zh-CN" altLang="en-US" sz="1000" dirty="0">
              <a:latin typeface="HarmonyOS Sans SC Light" pitchFamily="2" charset="-122"/>
              <a:ea typeface="HarmonyOS Sans SC Light" pitchFamily="2" charset="-122"/>
            </a:endParaRPr>
          </a:p>
        </p:txBody>
      </p:sp>
      <p:sp>
        <p:nvSpPr>
          <p:cNvPr id="268" name="文本框 267">
            <a:extLst>
              <a:ext uri="{FF2B5EF4-FFF2-40B4-BE49-F238E27FC236}">
                <a16:creationId xmlns:a16="http://schemas.microsoft.com/office/drawing/2014/main" id="{2B3640BE-99E8-4602-578D-C63ACCFA7729}"/>
              </a:ext>
            </a:extLst>
          </p:cNvPr>
          <p:cNvSpPr txBox="1"/>
          <p:nvPr/>
        </p:nvSpPr>
        <p:spPr>
          <a:xfrm>
            <a:off x="9097177" y="4431080"/>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-1.2</a:t>
            </a:r>
            <a:endParaRPr kumimoji="1" lang="zh-CN" altLang="en-US" sz="1000" dirty="0">
              <a:latin typeface="HarmonyOS Sans SC Light" pitchFamily="2" charset="-122"/>
              <a:ea typeface="HarmonyOS Sans SC Light" pitchFamily="2" charset="-122"/>
            </a:endParaRPr>
          </a:p>
        </p:txBody>
      </p:sp>
      <p:sp>
        <p:nvSpPr>
          <p:cNvPr id="269" name="文本框 268">
            <a:extLst>
              <a:ext uri="{FF2B5EF4-FFF2-40B4-BE49-F238E27FC236}">
                <a16:creationId xmlns:a16="http://schemas.microsoft.com/office/drawing/2014/main" id="{5A3A4947-2292-0E39-99B2-9E548EDA0C91}"/>
              </a:ext>
            </a:extLst>
          </p:cNvPr>
          <p:cNvSpPr txBox="1"/>
          <p:nvPr/>
        </p:nvSpPr>
        <p:spPr>
          <a:xfrm>
            <a:off x="10131064" y="4296067"/>
            <a:ext cx="325730"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59</a:t>
            </a:r>
            <a:endParaRPr kumimoji="1" lang="zh-CN" altLang="en-US" sz="1000" dirty="0">
              <a:latin typeface="HarmonyOS Sans SC Light" pitchFamily="2" charset="-122"/>
              <a:ea typeface="HarmonyOS Sans SC Light" pitchFamily="2" charset="-122"/>
            </a:endParaRPr>
          </a:p>
        </p:txBody>
      </p:sp>
      <p:sp>
        <p:nvSpPr>
          <p:cNvPr id="270" name="文本框 269">
            <a:extLst>
              <a:ext uri="{FF2B5EF4-FFF2-40B4-BE49-F238E27FC236}">
                <a16:creationId xmlns:a16="http://schemas.microsoft.com/office/drawing/2014/main" id="{4D49C7A8-5D10-5712-0472-07C8EEA29C16}"/>
              </a:ext>
            </a:extLst>
          </p:cNvPr>
          <p:cNvSpPr txBox="1"/>
          <p:nvPr/>
        </p:nvSpPr>
        <p:spPr>
          <a:xfrm>
            <a:off x="9100852" y="4841735"/>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-1.5</a:t>
            </a:r>
            <a:endParaRPr kumimoji="1" lang="zh-CN" altLang="en-US" sz="1000" dirty="0">
              <a:latin typeface="HarmonyOS Sans SC Light" pitchFamily="2" charset="-122"/>
              <a:ea typeface="HarmonyOS Sans SC Light" pitchFamily="2" charset="-122"/>
            </a:endParaRPr>
          </a:p>
        </p:txBody>
      </p:sp>
      <p:sp>
        <p:nvSpPr>
          <p:cNvPr id="271" name="文本框 270">
            <a:extLst>
              <a:ext uri="{FF2B5EF4-FFF2-40B4-BE49-F238E27FC236}">
                <a16:creationId xmlns:a16="http://schemas.microsoft.com/office/drawing/2014/main" id="{0C71B65F-0380-9AF4-474B-BE9DAF493503}"/>
              </a:ext>
            </a:extLst>
          </p:cNvPr>
          <p:cNvSpPr txBox="1"/>
          <p:nvPr/>
        </p:nvSpPr>
        <p:spPr>
          <a:xfrm>
            <a:off x="10131064" y="4701595"/>
            <a:ext cx="325730"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22</a:t>
            </a:r>
            <a:endParaRPr kumimoji="1" lang="zh-CN" altLang="en-US" sz="1000" dirty="0">
              <a:latin typeface="HarmonyOS Sans SC Light" pitchFamily="2" charset="-122"/>
              <a:ea typeface="HarmonyOS Sans SC Light" pitchFamily="2" charset="-122"/>
            </a:endParaRPr>
          </a:p>
        </p:txBody>
      </p:sp>
      <p:sp>
        <p:nvSpPr>
          <p:cNvPr id="272" name="文本框 271">
            <a:extLst>
              <a:ext uri="{FF2B5EF4-FFF2-40B4-BE49-F238E27FC236}">
                <a16:creationId xmlns:a16="http://schemas.microsoft.com/office/drawing/2014/main" id="{D92927DB-6AF4-1258-EDB9-BE5492F03F74}"/>
              </a:ext>
            </a:extLst>
          </p:cNvPr>
          <p:cNvSpPr txBox="1"/>
          <p:nvPr/>
        </p:nvSpPr>
        <p:spPr>
          <a:xfrm>
            <a:off x="9095685" y="5240180"/>
            <a:ext cx="41870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-2.7</a:t>
            </a:r>
            <a:endParaRPr kumimoji="1" lang="zh-CN" altLang="en-US" sz="1000" dirty="0">
              <a:latin typeface="HarmonyOS Sans SC Light" pitchFamily="2" charset="-122"/>
              <a:ea typeface="HarmonyOS Sans SC Light" pitchFamily="2" charset="-122"/>
            </a:endParaRPr>
          </a:p>
        </p:txBody>
      </p:sp>
      <p:sp>
        <p:nvSpPr>
          <p:cNvPr id="273" name="文本框 272">
            <a:extLst>
              <a:ext uri="{FF2B5EF4-FFF2-40B4-BE49-F238E27FC236}">
                <a16:creationId xmlns:a16="http://schemas.microsoft.com/office/drawing/2014/main" id="{7CDBF725-A3D6-2283-1FE1-96A03B1D8B9F}"/>
              </a:ext>
            </a:extLst>
          </p:cNvPr>
          <p:cNvSpPr txBox="1"/>
          <p:nvPr/>
        </p:nvSpPr>
        <p:spPr>
          <a:xfrm>
            <a:off x="9995178" y="5111529"/>
            <a:ext cx="46679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2491</a:t>
            </a:r>
            <a:endParaRPr kumimoji="1" lang="zh-CN" altLang="en-US" sz="1000" dirty="0">
              <a:latin typeface="HarmonyOS Sans SC Light" pitchFamily="2" charset="-122"/>
              <a:ea typeface="HarmonyOS Sans SC Light" pitchFamily="2" charset="-122"/>
            </a:endParaRPr>
          </a:p>
        </p:txBody>
      </p:sp>
      <p:sp>
        <p:nvSpPr>
          <p:cNvPr id="274" name="文本框 273">
            <a:extLst>
              <a:ext uri="{FF2B5EF4-FFF2-40B4-BE49-F238E27FC236}">
                <a16:creationId xmlns:a16="http://schemas.microsoft.com/office/drawing/2014/main" id="{BFBFE1B8-4258-397B-F464-78E1A0A2FA58}"/>
              </a:ext>
            </a:extLst>
          </p:cNvPr>
          <p:cNvSpPr txBox="1"/>
          <p:nvPr/>
        </p:nvSpPr>
        <p:spPr>
          <a:xfrm>
            <a:off x="537210" y="5682744"/>
            <a:ext cx="4057521" cy="861774"/>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Note: Figures may not sum, because of rounding.</a:t>
            </a:r>
          </a:p>
          <a:p>
            <a:r>
              <a:rPr kumimoji="1" lang="en-US" altLang="zh-CN" sz="1000" baseline="30000" dirty="0">
                <a:latin typeface="HarmonyOS Sans SC Light" pitchFamily="2" charset="-122"/>
                <a:ea typeface="HarmonyOS Sans SC Light" pitchFamily="2" charset="-122"/>
              </a:rPr>
              <a:t>1</a:t>
            </a:r>
            <a:r>
              <a:rPr kumimoji="1" lang="en-US" altLang="zh-CN" sz="1000" dirty="0">
                <a:latin typeface="HarmonyOS Sans SC Light" pitchFamily="2" charset="-122"/>
                <a:ea typeface="HarmonyOS Sans SC Light" pitchFamily="2" charset="-122"/>
              </a:rPr>
              <a:t> Based on average fixed exchange rate.</a:t>
            </a:r>
          </a:p>
          <a:p>
            <a:r>
              <a:rPr kumimoji="1" lang="en-US" altLang="zh-CN" sz="1000" baseline="30000" dirty="0">
                <a:latin typeface="HarmonyOS Sans SC Light" pitchFamily="2" charset="-122"/>
                <a:ea typeface="HarmonyOS Sans SC Light" pitchFamily="2" charset="-122"/>
              </a:rPr>
              <a:t>2</a:t>
            </a:r>
            <a:r>
              <a:rPr kumimoji="1" lang="en-US" altLang="zh-CN" sz="1000" dirty="0">
                <a:latin typeface="HarmonyOS Sans SC Light" pitchFamily="2" charset="-122"/>
                <a:ea typeface="HarmonyOS Sans SC Light" pitchFamily="2" charset="-122"/>
              </a:rPr>
              <a:t> Growth in nominal premiums and GDP, 2016-21.</a:t>
            </a:r>
          </a:p>
          <a:p>
            <a:r>
              <a:rPr kumimoji="1" lang="en-US" altLang="zh-CN" sz="1000" baseline="30000" dirty="0">
                <a:latin typeface="HarmonyOS Sans SC Light" pitchFamily="2" charset="-122"/>
                <a:ea typeface="HarmonyOS Sans SC Light" pitchFamily="2" charset="-122"/>
              </a:rPr>
              <a:t>3</a:t>
            </a:r>
            <a:r>
              <a:rPr kumimoji="1" lang="en-US" altLang="zh-CN" sz="1000" dirty="0">
                <a:latin typeface="HarmonyOS Sans SC Light" pitchFamily="2" charset="-122"/>
                <a:ea typeface="HarmonyOS Sans SC Light" pitchFamily="2" charset="-122"/>
              </a:rPr>
              <a:t> Percentage points.</a:t>
            </a:r>
          </a:p>
          <a:p>
            <a:r>
              <a:rPr kumimoji="1" lang="en-US" altLang="zh-CN" sz="1000" dirty="0">
                <a:latin typeface="HarmonyOS Sans SC Light" pitchFamily="2" charset="-122"/>
                <a:ea typeface="HarmonyOS Sans SC Light" pitchFamily="2" charset="-122"/>
              </a:rPr>
              <a:t>Source: McKinsey Global Institute; McKinsey Global Insurance Pools</a:t>
            </a:r>
            <a:endParaRPr kumimoji="1" lang="zh-CN" altLang="en-US" sz="1000" dirty="0">
              <a:latin typeface="HarmonyOS Sans SC Light" pitchFamily="2" charset="-122"/>
              <a:ea typeface="HarmonyOS Sans SC Light" pitchFamily="2" charset="-122"/>
            </a:endParaRPr>
          </a:p>
        </p:txBody>
      </p:sp>
    </p:spTree>
    <p:extLst>
      <p:ext uri="{BB962C8B-B14F-4D97-AF65-F5344CB8AC3E}">
        <p14:creationId xmlns:p14="http://schemas.microsoft.com/office/powerpoint/2010/main" val="2907437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B01C4-8AD8-CF13-0729-7C981681C39B}"/>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5A7D313-2504-E87F-B062-A576A857DF52}"/>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3" imgW="7772400" imgH="10058400" progId="TCLayout.ActiveDocument.1">
                  <p:embed/>
                </p:oleObj>
              </mc:Choice>
              <mc:Fallback>
                <p:oleObj name="think-cell 幻灯片" r:id="rId33" imgW="7772400" imgH="10058400" progId="TCLayout.ActiveDocument.1">
                  <p:embed/>
                  <p:pic>
                    <p:nvPicPr>
                      <p:cNvPr id="4" name="think-cell data - do not delete" hidden="1">
                        <a:extLst>
                          <a:ext uri="{FF2B5EF4-FFF2-40B4-BE49-F238E27FC236}">
                            <a16:creationId xmlns:a16="http://schemas.microsoft.com/office/drawing/2014/main" id="{A5A7D313-2504-E87F-B062-A576A857DF52}"/>
                          </a:ext>
                        </a:extLst>
                      </p:cNvPr>
                      <p:cNvPicPr/>
                      <p:nvPr/>
                    </p:nvPicPr>
                    <p:blipFill>
                      <a:blip r:embed="rId34"/>
                      <a:stretch>
                        <a:fillRect/>
                      </a:stretch>
                    </p:blipFill>
                    <p:spPr>
                      <a:xfrm>
                        <a:off x="1588" y="1588"/>
                        <a:ext cx="1227" cy="1588"/>
                      </a:xfrm>
                      <a:prstGeom prst="rect">
                        <a:avLst/>
                      </a:prstGeom>
                    </p:spPr>
                  </p:pic>
                </p:oleObj>
              </mc:Fallback>
            </mc:AlternateContent>
          </a:graphicData>
        </a:graphic>
      </p:graphicFrame>
      <p:sp>
        <p:nvSpPr>
          <p:cNvPr id="8" name="文本框 7">
            <a:extLst>
              <a:ext uri="{FF2B5EF4-FFF2-40B4-BE49-F238E27FC236}">
                <a16:creationId xmlns:a16="http://schemas.microsoft.com/office/drawing/2014/main" id="{1B453B93-5C6D-D2D9-8A0D-2FD66CF75207}"/>
              </a:ext>
            </a:extLst>
          </p:cNvPr>
          <p:cNvSpPr txBox="1"/>
          <p:nvPr/>
        </p:nvSpPr>
        <p:spPr>
          <a:xfrm>
            <a:off x="537210" y="251460"/>
            <a:ext cx="9106980" cy="369332"/>
          </a:xfrm>
          <a:prstGeom prst="rect">
            <a:avLst/>
          </a:prstGeom>
          <a:noFill/>
        </p:spPr>
        <p:txBody>
          <a:bodyPr wrap="none" rtlCol="0">
            <a:spAutoFit/>
          </a:bodyPr>
          <a:lstStyle/>
          <a:p>
            <a:r>
              <a:rPr kumimoji="1" lang="en-US" altLang="zh-CN" dirty="0">
                <a:latin typeface="HarmonyOS Sans SC Medium" pitchFamily="2" charset="-122"/>
                <a:ea typeface="HarmonyOS Sans SC Medium" pitchFamily="2" charset="-122"/>
              </a:rPr>
              <a:t>Brokers and North American insurers produced the best returns in the past decade.</a:t>
            </a:r>
            <a:endParaRPr kumimoji="1" lang="zh-CN" altLang="en-US" dirty="0">
              <a:latin typeface="HarmonyOS Sans SC Medium" pitchFamily="2" charset="-122"/>
              <a:ea typeface="HarmonyOS Sans SC Medium" pitchFamily="2" charset="-122"/>
            </a:endParaRPr>
          </a:p>
        </p:txBody>
      </p:sp>
      <p:sp>
        <p:nvSpPr>
          <p:cNvPr id="9" name="文本框 8">
            <a:extLst>
              <a:ext uri="{FF2B5EF4-FFF2-40B4-BE49-F238E27FC236}">
                <a16:creationId xmlns:a16="http://schemas.microsoft.com/office/drawing/2014/main" id="{6B27704C-67AA-EE5D-2A4C-CEA626A3C57E}"/>
              </a:ext>
            </a:extLst>
          </p:cNvPr>
          <p:cNvSpPr txBox="1"/>
          <p:nvPr/>
        </p:nvSpPr>
        <p:spPr>
          <a:xfrm>
            <a:off x="537210" y="716200"/>
            <a:ext cx="3381054"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Annualized TSR by line of business</a:t>
            </a:r>
            <a:r>
              <a:rPr kumimoji="1" lang="zh-CN" altLang="en-US" sz="1400" dirty="0">
                <a:latin typeface="HarmonyOS Sans SC" pitchFamily="2" charset="-122"/>
                <a:ea typeface="HarmonyOS Sans SC" pitchFamily="2" charset="-122"/>
              </a:rPr>
              <a:t>， </a:t>
            </a:r>
            <a:r>
              <a:rPr kumimoji="1" lang="en-US" altLang="zh-CN" sz="1400" dirty="0">
                <a:latin typeface="HarmonyOS Sans SC Light" pitchFamily="2" charset="-122"/>
                <a:ea typeface="HarmonyOS Sans SC Light" pitchFamily="2" charset="-122"/>
              </a:rPr>
              <a:t>%</a:t>
            </a:r>
            <a:endParaRPr kumimoji="1" lang="zh-CN" altLang="en-US" sz="1400" dirty="0">
              <a:latin typeface="HarmonyOS Sans SC Light" pitchFamily="2" charset="-122"/>
              <a:ea typeface="HarmonyOS Sans SC Light" pitchFamily="2" charset="-122"/>
            </a:endParaRPr>
          </a:p>
        </p:txBody>
      </p:sp>
      <p:sp>
        <p:nvSpPr>
          <p:cNvPr id="274" name="文本框 273">
            <a:extLst>
              <a:ext uri="{FF2B5EF4-FFF2-40B4-BE49-F238E27FC236}">
                <a16:creationId xmlns:a16="http://schemas.microsoft.com/office/drawing/2014/main" id="{AD64B5D8-0359-7285-5305-520C8F603E1B}"/>
              </a:ext>
            </a:extLst>
          </p:cNvPr>
          <p:cNvSpPr txBox="1"/>
          <p:nvPr/>
        </p:nvSpPr>
        <p:spPr>
          <a:xfrm>
            <a:off x="537209" y="5682744"/>
            <a:ext cx="11038681" cy="707886"/>
          </a:xfrm>
          <a:prstGeom prst="rect">
            <a:avLst/>
          </a:prstGeom>
          <a:noFill/>
        </p:spPr>
        <p:txBody>
          <a:bodyPr wrap="square" rtlCol="0">
            <a:spAutoFit/>
          </a:bodyPr>
          <a:lstStyle/>
          <a:p>
            <a:r>
              <a:rPr kumimoji="1" lang="en-US" altLang="zh-CN" sz="1000" dirty="0">
                <a:latin typeface="HarmonyOS Sans SC Light" pitchFamily="2" charset="-122"/>
                <a:ea typeface="HarmonyOS Sans SC Light" pitchFamily="2" charset="-122"/>
              </a:rPr>
              <a:t>Note: The following sectoral indexes have been considered: Refinitiv Global Reinsurance Index, S&amp;P Global 1200 Insurance Brokers TR Index, S&amp;P Global 1200</a:t>
            </a:r>
            <a:r>
              <a:rPr kumimoji="1" lang="zh-CN" altLang="en-US" sz="1000" dirty="0">
                <a:latin typeface="HarmonyOS Sans SC Light" pitchFamily="2" charset="-122"/>
                <a:ea typeface="HarmonyOS Sans SC Light" pitchFamily="2" charset="-122"/>
              </a:rPr>
              <a:t> </a:t>
            </a:r>
            <a:r>
              <a:rPr kumimoji="1" lang="en-US" altLang="zh-CN" sz="1000" dirty="0">
                <a:latin typeface="HarmonyOS Sans SC Light" pitchFamily="2" charset="-122"/>
                <a:ea typeface="HarmonyOS Sans SC Light" pitchFamily="2" charset="-122"/>
              </a:rPr>
              <a:t>Life &amp; Health Insurance TR Index, S&amp;P Global 1200 Multiline Insurance TR Index, S&amp;P Global 1200 Property &amp; Casualty Insurance TR Index, STOXX Asia/Pacific</a:t>
            </a:r>
            <a:r>
              <a:rPr kumimoji="1" lang="zh-CN" altLang="en-US" sz="1000" dirty="0">
                <a:latin typeface="HarmonyOS Sans SC Light" pitchFamily="2" charset="-122"/>
                <a:ea typeface="HarmonyOS Sans SC Light" pitchFamily="2" charset="-122"/>
              </a:rPr>
              <a:t> </a:t>
            </a:r>
            <a:r>
              <a:rPr kumimoji="1" lang="en-US" altLang="zh-CN" sz="1000" dirty="0">
                <a:latin typeface="HarmonyOS Sans SC Light" pitchFamily="2" charset="-122"/>
                <a:ea typeface="HarmonyOS Sans SC Light" pitchFamily="2" charset="-122"/>
              </a:rPr>
              <a:t>600 Insurance Index, STOXX Europe 600 Insurance Index, STOXX North America 600 Insurance Net Return Index.</a:t>
            </a:r>
          </a:p>
          <a:p>
            <a:r>
              <a:rPr kumimoji="1" lang="en-US" altLang="zh-CN" sz="1000" dirty="0">
                <a:latin typeface="HarmonyOS Sans SC Light" pitchFamily="2" charset="-122"/>
                <a:ea typeface="HarmonyOS Sans SC Light" pitchFamily="2" charset="-122"/>
              </a:rPr>
              <a:t>Source: </a:t>
            </a:r>
            <a:r>
              <a:rPr kumimoji="1" lang="en-US" altLang="zh-CN" sz="1000" dirty="0" err="1">
                <a:latin typeface="HarmonyOS Sans SC Light" pitchFamily="2" charset="-122"/>
                <a:ea typeface="HarmonyOS Sans SC Light" pitchFamily="2" charset="-122"/>
              </a:rPr>
              <a:t>Bloomberg;Capital</a:t>
            </a:r>
            <a:r>
              <a:rPr kumimoji="1" lang="en-US" altLang="zh-CN" sz="1000" dirty="0">
                <a:latin typeface="HarmonyOS Sans SC Light" pitchFamily="2" charset="-122"/>
                <a:ea typeface="HarmonyOS Sans SC Light" pitchFamily="2" charset="-122"/>
              </a:rPr>
              <a:t> </a:t>
            </a:r>
            <a:r>
              <a:rPr kumimoji="1" lang="en-US" altLang="zh-CN" sz="1000" dirty="0" err="1">
                <a:latin typeface="HarmonyOS Sans SC Light" pitchFamily="2" charset="-122"/>
                <a:ea typeface="HarmonyOS Sans SC Light" pitchFamily="2" charset="-122"/>
              </a:rPr>
              <a:t>IQ;Refinitiv</a:t>
            </a:r>
            <a:r>
              <a:rPr kumimoji="1" lang="en-US" altLang="zh-CN" sz="1000" dirty="0">
                <a:latin typeface="HarmonyOS Sans SC Light" pitchFamily="2" charset="-122"/>
                <a:ea typeface="HarmonyOS Sans SC Light" pitchFamily="2" charset="-122"/>
              </a:rPr>
              <a:t> Eikon</a:t>
            </a:r>
            <a:endParaRPr kumimoji="1" lang="zh-CN" altLang="en-US" sz="1000" dirty="0">
              <a:latin typeface="HarmonyOS Sans SC Light" pitchFamily="2" charset="-122"/>
              <a:ea typeface="HarmonyOS Sans SC Light" pitchFamily="2" charset="-122"/>
            </a:endParaRPr>
          </a:p>
        </p:txBody>
      </p:sp>
      <p:graphicFrame>
        <p:nvGraphicFramePr>
          <p:cNvPr id="342" name="Chart 3">
            <a:extLst>
              <a:ext uri="{FF2B5EF4-FFF2-40B4-BE49-F238E27FC236}">
                <a16:creationId xmlns:a16="http://schemas.microsoft.com/office/drawing/2014/main" id="{53BB8ED0-4691-B026-6CA3-263082B8AE60}"/>
              </a:ext>
            </a:extLst>
          </p:cNvPr>
          <p:cNvGraphicFramePr/>
          <p:nvPr>
            <p:custDataLst>
              <p:tags r:id="rId2"/>
            </p:custDataLst>
          </p:nvPr>
        </p:nvGraphicFramePr>
        <p:xfrm>
          <a:off x="1620838" y="1198563"/>
          <a:ext cx="2516187" cy="1970087"/>
        </p:xfrm>
        <a:graphic>
          <a:graphicData uri="http://schemas.openxmlformats.org/drawingml/2006/chart">
            <c:chart xmlns:c="http://schemas.openxmlformats.org/drawingml/2006/chart" xmlns:r="http://schemas.openxmlformats.org/officeDocument/2006/relationships" r:id="rId35"/>
          </a:graphicData>
        </a:graphic>
      </p:graphicFrame>
      <p:sp>
        <p:nvSpPr>
          <p:cNvPr id="277" name="文本占位符 2">
            <a:extLst>
              <a:ext uri="{FF2B5EF4-FFF2-40B4-BE49-F238E27FC236}">
                <a16:creationId xmlns:a16="http://schemas.microsoft.com/office/drawing/2014/main" id="{8FA10A29-C4D3-0755-CAF1-163F105A2AF0}"/>
              </a:ext>
            </a:extLst>
          </p:cNvPr>
          <p:cNvSpPr txBox="1">
            <a:spLocks/>
          </p:cNvSpPr>
          <p:nvPr>
            <p:custDataLst>
              <p:tags r:id="rId3"/>
            </p:custDataLst>
          </p:nvPr>
        </p:nvSpPr>
        <p:spPr bwMode="auto">
          <a:xfrm>
            <a:off x="658813" y="1746250"/>
            <a:ext cx="668338"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4F55AABC-34AE-4B2B-AEBA-3A5AE2EEDF51}" type="datetime'R''e''''''''ins''u''r''er''''''''s'''''''''''''''''''''">
              <a:rPr kumimoji="1" lang="en-US" altLang="en-US" sz="1100" smtClean="0">
                <a:latin typeface="HarmonyOS Sans SC" pitchFamily="2" charset="-122"/>
                <a:ea typeface="HarmonyOS Sans SC" pitchFamily="2" charset="-122"/>
              </a:rPr>
              <a:pPr/>
              <a:t>Reinsurers</a:t>
            </a:fld>
            <a:endParaRPr kumimoji="1" lang="zh-CN" altLang="en-US" sz="1100" dirty="0">
              <a:latin typeface="HarmonyOS Sans SC" pitchFamily="2" charset="-122"/>
              <a:ea typeface="HarmonyOS Sans SC" pitchFamily="2" charset="-122"/>
              <a:sym typeface="HarmonyOS Sans SC" pitchFamily="2" charset="-122"/>
            </a:endParaRPr>
          </a:p>
        </p:txBody>
      </p:sp>
      <p:sp>
        <p:nvSpPr>
          <p:cNvPr id="278" name="文本占位符 2">
            <a:extLst>
              <a:ext uri="{FF2B5EF4-FFF2-40B4-BE49-F238E27FC236}">
                <a16:creationId xmlns:a16="http://schemas.microsoft.com/office/drawing/2014/main" id="{58F29B8A-B6E0-6B0D-7E08-FF306B9AC690}"/>
              </a:ext>
            </a:extLst>
          </p:cNvPr>
          <p:cNvSpPr txBox="1">
            <a:spLocks/>
          </p:cNvSpPr>
          <p:nvPr>
            <p:custDataLst>
              <p:tags r:id="rId4"/>
            </p:custDataLst>
          </p:nvPr>
        </p:nvSpPr>
        <p:spPr bwMode="auto">
          <a:xfrm>
            <a:off x="658813" y="2108200"/>
            <a:ext cx="271463"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048F0138-F3C7-436E-94EE-6B96185DDA2D}" type="datetime'''''''''''''''''''''''''''''P''''''''''''''''''''''''''&amp;''C'">
              <a:rPr kumimoji="1" lang="en-US" altLang="en-US" sz="1100" smtClean="0">
                <a:latin typeface="HarmonyOS Sans SC" pitchFamily="2" charset="-122"/>
                <a:ea typeface="HarmonyOS Sans SC" pitchFamily="2" charset="-122"/>
              </a:rPr>
              <a:pPr/>
              <a:t>P&amp;C</a:t>
            </a:fld>
            <a:endParaRPr kumimoji="1" lang="zh-CN" altLang="en-US" sz="1100" dirty="0">
              <a:latin typeface="HarmonyOS Sans SC" pitchFamily="2" charset="-122"/>
              <a:ea typeface="HarmonyOS Sans SC" pitchFamily="2" charset="-122"/>
              <a:sym typeface="HarmonyOS Sans SC" pitchFamily="2" charset="-122"/>
            </a:endParaRPr>
          </a:p>
        </p:txBody>
      </p:sp>
      <p:sp>
        <p:nvSpPr>
          <p:cNvPr id="281" name="文本占位符 2">
            <a:extLst>
              <a:ext uri="{FF2B5EF4-FFF2-40B4-BE49-F238E27FC236}">
                <a16:creationId xmlns:a16="http://schemas.microsoft.com/office/drawing/2014/main" id="{7438090D-F6DD-9E83-1005-4163D99C9437}"/>
              </a:ext>
            </a:extLst>
          </p:cNvPr>
          <p:cNvSpPr txBox="1">
            <a:spLocks/>
          </p:cNvSpPr>
          <p:nvPr>
            <p:custDataLst>
              <p:tags r:id="rId5"/>
            </p:custDataLst>
          </p:nvPr>
        </p:nvSpPr>
        <p:spPr bwMode="auto">
          <a:xfrm>
            <a:off x="2592387" y="1098550"/>
            <a:ext cx="573088"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57688E18-AF5F-411F-9738-E248C7E08F86}" type="datetime'''''''''2''''0''''''10''''''''''''''-''''1''9'''">
              <a:rPr kumimoji="1" lang="zh-CN" altLang="en-US" sz="1100" b="1" smtClean="0">
                <a:latin typeface="HarmonyOS Sans SC" pitchFamily="2" charset="-122"/>
                <a:ea typeface="HarmonyOS Sans SC" pitchFamily="2" charset="-122"/>
              </a:rPr>
              <a:pPr/>
              <a:t>2010-19</a:t>
            </a:fld>
            <a:endParaRPr kumimoji="1" lang="zh-CN" altLang="en-US" sz="1100" b="1" dirty="0">
              <a:latin typeface="HarmonyOS Sans SC" pitchFamily="2" charset="-122"/>
              <a:ea typeface="HarmonyOS Sans SC" pitchFamily="2" charset="-122"/>
              <a:sym typeface="HarmonyOS Sans SC" pitchFamily="2" charset="-122"/>
            </a:endParaRPr>
          </a:p>
        </p:txBody>
      </p:sp>
      <p:sp>
        <p:nvSpPr>
          <p:cNvPr id="295" name="文本占位符 2">
            <a:extLst>
              <a:ext uri="{FF2B5EF4-FFF2-40B4-BE49-F238E27FC236}">
                <a16:creationId xmlns:a16="http://schemas.microsoft.com/office/drawing/2014/main" id="{B0CAD62C-3B7B-E4B6-5CC6-5795C1D01E7A}"/>
              </a:ext>
            </a:extLst>
          </p:cNvPr>
          <p:cNvSpPr txBox="1">
            <a:spLocks/>
          </p:cNvSpPr>
          <p:nvPr>
            <p:custDataLst>
              <p:tags r:id="rId6"/>
            </p:custDataLst>
          </p:nvPr>
        </p:nvSpPr>
        <p:spPr bwMode="auto">
          <a:xfrm>
            <a:off x="658813" y="2468563"/>
            <a:ext cx="509588"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03B650ED-27FA-4280-83BB-8C9628A7F616}" type="datetime'''''''M''u''l''t''''''''''''''i''''''''''i''n''''''e'''''''">
              <a:rPr kumimoji="1" lang="en-US" altLang="en-US" sz="1100" smtClean="0">
                <a:latin typeface="HarmonyOS Sans SC" pitchFamily="2" charset="-122"/>
                <a:ea typeface="HarmonyOS Sans SC" pitchFamily="2" charset="-122"/>
              </a:rPr>
              <a:pPr/>
              <a:t>Multiine</a:t>
            </a:fld>
            <a:endParaRPr kumimoji="1" lang="zh-CN" altLang="en-US" sz="1100" dirty="0">
              <a:latin typeface="HarmonyOS Sans SC" pitchFamily="2" charset="-122"/>
              <a:ea typeface="HarmonyOS Sans SC" pitchFamily="2" charset="-122"/>
              <a:sym typeface="HarmonyOS Sans SC" pitchFamily="2" charset="-122"/>
            </a:endParaRPr>
          </a:p>
        </p:txBody>
      </p:sp>
      <p:sp>
        <p:nvSpPr>
          <p:cNvPr id="298" name="文本占位符 2">
            <a:extLst>
              <a:ext uri="{FF2B5EF4-FFF2-40B4-BE49-F238E27FC236}">
                <a16:creationId xmlns:a16="http://schemas.microsoft.com/office/drawing/2014/main" id="{74457D95-A8D6-7E40-9186-7694B0056B04}"/>
              </a:ext>
            </a:extLst>
          </p:cNvPr>
          <p:cNvSpPr txBox="1">
            <a:spLocks/>
          </p:cNvSpPr>
          <p:nvPr>
            <p:custDataLst>
              <p:tags r:id="rId7"/>
            </p:custDataLst>
          </p:nvPr>
        </p:nvSpPr>
        <p:spPr bwMode="auto">
          <a:xfrm>
            <a:off x="658813" y="2830513"/>
            <a:ext cx="95250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D583EA54-8B49-45CB-B19B-7B42AC88AF23}" type="datetime'Lif''''e ''''and'''''''''''''' ''''h''e''''''a''l''''''''t''h'">
              <a:rPr kumimoji="1" lang="en-US" altLang="en-US" sz="1100" smtClean="0">
                <a:latin typeface="HarmonyOS Sans SC" pitchFamily="2" charset="-122"/>
                <a:ea typeface="HarmonyOS Sans SC" pitchFamily="2" charset="-122"/>
              </a:rPr>
              <a:pPr/>
              <a:t>Life and health</a:t>
            </a:fld>
            <a:endParaRPr kumimoji="1" lang="zh-CN" altLang="en-US" sz="1100" dirty="0">
              <a:latin typeface="HarmonyOS Sans SC" pitchFamily="2" charset="-122"/>
              <a:ea typeface="HarmonyOS Sans SC" pitchFamily="2" charset="-122"/>
              <a:sym typeface="HarmonyOS Sans SC" pitchFamily="2" charset="-122"/>
            </a:endParaRPr>
          </a:p>
        </p:txBody>
      </p:sp>
      <p:sp>
        <p:nvSpPr>
          <p:cNvPr id="275" name="文本占位符 2">
            <a:extLst>
              <a:ext uri="{FF2B5EF4-FFF2-40B4-BE49-F238E27FC236}">
                <a16:creationId xmlns:a16="http://schemas.microsoft.com/office/drawing/2014/main" id="{D5C723C6-8C15-1ACA-DBB4-2D39838E4660}"/>
              </a:ext>
            </a:extLst>
          </p:cNvPr>
          <p:cNvSpPr txBox="1">
            <a:spLocks/>
          </p:cNvSpPr>
          <p:nvPr>
            <p:custDataLst>
              <p:tags r:id="rId8"/>
            </p:custDataLst>
          </p:nvPr>
        </p:nvSpPr>
        <p:spPr bwMode="auto">
          <a:xfrm>
            <a:off x="658813" y="1385888"/>
            <a:ext cx="930275"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6555518E-3334-4B70-9EBE-EBDDF755D3D6}" type="datetime'''Glo''''''''ba''''''l ''''br''o''ke''''''''r''''''''''s'">
              <a:rPr kumimoji="1" lang="en-US" altLang="en-US" sz="1100" smtClean="0">
                <a:latin typeface="HarmonyOS Sans SC" pitchFamily="2" charset="-122"/>
                <a:ea typeface="HarmonyOS Sans SC" pitchFamily="2" charset="-122"/>
              </a:rPr>
              <a:pPr/>
              <a:t>Global brokers</a:t>
            </a:fld>
            <a:endParaRPr kumimoji="1" lang="zh-CN" altLang="en-US" sz="1100" dirty="0">
              <a:latin typeface="HarmonyOS Sans SC" pitchFamily="2" charset="-122"/>
              <a:ea typeface="HarmonyOS Sans SC" pitchFamily="2" charset="-122"/>
              <a:sym typeface="HarmonyOS Sans SC" pitchFamily="2" charset="-122"/>
            </a:endParaRPr>
          </a:p>
        </p:txBody>
      </p:sp>
      <p:sp>
        <p:nvSpPr>
          <p:cNvPr id="338" name="文本占位符 2">
            <a:extLst>
              <a:ext uri="{FF2B5EF4-FFF2-40B4-BE49-F238E27FC236}">
                <a16:creationId xmlns:a16="http://schemas.microsoft.com/office/drawing/2014/main" id="{76E0EA0E-2DEF-2E16-A914-D4AC2ECCD19E}"/>
              </a:ext>
            </a:extLst>
          </p:cNvPr>
          <p:cNvSpPr txBox="1">
            <a:spLocks/>
          </p:cNvSpPr>
          <p:nvPr>
            <p:custDataLst>
              <p:tags r:id="rId9"/>
            </p:custDataLst>
          </p:nvPr>
        </p:nvSpPr>
        <p:spPr bwMode="gray">
          <a:xfrm>
            <a:off x="3328988" y="1746251"/>
            <a:ext cx="312738"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0D926EA8-14FC-4F1C-A9FB-3C2AD3B655DB}" type="datetime'''1''4'''''''''''''''''',''''''''''''''''''''''9'''''''">
              <a:rPr kumimoji="1" lang="zh-CN" altLang="en-US" sz="1100" smtClean="0">
                <a:effectLst/>
                <a:latin typeface="HarmonyOS Sans SC" pitchFamily="2" charset="-122"/>
                <a:ea typeface="HarmonyOS Sans SC" pitchFamily="2" charset="-122"/>
                <a:sym typeface="HarmonyOS Sans SC" pitchFamily="2" charset="-122"/>
              </a:rPr>
              <a:pPr algn="l">
                <a:spcBef>
                  <a:spcPct val="0"/>
                </a:spcBef>
                <a:spcAft>
                  <a:spcPct val="0"/>
                </a:spcAft>
              </a:pPr>
              <a:t>14,9</a:t>
            </a:fld>
            <a:endParaRPr kumimoji="1" lang="zh-CN" altLang="en-US" sz="1100" dirty="0">
              <a:latin typeface="HarmonyOS Sans SC" pitchFamily="2" charset="-122"/>
              <a:ea typeface="HarmonyOS Sans SC" pitchFamily="2" charset="-122"/>
              <a:sym typeface="HarmonyOS Sans SC" pitchFamily="2" charset="-122"/>
            </a:endParaRPr>
          </a:p>
        </p:txBody>
      </p:sp>
      <p:sp>
        <p:nvSpPr>
          <p:cNvPr id="339" name="文本占位符 2">
            <a:extLst>
              <a:ext uri="{FF2B5EF4-FFF2-40B4-BE49-F238E27FC236}">
                <a16:creationId xmlns:a16="http://schemas.microsoft.com/office/drawing/2014/main" id="{6B46223B-C57C-90F0-3AE4-39E99CA8C05A}"/>
              </a:ext>
            </a:extLst>
          </p:cNvPr>
          <p:cNvSpPr txBox="1">
            <a:spLocks/>
          </p:cNvSpPr>
          <p:nvPr>
            <p:custDataLst>
              <p:tags r:id="rId10"/>
            </p:custDataLst>
          </p:nvPr>
        </p:nvSpPr>
        <p:spPr bwMode="gray">
          <a:xfrm>
            <a:off x="3092450" y="2108201"/>
            <a:ext cx="312738"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5DFE080A-FB72-429D-8D05-A34231E3AE6D}" type="datetime'''''''''''''''1''2'''''''''''''''''''''''''',''7'''''''">
              <a:rPr kumimoji="1" lang="zh-CN" altLang="en-US" sz="1100" smtClean="0">
                <a:effectLst/>
                <a:latin typeface="HarmonyOS Sans SC" pitchFamily="2" charset="-122"/>
                <a:ea typeface="HarmonyOS Sans SC" pitchFamily="2" charset="-122"/>
                <a:sym typeface="HarmonyOS Sans SC" pitchFamily="2" charset="-122"/>
              </a:rPr>
              <a:pPr algn="l">
                <a:spcBef>
                  <a:spcPct val="0"/>
                </a:spcBef>
                <a:spcAft>
                  <a:spcPct val="0"/>
                </a:spcAft>
              </a:pPr>
              <a:t>12,7</a:t>
            </a:fld>
            <a:endParaRPr kumimoji="1" lang="zh-CN" altLang="en-US" sz="1100" dirty="0">
              <a:latin typeface="HarmonyOS Sans SC" pitchFamily="2" charset="-122"/>
              <a:ea typeface="HarmonyOS Sans SC" pitchFamily="2" charset="-122"/>
              <a:sym typeface="HarmonyOS Sans SC" pitchFamily="2" charset="-122"/>
            </a:endParaRPr>
          </a:p>
        </p:txBody>
      </p:sp>
      <p:sp>
        <p:nvSpPr>
          <p:cNvPr id="340" name="文本占位符 2">
            <a:extLst>
              <a:ext uri="{FF2B5EF4-FFF2-40B4-BE49-F238E27FC236}">
                <a16:creationId xmlns:a16="http://schemas.microsoft.com/office/drawing/2014/main" id="{48371A94-E1F5-88A4-1A8D-F5D5F2E24D3A}"/>
              </a:ext>
            </a:extLst>
          </p:cNvPr>
          <p:cNvSpPr txBox="1">
            <a:spLocks/>
          </p:cNvSpPr>
          <p:nvPr>
            <p:custDataLst>
              <p:tags r:id="rId11"/>
            </p:custDataLst>
          </p:nvPr>
        </p:nvSpPr>
        <p:spPr bwMode="gray">
          <a:xfrm>
            <a:off x="2781300" y="2468564"/>
            <a:ext cx="233363"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430E3848-40F2-4F92-AC97-9D6368BF2C49}" type="datetime'''''''''''''9'''''''''''',''''''''''''''''''''''''''''''''''8'">
              <a:rPr kumimoji="1" lang="zh-CN" altLang="en-US" sz="1100" smtClean="0">
                <a:effectLst/>
                <a:latin typeface="HarmonyOS Sans SC" pitchFamily="2" charset="-122"/>
                <a:ea typeface="HarmonyOS Sans SC" pitchFamily="2" charset="-122"/>
                <a:sym typeface="HarmonyOS Sans SC" pitchFamily="2" charset="-122"/>
              </a:rPr>
              <a:pPr algn="l">
                <a:spcBef>
                  <a:spcPct val="0"/>
                </a:spcBef>
                <a:spcAft>
                  <a:spcPct val="0"/>
                </a:spcAft>
              </a:pPr>
              <a:t>9,8</a:t>
            </a:fld>
            <a:endParaRPr kumimoji="1" lang="zh-CN" altLang="en-US" sz="1100" dirty="0">
              <a:latin typeface="HarmonyOS Sans SC" pitchFamily="2" charset="-122"/>
              <a:ea typeface="HarmonyOS Sans SC" pitchFamily="2" charset="-122"/>
              <a:sym typeface="HarmonyOS Sans SC" pitchFamily="2" charset="-122"/>
            </a:endParaRPr>
          </a:p>
        </p:txBody>
      </p:sp>
      <p:sp>
        <p:nvSpPr>
          <p:cNvPr id="341" name="文本占位符 2">
            <a:extLst>
              <a:ext uri="{FF2B5EF4-FFF2-40B4-BE49-F238E27FC236}">
                <a16:creationId xmlns:a16="http://schemas.microsoft.com/office/drawing/2014/main" id="{597BCB39-7940-A57F-965E-1EFF3A86572D}"/>
              </a:ext>
            </a:extLst>
          </p:cNvPr>
          <p:cNvSpPr txBox="1">
            <a:spLocks/>
          </p:cNvSpPr>
          <p:nvPr>
            <p:custDataLst>
              <p:tags r:id="rId12"/>
            </p:custDataLst>
          </p:nvPr>
        </p:nvSpPr>
        <p:spPr bwMode="gray">
          <a:xfrm>
            <a:off x="2770188" y="2830514"/>
            <a:ext cx="233363"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CF50E2AA-6D4E-4B84-947F-AC0D4985C9C8}" type="datetime'''''9'''',''''''''''''''''''''''7'">
              <a:rPr kumimoji="1" lang="zh-CN" altLang="en-US" sz="1100" smtClean="0">
                <a:effectLst/>
                <a:latin typeface="HarmonyOS Sans SC" pitchFamily="2" charset="-122"/>
                <a:ea typeface="HarmonyOS Sans SC" pitchFamily="2" charset="-122"/>
                <a:sym typeface="HarmonyOS Sans SC" pitchFamily="2" charset="-122"/>
              </a:rPr>
              <a:pPr algn="l">
                <a:spcBef>
                  <a:spcPct val="0"/>
                </a:spcBef>
                <a:spcAft>
                  <a:spcPct val="0"/>
                </a:spcAft>
              </a:pPr>
              <a:t>9,7</a:t>
            </a:fld>
            <a:endParaRPr kumimoji="1" lang="zh-CN" altLang="en-US" sz="1100" dirty="0">
              <a:latin typeface="HarmonyOS Sans SC" pitchFamily="2" charset="-122"/>
              <a:ea typeface="HarmonyOS Sans SC" pitchFamily="2" charset="-122"/>
              <a:sym typeface="HarmonyOS Sans SC" pitchFamily="2" charset="-122"/>
            </a:endParaRPr>
          </a:p>
        </p:txBody>
      </p:sp>
      <p:sp>
        <p:nvSpPr>
          <p:cNvPr id="337" name="文本占位符 2">
            <a:extLst>
              <a:ext uri="{FF2B5EF4-FFF2-40B4-BE49-F238E27FC236}">
                <a16:creationId xmlns:a16="http://schemas.microsoft.com/office/drawing/2014/main" id="{4B141701-5987-7F39-723B-3AF56AC445F0}"/>
              </a:ext>
            </a:extLst>
          </p:cNvPr>
          <p:cNvSpPr txBox="1">
            <a:spLocks/>
          </p:cNvSpPr>
          <p:nvPr>
            <p:custDataLst>
              <p:tags r:id="rId13"/>
            </p:custDataLst>
          </p:nvPr>
        </p:nvSpPr>
        <p:spPr bwMode="gray">
          <a:xfrm>
            <a:off x="4079875" y="1385889"/>
            <a:ext cx="312738"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E0CEEB06-D045-4770-9C1D-25B8E2C3E0F7}" type="datetime'2''''1'''''''''''''''''''''''''',''9'''''">
              <a:rPr kumimoji="1" lang="zh-CN" altLang="en-US" sz="1100" smtClean="0">
                <a:effectLst/>
                <a:latin typeface="HarmonyOS Sans SC" pitchFamily="2" charset="-122"/>
                <a:ea typeface="HarmonyOS Sans SC" pitchFamily="2" charset="-122"/>
                <a:sym typeface="HarmonyOS Sans SC" pitchFamily="2" charset="-122"/>
              </a:rPr>
              <a:pPr algn="l">
                <a:spcBef>
                  <a:spcPct val="0"/>
                </a:spcBef>
                <a:spcAft>
                  <a:spcPct val="0"/>
                </a:spcAft>
              </a:pPr>
              <a:t>21,9</a:t>
            </a:fld>
            <a:endParaRPr kumimoji="1" lang="zh-CN" altLang="en-US" sz="1100" dirty="0">
              <a:latin typeface="HarmonyOS Sans SC" pitchFamily="2" charset="-122"/>
              <a:ea typeface="HarmonyOS Sans SC" pitchFamily="2" charset="-122"/>
              <a:sym typeface="HarmonyOS Sans SC" pitchFamily="2" charset="-122"/>
            </a:endParaRPr>
          </a:p>
        </p:txBody>
      </p:sp>
      <p:graphicFrame>
        <p:nvGraphicFramePr>
          <p:cNvPr id="374" name="Chart 3">
            <a:extLst>
              <a:ext uri="{FF2B5EF4-FFF2-40B4-BE49-F238E27FC236}">
                <a16:creationId xmlns:a16="http://schemas.microsoft.com/office/drawing/2014/main" id="{5F8A59F8-E303-597D-5D7D-D09D16128318}"/>
              </a:ext>
            </a:extLst>
          </p:cNvPr>
          <p:cNvGraphicFramePr/>
          <p:nvPr>
            <p:custDataLst>
              <p:tags r:id="rId14"/>
            </p:custDataLst>
          </p:nvPr>
        </p:nvGraphicFramePr>
        <p:xfrm>
          <a:off x="5986463" y="1198563"/>
          <a:ext cx="5227637" cy="1970087"/>
        </p:xfrm>
        <a:graphic>
          <a:graphicData uri="http://schemas.openxmlformats.org/drawingml/2006/chart">
            <c:chart xmlns:c="http://schemas.openxmlformats.org/drawingml/2006/chart" xmlns:r="http://schemas.openxmlformats.org/officeDocument/2006/relationships" r:id="rId36"/>
          </a:graphicData>
        </a:graphic>
      </p:graphicFrame>
      <p:sp>
        <p:nvSpPr>
          <p:cNvPr id="354" name="文本占位符 2">
            <a:extLst>
              <a:ext uri="{FF2B5EF4-FFF2-40B4-BE49-F238E27FC236}">
                <a16:creationId xmlns:a16="http://schemas.microsoft.com/office/drawing/2014/main" id="{1F5273AB-DAAB-3BB0-E970-AF8FC8258BE9}"/>
              </a:ext>
            </a:extLst>
          </p:cNvPr>
          <p:cNvSpPr txBox="1">
            <a:spLocks/>
          </p:cNvSpPr>
          <p:nvPr>
            <p:custDataLst>
              <p:tags r:id="rId15"/>
            </p:custDataLst>
          </p:nvPr>
        </p:nvSpPr>
        <p:spPr bwMode="gray">
          <a:xfrm>
            <a:off x="11156950" y="1385888"/>
            <a:ext cx="312738"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9AC0A536-3F26-474B-8460-694EB6402675}" type="datetime'''''''''''''''53,''''''''4'''''''''''''''''''">
              <a:rPr kumimoji="1" lang="zh-CN" altLang="en-US" sz="1100" smtClean="0">
                <a:latin typeface="HarmonyOS Sans SC" pitchFamily="2" charset="-122"/>
                <a:ea typeface="HarmonyOS Sans SC" pitchFamily="2" charset="-122"/>
              </a:rPr>
              <a:pPr/>
              <a:t>53,4</a:t>
            </a:fld>
            <a:endParaRPr kumimoji="1" lang="zh-CN" altLang="en-US" sz="1100" dirty="0">
              <a:latin typeface="HarmonyOS Sans SC" pitchFamily="2" charset="-122"/>
              <a:ea typeface="HarmonyOS Sans SC" pitchFamily="2" charset="-122"/>
              <a:sym typeface="HarmonyOS Sans SC" pitchFamily="2" charset="-122"/>
            </a:endParaRPr>
          </a:p>
        </p:txBody>
      </p:sp>
      <p:sp>
        <p:nvSpPr>
          <p:cNvPr id="350" name="文本占位符 2">
            <a:extLst>
              <a:ext uri="{FF2B5EF4-FFF2-40B4-BE49-F238E27FC236}">
                <a16:creationId xmlns:a16="http://schemas.microsoft.com/office/drawing/2014/main" id="{C7692C83-BC10-EFE7-0948-71DE855A573A}"/>
              </a:ext>
            </a:extLst>
          </p:cNvPr>
          <p:cNvSpPr txBox="1">
            <a:spLocks/>
          </p:cNvSpPr>
          <p:nvPr>
            <p:custDataLst>
              <p:tags r:id="rId16"/>
            </p:custDataLst>
          </p:nvPr>
        </p:nvSpPr>
        <p:spPr bwMode="gray">
          <a:xfrm>
            <a:off x="5741988" y="1746250"/>
            <a:ext cx="301625"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spcBef>
                <a:spcPct val="0"/>
              </a:spcBef>
              <a:spcAft>
                <a:spcPct val="0"/>
              </a:spcAft>
            </a:pPr>
            <a:fld id="{7EF284DB-EA3A-450C-9743-04534BE036A8}" type="datetime'-''''''''''''''''4'''''''''',''4'''''''''''''''''''''''">
              <a:rPr kumimoji="1" lang="zh-CN" altLang="en-US" sz="1100" smtClean="0">
                <a:latin typeface="HarmonyOS Sans SC" pitchFamily="2" charset="-122"/>
                <a:ea typeface="HarmonyOS Sans SC" pitchFamily="2" charset="-122"/>
              </a:rPr>
              <a:pPr algn="r">
                <a:spcBef>
                  <a:spcPct val="0"/>
                </a:spcBef>
                <a:spcAft>
                  <a:spcPct val="0"/>
                </a:spcAft>
              </a:pPr>
              <a:t>-4,4</a:t>
            </a:fld>
            <a:endParaRPr kumimoji="1" lang="zh-CN" altLang="en-US" sz="1100" dirty="0">
              <a:latin typeface="HarmonyOS Sans SC" pitchFamily="2" charset="-122"/>
              <a:ea typeface="HarmonyOS Sans SC" pitchFamily="2" charset="-122"/>
              <a:sym typeface="HarmonyOS Sans SC" pitchFamily="2" charset="-122"/>
            </a:endParaRPr>
          </a:p>
        </p:txBody>
      </p:sp>
      <p:sp>
        <p:nvSpPr>
          <p:cNvPr id="346" name="文本占位符 2">
            <a:extLst>
              <a:ext uri="{FF2B5EF4-FFF2-40B4-BE49-F238E27FC236}">
                <a16:creationId xmlns:a16="http://schemas.microsoft.com/office/drawing/2014/main" id="{88B8E259-5B3B-AA7C-B193-EF22600DA1E7}"/>
              </a:ext>
            </a:extLst>
          </p:cNvPr>
          <p:cNvSpPr txBox="1">
            <a:spLocks/>
          </p:cNvSpPr>
          <p:nvPr>
            <p:custDataLst>
              <p:tags r:id="rId17"/>
            </p:custDataLst>
          </p:nvPr>
        </p:nvSpPr>
        <p:spPr bwMode="auto">
          <a:xfrm>
            <a:off x="8507413" y="1098550"/>
            <a:ext cx="573088"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AA0D6D4-CD89-4BA5-8F70-55785C2EDCE7}" type="datetime'''''2''''0''''''''''''''''''''''''''20''''''-''''''''2''''''1'">
              <a:rPr kumimoji="1" lang="zh-CN" altLang="en-US" sz="1100" b="1" smtClean="0">
                <a:latin typeface="HarmonyOS Sans SC" pitchFamily="2" charset="-122"/>
                <a:ea typeface="HarmonyOS Sans SC" pitchFamily="2" charset="-122"/>
              </a:rPr>
              <a:pPr/>
              <a:t>2020-21</a:t>
            </a:fld>
            <a:endParaRPr kumimoji="1" lang="zh-CN" altLang="en-US" sz="1100" b="1" dirty="0">
              <a:latin typeface="HarmonyOS Sans SC" pitchFamily="2" charset="-122"/>
              <a:ea typeface="HarmonyOS Sans SC" pitchFamily="2" charset="-122"/>
              <a:sym typeface="HarmonyOS Sans SC" pitchFamily="2" charset="-122"/>
            </a:endParaRPr>
          </a:p>
        </p:txBody>
      </p:sp>
      <p:sp>
        <p:nvSpPr>
          <p:cNvPr id="352" name="文本占位符 2">
            <a:extLst>
              <a:ext uri="{FF2B5EF4-FFF2-40B4-BE49-F238E27FC236}">
                <a16:creationId xmlns:a16="http://schemas.microsoft.com/office/drawing/2014/main" id="{AF6B1CC7-4156-5558-2AF2-3A837F1EB632}"/>
              </a:ext>
            </a:extLst>
          </p:cNvPr>
          <p:cNvSpPr txBox="1">
            <a:spLocks/>
          </p:cNvSpPr>
          <p:nvPr>
            <p:custDataLst>
              <p:tags r:id="rId18"/>
            </p:custDataLst>
          </p:nvPr>
        </p:nvSpPr>
        <p:spPr bwMode="gray">
          <a:xfrm>
            <a:off x="7785100" y="2468563"/>
            <a:ext cx="312738"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33F299CE-ED71-46CC-94D0-6CBBF021770B}" type="datetime'1''4'''''''''''''''''',''''''''''''''''''''''9'''">
              <a:rPr kumimoji="1" lang="zh-CN" altLang="en-US" sz="1100" smtClean="0">
                <a:latin typeface="HarmonyOS Sans SC" pitchFamily="2" charset="-122"/>
                <a:ea typeface="HarmonyOS Sans SC" pitchFamily="2" charset="-122"/>
              </a:rPr>
              <a:pPr/>
              <a:t>14,9</a:t>
            </a:fld>
            <a:endParaRPr kumimoji="1" lang="zh-CN" altLang="en-US" sz="1100" dirty="0">
              <a:latin typeface="HarmonyOS Sans SC" pitchFamily="2" charset="-122"/>
              <a:ea typeface="HarmonyOS Sans SC" pitchFamily="2" charset="-122"/>
              <a:sym typeface="HarmonyOS Sans SC" pitchFamily="2" charset="-122"/>
            </a:endParaRPr>
          </a:p>
        </p:txBody>
      </p:sp>
      <p:sp>
        <p:nvSpPr>
          <p:cNvPr id="353" name="文本占位符 2">
            <a:extLst>
              <a:ext uri="{FF2B5EF4-FFF2-40B4-BE49-F238E27FC236}">
                <a16:creationId xmlns:a16="http://schemas.microsoft.com/office/drawing/2014/main" id="{89CB6509-A66D-126C-AD6B-13FAFCE345D1}"/>
              </a:ext>
            </a:extLst>
          </p:cNvPr>
          <p:cNvSpPr txBox="1">
            <a:spLocks/>
          </p:cNvSpPr>
          <p:nvPr>
            <p:custDataLst>
              <p:tags r:id="rId19"/>
            </p:custDataLst>
          </p:nvPr>
        </p:nvSpPr>
        <p:spPr bwMode="gray">
          <a:xfrm>
            <a:off x="7092950" y="2830513"/>
            <a:ext cx="233363"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0730C9D1-A3F0-4F6D-B536-F1E38DE7F2F4}" type="datetime'''7'''''''''''''''''''''''''''''',''''''''''0'''''''''''''">
              <a:rPr kumimoji="1" lang="zh-CN" altLang="en-US" sz="1100" smtClean="0">
                <a:latin typeface="HarmonyOS Sans SC" pitchFamily="2" charset="-122"/>
                <a:ea typeface="HarmonyOS Sans SC" pitchFamily="2" charset="-122"/>
              </a:rPr>
              <a:pPr/>
              <a:t>7,0</a:t>
            </a:fld>
            <a:endParaRPr kumimoji="1" lang="zh-CN" altLang="en-US" sz="1100" dirty="0">
              <a:latin typeface="HarmonyOS Sans SC" pitchFamily="2" charset="-122"/>
              <a:ea typeface="HarmonyOS Sans SC" pitchFamily="2" charset="-122"/>
              <a:sym typeface="HarmonyOS Sans SC" pitchFamily="2" charset="-122"/>
            </a:endParaRPr>
          </a:p>
        </p:txBody>
      </p:sp>
      <p:sp>
        <p:nvSpPr>
          <p:cNvPr id="351" name="文本占位符 2">
            <a:extLst>
              <a:ext uri="{FF2B5EF4-FFF2-40B4-BE49-F238E27FC236}">
                <a16:creationId xmlns:a16="http://schemas.microsoft.com/office/drawing/2014/main" id="{E66EE591-96E6-C380-325E-70DF4CD64E48}"/>
              </a:ext>
            </a:extLst>
          </p:cNvPr>
          <p:cNvSpPr txBox="1">
            <a:spLocks/>
          </p:cNvSpPr>
          <p:nvPr>
            <p:custDataLst>
              <p:tags r:id="rId20"/>
            </p:custDataLst>
          </p:nvPr>
        </p:nvSpPr>
        <p:spPr bwMode="gray">
          <a:xfrm>
            <a:off x="8213725" y="2108200"/>
            <a:ext cx="312738"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7F3D43F8-FCBE-4022-8CDB-F5198C47E11D}" type="datetime'''''''''''''19'',''''''''''''''''8'''''">
              <a:rPr kumimoji="1" lang="zh-CN" altLang="en-US" sz="1100" smtClean="0">
                <a:latin typeface="HarmonyOS Sans SC" pitchFamily="2" charset="-122"/>
                <a:ea typeface="HarmonyOS Sans SC" pitchFamily="2" charset="-122"/>
              </a:rPr>
              <a:pPr/>
              <a:t>19,8</a:t>
            </a:fld>
            <a:endParaRPr kumimoji="1" lang="zh-CN" altLang="en-US" sz="1100" dirty="0">
              <a:latin typeface="HarmonyOS Sans SC" pitchFamily="2" charset="-122"/>
              <a:ea typeface="HarmonyOS Sans SC" pitchFamily="2" charset="-122"/>
              <a:sym typeface="HarmonyOS Sans SC" pitchFamily="2" charset="-122"/>
            </a:endParaRPr>
          </a:p>
        </p:txBody>
      </p:sp>
      <p:cxnSp>
        <p:nvCxnSpPr>
          <p:cNvPr id="376" name="直线连接符 375">
            <a:extLst>
              <a:ext uri="{FF2B5EF4-FFF2-40B4-BE49-F238E27FC236}">
                <a16:creationId xmlns:a16="http://schemas.microsoft.com/office/drawing/2014/main" id="{8595C3CC-D57E-ABF5-E47A-5010F44DDEF7}"/>
              </a:ext>
            </a:extLst>
          </p:cNvPr>
          <p:cNvCxnSpPr/>
          <p:nvPr/>
        </p:nvCxnSpPr>
        <p:spPr>
          <a:xfrm>
            <a:off x="616109" y="3429000"/>
            <a:ext cx="10959782" cy="0"/>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aphicFrame>
        <p:nvGraphicFramePr>
          <p:cNvPr id="414" name="Chart 3">
            <a:extLst>
              <a:ext uri="{FF2B5EF4-FFF2-40B4-BE49-F238E27FC236}">
                <a16:creationId xmlns:a16="http://schemas.microsoft.com/office/drawing/2014/main" id="{F291A919-F16D-885D-381C-D1F91B81EEB0}"/>
              </a:ext>
            </a:extLst>
          </p:cNvPr>
          <p:cNvGraphicFramePr/>
          <p:nvPr>
            <p:custDataLst>
              <p:tags r:id="rId21"/>
            </p:custDataLst>
          </p:nvPr>
        </p:nvGraphicFramePr>
        <p:xfrm>
          <a:off x="1620838" y="4038600"/>
          <a:ext cx="2516187" cy="1247775"/>
        </p:xfrm>
        <a:graphic>
          <a:graphicData uri="http://schemas.openxmlformats.org/drawingml/2006/chart">
            <c:chart xmlns:c="http://schemas.openxmlformats.org/drawingml/2006/chart" xmlns:r="http://schemas.openxmlformats.org/officeDocument/2006/relationships" r:id="rId37"/>
          </a:graphicData>
        </a:graphic>
      </p:graphicFrame>
      <p:sp>
        <p:nvSpPr>
          <p:cNvPr id="378" name="文本占位符 2">
            <a:extLst>
              <a:ext uri="{FF2B5EF4-FFF2-40B4-BE49-F238E27FC236}">
                <a16:creationId xmlns:a16="http://schemas.microsoft.com/office/drawing/2014/main" id="{3C880B67-97DC-3154-0418-732976011574}"/>
              </a:ext>
            </a:extLst>
          </p:cNvPr>
          <p:cNvSpPr txBox="1">
            <a:spLocks/>
          </p:cNvSpPr>
          <p:nvPr>
            <p:custDataLst>
              <p:tags r:id="rId22"/>
            </p:custDataLst>
          </p:nvPr>
        </p:nvSpPr>
        <p:spPr bwMode="auto">
          <a:xfrm>
            <a:off x="617538" y="4510088"/>
            <a:ext cx="993775" cy="3016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3447DD74-464D-4D7F-87C7-B5AD5B471F8D}" type="datetime'Eu''rope'', Mi''d''dle&#10;''Ea''s''t, a''''n''''d A''f''rica'''">
              <a:rPr kumimoji="1" lang="en-US" altLang="en-US" sz="1100" smtClean="0">
                <a:latin typeface="HarmonyOS Sans SC" pitchFamily="2" charset="-122"/>
                <a:ea typeface="HarmonyOS Sans SC" pitchFamily="2" charset="-122"/>
              </a:rPr>
              <a:pPr/>
              <a:t>Europe, Middle
East, and Africa</a:t>
            </a:fld>
            <a:endParaRPr kumimoji="1" lang="zh-CN" altLang="en-US" sz="1100" dirty="0">
              <a:latin typeface="HarmonyOS Sans SC" pitchFamily="2" charset="-122"/>
              <a:ea typeface="HarmonyOS Sans SC" pitchFamily="2" charset="-122"/>
              <a:sym typeface="HarmonyOS Sans SC" pitchFamily="2" charset="-122"/>
            </a:endParaRPr>
          </a:p>
        </p:txBody>
      </p:sp>
      <p:sp>
        <p:nvSpPr>
          <p:cNvPr id="379" name="文本占位符 2">
            <a:extLst>
              <a:ext uri="{FF2B5EF4-FFF2-40B4-BE49-F238E27FC236}">
                <a16:creationId xmlns:a16="http://schemas.microsoft.com/office/drawing/2014/main" id="{8AFF9B55-57F4-F7D1-F955-6AF64A6E0A29}"/>
              </a:ext>
            </a:extLst>
          </p:cNvPr>
          <p:cNvSpPr txBox="1">
            <a:spLocks/>
          </p:cNvSpPr>
          <p:nvPr>
            <p:custDataLst>
              <p:tags r:id="rId23"/>
            </p:custDataLst>
          </p:nvPr>
        </p:nvSpPr>
        <p:spPr bwMode="auto">
          <a:xfrm>
            <a:off x="617537" y="4948238"/>
            <a:ext cx="742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19D52968-B6A7-4FED-9FC7-5142414DD014}" type="datetime'''A''s''''i''a-''''''''''''P''a''''''''''''c''ifi''''c'">
              <a:rPr kumimoji="1" lang="en-US" altLang="en-US" sz="1100" smtClean="0">
                <a:latin typeface="HarmonyOS Sans SC" pitchFamily="2" charset="-122"/>
                <a:ea typeface="HarmonyOS Sans SC" pitchFamily="2" charset="-122"/>
              </a:rPr>
              <a:pPr/>
              <a:t>Asia-Pacific</a:t>
            </a:fld>
            <a:endParaRPr kumimoji="1" lang="zh-CN" altLang="en-US" sz="1100" dirty="0">
              <a:latin typeface="HarmonyOS Sans SC" pitchFamily="2" charset="-122"/>
              <a:ea typeface="HarmonyOS Sans SC" pitchFamily="2" charset="-122"/>
              <a:sym typeface="HarmonyOS Sans SC" pitchFamily="2" charset="-122"/>
            </a:endParaRPr>
          </a:p>
        </p:txBody>
      </p:sp>
      <p:sp>
        <p:nvSpPr>
          <p:cNvPr id="383" name="文本占位符 2">
            <a:extLst>
              <a:ext uri="{FF2B5EF4-FFF2-40B4-BE49-F238E27FC236}">
                <a16:creationId xmlns:a16="http://schemas.microsoft.com/office/drawing/2014/main" id="{DF675485-7982-A780-F398-003B6C4AA34F}"/>
              </a:ext>
            </a:extLst>
          </p:cNvPr>
          <p:cNvSpPr txBox="1">
            <a:spLocks/>
          </p:cNvSpPr>
          <p:nvPr>
            <p:custDataLst>
              <p:tags r:id="rId24"/>
            </p:custDataLst>
          </p:nvPr>
        </p:nvSpPr>
        <p:spPr bwMode="auto">
          <a:xfrm>
            <a:off x="617538" y="4225925"/>
            <a:ext cx="925513"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3E22977F-345C-4343-98E3-DED02F06FE0D}" type="datetime'N''o''r''t''''h'''''' ''''''''A''''''''''m''er''''ica'''">
              <a:rPr kumimoji="1" lang="en-US" altLang="en-US" sz="1100" smtClean="0">
                <a:latin typeface="HarmonyOS Sans SC" pitchFamily="2" charset="-122"/>
                <a:ea typeface="HarmonyOS Sans SC" pitchFamily="2" charset="-122"/>
              </a:rPr>
              <a:pPr/>
              <a:t>North America</a:t>
            </a:fld>
            <a:endParaRPr kumimoji="1" lang="zh-CN" altLang="en-US" sz="1100" dirty="0">
              <a:latin typeface="HarmonyOS Sans SC" pitchFamily="2" charset="-122"/>
              <a:ea typeface="HarmonyOS Sans SC" pitchFamily="2" charset="-122"/>
              <a:sym typeface="HarmonyOS Sans SC" pitchFamily="2" charset="-122"/>
            </a:endParaRPr>
          </a:p>
        </p:txBody>
      </p:sp>
      <p:sp>
        <p:nvSpPr>
          <p:cNvPr id="384" name="文本占位符 2">
            <a:extLst>
              <a:ext uri="{FF2B5EF4-FFF2-40B4-BE49-F238E27FC236}">
                <a16:creationId xmlns:a16="http://schemas.microsoft.com/office/drawing/2014/main" id="{818EF639-ACBD-5B36-6063-57B62108997C}"/>
              </a:ext>
            </a:extLst>
          </p:cNvPr>
          <p:cNvSpPr txBox="1">
            <a:spLocks/>
          </p:cNvSpPr>
          <p:nvPr>
            <p:custDataLst>
              <p:tags r:id="rId25"/>
            </p:custDataLst>
          </p:nvPr>
        </p:nvSpPr>
        <p:spPr bwMode="gray">
          <a:xfrm>
            <a:off x="3040064" y="4586288"/>
            <a:ext cx="233363"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00FAF413-CD68-4916-9570-31148694AA25}" type="datetime'8'''',''''7'''''''''''''''''''''''''''''''''''''''''''''''''''">
              <a:rPr kumimoji="1" lang="zh-CN" altLang="en-US" sz="1100" smtClean="0">
                <a:latin typeface="HarmonyOS Sans SC" pitchFamily="2" charset="-122"/>
                <a:ea typeface="HarmonyOS Sans SC" pitchFamily="2" charset="-122"/>
              </a:rPr>
              <a:pPr/>
              <a:t>8,7</a:t>
            </a:fld>
            <a:endParaRPr kumimoji="1" lang="zh-CN" altLang="en-US" sz="1100" dirty="0">
              <a:latin typeface="HarmonyOS Sans SC" pitchFamily="2" charset="-122"/>
              <a:ea typeface="HarmonyOS Sans SC" pitchFamily="2" charset="-122"/>
              <a:sym typeface="HarmonyOS Sans SC" pitchFamily="2" charset="-122"/>
            </a:endParaRPr>
          </a:p>
        </p:txBody>
      </p:sp>
      <p:sp>
        <p:nvSpPr>
          <p:cNvPr id="385" name="文本占位符 2">
            <a:extLst>
              <a:ext uri="{FF2B5EF4-FFF2-40B4-BE49-F238E27FC236}">
                <a16:creationId xmlns:a16="http://schemas.microsoft.com/office/drawing/2014/main" id="{FB99047F-C5D6-EC77-3C32-E7CEB0C93AF5}"/>
              </a:ext>
            </a:extLst>
          </p:cNvPr>
          <p:cNvSpPr txBox="1">
            <a:spLocks/>
          </p:cNvSpPr>
          <p:nvPr>
            <p:custDataLst>
              <p:tags r:id="rId26"/>
            </p:custDataLst>
          </p:nvPr>
        </p:nvSpPr>
        <p:spPr bwMode="gray">
          <a:xfrm>
            <a:off x="2466976" y="4948238"/>
            <a:ext cx="233363"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5050180A-E00B-416E-8352-44AC10AC8A85}" type="datetime'''''''''4'''''''''''''''''''''',9'''''''''''">
              <a:rPr kumimoji="1" lang="zh-CN" altLang="en-US" sz="1100" smtClean="0">
                <a:latin typeface="HarmonyOS Sans SC" pitchFamily="2" charset="-122"/>
                <a:ea typeface="HarmonyOS Sans SC" pitchFamily="2" charset="-122"/>
              </a:rPr>
              <a:pPr/>
              <a:t>4,9</a:t>
            </a:fld>
            <a:endParaRPr kumimoji="1" lang="zh-CN" altLang="en-US" sz="1100" dirty="0">
              <a:latin typeface="HarmonyOS Sans SC" pitchFamily="2" charset="-122"/>
              <a:ea typeface="HarmonyOS Sans SC" pitchFamily="2" charset="-122"/>
              <a:sym typeface="HarmonyOS Sans SC" pitchFamily="2" charset="-122"/>
            </a:endParaRPr>
          </a:p>
        </p:txBody>
      </p:sp>
      <p:sp>
        <p:nvSpPr>
          <p:cNvPr id="388" name="文本占位符 2">
            <a:extLst>
              <a:ext uri="{FF2B5EF4-FFF2-40B4-BE49-F238E27FC236}">
                <a16:creationId xmlns:a16="http://schemas.microsoft.com/office/drawing/2014/main" id="{1053BBF5-1A83-E7B7-8285-E8BA4975B6EB}"/>
              </a:ext>
            </a:extLst>
          </p:cNvPr>
          <p:cNvSpPr txBox="1">
            <a:spLocks/>
          </p:cNvSpPr>
          <p:nvPr>
            <p:custDataLst>
              <p:tags r:id="rId27"/>
            </p:custDataLst>
          </p:nvPr>
        </p:nvSpPr>
        <p:spPr bwMode="gray">
          <a:xfrm>
            <a:off x="4079875" y="4225925"/>
            <a:ext cx="312738"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0EE175A3-960D-43F1-8377-709C599321B4}" type="datetime'1''5'''''''',''''''''''6'''''''''''''''''''''">
              <a:rPr kumimoji="1" lang="zh-CN" altLang="en-US" sz="1100" smtClean="0">
                <a:latin typeface="HarmonyOS Sans SC" pitchFamily="2" charset="-122"/>
                <a:ea typeface="HarmonyOS Sans SC" pitchFamily="2" charset="-122"/>
              </a:rPr>
              <a:pPr/>
              <a:t>15,6</a:t>
            </a:fld>
            <a:endParaRPr kumimoji="1" lang="zh-CN" altLang="en-US" sz="1100" dirty="0">
              <a:latin typeface="HarmonyOS Sans SC" pitchFamily="2" charset="-122"/>
              <a:ea typeface="HarmonyOS Sans SC" pitchFamily="2" charset="-122"/>
              <a:sym typeface="HarmonyOS Sans SC" pitchFamily="2" charset="-122"/>
            </a:endParaRPr>
          </a:p>
        </p:txBody>
      </p:sp>
      <p:graphicFrame>
        <p:nvGraphicFramePr>
          <p:cNvPr id="435" name="Chart 3">
            <a:extLst>
              <a:ext uri="{FF2B5EF4-FFF2-40B4-BE49-F238E27FC236}">
                <a16:creationId xmlns:a16="http://schemas.microsoft.com/office/drawing/2014/main" id="{019B8A9E-C8E9-3871-8CF1-A63A9CD0FED8}"/>
              </a:ext>
            </a:extLst>
          </p:cNvPr>
          <p:cNvGraphicFramePr/>
          <p:nvPr>
            <p:custDataLst>
              <p:tags r:id="rId28"/>
            </p:custDataLst>
          </p:nvPr>
        </p:nvGraphicFramePr>
        <p:xfrm>
          <a:off x="6005513" y="4038600"/>
          <a:ext cx="3178175" cy="1247775"/>
        </p:xfrm>
        <a:graphic>
          <a:graphicData uri="http://schemas.openxmlformats.org/drawingml/2006/chart">
            <c:chart xmlns:c="http://schemas.openxmlformats.org/drawingml/2006/chart" xmlns:r="http://schemas.openxmlformats.org/officeDocument/2006/relationships" r:id="rId38"/>
          </a:graphicData>
        </a:graphic>
      </p:graphicFrame>
      <p:sp>
        <p:nvSpPr>
          <p:cNvPr id="390" name="文本占位符 2">
            <a:extLst>
              <a:ext uri="{FF2B5EF4-FFF2-40B4-BE49-F238E27FC236}">
                <a16:creationId xmlns:a16="http://schemas.microsoft.com/office/drawing/2014/main" id="{5560D872-9078-F716-EE02-614788F85F07}"/>
              </a:ext>
            </a:extLst>
          </p:cNvPr>
          <p:cNvSpPr txBox="1">
            <a:spLocks/>
          </p:cNvSpPr>
          <p:nvPr>
            <p:custDataLst>
              <p:tags r:id="rId29"/>
            </p:custDataLst>
          </p:nvPr>
        </p:nvSpPr>
        <p:spPr bwMode="gray">
          <a:xfrm>
            <a:off x="9126538" y="4225925"/>
            <a:ext cx="312738"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CCBE9E73-8041-4479-92E5-E528C47BC3BA}" type="datetime'2''''''''''''''''''''''5'''''',''''''''''''1'''''''">
              <a:rPr kumimoji="1" lang="zh-CN" altLang="en-US" sz="1100" smtClean="0">
                <a:latin typeface="HarmonyOS Sans SC" pitchFamily="2" charset="-122"/>
                <a:ea typeface="HarmonyOS Sans SC" pitchFamily="2" charset="-122"/>
              </a:rPr>
              <a:pPr/>
              <a:t>25,1</a:t>
            </a:fld>
            <a:endParaRPr kumimoji="1" lang="zh-CN" altLang="en-US" sz="1100" dirty="0">
              <a:latin typeface="HarmonyOS Sans SC" pitchFamily="2" charset="-122"/>
              <a:ea typeface="HarmonyOS Sans SC" pitchFamily="2" charset="-122"/>
              <a:sym typeface="HarmonyOS Sans SC" pitchFamily="2" charset="-122"/>
            </a:endParaRPr>
          </a:p>
        </p:txBody>
      </p:sp>
      <p:sp>
        <p:nvSpPr>
          <p:cNvPr id="391" name="文本占位符 2">
            <a:extLst>
              <a:ext uri="{FF2B5EF4-FFF2-40B4-BE49-F238E27FC236}">
                <a16:creationId xmlns:a16="http://schemas.microsoft.com/office/drawing/2014/main" id="{46D3437C-F933-1DD9-A8C8-B02688E49CCA}"/>
              </a:ext>
            </a:extLst>
          </p:cNvPr>
          <p:cNvSpPr txBox="1">
            <a:spLocks/>
          </p:cNvSpPr>
          <p:nvPr>
            <p:custDataLst>
              <p:tags r:id="rId30"/>
            </p:custDataLst>
          </p:nvPr>
        </p:nvSpPr>
        <p:spPr bwMode="gray">
          <a:xfrm>
            <a:off x="6099175" y="4586288"/>
            <a:ext cx="301625"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spcBef>
                <a:spcPct val="0"/>
              </a:spcBef>
              <a:spcAft>
                <a:spcPct val="0"/>
              </a:spcAft>
            </a:pPr>
            <a:fld id="{64427DE6-EAA8-43A1-94C2-D788B438D949}" type="datetime'''-''0'''''''''''''''''''''''''''''''''''''''''',''''2'''''">
              <a:rPr kumimoji="1" lang="zh-CN" altLang="en-US" sz="1100" smtClean="0">
                <a:latin typeface="HarmonyOS Sans SC" pitchFamily="2" charset="-122"/>
                <a:ea typeface="HarmonyOS Sans SC" pitchFamily="2" charset="-122"/>
              </a:rPr>
              <a:pPr/>
              <a:t>-0,2</a:t>
            </a:fld>
            <a:endParaRPr kumimoji="1" lang="zh-CN" altLang="en-US" sz="1100" dirty="0">
              <a:latin typeface="HarmonyOS Sans SC" pitchFamily="2" charset="-122"/>
              <a:ea typeface="HarmonyOS Sans SC" pitchFamily="2" charset="-122"/>
              <a:sym typeface="HarmonyOS Sans SC" pitchFamily="2" charset="-122"/>
            </a:endParaRPr>
          </a:p>
        </p:txBody>
      </p:sp>
      <p:sp>
        <p:nvSpPr>
          <p:cNvPr id="395" name="文本占位符 2">
            <a:extLst>
              <a:ext uri="{FF2B5EF4-FFF2-40B4-BE49-F238E27FC236}">
                <a16:creationId xmlns:a16="http://schemas.microsoft.com/office/drawing/2014/main" id="{B863890B-5A75-58F7-5A0A-B2A303EABD6A}"/>
              </a:ext>
            </a:extLst>
          </p:cNvPr>
          <p:cNvSpPr txBox="1">
            <a:spLocks/>
          </p:cNvSpPr>
          <p:nvPr>
            <p:custDataLst>
              <p:tags r:id="rId31"/>
            </p:custDataLst>
          </p:nvPr>
        </p:nvSpPr>
        <p:spPr bwMode="gray">
          <a:xfrm>
            <a:off x="5761038" y="4948238"/>
            <a:ext cx="301625"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spcBef>
                <a:spcPct val="0"/>
              </a:spcBef>
              <a:spcAft>
                <a:spcPct val="0"/>
              </a:spcAft>
            </a:pPr>
            <a:fld id="{3BF95ADF-B8DE-46DF-BB23-76BC135743B1}" type="datetime'''-''3'',''''''''4'''''''''''''''''''''''''">
              <a:rPr kumimoji="1" lang="zh-CN" altLang="en-US" sz="1100" smtClean="0">
                <a:latin typeface="HarmonyOS Sans SC" pitchFamily="2" charset="-122"/>
                <a:ea typeface="HarmonyOS Sans SC" pitchFamily="2" charset="-122"/>
              </a:rPr>
              <a:pPr algn="r">
                <a:spcBef>
                  <a:spcPct val="0"/>
                </a:spcBef>
                <a:spcAft>
                  <a:spcPct val="0"/>
                </a:spcAft>
              </a:pPr>
              <a:t>-3,4</a:t>
            </a:fld>
            <a:endParaRPr kumimoji="1" lang="zh-CN" altLang="en-US" sz="1100" dirty="0">
              <a:latin typeface="HarmonyOS Sans SC" pitchFamily="2" charset="-122"/>
              <a:ea typeface="HarmonyOS Sans SC" pitchFamily="2" charset="-122"/>
              <a:sym typeface="HarmonyOS Sans SC" pitchFamily="2" charset="-122"/>
            </a:endParaRPr>
          </a:p>
        </p:txBody>
      </p:sp>
      <p:sp>
        <p:nvSpPr>
          <p:cNvPr id="399" name="文本框 398">
            <a:extLst>
              <a:ext uri="{FF2B5EF4-FFF2-40B4-BE49-F238E27FC236}">
                <a16:creationId xmlns:a16="http://schemas.microsoft.com/office/drawing/2014/main" id="{8989C9F6-BC55-F48E-FDF3-021EDC70284B}"/>
              </a:ext>
            </a:extLst>
          </p:cNvPr>
          <p:cNvSpPr txBox="1"/>
          <p:nvPr/>
        </p:nvSpPr>
        <p:spPr>
          <a:xfrm>
            <a:off x="537210" y="3709003"/>
            <a:ext cx="3013967"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Annualized TSR by geography</a:t>
            </a:r>
            <a:r>
              <a:rPr kumimoji="1" lang="zh-CN" altLang="en-US" sz="1400" dirty="0">
                <a:latin typeface="HarmonyOS Sans SC" pitchFamily="2" charset="-122"/>
                <a:ea typeface="HarmonyOS Sans SC" pitchFamily="2" charset="-122"/>
              </a:rPr>
              <a:t>， </a:t>
            </a:r>
            <a:r>
              <a:rPr kumimoji="1" lang="en-US" altLang="zh-CN" sz="1400" dirty="0">
                <a:latin typeface="HarmonyOS Sans SC Light" pitchFamily="2" charset="-122"/>
                <a:ea typeface="HarmonyOS Sans SC Light" pitchFamily="2" charset="-122"/>
              </a:rPr>
              <a:t>%</a:t>
            </a:r>
            <a:endParaRPr kumimoji="1" lang="zh-CN" altLang="en-US" sz="1400" dirty="0">
              <a:latin typeface="HarmonyOS Sans SC Light" pitchFamily="2" charset="-122"/>
              <a:ea typeface="HarmonyOS Sans SC Light" pitchFamily="2" charset="-122"/>
            </a:endParaRPr>
          </a:p>
        </p:txBody>
      </p:sp>
    </p:spTree>
    <p:extLst>
      <p:ext uri="{BB962C8B-B14F-4D97-AF65-F5344CB8AC3E}">
        <p14:creationId xmlns:p14="http://schemas.microsoft.com/office/powerpoint/2010/main" val="1147187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87344-DEAA-825D-C566-8028D3804954}"/>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4AD159F-BCC1-28E9-CBE5-116AFD375EF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64" imgW="7772400" imgH="10058400" progId="TCLayout.ActiveDocument.1">
                  <p:embed/>
                </p:oleObj>
              </mc:Choice>
              <mc:Fallback>
                <p:oleObj name="think-cell 幻灯片" r:id="rId64" imgW="7772400" imgH="10058400" progId="TCLayout.ActiveDocument.1">
                  <p:embed/>
                  <p:pic>
                    <p:nvPicPr>
                      <p:cNvPr id="4" name="think-cell data - do not delete" hidden="1">
                        <a:extLst>
                          <a:ext uri="{FF2B5EF4-FFF2-40B4-BE49-F238E27FC236}">
                            <a16:creationId xmlns:a16="http://schemas.microsoft.com/office/drawing/2014/main" id="{24AD159F-BCC1-28E9-CBE5-116AFD375EFD}"/>
                          </a:ext>
                        </a:extLst>
                      </p:cNvPr>
                      <p:cNvPicPr/>
                      <p:nvPr/>
                    </p:nvPicPr>
                    <p:blipFill>
                      <a:blip r:embed="rId65"/>
                      <a:stretch>
                        <a:fillRect/>
                      </a:stretch>
                    </p:blipFill>
                    <p:spPr>
                      <a:xfrm>
                        <a:off x="1588" y="1588"/>
                        <a:ext cx="1227" cy="1588"/>
                      </a:xfrm>
                      <a:prstGeom prst="rect">
                        <a:avLst/>
                      </a:prstGeom>
                    </p:spPr>
                  </p:pic>
                </p:oleObj>
              </mc:Fallback>
            </mc:AlternateContent>
          </a:graphicData>
        </a:graphic>
      </p:graphicFrame>
      <p:sp>
        <p:nvSpPr>
          <p:cNvPr id="8" name="文本框 7">
            <a:extLst>
              <a:ext uri="{FF2B5EF4-FFF2-40B4-BE49-F238E27FC236}">
                <a16:creationId xmlns:a16="http://schemas.microsoft.com/office/drawing/2014/main" id="{585E120B-23B0-86EE-8D3C-57C4E1224EA9}"/>
              </a:ext>
            </a:extLst>
          </p:cNvPr>
          <p:cNvSpPr txBox="1"/>
          <p:nvPr/>
        </p:nvSpPr>
        <p:spPr>
          <a:xfrm>
            <a:off x="537210" y="251460"/>
            <a:ext cx="6870792" cy="369332"/>
          </a:xfrm>
          <a:prstGeom prst="rect">
            <a:avLst/>
          </a:prstGeom>
          <a:noFill/>
        </p:spPr>
        <p:txBody>
          <a:bodyPr wrap="none" rtlCol="0">
            <a:spAutoFit/>
          </a:bodyPr>
          <a:lstStyle/>
          <a:p>
            <a:r>
              <a:rPr kumimoji="1" lang="en-US" altLang="zh-CN" dirty="0">
                <a:latin typeface="HarmonyOS Sans SC Medium" pitchFamily="2" charset="-122"/>
                <a:ea typeface="HarmonyOS Sans SC Medium" pitchFamily="2" charset="-122"/>
              </a:rPr>
              <a:t>Distribution channels differ by geography and line of business.</a:t>
            </a:r>
            <a:endParaRPr kumimoji="1" lang="zh-CN" altLang="en-US" dirty="0">
              <a:latin typeface="HarmonyOS Sans SC Medium" pitchFamily="2" charset="-122"/>
              <a:ea typeface="HarmonyOS Sans SC Medium" pitchFamily="2" charset="-122"/>
            </a:endParaRPr>
          </a:p>
        </p:txBody>
      </p:sp>
      <p:sp>
        <p:nvSpPr>
          <p:cNvPr id="9" name="文本框 8">
            <a:extLst>
              <a:ext uri="{FF2B5EF4-FFF2-40B4-BE49-F238E27FC236}">
                <a16:creationId xmlns:a16="http://schemas.microsoft.com/office/drawing/2014/main" id="{0B30594C-21B1-9FD8-F581-83294DA26478}"/>
              </a:ext>
            </a:extLst>
          </p:cNvPr>
          <p:cNvSpPr txBox="1"/>
          <p:nvPr/>
        </p:nvSpPr>
        <p:spPr>
          <a:xfrm>
            <a:off x="537210" y="716200"/>
            <a:ext cx="2927404" cy="523220"/>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Gross premiums written by</a:t>
            </a:r>
          </a:p>
          <a:p>
            <a:r>
              <a:rPr kumimoji="1" lang="en-US" altLang="zh-CN" sz="1400" dirty="0">
                <a:latin typeface="HarmonyOS Sans SC" pitchFamily="2" charset="-122"/>
                <a:ea typeface="HarmonyOS Sans SC" pitchFamily="2" charset="-122"/>
              </a:rPr>
              <a:t>distribution channel, 2015-20</a:t>
            </a:r>
            <a:r>
              <a:rPr kumimoji="1" lang="zh-CN" altLang="en-US" sz="1400" dirty="0">
                <a:latin typeface="HarmonyOS Sans SC" pitchFamily="2" charset="-122"/>
                <a:ea typeface="HarmonyOS Sans SC" pitchFamily="2" charset="-122"/>
              </a:rPr>
              <a:t>，</a:t>
            </a:r>
            <a:r>
              <a:rPr kumimoji="1" lang="en-US" altLang="zh-CN" sz="1400" dirty="0">
                <a:latin typeface="HarmonyOS Sans SC Light" pitchFamily="2" charset="-122"/>
                <a:ea typeface="HarmonyOS Sans SC Light" pitchFamily="2" charset="-122"/>
              </a:rPr>
              <a:t>%</a:t>
            </a:r>
            <a:endParaRPr kumimoji="1" lang="zh-CN" altLang="en-US" sz="1400" dirty="0">
              <a:latin typeface="HarmonyOS Sans SC Light" pitchFamily="2" charset="-122"/>
              <a:ea typeface="HarmonyOS Sans SC Light" pitchFamily="2" charset="-122"/>
            </a:endParaRPr>
          </a:p>
        </p:txBody>
      </p:sp>
      <p:sp>
        <p:nvSpPr>
          <p:cNvPr id="274" name="文本框 273">
            <a:extLst>
              <a:ext uri="{FF2B5EF4-FFF2-40B4-BE49-F238E27FC236}">
                <a16:creationId xmlns:a16="http://schemas.microsoft.com/office/drawing/2014/main" id="{CAFBAE48-EB45-A976-2790-D4FEEF851689}"/>
              </a:ext>
            </a:extLst>
          </p:cNvPr>
          <p:cNvSpPr txBox="1"/>
          <p:nvPr/>
        </p:nvSpPr>
        <p:spPr>
          <a:xfrm>
            <a:off x="537210" y="5995214"/>
            <a:ext cx="11038681" cy="400110"/>
          </a:xfrm>
          <a:prstGeom prst="rect">
            <a:avLst/>
          </a:prstGeom>
          <a:noFill/>
        </p:spPr>
        <p:txBody>
          <a:bodyPr wrap="square" rtlCol="0">
            <a:spAutoFit/>
          </a:bodyPr>
          <a:lstStyle/>
          <a:p>
            <a:r>
              <a:rPr kumimoji="1" lang="en-US" altLang="zh-CN" sz="1000" dirty="0">
                <a:latin typeface="HarmonyOS Sans SC Light" pitchFamily="2" charset="-122"/>
                <a:ea typeface="HarmonyOS Sans SC Light" pitchFamily="2" charset="-122"/>
              </a:rPr>
              <a:t>Note: Figures may not sum to 100%</a:t>
            </a:r>
            <a:r>
              <a:rPr kumimoji="1" lang="zh-CN" altLang="en-US" sz="1000" dirty="0">
                <a:latin typeface="HarmonyOS Sans SC Light" pitchFamily="2" charset="-122"/>
                <a:ea typeface="HarmonyOS Sans SC Light" pitchFamily="2" charset="-122"/>
              </a:rPr>
              <a:t>， </a:t>
            </a:r>
            <a:r>
              <a:rPr kumimoji="1" lang="en-US" altLang="zh-CN" sz="1000" dirty="0">
                <a:latin typeface="HarmonyOS Sans SC Light" pitchFamily="2" charset="-122"/>
                <a:ea typeface="HarmonyOS Sans SC Light" pitchFamily="2" charset="-122"/>
              </a:rPr>
              <a:t>because of rounding.</a:t>
            </a:r>
          </a:p>
          <a:p>
            <a:r>
              <a:rPr kumimoji="1" lang="en-US" altLang="zh-CN" sz="1000" dirty="0">
                <a:latin typeface="HarmonyOS Sans SC Light" pitchFamily="2" charset="-122"/>
                <a:ea typeface="HarmonyOS Sans SC Light" pitchFamily="2" charset="-122"/>
              </a:rPr>
              <a:t>Source: McKinsey Global Insurance Pools</a:t>
            </a:r>
            <a:endParaRPr kumimoji="1" lang="zh-CN" altLang="en-US" sz="1000" dirty="0">
              <a:latin typeface="HarmonyOS Sans SC Light" pitchFamily="2" charset="-122"/>
              <a:ea typeface="HarmonyOS Sans SC Light" pitchFamily="2" charset="-122"/>
            </a:endParaRPr>
          </a:p>
        </p:txBody>
      </p:sp>
      <p:sp>
        <p:nvSpPr>
          <p:cNvPr id="2" name="文本框 1">
            <a:extLst>
              <a:ext uri="{FF2B5EF4-FFF2-40B4-BE49-F238E27FC236}">
                <a16:creationId xmlns:a16="http://schemas.microsoft.com/office/drawing/2014/main" id="{7513E0FC-E7DD-94BA-1456-E2790119A053}"/>
              </a:ext>
            </a:extLst>
          </p:cNvPr>
          <p:cNvSpPr txBox="1"/>
          <p:nvPr/>
        </p:nvSpPr>
        <p:spPr>
          <a:xfrm>
            <a:off x="1781605" y="1292514"/>
            <a:ext cx="933269"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Americas</a:t>
            </a:r>
            <a:endParaRPr kumimoji="1" lang="zh-CN" altLang="en-US" sz="1400" dirty="0">
              <a:latin typeface="HarmonyOS Sans SC" pitchFamily="2" charset="-122"/>
              <a:ea typeface="HarmonyOS Sans SC" pitchFamily="2" charset="-122"/>
            </a:endParaRPr>
          </a:p>
        </p:txBody>
      </p:sp>
      <p:sp>
        <p:nvSpPr>
          <p:cNvPr id="3" name="文本框 2">
            <a:extLst>
              <a:ext uri="{FF2B5EF4-FFF2-40B4-BE49-F238E27FC236}">
                <a16:creationId xmlns:a16="http://schemas.microsoft.com/office/drawing/2014/main" id="{5EBCC9B1-F8AB-163B-365E-324346D1B693}"/>
              </a:ext>
            </a:extLst>
          </p:cNvPr>
          <p:cNvSpPr txBox="1"/>
          <p:nvPr/>
        </p:nvSpPr>
        <p:spPr>
          <a:xfrm>
            <a:off x="4435331" y="1292513"/>
            <a:ext cx="2754280"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Europe, Middle East, and Africa</a:t>
            </a:r>
            <a:endParaRPr kumimoji="1" lang="zh-CN" altLang="en-US" sz="1400" dirty="0">
              <a:latin typeface="HarmonyOS Sans SC" pitchFamily="2" charset="-122"/>
              <a:ea typeface="HarmonyOS Sans SC" pitchFamily="2" charset="-122"/>
            </a:endParaRPr>
          </a:p>
        </p:txBody>
      </p:sp>
      <p:sp>
        <p:nvSpPr>
          <p:cNvPr id="5" name="文本框 4">
            <a:extLst>
              <a:ext uri="{FF2B5EF4-FFF2-40B4-BE49-F238E27FC236}">
                <a16:creationId xmlns:a16="http://schemas.microsoft.com/office/drawing/2014/main" id="{86E6BD8B-9C7B-FC3A-7DC9-50AD37B0869D}"/>
              </a:ext>
            </a:extLst>
          </p:cNvPr>
          <p:cNvSpPr txBox="1"/>
          <p:nvPr/>
        </p:nvSpPr>
        <p:spPr>
          <a:xfrm>
            <a:off x="9267947" y="1292634"/>
            <a:ext cx="1144865"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Asia-Pacific</a:t>
            </a:r>
            <a:endParaRPr kumimoji="1" lang="zh-CN" altLang="en-US" sz="1400" dirty="0">
              <a:latin typeface="HarmonyOS Sans SC" pitchFamily="2" charset="-122"/>
              <a:ea typeface="HarmonyOS Sans SC" pitchFamily="2" charset="-122"/>
            </a:endParaRPr>
          </a:p>
        </p:txBody>
      </p:sp>
      <p:cxnSp>
        <p:nvCxnSpPr>
          <p:cNvPr id="256" name="直线连接符 255">
            <a:extLst>
              <a:ext uri="{FF2B5EF4-FFF2-40B4-BE49-F238E27FC236}">
                <a16:creationId xmlns:a16="http://schemas.microsoft.com/office/drawing/2014/main" id="{924A2C38-0F56-8B73-8417-13C7E8C3641D}"/>
              </a:ext>
            </a:extLst>
          </p:cNvPr>
          <p:cNvCxnSpPr/>
          <p:nvPr>
            <p:custDataLst>
              <p:tags r:id="rId2"/>
            </p:custDataLst>
          </p:nvPr>
        </p:nvCxnSpPr>
        <p:spPr bwMode="auto">
          <a:xfrm flipV="1">
            <a:off x="1322388" y="3046413"/>
            <a:ext cx="447675" cy="11112"/>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2" name="直线连接符 261">
            <a:extLst>
              <a:ext uri="{FF2B5EF4-FFF2-40B4-BE49-F238E27FC236}">
                <a16:creationId xmlns:a16="http://schemas.microsoft.com/office/drawing/2014/main" id="{71ED363D-E55C-B530-6392-D8C9FD0B3CEC}"/>
              </a:ext>
            </a:extLst>
          </p:cNvPr>
          <p:cNvCxnSpPr/>
          <p:nvPr>
            <p:custDataLst>
              <p:tags r:id="rId3"/>
            </p:custDataLst>
          </p:nvPr>
        </p:nvCxnSpPr>
        <p:spPr bwMode="auto">
          <a:xfrm>
            <a:off x="1322388" y="2078038"/>
            <a:ext cx="447675"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0" name="直线连接符 259">
            <a:extLst>
              <a:ext uri="{FF2B5EF4-FFF2-40B4-BE49-F238E27FC236}">
                <a16:creationId xmlns:a16="http://schemas.microsoft.com/office/drawing/2014/main" id="{EC2A056C-9159-5589-EDB9-BFFC8328AFE6}"/>
              </a:ext>
            </a:extLst>
          </p:cNvPr>
          <p:cNvCxnSpPr/>
          <p:nvPr>
            <p:custDataLst>
              <p:tags r:id="rId4"/>
            </p:custDataLst>
          </p:nvPr>
        </p:nvCxnSpPr>
        <p:spPr bwMode="auto">
          <a:xfrm flipV="1">
            <a:off x="1322388" y="2374900"/>
            <a:ext cx="447675" cy="22225"/>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8" name="直线连接符 257">
            <a:extLst>
              <a:ext uri="{FF2B5EF4-FFF2-40B4-BE49-F238E27FC236}">
                <a16:creationId xmlns:a16="http://schemas.microsoft.com/office/drawing/2014/main" id="{0EC9C48B-3C60-506A-4235-33051D786B72}"/>
              </a:ext>
            </a:extLst>
          </p:cNvPr>
          <p:cNvCxnSpPr/>
          <p:nvPr>
            <p:custDataLst>
              <p:tags r:id="rId5"/>
            </p:custDataLst>
          </p:nvPr>
        </p:nvCxnSpPr>
        <p:spPr bwMode="auto">
          <a:xfrm>
            <a:off x="1322388" y="2936875"/>
            <a:ext cx="447675" cy="9525"/>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263" name="Chart 3">
            <a:extLst>
              <a:ext uri="{FF2B5EF4-FFF2-40B4-BE49-F238E27FC236}">
                <a16:creationId xmlns:a16="http://schemas.microsoft.com/office/drawing/2014/main" id="{59D93DA1-2A7A-F32C-E42D-AA559EB14986}"/>
              </a:ext>
            </a:extLst>
          </p:cNvPr>
          <p:cNvGraphicFramePr/>
          <p:nvPr>
            <p:custDataLst>
              <p:tags r:id="rId6"/>
            </p:custDataLst>
          </p:nvPr>
        </p:nvGraphicFramePr>
        <p:xfrm>
          <a:off x="454025" y="1811338"/>
          <a:ext cx="2182813" cy="1633537"/>
        </p:xfrm>
        <a:graphic>
          <a:graphicData uri="http://schemas.openxmlformats.org/drawingml/2006/chart">
            <c:chart xmlns:c="http://schemas.openxmlformats.org/drawingml/2006/chart" xmlns:r="http://schemas.openxmlformats.org/officeDocument/2006/relationships" r:id="rId66"/>
          </a:graphicData>
        </a:graphic>
      </p:graphicFrame>
      <p:sp>
        <p:nvSpPr>
          <p:cNvPr id="57" name="文本占位符 2">
            <a:extLst>
              <a:ext uri="{FF2B5EF4-FFF2-40B4-BE49-F238E27FC236}">
                <a16:creationId xmlns:a16="http://schemas.microsoft.com/office/drawing/2014/main" id="{AD0248E7-1B6A-3523-F4D1-A064A0EE443C}"/>
              </a:ext>
            </a:extLst>
          </p:cNvPr>
          <p:cNvSpPr txBox="1">
            <a:spLocks/>
          </p:cNvSpPr>
          <p:nvPr>
            <p:custDataLst>
              <p:tags r:id="rId7"/>
            </p:custDataLst>
          </p:nvPr>
        </p:nvSpPr>
        <p:spPr bwMode="gray">
          <a:xfrm>
            <a:off x="795338" y="3035300"/>
            <a:ext cx="212725" cy="165100"/>
          </a:xfrm>
          <a:prstGeom prst="rect">
            <a:avLst/>
          </a:prstGeom>
          <a:solidFill>
            <a:srgbClr val="7FE9FF"/>
          </a:solidFill>
          <a:ln>
            <a:noFill/>
          </a:ln>
          <a:effec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522283F1-D608-41D6-B590-D89E3155FEC1}" type="datetime'''''''''''''''''''1''''''''''''''''''''''''''''''1'''">
              <a:rPr kumimoji="1" lang="zh-CN" altLang="en-US" sz="1200" smtClean="0">
                <a:effectLst/>
                <a:latin typeface="HarmonyOS Sans SC Light" pitchFamily="2" charset="-122"/>
                <a:ea typeface="HarmonyOS Sans SC Light" pitchFamily="2" charset="-122"/>
                <a:sym typeface="HarmonyOS Sans SC Light" pitchFamily="2" charset="-122"/>
              </a:rPr>
              <a:pPr>
                <a:spcBef>
                  <a:spcPct val="0"/>
                </a:spcBef>
                <a:spcAft>
                  <a:spcPct val="0"/>
                </a:spcAft>
              </a:pPr>
              <a:t>11</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55" name="文本占位符 2">
            <a:extLst>
              <a:ext uri="{FF2B5EF4-FFF2-40B4-BE49-F238E27FC236}">
                <a16:creationId xmlns:a16="http://schemas.microsoft.com/office/drawing/2014/main" id="{F0663D5B-20DD-37D8-4080-8C8C30669351}"/>
              </a:ext>
            </a:extLst>
          </p:cNvPr>
          <p:cNvSpPr txBox="1">
            <a:spLocks/>
          </p:cNvSpPr>
          <p:nvPr>
            <p:custDataLst>
              <p:tags r:id="rId8"/>
            </p:custDataLst>
          </p:nvPr>
        </p:nvSpPr>
        <p:spPr bwMode="gray">
          <a:xfrm>
            <a:off x="1076325" y="2914650"/>
            <a:ext cx="212725" cy="165100"/>
          </a:xfrm>
          <a:prstGeom prst="rect">
            <a:avLst/>
          </a:prstGeom>
          <a:solidFill>
            <a:srgbClr val="00ACFB"/>
          </a:solidFill>
          <a:ln>
            <a:noFill/>
          </a:ln>
          <a:effec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19570526-A67B-44C7-BCE6-101F4DE5404F}" type="datetime'''''''''''''''''''''''''''''1''''1'''''''''''''''''">
              <a:rPr kumimoji="1" lang="zh-CN" altLang="en-US" sz="1200" smtClean="0">
                <a:solidFill>
                  <a:schemeClr val="bg1"/>
                </a:solidFill>
                <a:effectLst/>
                <a:latin typeface="HarmonyOS Sans SC Light" pitchFamily="2" charset="-122"/>
                <a:ea typeface="HarmonyOS Sans SC Light" pitchFamily="2" charset="-122"/>
                <a:sym typeface="HarmonyOS Sans SC Light" pitchFamily="2" charset="-122"/>
              </a:rPr>
              <a:pPr>
                <a:spcBef>
                  <a:spcPct val="0"/>
                </a:spcBef>
                <a:spcAft>
                  <a:spcPct val="0"/>
                </a:spcAft>
              </a:pPr>
              <a:t>11</a:t>
            </a:fld>
            <a:endParaRPr kumimoji="1" lang="zh-CN" altLang="en-US" sz="1200" dirty="0">
              <a:solidFill>
                <a:schemeClr val="bg1"/>
              </a:solidFill>
              <a:latin typeface="HarmonyOS Sans SC Light" pitchFamily="2" charset="-122"/>
              <a:ea typeface="HarmonyOS Sans SC Light" pitchFamily="2" charset="-122"/>
              <a:sym typeface="HarmonyOS Sans SC Light" pitchFamily="2" charset="-122"/>
            </a:endParaRPr>
          </a:p>
        </p:txBody>
      </p:sp>
      <p:sp>
        <p:nvSpPr>
          <p:cNvPr id="51" name="文本占位符 2">
            <a:extLst>
              <a:ext uri="{FF2B5EF4-FFF2-40B4-BE49-F238E27FC236}">
                <a16:creationId xmlns:a16="http://schemas.microsoft.com/office/drawing/2014/main" id="{ABD8647C-971A-8E1B-7B94-C2E544D81A67}"/>
              </a:ext>
            </a:extLst>
          </p:cNvPr>
          <p:cNvSpPr txBox="1">
            <a:spLocks/>
          </p:cNvSpPr>
          <p:nvPr>
            <p:custDataLst>
              <p:tags r:id="rId9"/>
            </p:custDataLst>
          </p:nvPr>
        </p:nvSpPr>
        <p:spPr bwMode="gray">
          <a:xfrm>
            <a:off x="2127250" y="2913063"/>
            <a:ext cx="128588" cy="165100"/>
          </a:xfrm>
          <a:prstGeom prst="rect">
            <a:avLst/>
          </a:prstGeom>
          <a:solidFill>
            <a:srgbClr val="00ACFB"/>
          </a:solidFill>
          <a:ln>
            <a:noFill/>
          </a:ln>
          <a:effec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ED4AA4F0-CF86-464D-AFAA-E2A35EFF665B}" type="datetime'9'''''''''''''''''''''''''''''''''''''''''''''''''''''''">
              <a:rPr kumimoji="1" lang="zh-CN" altLang="en-US" sz="1200" smtClean="0">
                <a:solidFill>
                  <a:schemeClr val="bg1"/>
                </a:solidFill>
                <a:effectLst/>
                <a:latin typeface="HarmonyOS Sans SC Light" pitchFamily="2" charset="-122"/>
                <a:ea typeface="HarmonyOS Sans SC Light" pitchFamily="2" charset="-122"/>
                <a:sym typeface="HarmonyOS Sans SC Light" pitchFamily="2" charset="-122"/>
              </a:rPr>
              <a:pPr>
                <a:spcBef>
                  <a:spcPct val="0"/>
                </a:spcBef>
                <a:spcAft>
                  <a:spcPct val="0"/>
                </a:spcAft>
              </a:pPr>
              <a:t>9</a:t>
            </a:fld>
            <a:endParaRPr kumimoji="1" lang="zh-CN" altLang="en-US" sz="1200" dirty="0">
              <a:solidFill>
                <a:schemeClr val="bg1"/>
              </a:solidFill>
              <a:latin typeface="HarmonyOS Sans SC Light" pitchFamily="2" charset="-122"/>
              <a:ea typeface="HarmonyOS Sans SC Light" pitchFamily="2" charset="-122"/>
              <a:sym typeface="HarmonyOS Sans SC Light" pitchFamily="2" charset="-122"/>
            </a:endParaRPr>
          </a:p>
        </p:txBody>
      </p:sp>
      <p:sp>
        <p:nvSpPr>
          <p:cNvPr id="10" name="文本占位符 2">
            <a:extLst>
              <a:ext uri="{FF2B5EF4-FFF2-40B4-BE49-F238E27FC236}">
                <a16:creationId xmlns:a16="http://schemas.microsoft.com/office/drawing/2014/main" id="{C38EDD85-2792-4BCA-0B8F-DA66AEBDB6DC}"/>
              </a:ext>
            </a:extLst>
          </p:cNvPr>
          <p:cNvSpPr txBox="1">
            <a:spLocks/>
          </p:cNvSpPr>
          <p:nvPr>
            <p:custDataLst>
              <p:tags r:id="rId10"/>
            </p:custDataLst>
          </p:nvPr>
        </p:nvSpPr>
        <p:spPr bwMode="auto">
          <a:xfrm>
            <a:off x="1874838" y="3251200"/>
            <a:ext cx="3492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E36C288C-A3F3-4042-B644-950C6C446A45}" type="datetime'2''''''''''0''''''''''''2''''''0'''''''''''''">
              <a:rPr kumimoji="1" lang="zh-CN" altLang="en-US" sz="1200" smtClean="0">
                <a:latin typeface="HarmonyOS Sans SC Light" pitchFamily="2" charset="-122"/>
                <a:ea typeface="HarmonyOS Sans SC Light" pitchFamily="2" charset="-122"/>
                <a:sym typeface="HarmonyOS Sans SC Light" pitchFamily="2" charset="-122"/>
              </a:rPr>
              <a:pPr/>
              <a:t>2020</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6" name="文本占位符 2">
            <a:extLst>
              <a:ext uri="{FF2B5EF4-FFF2-40B4-BE49-F238E27FC236}">
                <a16:creationId xmlns:a16="http://schemas.microsoft.com/office/drawing/2014/main" id="{28BC2A18-9D0B-6A44-79AD-DD533AA54A15}"/>
              </a:ext>
            </a:extLst>
          </p:cNvPr>
          <p:cNvSpPr txBox="1">
            <a:spLocks/>
          </p:cNvSpPr>
          <p:nvPr>
            <p:custDataLst>
              <p:tags r:id="rId11"/>
            </p:custDataLst>
          </p:nvPr>
        </p:nvSpPr>
        <p:spPr bwMode="auto">
          <a:xfrm>
            <a:off x="866775" y="3251200"/>
            <a:ext cx="3492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B29F7E6A-D63D-4F84-8E95-458F3E6A3B38}" type="datetime'''2''''''''''0''''''''''''1''''''''''5'''">
              <a:rPr kumimoji="1" lang="zh-CN" altLang="en-US" sz="1200" smtClean="0">
                <a:latin typeface="HarmonyOS Sans SC Light" pitchFamily="2" charset="-122"/>
                <a:ea typeface="HarmonyOS Sans SC Light" pitchFamily="2" charset="-122"/>
                <a:sym typeface="HarmonyOS Sans SC Light" pitchFamily="2" charset="-122"/>
              </a:rPr>
              <a:pPr/>
              <a:t>2015</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264" name="文本框 263">
            <a:extLst>
              <a:ext uri="{FF2B5EF4-FFF2-40B4-BE49-F238E27FC236}">
                <a16:creationId xmlns:a16="http://schemas.microsoft.com/office/drawing/2014/main" id="{B5924EE7-E55A-0555-8C43-EFC1533DAEC1}"/>
              </a:ext>
            </a:extLst>
          </p:cNvPr>
          <p:cNvSpPr txBox="1"/>
          <p:nvPr/>
        </p:nvSpPr>
        <p:spPr>
          <a:xfrm>
            <a:off x="866775" y="1622872"/>
            <a:ext cx="1426994" cy="276999"/>
          </a:xfrm>
          <a:prstGeom prst="rect">
            <a:avLst/>
          </a:prstGeom>
          <a:noFill/>
        </p:spPr>
        <p:txBody>
          <a:bodyPr wrap="none" rtlCol="0">
            <a:spAutoFit/>
          </a:bodyPr>
          <a:lstStyle>
            <a:defPPr>
              <a:defRPr lang="zh-CN"/>
            </a:defPPr>
            <a:lvl1pPr>
              <a:defRPr kumimoji="1" sz="1400">
                <a:latin typeface="HarmonyOS Sans SC" pitchFamily="2" charset="-122"/>
                <a:ea typeface="HarmonyOS Sans SC" pitchFamily="2" charset="-122"/>
              </a:defRPr>
            </a:lvl1pPr>
          </a:lstStyle>
          <a:p>
            <a:r>
              <a:rPr lang="en-US" altLang="zh-CN" sz="1200" dirty="0"/>
              <a:t>Life regional total</a:t>
            </a:r>
            <a:endParaRPr lang="zh-CN" altLang="en-US" sz="1200" dirty="0"/>
          </a:p>
        </p:txBody>
      </p:sp>
      <p:sp>
        <p:nvSpPr>
          <p:cNvPr id="265" name="文本框 264">
            <a:extLst>
              <a:ext uri="{FF2B5EF4-FFF2-40B4-BE49-F238E27FC236}">
                <a16:creationId xmlns:a16="http://schemas.microsoft.com/office/drawing/2014/main" id="{12C6F05A-D2BD-4D14-9520-187C6FCB2968}"/>
              </a:ext>
            </a:extLst>
          </p:cNvPr>
          <p:cNvSpPr txBox="1"/>
          <p:nvPr/>
        </p:nvSpPr>
        <p:spPr>
          <a:xfrm>
            <a:off x="2767632" y="1622872"/>
            <a:ext cx="788999" cy="461665"/>
          </a:xfrm>
          <a:prstGeom prst="rect">
            <a:avLst/>
          </a:prstGeom>
          <a:noFill/>
        </p:spPr>
        <p:txBody>
          <a:bodyPr wrap="none" rtlCol="0">
            <a:spAutoFit/>
          </a:bodyPr>
          <a:lstStyle>
            <a:defPPr>
              <a:defRPr lang="zh-CN"/>
            </a:defPPr>
            <a:lvl1pPr>
              <a:defRPr kumimoji="1" sz="1400">
                <a:latin typeface="HarmonyOS Sans SC" pitchFamily="2" charset="-122"/>
                <a:ea typeface="HarmonyOS Sans SC" pitchFamily="2" charset="-122"/>
              </a:defRPr>
            </a:lvl1pPr>
          </a:lstStyle>
          <a:p>
            <a:pPr algn="ctr"/>
            <a:r>
              <a:rPr lang="en-US" altLang="zh-CN" sz="1200" dirty="0"/>
              <a:t>Delta</a:t>
            </a:r>
          </a:p>
          <a:p>
            <a:pPr algn="ctr"/>
            <a:r>
              <a:rPr lang="en-US" altLang="zh-CN" sz="1200" dirty="0">
                <a:latin typeface="HarmonyOS Sans SC Light" pitchFamily="2" charset="-122"/>
                <a:ea typeface="HarmonyOS Sans SC Light" pitchFamily="2" charset="-122"/>
              </a:rPr>
              <a:t>2015-20</a:t>
            </a:r>
            <a:endParaRPr lang="zh-CN" altLang="en-US" sz="1200" dirty="0">
              <a:latin typeface="HarmonyOS Sans SC Light" pitchFamily="2" charset="-122"/>
              <a:ea typeface="HarmonyOS Sans SC Light" pitchFamily="2" charset="-122"/>
            </a:endParaRPr>
          </a:p>
        </p:txBody>
      </p:sp>
      <p:sp>
        <p:nvSpPr>
          <p:cNvPr id="266" name="文本框 265">
            <a:extLst>
              <a:ext uri="{FF2B5EF4-FFF2-40B4-BE49-F238E27FC236}">
                <a16:creationId xmlns:a16="http://schemas.microsoft.com/office/drawing/2014/main" id="{C0CA764F-BC31-CC64-8BBF-F09138A0DFD9}"/>
              </a:ext>
            </a:extLst>
          </p:cNvPr>
          <p:cNvSpPr txBox="1"/>
          <p:nvPr/>
        </p:nvSpPr>
        <p:spPr>
          <a:xfrm>
            <a:off x="2988045" y="2084537"/>
            <a:ext cx="348172" cy="276999"/>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t>-2</a:t>
            </a:r>
            <a:endParaRPr lang="zh-CN" altLang="en-US" dirty="0"/>
          </a:p>
        </p:txBody>
      </p:sp>
      <p:sp>
        <p:nvSpPr>
          <p:cNvPr id="267" name="文本框 266">
            <a:extLst>
              <a:ext uri="{FF2B5EF4-FFF2-40B4-BE49-F238E27FC236}">
                <a16:creationId xmlns:a16="http://schemas.microsoft.com/office/drawing/2014/main" id="{2222D3F5-9EE4-92C5-577F-C3FD4604C6FF}"/>
              </a:ext>
            </a:extLst>
          </p:cNvPr>
          <p:cNvSpPr txBox="1"/>
          <p:nvPr/>
        </p:nvSpPr>
        <p:spPr>
          <a:xfrm>
            <a:off x="3063385" y="2489606"/>
            <a:ext cx="272832" cy="276999"/>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solidFill>
                  <a:srgbClr val="0352FF"/>
                </a:solidFill>
              </a:rPr>
              <a:t>3</a:t>
            </a:r>
            <a:endParaRPr lang="zh-CN" altLang="en-US" dirty="0">
              <a:solidFill>
                <a:srgbClr val="0352FF"/>
              </a:solidFill>
            </a:endParaRPr>
          </a:p>
        </p:txBody>
      </p:sp>
      <p:sp>
        <p:nvSpPr>
          <p:cNvPr id="268" name="文本框 267">
            <a:extLst>
              <a:ext uri="{FF2B5EF4-FFF2-40B4-BE49-F238E27FC236}">
                <a16:creationId xmlns:a16="http://schemas.microsoft.com/office/drawing/2014/main" id="{608CF060-32D9-FCED-6888-AFDB2DF7D311}"/>
              </a:ext>
            </a:extLst>
          </p:cNvPr>
          <p:cNvSpPr txBox="1"/>
          <p:nvPr/>
        </p:nvSpPr>
        <p:spPr>
          <a:xfrm>
            <a:off x="2988045" y="2857113"/>
            <a:ext cx="348172" cy="276999"/>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solidFill>
                  <a:srgbClr val="04D1FF"/>
                </a:solidFill>
              </a:rPr>
              <a:t>-2</a:t>
            </a:r>
            <a:endParaRPr lang="zh-CN" altLang="en-US" dirty="0">
              <a:solidFill>
                <a:srgbClr val="04D1FF"/>
              </a:solidFill>
            </a:endParaRPr>
          </a:p>
        </p:txBody>
      </p:sp>
      <p:sp>
        <p:nvSpPr>
          <p:cNvPr id="269" name="文本框 268">
            <a:extLst>
              <a:ext uri="{FF2B5EF4-FFF2-40B4-BE49-F238E27FC236}">
                <a16:creationId xmlns:a16="http://schemas.microsoft.com/office/drawing/2014/main" id="{FC88EEE6-E6DA-DE33-97FB-39CE56844FA0}"/>
              </a:ext>
            </a:extLst>
          </p:cNvPr>
          <p:cNvSpPr txBox="1"/>
          <p:nvPr/>
        </p:nvSpPr>
        <p:spPr>
          <a:xfrm>
            <a:off x="3063848" y="2995612"/>
            <a:ext cx="272832" cy="276999"/>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solidFill>
                  <a:srgbClr val="C1F1FF"/>
                </a:solidFill>
              </a:rPr>
              <a:t>1</a:t>
            </a:r>
            <a:endParaRPr lang="zh-CN" altLang="en-US" dirty="0">
              <a:solidFill>
                <a:srgbClr val="C1F1FF"/>
              </a:solidFill>
            </a:endParaRPr>
          </a:p>
        </p:txBody>
      </p:sp>
      <p:cxnSp>
        <p:nvCxnSpPr>
          <p:cNvPr id="272" name="直线连接符 271">
            <a:extLst>
              <a:ext uri="{FF2B5EF4-FFF2-40B4-BE49-F238E27FC236}">
                <a16:creationId xmlns:a16="http://schemas.microsoft.com/office/drawing/2014/main" id="{DEB9F30A-481A-E554-E4C6-FCEDB30D08E4}"/>
              </a:ext>
            </a:extLst>
          </p:cNvPr>
          <p:cNvCxnSpPr>
            <a:cxnSpLocks/>
          </p:cNvCxnSpPr>
          <p:nvPr>
            <p:custDataLst>
              <p:tags r:id="rId12"/>
            </p:custDataLst>
          </p:nvPr>
        </p:nvCxnSpPr>
        <p:spPr bwMode="auto">
          <a:xfrm>
            <a:off x="5173663" y="2317750"/>
            <a:ext cx="447675" cy="1111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0" name="直线连接符 269">
            <a:extLst>
              <a:ext uri="{FF2B5EF4-FFF2-40B4-BE49-F238E27FC236}">
                <a16:creationId xmlns:a16="http://schemas.microsoft.com/office/drawing/2014/main" id="{679D301B-FF55-2A44-E7B5-073246F53300}"/>
              </a:ext>
            </a:extLst>
          </p:cNvPr>
          <p:cNvCxnSpPr>
            <a:cxnSpLocks/>
          </p:cNvCxnSpPr>
          <p:nvPr>
            <p:custDataLst>
              <p:tags r:id="rId13"/>
            </p:custDataLst>
          </p:nvPr>
        </p:nvCxnSpPr>
        <p:spPr bwMode="auto">
          <a:xfrm>
            <a:off x="5173663" y="3144838"/>
            <a:ext cx="447675"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3" name="直线连接符 272">
            <a:extLst>
              <a:ext uri="{FF2B5EF4-FFF2-40B4-BE49-F238E27FC236}">
                <a16:creationId xmlns:a16="http://schemas.microsoft.com/office/drawing/2014/main" id="{04EAB1FF-5FE5-5C6D-8912-A412441D09F4}"/>
              </a:ext>
            </a:extLst>
          </p:cNvPr>
          <p:cNvCxnSpPr>
            <a:cxnSpLocks/>
          </p:cNvCxnSpPr>
          <p:nvPr>
            <p:custDataLst>
              <p:tags r:id="rId14"/>
            </p:custDataLst>
          </p:nvPr>
        </p:nvCxnSpPr>
        <p:spPr bwMode="auto">
          <a:xfrm>
            <a:off x="5173663" y="2481264"/>
            <a:ext cx="447675" cy="22225"/>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1" name="直线连接符 270">
            <a:extLst>
              <a:ext uri="{FF2B5EF4-FFF2-40B4-BE49-F238E27FC236}">
                <a16:creationId xmlns:a16="http://schemas.microsoft.com/office/drawing/2014/main" id="{F90E0E9F-CE9C-8C27-4CBE-63B9D8E1DD0F}"/>
              </a:ext>
            </a:extLst>
          </p:cNvPr>
          <p:cNvCxnSpPr>
            <a:cxnSpLocks/>
          </p:cNvCxnSpPr>
          <p:nvPr>
            <p:custDataLst>
              <p:tags r:id="rId15"/>
            </p:custDataLst>
          </p:nvPr>
        </p:nvCxnSpPr>
        <p:spPr bwMode="auto">
          <a:xfrm>
            <a:off x="5173663" y="2078038"/>
            <a:ext cx="447675"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312" name="Chart 3">
            <a:extLst>
              <a:ext uri="{FF2B5EF4-FFF2-40B4-BE49-F238E27FC236}">
                <a16:creationId xmlns:a16="http://schemas.microsoft.com/office/drawing/2014/main" id="{23630B74-9514-2312-0F5B-5DAF7B5FBF1A}"/>
              </a:ext>
            </a:extLst>
          </p:cNvPr>
          <p:cNvGraphicFramePr/>
          <p:nvPr>
            <p:custDataLst>
              <p:tags r:id="rId16"/>
            </p:custDataLst>
          </p:nvPr>
        </p:nvGraphicFramePr>
        <p:xfrm>
          <a:off x="4305300" y="1811338"/>
          <a:ext cx="2182813" cy="1633537"/>
        </p:xfrm>
        <a:graphic>
          <a:graphicData uri="http://schemas.openxmlformats.org/drawingml/2006/chart">
            <c:chart xmlns:c="http://schemas.openxmlformats.org/drawingml/2006/chart" xmlns:r="http://schemas.openxmlformats.org/officeDocument/2006/relationships" r:id="rId67"/>
          </a:graphicData>
        </a:graphic>
      </p:graphicFrame>
      <p:sp>
        <p:nvSpPr>
          <p:cNvPr id="283" name="文本占位符 2">
            <a:extLst>
              <a:ext uri="{FF2B5EF4-FFF2-40B4-BE49-F238E27FC236}">
                <a16:creationId xmlns:a16="http://schemas.microsoft.com/office/drawing/2014/main" id="{1A189A08-1CF4-E9DD-1D83-EF8436E6E5A6}"/>
              </a:ext>
            </a:extLst>
          </p:cNvPr>
          <p:cNvSpPr txBox="1">
            <a:spLocks/>
          </p:cNvSpPr>
          <p:nvPr>
            <p:custDataLst>
              <p:tags r:id="rId17"/>
            </p:custDataLst>
          </p:nvPr>
        </p:nvSpPr>
        <p:spPr bwMode="auto">
          <a:xfrm>
            <a:off x="5726113" y="3294063"/>
            <a:ext cx="3492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E56D5925-B9E9-4B94-B60D-CDD11E57F4F9}" type="datetime'2''0''''''2''''''''''''''''0'''''''''''''''''''''''''''">
              <a:rPr kumimoji="1" lang="zh-CN" altLang="en-US" sz="1200" smtClean="0">
                <a:latin typeface="HarmonyOS Sans SC Light" pitchFamily="2" charset="-122"/>
                <a:ea typeface="HarmonyOS Sans SC Light" pitchFamily="2" charset="-122"/>
              </a:rPr>
              <a:pPr/>
              <a:t>2020</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284" name="文本占位符 2">
            <a:extLst>
              <a:ext uri="{FF2B5EF4-FFF2-40B4-BE49-F238E27FC236}">
                <a16:creationId xmlns:a16="http://schemas.microsoft.com/office/drawing/2014/main" id="{40B496C1-0318-FF73-812B-933B7DBE5E4F}"/>
              </a:ext>
            </a:extLst>
          </p:cNvPr>
          <p:cNvSpPr txBox="1">
            <a:spLocks/>
          </p:cNvSpPr>
          <p:nvPr>
            <p:custDataLst>
              <p:tags r:id="rId18"/>
            </p:custDataLst>
          </p:nvPr>
        </p:nvSpPr>
        <p:spPr bwMode="auto">
          <a:xfrm>
            <a:off x="4718050" y="3294063"/>
            <a:ext cx="3492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3A0CC2D-5FA6-4278-9FA9-1147AC873522}" type="datetime'''''''2''''''''0''''''''''''''''''''''1''''''5'''''''''">
              <a:rPr kumimoji="1" lang="zh-CN" altLang="en-US" sz="1200" smtClean="0">
                <a:latin typeface="HarmonyOS Sans SC Light" pitchFamily="2" charset="-122"/>
                <a:ea typeface="HarmonyOS Sans SC Light" pitchFamily="2" charset="-122"/>
              </a:rPr>
              <a:pPr/>
              <a:t>2015</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309" name="文本占位符 2">
            <a:extLst>
              <a:ext uri="{FF2B5EF4-FFF2-40B4-BE49-F238E27FC236}">
                <a16:creationId xmlns:a16="http://schemas.microsoft.com/office/drawing/2014/main" id="{3AAF15E4-8DF9-16B8-BFAE-2D02183209FE}"/>
              </a:ext>
            </a:extLst>
          </p:cNvPr>
          <p:cNvSpPr txBox="1">
            <a:spLocks/>
          </p:cNvSpPr>
          <p:nvPr>
            <p:custDataLst>
              <p:tags r:id="rId19"/>
            </p:custDataLst>
          </p:nvPr>
        </p:nvSpPr>
        <p:spPr bwMode="gray">
          <a:xfrm>
            <a:off x="5837238" y="3078163"/>
            <a:ext cx="128588" cy="165100"/>
          </a:xfrm>
          <a:prstGeom prst="rect">
            <a:avLst/>
          </a:prstGeom>
          <a:solidFill>
            <a:srgbClr val="7FE9FF"/>
          </a:solidFill>
          <a:ln>
            <a:noFill/>
          </a:ln>
          <a:effec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023CF4A-656D-405F-B9AE-1FD949F7EF4A}" type="datetime'''''''''3'''''''''''''''''''''''''''''">
              <a:rPr kumimoji="1" lang="zh-CN" altLang="en-US" sz="1200" smtClean="0">
                <a:effectLst/>
                <a:latin typeface="HarmonyOS Sans SC Light" pitchFamily="2" charset="-122"/>
                <a:ea typeface="HarmonyOS Sans SC Light" pitchFamily="2" charset="-122"/>
              </a:rPr>
              <a:pPr/>
              <a:t>3</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279" name="文本占位符 2">
            <a:extLst>
              <a:ext uri="{FF2B5EF4-FFF2-40B4-BE49-F238E27FC236}">
                <a16:creationId xmlns:a16="http://schemas.microsoft.com/office/drawing/2014/main" id="{78C96909-3DD5-D32B-37AA-8E78EB269CBA}"/>
              </a:ext>
            </a:extLst>
          </p:cNvPr>
          <p:cNvSpPr txBox="1">
            <a:spLocks/>
          </p:cNvSpPr>
          <p:nvPr>
            <p:custDataLst>
              <p:tags r:id="rId20"/>
            </p:custDataLst>
          </p:nvPr>
        </p:nvSpPr>
        <p:spPr bwMode="gray">
          <a:xfrm>
            <a:off x="4829175" y="3078163"/>
            <a:ext cx="128588" cy="165100"/>
          </a:xfrm>
          <a:prstGeom prst="rect">
            <a:avLst/>
          </a:prstGeom>
          <a:solidFill>
            <a:srgbClr val="7FE9FF"/>
          </a:solidFill>
          <a:ln>
            <a:noFill/>
          </a:ln>
          <a:effec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EA616740-8F58-4637-A116-BE389106E5BC}" type="datetime'''''''''''''''''''''''''''''''''''''''3'''''''''''''''''''''''">
              <a:rPr kumimoji="1" lang="zh-CN" altLang="en-US" sz="1200" smtClean="0">
                <a:effectLst/>
                <a:latin typeface="HarmonyOS Sans SC Light" pitchFamily="2" charset="-122"/>
                <a:ea typeface="HarmonyOS Sans SC Light" pitchFamily="2" charset="-122"/>
              </a:rPr>
              <a:pPr/>
              <a:t>3</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285" name="文本框 284">
            <a:extLst>
              <a:ext uri="{FF2B5EF4-FFF2-40B4-BE49-F238E27FC236}">
                <a16:creationId xmlns:a16="http://schemas.microsoft.com/office/drawing/2014/main" id="{30920E6B-02C5-D62E-39CD-53F7C2EEEAB8}"/>
              </a:ext>
            </a:extLst>
          </p:cNvPr>
          <p:cNvSpPr txBox="1"/>
          <p:nvPr/>
        </p:nvSpPr>
        <p:spPr>
          <a:xfrm>
            <a:off x="4718050" y="1622425"/>
            <a:ext cx="1427163" cy="277813"/>
          </a:xfrm>
          <a:prstGeom prst="rect">
            <a:avLst/>
          </a:prstGeom>
          <a:noFill/>
        </p:spPr>
        <p:txBody>
          <a:bodyPr wrap="none" rtlCol="0">
            <a:spAutoFit/>
          </a:bodyPr>
          <a:lstStyle>
            <a:defPPr>
              <a:defRPr lang="zh-CN"/>
            </a:defPPr>
            <a:lvl1pPr>
              <a:defRPr kumimoji="1" sz="1400">
                <a:latin typeface="HarmonyOS Sans SC" pitchFamily="2" charset="-122"/>
                <a:ea typeface="HarmonyOS Sans SC" pitchFamily="2" charset="-122"/>
              </a:defRPr>
            </a:lvl1pPr>
          </a:lstStyle>
          <a:p>
            <a:r>
              <a:rPr lang="en-US" altLang="zh-CN" sz="1200" dirty="0"/>
              <a:t>Life regional total</a:t>
            </a:r>
            <a:endParaRPr lang="zh-CN" altLang="en-US" sz="1200" dirty="0"/>
          </a:p>
        </p:txBody>
      </p:sp>
      <p:sp>
        <p:nvSpPr>
          <p:cNvPr id="286" name="文本框 285">
            <a:extLst>
              <a:ext uri="{FF2B5EF4-FFF2-40B4-BE49-F238E27FC236}">
                <a16:creationId xmlns:a16="http://schemas.microsoft.com/office/drawing/2014/main" id="{53E394A5-4819-75BB-CFB4-228E8979587C}"/>
              </a:ext>
            </a:extLst>
          </p:cNvPr>
          <p:cNvSpPr txBox="1"/>
          <p:nvPr/>
        </p:nvSpPr>
        <p:spPr>
          <a:xfrm>
            <a:off x="6618288" y="1622425"/>
            <a:ext cx="788988" cy="461963"/>
          </a:xfrm>
          <a:prstGeom prst="rect">
            <a:avLst/>
          </a:prstGeom>
          <a:noFill/>
        </p:spPr>
        <p:txBody>
          <a:bodyPr wrap="none" rtlCol="0">
            <a:spAutoFit/>
          </a:bodyPr>
          <a:lstStyle>
            <a:defPPr>
              <a:defRPr lang="zh-CN"/>
            </a:defPPr>
            <a:lvl1pPr>
              <a:defRPr kumimoji="1" sz="1400">
                <a:latin typeface="HarmonyOS Sans SC" pitchFamily="2" charset="-122"/>
                <a:ea typeface="HarmonyOS Sans SC" pitchFamily="2" charset="-122"/>
              </a:defRPr>
            </a:lvl1pPr>
          </a:lstStyle>
          <a:p>
            <a:pPr algn="ctr"/>
            <a:r>
              <a:rPr lang="en-US" altLang="zh-CN" sz="1200" dirty="0"/>
              <a:t>Delta</a:t>
            </a:r>
          </a:p>
          <a:p>
            <a:pPr algn="ctr"/>
            <a:r>
              <a:rPr lang="en-US" altLang="zh-CN" sz="1200" dirty="0">
                <a:latin typeface="HarmonyOS Sans SC Light" pitchFamily="2" charset="-122"/>
                <a:ea typeface="HarmonyOS Sans SC Light" pitchFamily="2" charset="-122"/>
              </a:rPr>
              <a:t>2015-20</a:t>
            </a:r>
            <a:endParaRPr lang="zh-CN" altLang="en-US" sz="1200" dirty="0">
              <a:latin typeface="HarmonyOS Sans SC Light" pitchFamily="2" charset="-122"/>
              <a:ea typeface="HarmonyOS Sans SC Light" pitchFamily="2" charset="-122"/>
            </a:endParaRPr>
          </a:p>
        </p:txBody>
      </p:sp>
      <p:sp>
        <p:nvSpPr>
          <p:cNvPr id="287" name="文本框 286">
            <a:extLst>
              <a:ext uri="{FF2B5EF4-FFF2-40B4-BE49-F238E27FC236}">
                <a16:creationId xmlns:a16="http://schemas.microsoft.com/office/drawing/2014/main" id="{2F949FAB-3F19-1D0B-9321-CDBBFA925ACC}"/>
              </a:ext>
            </a:extLst>
          </p:cNvPr>
          <p:cNvSpPr txBox="1"/>
          <p:nvPr/>
        </p:nvSpPr>
        <p:spPr>
          <a:xfrm>
            <a:off x="6915150" y="2051864"/>
            <a:ext cx="272832" cy="276999"/>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t>1</a:t>
            </a:r>
            <a:endParaRPr lang="zh-CN" altLang="en-US" dirty="0"/>
          </a:p>
        </p:txBody>
      </p:sp>
      <p:sp>
        <p:nvSpPr>
          <p:cNvPr id="288" name="文本框 287">
            <a:extLst>
              <a:ext uri="{FF2B5EF4-FFF2-40B4-BE49-F238E27FC236}">
                <a16:creationId xmlns:a16="http://schemas.microsoft.com/office/drawing/2014/main" id="{94E3E933-8583-6BD9-30D7-90B329A142E6}"/>
              </a:ext>
            </a:extLst>
          </p:cNvPr>
          <p:cNvSpPr txBox="1"/>
          <p:nvPr/>
        </p:nvSpPr>
        <p:spPr>
          <a:xfrm>
            <a:off x="6915150" y="2259013"/>
            <a:ext cx="273050" cy="277813"/>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solidFill>
                  <a:srgbClr val="0352FF"/>
                </a:solidFill>
              </a:rPr>
              <a:t>1</a:t>
            </a:r>
            <a:endParaRPr lang="zh-CN" altLang="en-US" dirty="0">
              <a:solidFill>
                <a:srgbClr val="0352FF"/>
              </a:solidFill>
            </a:endParaRPr>
          </a:p>
        </p:txBody>
      </p:sp>
      <p:sp>
        <p:nvSpPr>
          <p:cNvPr id="289" name="文本框 288">
            <a:extLst>
              <a:ext uri="{FF2B5EF4-FFF2-40B4-BE49-F238E27FC236}">
                <a16:creationId xmlns:a16="http://schemas.microsoft.com/office/drawing/2014/main" id="{1EA541D9-89DF-33C0-789B-6CAF8CAF5F99}"/>
              </a:ext>
            </a:extLst>
          </p:cNvPr>
          <p:cNvSpPr txBox="1"/>
          <p:nvPr/>
        </p:nvSpPr>
        <p:spPr>
          <a:xfrm>
            <a:off x="6876941" y="2667630"/>
            <a:ext cx="349250" cy="276225"/>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solidFill>
                  <a:srgbClr val="04D1FF"/>
                </a:solidFill>
              </a:rPr>
              <a:t>-2</a:t>
            </a:r>
            <a:endParaRPr lang="zh-CN" altLang="en-US" dirty="0">
              <a:solidFill>
                <a:srgbClr val="04D1FF"/>
              </a:solidFill>
            </a:endParaRPr>
          </a:p>
        </p:txBody>
      </p:sp>
      <p:sp>
        <p:nvSpPr>
          <p:cNvPr id="290" name="文本框 289">
            <a:extLst>
              <a:ext uri="{FF2B5EF4-FFF2-40B4-BE49-F238E27FC236}">
                <a16:creationId xmlns:a16="http://schemas.microsoft.com/office/drawing/2014/main" id="{875449D0-6418-F008-0927-39319E8A2E2F}"/>
              </a:ext>
            </a:extLst>
          </p:cNvPr>
          <p:cNvSpPr txBox="1"/>
          <p:nvPr/>
        </p:nvSpPr>
        <p:spPr>
          <a:xfrm>
            <a:off x="6915150" y="2995613"/>
            <a:ext cx="273050" cy="276225"/>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solidFill>
                  <a:srgbClr val="C1F1FF"/>
                </a:solidFill>
              </a:rPr>
              <a:t>0</a:t>
            </a:r>
            <a:endParaRPr lang="zh-CN" altLang="en-US" dirty="0">
              <a:solidFill>
                <a:srgbClr val="C1F1FF"/>
              </a:solidFill>
            </a:endParaRPr>
          </a:p>
        </p:txBody>
      </p:sp>
      <p:cxnSp>
        <p:nvCxnSpPr>
          <p:cNvPr id="313" name="直线连接符 312">
            <a:extLst>
              <a:ext uri="{FF2B5EF4-FFF2-40B4-BE49-F238E27FC236}">
                <a16:creationId xmlns:a16="http://schemas.microsoft.com/office/drawing/2014/main" id="{E47AEAD2-6F92-E974-DD2F-D2A4EFE4D8AC}"/>
              </a:ext>
            </a:extLst>
          </p:cNvPr>
          <p:cNvCxnSpPr>
            <a:cxnSpLocks/>
          </p:cNvCxnSpPr>
          <p:nvPr>
            <p:custDataLst>
              <p:tags r:id="rId21"/>
            </p:custDataLst>
          </p:nvPr>
        </p:nvCxnSpPr>
        <p:spPr bwMode="auto">
          <a:xfrm>
            <a:off x="9032875" y="2617788"/>
            <a:ext cx="447675" cy="428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4" name="直线连接符 313">
            <a:extLst>
              <a:ext uri="{FF2B5EF4-FFF2-40B4-BE49-F238E27FC236}">
                <a16:creationId xmlns:a16="http://schemas.microsoft.com/office/drawing/2014/main" id="{A90728A8-750D-89A3-E8A6-0F8ACB907F9A}"/>
              </a:ext>
            </a:extLst>
          </p:cNvPr>
          <p:cNvCxnSpPr>
            <a:cxnSpLocks/>
          </p:cNvCxnSpPr>
          <p:nvPr>
            <p:custDataLst>
              <p:tags r:id="rId22"/>
            </p:custDataLst>
          </p:nvPr>
        </p:nvCxnSpPr>
        <p:spPr bwMode="auto">
          <a:xfrm flipV="1">
            <a:off x="9032875" y="3079750"/>
            <a:ext cx="447675" cy="3175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5" name="直线连接符 314">
            <a:extLst>
              <a:ext uri="{FF2B5EF4-FFF2-40B4-BE49-F238E27FC236}">
                <a16:creationId xmlns:a16="http://schemas.microsoft.com/office/drawing/2014/main" id="{AB895BF7-4EA5-C635-DC21-53465820E779}"/>
              </a:ext>
            </a:extLst>
          </p:cNvPr>
          <p:cNvCxnSpPr>
            <a:cxnSpLocks/>
          </p:cNvCxnSpPr>
          <p:nvPr>
            <p:custDataLst>
              <p:tags r:id="rId23"/>
            </p:custDataLst>
          </p:nvPr>
        </p:nvCxnSpPr>
        <p:spPr bwMode="auto">
          <a:xfrm>
            <a:off x="9032875" y="2716214"/>
            <a:ext cx="447675" cy="66675"/>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6" name="直线连接符 315">
            <a:extLst>
              <a:ext uri="{FF2B5EF4-FFF2-40B4-BE49-F238E27FC236}">
                <a16:creationId xmlns:a16="http://schemas.microsoft.com/office/drawing/2014/main" id="{64CCA33D-ACD7-C746-9A24-35471D66703C}"/>
              </a:ext>
            </a:extLst>
          </p:cNvPr>
          <p:cNvCxnSpPr>
            <a:cxnSpLocks/>
          </p:cNvCxnSpPr>
          <p:nvPr>
            <p:custDataLst>
              <p:tags r:id="rId24"/>
            </p:custDataLst>
          </p:nvPr>
        </p:nvCxnSpPr>
        <p:spPr bwMode="auto">
          <a:xfrm flipV="1">
            <a:off x="9032875" y="2078038"/>
            <a:ext cx="447675" cy="1111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359" name="Chart 3">
            <a:extLst>
              <a:ext uri="{FF2B5EF4-FFF2-40B4-BE49-F238E27FC236}">
                <a16:creationId xmlns:a16="http://schemas.microsoft.com/office/drawing/2014/main" id="{96BA7FA6-C23E-5EB6-F298-99DFAF3A54C4}"/>
              </a:ext>
            </a:extLst>
          </p:cNvPr>
          <p:cNvGraphicFramePr/>
          <p:nvPr>
            <p:custDataLst>
              <p:tags r:id="rId25"/>
            </p:custDataLst>
          </p:nvPr>
        </p:nvGraphicFramePr>
        <p:xfrm>
          <a:off x="8164513" y="1811338"/>
          <a:ext cx="2182812" cy="1633537"/>
        </p:xfrm>
        <a:graphic>
          <a:graphicData uri="http://schemas.openxmlformats.org/drawingml/2006/chart">
            <c:chart xmlns:c="http://schemas.openxmlformats.org/drawingml/2006/chart" xmlns:r="http://schemas.openxmlformats.org/officeDocument/2006/relationships" r:id="rId68"/>
          </a:graphicData>
        </a:graphic>
      </p:graphicFrame>
      <p:sp>
        <p:nvSpPr>
          <p:cNvPr id="318" name="文本占位符 2">
            <a:extLst>
              <a:ext uri="{FF2B5EF4-FFF2-40B4-BE49-F238E27FC236}">
                <a16:creationId xmlns:a16="http://schemas.microsoft.com/office/drawing/2014/main" id="{F6A9651F-7402-9905-4106-7F8E2E37CB40}"/>
              </a:ext>
            </a:extLst>
          </p:cNvPr>
          <p:cNvSpPr txBox="1">
            <a:spLocks/>
          </p:cNvSpPr>
          <p:nvPr>
            <p:custDataLst>
              <p:tags r:id="rId26"/>
            </p:custDataLst>
          </p:nvPr>
        </p:nvSpPr>
        <p:spPr bwMode="auto">
          <a:xfrm>
            <a:off x="9585325" y="3278188"/>
            <a:ext cx="3492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C8194DAC-F46A-4B66-AD57-40A75A874443}" type="datetime'''''2''''''''''020'''''''''''''''''''''''''''''''''''''''">
              <a:rPr kumimoji="1" lang="zh-CN" altLang="en-US" sz="1200" smtClean="0">
                <a:latin typeface="HarmonyOS Sans SC Light" pitchFamily="2" charset="-122"/>
                <a:ea typeface="HarmonyOS Sans SC Light" pitchFamily="2" charset="-122"/>
              </a:rPr>
              <a:pPr/>
              <a:t>2020</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320" name="文本占位符 2">
            <a:extLst>
              <a:ext uri="{FF2B5EF4-FFF2-40B4-BE49-F238E27FC236}">
                <a16:creationId xmlns:a16="http://schemas.microsoft.com/office/drawing/2014/main" id="{F069D139-1F2C-7D2A-20EA-215C9381EF14}"/>
              </a:ext>
            </a:extLst>
          </p:cNvPr>
          <p:cNvSpPr txBox="1">
            <a:spLocks/>
          </p:cNvSpPr>
          <p:nvPr>
            <p:custDataLst>
              <p:tags r:id="rId27"/>
            </p:custDataLst>
          </p:nvPr>
        </p:nvSpPr>
        <p:spPr bwMode="gray">
          <a:xfrm>
            <a:off x="9696450" y="3046413"/>
            <a:ext cx="128588" cy="165100"/>
          </a:xfrm>
          <a:prstGeom prst="rect">
            <a:avLst/>
          </a:prstGeom>
          <a:solidFill>
            <a:srgbClr val="7FE9FF"/>
          </a:solidFill>
          <a:ln>
            <a:noFill/>
          </a:ln>
          <a:effec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C0785454-2AFD-4CC8-B20E-27982FC3187F}" type="datetime'''''''''''9'''''''''''''''''''''''''''''''''">
              <a:rPr kumimoji="1" lang="zh-CN" altLang="en-US" sz="1200" smtClean="0">
                <a:effectLst/>
                <a:latin typeface="HarmonyOS Sans SC Light" pitchFamily="2" charset="-122"/>
                <a:ea typeface="HarmonyOS Sans SC Light" pitchFamily="2" charset="-122"/>
              </a:rPr>
              <a:pPr/>
              <a:t>9</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319" name="文本占位符 2">
            <a:extLst>
              <a:ext uri="{FF2B5EF4-FFF2-40B4-BE49-F238E27FC236}">
                <a16:creationId xmlns:a16="http://schemas.microsoft.com/office/drawing/2014/main" id="{BEAD06FE-77F3-BE9F-5AAC-D246DB73319D}"/>
              </a:ext>
            </a:extLst>
          </p:cNvPr>
          <p:cNvSpPr txBox="1">
            <a:spLocks/>
          </p:cNvSpPr>
          <p:nvPr>
            <p:custDataLst>
              <p:tags r:id="rId28"/>
            </p:custDataLst>
          </p:nvPr>
        </p:nvSpPr>
        <p:spPr bwMode="auto">
          <a:xfrm>
            <a:off x="8577263" y="3278188"/>
            <a:ext cx="3492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FAEC824A-9C0D-401C-81B6-3DC6ACA31F49}" type="datetime'''''''''2''''0''''''''''''''''''''''''''''''1''''5'''''">
              <a:rPr kumimoji="1" lang="zh-CN" altLang="en-US" sz="1200" smtClean="0">
                <a:latin typeface="HarmonyOS Sans SC Light" pitchFamily="2" charset="-122"/>
                <a:ea typeface="HarmonyOS Sans SC Light" pitchFamily="2" charset="-122"/>
              </a:rPr>
              <a:pPr/>
              <a:t>2015</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333" name="文本占位符 2">
            <a:extLst>
              <a:ext uri="{FF2B5EF4-FFF2-40B4-BE49-F238E27FC236}">
                <a16:creationId xmlns:a16="http://schemas.microsoft.com/office/drawing/2014/main" id="{0A51EFBE-A4C9-10C4-C4FB-BAA313094B27}"/>
              </a:ext>
            </a:extLst>
          </p:cNvPr>
          <p:cNvSpPr txBox="1">
            <a:spLocks/>
          </p:cNvSpPr>
          <p:nvPr>
            <p:custDataLst>
              <p:tags r:id="rId29"/>
            </p:custDataLst>
          </p:nvPr>
        </p:nvSpPr>
        <p:spPr bwMode="gray">
          <a:xfrm>
            <a:off x="8688388" y="2584450"/>
            <a:ext cx="128588" cy="165100"/>
          </a:xfrm>
          <a:prstGeom prst="rect">
            <a:avLst/>
          </a:prstGeom>
          <a:solidFill>
            <a:srgbClr val="1041EF"/>
          </a:solidFill>
          <a:ln>
            <a:noFill/>
          </a:ln>
          <a:effec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F46E3541-49B3-44CD-BA8E-D4B3895389F5}" type="datetime'''''''''9'''''''''''''''''''''''''''''''''">
              <a:rPr kumimoji="1" lang="zh-CN" altLang="en-US" sz="1200" smtClean="0">
                <a:solidFill>
                  <a:schemeClr val="bg1"/>
                </a:solidFill>
                <a:effectLst/>
                <a:latin typeface="HarmonyOS Sans SC Light" pitchFamily="2" charset="-122"/>
                <a:ea typeface="HarmonyOS Sans SC Light" pitchFamily="2" charset="-122"/>
                <a:sym typeface="HarmonyOS Sans SC Light" pitchFamily="2" charset="-122"/>
              </a:rPr>
              <a:pPr>
                <a:spcBef>
                  <a:spcPct val="0"/>
                </a:spcBef>
                <a:spcAft>
                  <a:spcPct val="0"/>
                </a:spcAft>
              </a:pPr>
              <a:t>9</a:t>
            </a:fld>
            <a:endParaRPr kumimoji="1" lang="zh-CN" altLang="en-US" sz="1200" dirty="0">
              <a:solidFill>
                <a:schemeClr val="bg1"/>
              </a:solidFill>
              <a:latin typeface="HarmonyOS Sans SC Light" pitchFamily="2" charset="-122"/>
              <a:ea typeface="HarmonyOS Sans SC Light" pitchFamily="2" charset="-122"/>
              <a:sym typeface="HarmonyOS Sans SC Light" pitchFamily="2" charset="-122"/>
            </a:endParaRPr>
          </a:p>
        </p:txBody>
      </p:sp>
      <p:sp>
        <p:nvSpPr>
          <p:cNvPr id="349" name="文本占位符 2">
            <a:extLst>
              <a:ext uri="{FF2B5EF4-FFF2-40B4-BE49-F238E27FC236}">
                <a16:creationId xmlns:a16="http://schemas.microsoft.com/office/drawing/2014/main" id="{EA907732-F684-98F7-0ED2-90A1901E59EF}"/>
              </a:ext>
            </a:extLst>
          </p:cNvPr>
          <p:cNvSpPr txBox="1">
            <a:spLocks/>
          </p:cNvSpPr>
          <p:nvPr>
            <p:custDataLst>
              <p:tags r:id="rId30"/>
            </p:custDataLst>
          </p:nvPr>
        </p:nvSpPr>
        <p:spPr bwMode="gray">
          <a:xfrm>
            <a:off x="9653588" y="2638425"/>
            <a:ext cx="212725" cy="165100"/>
          </a:xfrm>
          <a:prstGeom prst="rect">
            <a:avLst/>
          </a:prstGeom>
          <a:solidFill>
            <a:srgbClr val="1041EF"/>
          </a:solidFill>
          <a:ln>
            <a:noFill/>
          </a:ln>
          <a:effec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E71058BF-C091-40D5-9568-9AE8383888AD}" type="datetime'''''''''''''''''''''1''''''''''''1'''''''">
              <a:rPr kumimoji="1" lang="zh-CN" altLang="en-US" sz="1200" smtClean="0">
                <a:solidFill>
                  <a:schemeClr val="bg1"/>
                </a:solidFill>
                <a:effectLst/>
                <a:latin typeface="HarmonyOS Sans SC Light" pitchFamily="2" charset="-122"/>
                <a:ea typeface="HarmonyOS Sans SC Light" pitchFamily="2" charset="-122"/>
                <a:sym typeface="HarmonyOS Sans SC Light" pitchFamily="2" charset="-122"/>
              </a:rPr>
              <a:pPr>
                <a:spcBef>
                  <a:spcPct val="0"/>
                </a:spcBef>
                <a:spcAft>
                  <a:spcPct val="0"/>
                </a:spcAft>
              </a:pPr>
              <a:t>11</a:t>
            </a:fld>
            <a:endParaRPr kumimoji="1" lang="zh-CN" altLang="en-US" sz="1200" dirty="0">
              <a:solidFill>
                <a:schemeClr val="bg1"/>
              </a:solidFill>
              <a:latin typeface="HarmonyOS Sans SC Light" pitchFamily="2" charset="-122"/>
              <a:ea typeface="HarmonyOS Sans SC Light" pitchFamily="2" charset="-122"/>
              <a:sym typeface="HarmonyOS Sans SC Light" pitchFamily="2" charset="-122"/>
            </a:endParaRPr>
          </a:p>
        </p:txBody>
      </p:sp>
      <p:sp>
        <p:nvSpPr>
          <p:cNvPr id="321" name="文本占位符 2">
            <a:extLst>
              <a:ext uri="{FF2B5EF4-FFF2-40B4-BE49-F238E27FC236}">
                <a16:creationId xmlns:a16="http://schemas.microsoft.com/office/drawing/2014/main" id="{AD8B57BF-3701-B2C3-3629-C43C2B91D298}"/>
              </a:ext>
            </a:extLst>
          </p:cNvPr>
          <p:cNvSpPr txBox="1">
            <a:spLocks/>
          </p:cNvSpPr>
          <p:nvPr>
            <p:custDataLst>
              <p:tags r:id="rId31"/>
            </p:custDataLst>
          </p:nvPr>
        </p:nvSpPr>
        <p:spPr bwMode="gray">
          <a:xfrm>
            <a:off x="8688388" y="3062288"/>
            <a:ext cx="128588" cy="165100"/>
          </a:xfrm>
          <a:prstGeom prst="rect">
            <a:avLst/>
          </a:prstGeom>
          <a:solidFill>
            <a:srgbClr val="7FE9FF"/>
          </a:solidFill>
          <a:ln>
            <a:noFill/>
          </a:ln>
          <a:effec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D22105A5-D8D9-41BC-ACA3-C0820117A61B}" type="datetime'6'''''''">
              <a:rPr kumimoji="1" lang="zh-CN" altLang="en-US" sz="1200" smtClean="0">
                <a:effectLst/>
                <a:latin typeface="HarmonyOS Sans SC Light" pitchFamily="2" charset="-122"/>
                <a:ea typeface="HarmonyOS Sans SC Light" pitchFamily="2" charset="-122"/>
              </a:rPr>
              <a:pPr/>
              <a:t>6</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322" name="文本框 321">
            <a:extLst>
              <a:ext uri="{FF2B5EF4-FFF2-40B4-BE49-F238E27FC236}">
                <a16:creationId xmlns:a16="http://schemas.microsoft.com/office/drawing/2014/main" id="{633E7AD6-4A5D-33E7-A0CC-008C29A846DE}"/>
              </a:ext>
            </a:extLst>
          </p:cNvPr>
          <p:cNvSpPr txBox="1"/>
          <p:nvPr/>
        </p:nvSpPr>
        <p:spPr>
          <a:xfrm>
            <a:off x="8577263" y="1622425"/>
            <a:ext cx="1427163" cy="277813"/>
          </a:xfrm>
          <a:prstGeom prst="rect">
            <a:avLst/>
          </a:prstGeom>
          <a:noFill/>
        </p:spPr>
        <p:txBody>
          <a:bodyPr wrap="none" rtlCol="0">
            <a:spAutoFit/>
          </a:bodyPr>
          <a:lstStyle>
            <a:defPPr>
              <a:defRPr lang="zh-CN"/>
            </a:defPPr>
            <a:lvl1pPr>
              <a:defRPr kumimoji="1" sz="1400">
                <a:latin typeface="HarmonyOS Sans SC" pitchFamily="2" charset="-122"/>
                <a:ea typeface="HarmonyOS Sans SC" pitchFamily="2" charset="-122"/>
              </a:defRPr>
            </a:lvl1pPr>
          </a:lstStyle>
          <a:p>
            <a:r>
              <a:rPr lang="en-US" altLang="zh-CN" sz="1200" dirty="0"/>
              <a:t>Life regional total</a:t>
            </a:r>
            <a:endParaRPr lang="zh-CN" altLang="en-US" sz="1200" dirty="0"/>
          </a:p>
        </p:txBody>
      </p:sp>
      <p:sp>
        <p:nvSpPr>
          <p:cNvPr id="323" name="文本框 322">
            <a:extLst>
              <a:ext uri="{FF2B5EF4-FFF2-40B4-BE49-F238E27FC236}">
                <a16:creationId xmlns:a16="http://schemas.microsoft.com/office/drawing/2014/main" id="{6CE8A85D-495B-4B55-FEEE-846F205508FC}"/>
              </a:ext>
            </a:extLst>
          </p:cNvPr>
          <p:cNvSpPr txBox="1"/>
          <p:nvPr/>
        </p:nvSpPr>
        <p:spPr>
          <a:xfrm>
            <a:off x="10477500" y="1622425"/>
            <a:ext cx="788988" cy="461963"/>
          </a:xfrm>
          <a:prstGeom prst="rect">
            <a:avLst/>
          </a:prstGeom>
          <a:noFill/>
        </p:spPr>
        <p:txBody>
          <a:bodyPr wrap="none" rtlCol="0">
            <a:spAutoFit/>
          </a:bodyPr>
          <a:lstStyle>
            <a:defPPr>
              <a:defRPr lang="zh-CN"/>
            </a:defPPr>
            <a:lvl1pPr>
              <a:defRPr kumimoji="1" sz="1400">
                <a:latin typeface="HarmonyOS Sans SC" pitchFamily="2" charset="-122"/>
                <a:ea typeface="HarmonyOS Sans SC" pitchFamily="2" charset="-122"/>
              </a:defRPr>
            </a:lvl1pPr>
          </a:lstStyle>
          <a:p>
            <a:pPr algn="ctr"/>
            <a:r>
              <a:rPr lang="en-US" altLang="zh-CN" sz="1200" dirty="0"/>
              <a:t>Delta</a:t>
            </a:r>
          </a:p>
          <a:p>
            <a:pPr algn="ctr"/>
            <a:r>
              <a:rPr lang="en-US" altLang="zh-CN" sz="1200" dirty="0">
                <a:latin typeface="HarmonyOS Sans SC Light" pitchFamily="2" charset="-122"/>
                <a:ea typeface="HarmonyOS Sans SC Light" pitchFamily="2" charset="-122"/>
              </a:rPr>
              <a:t>2015-20</a:t>
            </a:r>
            <a:endParaRPr lang="zh-CN" altLang="en-US" sz="1200" dirty="0">
              <a:latin typeface="HarmonyOS Sans SC Light" pitchFamily="2" charset="-122"/>
              <a:ea typeface="HarmonyOS Sans SC Light" pitchFamily="2" charset="-122"/>
            </a:endParaRPr>
          </a:p>
        </p:txBody>
      </p:sp>
      <p:sp>
        <p:nvSpPr>
          <p:cNvPr id="324" name="文本框 323">
            <a:extLst>
              <a:ext uri="{FF2B5EF4-FFF2-40B4-BE49-F238E27FC236}">
                <a16:creationId xmlns:a16="http://schemas.microsoft.com/office/drawing/2014/main" id="{F369433C-E03E-9E2C-7EDA-1D6424D459D2}"/>
              </a:ext>
            </a:extLst>
          </p:cNvPr>
          <p:cNvSpPr txBox="1"/>
          <p:nvPr/>
        </p:nvSpPr>
        <p:spPr>
          <a:xfrm>
            <a:off x="10774363" y="2223036"/>
            <a:ext cx="273050" cy="276225"/>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t>5</a:t>
            </a:r>
            <a:endParaRPr lang="zh-CN" altLang="en-US" dirty="0"/>
          </a:p>
        </p:txBody>
      </p:sp>
      <p:sp>
        <p:nvSpPr>
          <p:cNvPr id="325" name="文本框 324">
            <a:extLst>
              <a:ext uri="{FF2B5EF4-FFF2-40B4-BE49-F238E27FC236}">
                <a16:creationId xmlns:a16="http://schemas.microsoft.com/office/drawing/2014/main" id="{5DC7706B-56A9-5ABA-A1E6-BA1E51EC7847}"/>
              </a:ext>
            </a:extLst>
          </p:cNvPr>
          <p:cNvSpPr txBox="1"/>
          <p:nvPr/>
        </p:nvSpPr>
        <p:spPr>
          <a:xfrm>
            <a:off x="10774363" y="2577307"/>
            <a:ext cx="273050" cy="277813"/>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solidFill>
                  <a:srgbClr val="0352FF"/>
                </a:solidFill>
              </a:rPr>
              <a:t>2</a:t>
            </a:r>
            <a:endParaRPr lang="zh-CN" altLang="en-US" dirty="0">
              <a:solidFill>
                <a:srgbClr val="0352FF"/>
              </a:solidFill>
            </a:endParaRPr>
          </a:p>
        </p:txBody>
      </p:sp>
      <p:sp>
        <p:nvSpPr>
          <p:cNvPr id="326" name="文本框 325">
            <a:extLst>
              <a:ext uri="{FF2B5EF4-FFF2-40B4-BE49-F238E27FC236}">
                <a16:creationId xmlns:a16="http://schemas.microsoft.com/office/drawing/2014/main" id="{0B492923-098E-D54E-D6D8-0BE5022E0B6D}"/>
              </a:ext>
            </a:extLst>
          </p:cNvPr>
          <p:cNvSpPr txBox="1"/>
          <p:nvPr/>
        </p:nvSpPr>
        <p:spPr>
          <a:xfrm>
            <a:off x="10701317" y="2781300"/>
            <a:ext cx="349250" cy="276225"/>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solidFill>
                  <a:srgbClr val="04D1FF"/>
                </a:solidFill>
              </a:rPr>
              <a:t>-9</a:t>
            </a:r>
            <a:endParaRPr lang="zh-CN" altLang="en-US" dirty="0">
              <a:solidFill>
                <a:srgbClr val="04D1FF"/>
              </a:solidFill>
            </a:endParaRPr>
          </a:p>
        </p:txBody>
      </p:sp>
      <p:sp>
        <p:nvSpPr>
          <p:cNvPr id="327" name="文本框 326">
            <a:extLst>
              <a:ext uri="{FF2B5EF4-FFF2-40B4-BE49-F238E27FC236}">
                <a16:creationId xmlns:a16="http://schemas.microsoft.com/office/drawing/2014/main" id="{A52532F4-D6AC-CE4D-02BC-8D3150E3DEF8}"/>
              </a:ext>
            </a:extLst>
          </p:cNvPr>
          <p:cNvSpPr txBox="1"/>
          <p:nvPr/>
        </p:nvSpPr>
        <p:spPr>
          <a:xfrm>
            <a:off x="10774363" y="2995613"/>
            <a:ext cx="273050" cy="276225"/>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solidFill>
                  <a:srgbClr val="C1F1FF"/>
                </a:solidFill>
              </a:rPr>
              <a:t>3</a:t>
            </a:r>
            <a:endParaRPr lang="zh-CN" altLang="en-US" dirty="0">
              <a:solidFill>
                <a:srgbClr val="C1F1FF"/>
              </a:solidFill>
            </a:endParaRPr>
          </a:p>
        </p:txBody>
      </p:sp>
      <p:cxnSp>
        <p:nvCxnSpPr>
          <p:cNvPr id="361" name="直线连接符 360">
            <a:extLst>
              <a:ext uri="{FF2B5EF4-FFF2-40B4-BE49-F238E27FC236}">
                <a16:creationId xmlns:a16="http://schemas.microsoft.com/office/drawing/2014/main" id="{BD79AC58-DA81-9F48-7A49-C1A37B959A8A}"/>
              </a:ext>
            </a:extLst>
          </p:cNvPr>
          <p:cNvCxnSpPr>
            <a:cxnSpLocks/>
          </p:cNvCxnSpPr>
          <p:nvPr>
            <p:custDataLst>
              <p:tags r:id="rId32"/>
            </p:custDataLst>
          </p:nvPr>
        </p:nvCxnSpPr>
        <p:spPr bwMode="auto">
          <a:xfrm>
            <a:off x="1322388" y="4333875"/>
            <a:ext cx="447675" cy="9525"/>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0" name="直线连接符 359">
            <a:extLst>
              <a:ext uri="{FF2B5EF4-FFF2-40B4-BE49-F238E27FC236}">
                <a16:creationId xmlns:a16="http://schemas.microsoft.com/office/drawing/2014/main" id="{35457C55-6AAB-80AD-3DAA-CE9E381ECBBE}"/>
              </a:ext>
            </a:extLst>
          </p:cNvPr>
          <p:cNvCxnSpPr/>
          <p:nvPr>
            <p:custDataLst>
              <p:tags r:id="rId33"/>
            </p:custDataLst>
          </p:nvPr>
        </p:nvCxnSpPr>
        <p:spPr bwMode="auto">
          <a:xfrm flipV="1">
            <a:off x="1322388" y="5311776"/>
            <a:ext cx="447675" cy="22225"/>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3" name="直线连接符 362">
            <a:extLst>
              <a:ext uri="{FF2B5EF4-FFF2-40B4-BE49-F238E27FC236}">
                <a16:creationId xmlns:a16="http://schemas.microsoft.com/office/drawing/2014/main" id="{D2EBC27A-0072-2235-BFE4-14431368B673}"/>
              </a:ext>
            </a:extLst>
          </p:cNvPr>
          <p:cNvCxnSpPr>
            <a:cxnSpLocks/>
          </p:cNvCxnSpPr>
          <p:nvPr>
            <p:custDataLst>
              <p:tags r:id="rId34"/>
            </p:custDataLst>
          </p:nvPr>
        </p:nvCxnSpPr>
        <p:spPr bwMode="auto">
          <a:xfrm flipV="1">
            <a:off x="1322388" y="5311776"/>
            <a:ext cx="447675" cy="22225"/>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2" name="直线连接符 361">
            <a:extLst>
              <a:ext uri="{FF2B5EF4-FFF2-40B4-BE49-F238E27FC236}">
                <a16:creationId xmlns:a16="http://schemas.microsoft.com/office/drawing/2014/main" id="{3287E122-4067-B615-50B4-7F72D6C06A45}"/>
              </a:ext>
            </a:extLst>
          </p:cNvPr>
          <p:cNvCxnSpPr>
            <a:cxnSpLocks/>
          </p:cNvCxnSpPr>
          <p:nvPr>
            <p:custDataLst>
              <p:tags r:id="rId35"/>
            </p:custDataLst>
          </p:nvPr>
        </p:nvCxnSpPr>
        <p:spPr bwMode="auto">
          <a:xfrm flipV="1">
            <a:off x="1322388" y="4662488"/>
            <a:ext cx="447675" cy="333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444" name="Chart 3">
            <a:extLst>
              <a:ext uri="{FF2B5EF4-FFF2-40B4-BE49-F238E27FC236}">
                <a16:creationId xmlns:a16="http://schemas.microsoft.com/office/drawing/2014/main" id="{FA53F15E-DE6C-FC8D-A5E1-487C851D9EB9}"/>
              </a:ext>
            </a:extLst>
          </p:cNvPr>
          <p:cNvGraphicFramePr/>
          <p:nvPr>
            <p:custDataLst>
              <p:tags r:id="rId36"/>
            </p:custDataLst>
          </p:nvPr>
        </p:nvGraphicFramePr>
        <p:xfrm>
          <a:off x="454025" y="4067175"/>
          <a:ext cx="2182813" cy="1633538"/>
        </p:xfrm>
        <a:graphic>
          <a:graphicData uri="http://schemas.openxmlformats.org/drawingml/2006/chart">
            <c:chart xmlns:c="http://schemas.openxmlformats.org/drawingml/2006/chart" xmlns:r="http://schemas.openxmlformats.org/officeDocument/2006/relationships" r:id="rId69"/>
          </a:graphicData>
        </a:graphic>
      </p:graphicFrame>
      <p:sp>
        <p:nvSpPr>
          <p:cNvPr id="368" name="文本占位符 2">
            <a:extLst>
              <a:ext uri="{FF2B5EF4-FFF2-40B4-BE49-F238E27FC236}">
                <a16:creationId xmlns:a16="http://schemas.microsoft.com/office/drawing/2014/main" id="{5737A095-0B8B-89EF-ECAA-5D45660691CE}"/>
              </a:ext>
            </a:extLst>
          </p:cNvPr>
          <p:cNvSpPr txBox="1">
            <a:spLocks/>
          </p:cNvSpPr>
          <p:nvPr>
            <p:custDataLst>
              <p:tags r:id="rId37"/>
            </p:custDataLst>
          </p:nvPr>
        </p:nvSpPr>
        <p:spPr bwMode="auto">
          <a:xfrm>
            <a:off x="1874838" y="5516563"/>
            <a:ext cx="3492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96C0FA0F-4967-4263-8D95-41C20985E765}" type="datetime'''2''''''''''0''''''''''''''''2''''''''''''''''''''''0'''''''">
              <a:rPr kumimoji="1" lang="zh-CN" altLang="en-US" sz="1200" smtClean="0">
                <a:latin typeface="HarmonyOS Sans SC Light" pitchFamily="2" charset="-122"/>
                <a:ea typeface="HarmonyOS Sans SC Light" pitchFamily="2" charset="-122"/>
              </a:rPr>
              <a:pPr/>
              <a:t>2020</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367" name="文本占位符 2">
            <a:extLst>
              <a:ext uri="{FF2B5EF4-FFF2-40B4-BE49-F238E27FC236}">
                <a16:creationId xmlns:a16="http://schemas.microsoft.com/office/drawing/2014/main" id="{1D2E8712-A7A1-C40D-C526-19312D2F39FC}"/>
              </a:ext>
            </a:extLst>
          </p:cNvPr>
          <p:cNvSpPr txBox="1">
            <a:spLocks/>
          </p:cNvSpPr>
          <p:nvPr>
            <p:custDataLst>
              <p:tags r:id="rId38"/>
            </p:custDataLst>
          </p:nvPr>
        </p:nvSpPr>
        <p:spPr bwMode="gray">
          <a:xfrm>
            <a:off x="2127250" y="5229225"/>
            <a:ext cx="128588" cy="165100"/>
          </a:xfrm>
          <a:prstGeom prst="rect">
            <a:avLst/>
          </a:prstGeom>
          <a:solidFill>
            <a:srgbClr val="00ACFB"/>
          </a:solidFill>
          <a:ln>
            <a:noFill/>
          </a:ln>
          <a:effec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D349793F-AF4A-4218-91F9-9E82414A2C6A}" type="datetime'''''''''''''''''''''''''''''''''0'''''''''''''">
              <a:rPr kumimoji="1" lang="zh-CN" altLang="en-US" sz="1200" smtClean="0">
                <a:solidFill>
                  <a:schemeClr val="bg1"/>
                </a:solidFill>
                <a:effectLst/>
                <a:latin typeface="HarmonyOS Sans SC Light" pitchFamily="2" charset="-122"/>
                <a:ea typeface="HarmonyOS Sans SC Light" pitchFamily="2" charset="-122"/>
              </a:rPr>
              <a:pPr/>
              <a:t>0</a:t>
            </a:fld>
            <a:endParaRPr kumimoji="1" lang="zh-CN" altLang="en-US" sz="1200" dirty="0">
              <a:solidFill>
                <a:schemeClr val="bg1"/>
              </a:solidFill>
              <a:latin typeface="HarmonyOS Sans SC Light" pitchFamily="2" charset="-122"/>
              <a:ea typeface="HarmonyOS Sans SC Light" pitchFamily="2" charset="-122"/>
              <a:sym typeface="HarmonyOS Sans SC Light" pitchFamily="2" charset="-122"/>
            </a:endParaRPr>
          </a:p>
        </p:txBody>
      </p:sp>
      <p:sp>
        <p:nvSpPr>
          <p:cNvPr id="369" name="文本占位符 2">
            <a:extLst>
              <a:ext uri="{FF2B5EF4-FFF2-40B4-BE49-F238E27FC236}">
                <a16:creationId xmlns:a16="http://schemas.microsoft.com/office/drawing/2014/main" id="{718AAD9D-103B-7C86-29CA-BA5991441540}"/>
              </a:ext>
            </a:extLst>
          </p:cNvPr>
          <p:cNvSpPr txBox="1">
            <a:spLocks/>
          </p:cNvSpPr>
          <p:nvPr>
            <p:custDataLst>
              <p:tags r:id="rId39"/>
            </p:custDataLst>
          </p:nvPr>
        </p:nvSpPr>
        <p:spPr bwMode="auto">
          <a:xfrm>
            <a:off x="866775" y="5516563"/>
            <a:ext cx="3492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1CD34A87-8DEF-4B35-9845-F6DE109D91B8}" type="datetime'20''1''''''''''''''''''''''5'''''''''''''''''">
              <a:rPr kumimoji="1" lang="zh-CN" altLang="en-US" sz="1200" smtClean="0">
                <a:latin typeface="HarmonyOS Sans SC Light" pitchFamily="2" charset="-122"/>
                <a:ea typeface="HarmonyOS Sans SC Light" pitchFamily="2" charset="-122"/>
              </a:rPr>
              <a:pPr/>
              <a:t>2015</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365" name="文本占位符 2">
            <a:extLst>
              <a:ext uri="{FF2B5EF4-FFF2-40B4-BE49-F238E27FC236}">
                <a16:creationId xmlns:a16="http://schemas.microsoft.com/office/drawing/2014/main" id="{1A7E54C1-F5CA-994E-3CC5-3F121B111AE5}"/>
              </a:ext>
            </a:extLst>
          </p:cNvPr>
          <p:cNvSpPr txBox="1">
            <a:spLocks/>
          </p:cNvSpPr>
          <p:nvPr>
            <p:custDataLst>
              <p:tags r:id="rId40"/>
            </p:custDataLst>
          </p:nvPr>
        </p:nvSpPr>
        <p:spPr bwMode="gray">
          <a:xfrm>
            <a:off x="838200" y="5300663"/>
            <a:ext cx="128588" cy="165100"/>
          </a:xfrm>
          <a:prstGeom prst="rect">
            <a:avLst/>
          </a:prstGeom>
          <a:solidFill>
            <a:srgbClr val="7FE9FF"/>
          </a:solidFill>
          <a:ln>
            <a:noFill/>
          </a:ln>
          <a:effec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5021B898-8C35-467D-84A8-7227C34B18E8}" type="datetime'''''''''9'''''''''''''''''''''''''''''''''''''''''">
              <a:rPr kumimoji="1" lang="zh-CN" altLang="en-US" sz="1200" smtClean="0">
                <a:effectLst/>
                <a:latin typeface="HarmonyOS Sans SC Light" pitchFamily="2" charset="-122"/>
                <a:ea typeface="HarmonyOS Sans SC Light" pitchFamily="2" charset="-122"/>
              </a:rPr>
              <a:pPr/>
              <a:t>9</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443" name="文本占位符 2">
            <a:extLst>
              <a:ext uri="{FF2B5EF4-FFF2-40B4-BE49-F238E27FC236}">
                <a16:creationId xmlns:a16="http://schemas.microsoft.com/office/drawing/2014/main" id="{B1742C33-34E5-C32F-545A-20F4D1480819}"/>
              </a:ext>
            </a:extLst>
          </p:cNvPr>
          <p:cNvSpPr txBox="1">
            <a:spLocks/>
          </p:cNvSpPr>
          <p:nvPr>
            <p:custDataLst>
              <p:tags r:id="rId41"/>
            </p:custDataLst>
          </p:nvPr>
        </p:nvSpPr>
        <p:spPr bwMode="gray">
          <a:xfrm>
            <a:off x="1803400" y="5289550"/>
            <a:ext cx="212725" cy="165100"/>
          </a:xfrm>
          <a:prstGeom prst="rect">
            <a:avLst/>
          </a:prstGeom>
          <a:solidFill>
            <a:srgbClr val="7FE9FF"/>
          </a:solidFill>
          <a:ln>
            <a:noFill/>
          </a:ln>
          <a:effec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E2865F05-2CA3-4A53-8929-B04E14BBCC63}" type="datetime'''''''''''''''''''''''''''''1''''''''''''''''''1'''''">
              <a:rPr kumimoji="1" lang="zh-CN" altLang="en-US" sz="1200" smtClean="0">
                <a:effectLst/>
                <a:latin typeface="HarmonyOS Sans SC Light" pitchFamily="2" charset="-122"/>
                <a:ea typeface="HarmonyOS Sans SC Light" pitchFamily="2" charset="-122"/>
                <a:sym typeface="HarmonyOS Sans SC Light" pitchFamily="2" charset="-122"/>
              </a:rPr>
              <a:pPr>
                <a:spcBef>
                  <a:spcPct val="0"/>
                </a:spcBef>
                <a:spcAft>
                  <a:spcPct val="0"/>
                </a:spcAft>
              </a:pPr>
              <a:t>11</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366" name="文本占位符 2">
            <a:extLst>
              <a:ext uri="{FF2B5EF4-FFF2-40B4-BE49-F238E27FC236}">
                <a16:creationId xmlns:a16="http://schemas.microsoft.com/office/drawing/2014/main" id="{7C2600BF-5546-9746-7657-9AAEB8FDF258}"/>
              </a:ext>
            </a:extLst>
          </p:cNvPr>
          <p:cNvSpPr txBox="1">
            <a:spLocks/>
          </p:cNvSpPr>
          <p:nvPr>
            <p:custDataLst>
              <p:tags r:id="rId42"/>
            </p:custDataLst>
          </p:nvPr>
        </p:nvSpPr>
        <p:spPr bwMode="gray">
          <a:xfrm>
            <a:off x="1119188" y="5251450"/>
            <a:ext cx="128588" cy="165100"/>
          </a:xfrm>
          <a:prstGeom prst="rect">
            <a:avLst/>
          </a:prstGeom>
          <a:solidFill>
            <a:srgbClr val="00ACFB"/>
          </a:solidFill>
          <a:ln>
            <a:noFill/>
          </a:ln>
          <a:effec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AB2A19D7-26AC-4657-A819-47C8A6984DFC}" type="datetime'''''''''''0'''''''''''''''''''''''''''''''''''''''''''''''">
              <a:rPr kumimoji="1" lang="zh-CN" altLang="en-US" sz="1200" smtClean="0">
                <a:solidFill>
                  <a:schemeClr val="bg1"/>
                </a:solidFill>
                <a:effectLst/>
                <a:latin typeface="HarmonyOS Sans SC Light" pitchFamily="2" charset="-122"/>
                <a:ea typeface="HarmonyOS Sans SC Light" pitchFamily="2" charset="-122"/>
              </a:rPr>
              <a:pPr/>
              <a:t>0</a:t>
            </a:fld>
            <a:endParaRPr kumimoji="1" lang="zh-CN" altLang="en-US" sz="1200" dirty="0">
              <a:solidFill>
                <a:schemeClr val="bg1"/>
              </a:solidFill>
              <a:latin typeface="HarmonyOS Sans SC Light" pitchFamily="2" charset="-122"/>
              <a:ea typeface="HarmonyOS Sans SC Light" pitchFamily="2" charset="-122"/>
              <a:sym typeface="HarmonyOS Sans SC Light" pitchFamily="2" charset="-122"/>
            </a:endParaRPr>
          </a:p>
        </p:txBody>
      </p:sp>
      <p:sp>
        <p:nvSpPr>
          <p:cNvPr id="370" name="文本框 369">
            <a:extLst>
              <a:ext uri="{FF2B5EF4-FFF2-40B4-BE49-F238E27FC236}">
                <a16:creationId xmlns:a16="http://schemas.microsoft.com/office/drawing/2014/main" id="{AAD1D0AB-1493-76AF-8171-ACB6F1ED5498}"/>
              </a:ext>
            </a:extLst>
          </p:cNvPr>
          <p:cNvSpPr txBox="1"/>
          <p:nvPr/>
        </p:nvSpPr>
        <p:spPr>
          <a:xfrm>
            <a:off x="866775" y="3878263"/>
            <a:ext cx="1465466" cy="276999"/>
          </a:xfrm>
          <a:prstGeom prst="rect">
            <a:avLst/>
          </a:prstGeom>
          <a:noFill/>
        </p:spPr>
        <p:txBody>
          <a:bodyPr wrap="none" rtlCol="0">
            <a:spAutoFit/>
          </a:bodyPr>
          <a:lstStyle>
            <a:defPPr>
              <a:defRPr lang="zh-CN"/>
            </a:defPPr>
            <a:lvl1pPr>
              <a:defRPr kumimoji="1" sz="1400">
                <a:latin typeface="HarmonyOS Sans SC" pitchFamily="2" charset="-122"/>
                <a:ea typeface="HarmonyOS Sans SC" pitchFamily="2" charset="-122"/>
              </a:defRPr>
            </a:lvl1pPr>
          </a:lstStyle>
          <a:p>
            <a:r>
              <a:rPr lang="en-US" altLang="zh-CN" sz="1200" dirty="0"/>
              <a:t>P&amp;C regional total</a:t>
            </a:r>
            <a:endParaRPr lang="zh-CN" altLang="en-US" sz="1200" dirty="0"/>
          </a:p>
        </p:txBody>
      </p:sp>
      <p:sp>
        <p:nvSpPr>
          <p:cNvPr id="371" name="文本框 370">
            <a:extLst>
              <a:ext uri="{FF2B5EF4-FFF2-40B4-BE49-F238E27FC236}">
                <a16:creationId xmlns:a16="http://schemas.microsoft.com/office/drawing/2014/main" id="{733E710D-F1EA-58B9-4AF9-9F8768E41E55}"/>
              </a:ext>
            </a:extLst>
          </p:cNvPr>
          <p:cNvSpPr txBox="1"/>
          <p:nvPr/>
        </p:nvSpPr>
        <p:spPr>
          <a:xfrm>
            <a:off x="2767013" y="3878263"/>
            <a:ext cx="788988" cy="461963"/>
          </a:xfrm>
          <a:prstGeom prst="rect">
            <a:avLst/>
          </a:prstGeom>
          <a:noFill/>
        </p:spPr>
        <p:txBody>
          <a:bodyPr wrap="none" rtlCol="0">
            <a:spAutoFit/>
          </a:bodyPr>
          <a:lstStyle>
            <a:defPPr>
              <a:defRPr lang="zh-CN"/>
            </a:defPPr>
            <a:lvl1pPr>
              <a:defRPr kumimoji="1" sz="1400">
                <a:latin typeface="HarmonyOS Sans SC" pitchFamily="2" charset="-122"/>
                <a:ea typeface="HarmonyOS Sans SC" pitchFamily="2" charset="-122"/>
              </a:defRPr>
            </a:lvl1pPr>
          </a:lstStyle>
          <a:p>
            <a:pPr algn="ctr"/>
            <a:r>
              <a:rPr lang="en-US" altLang="zh-CN" sz="1200" dirty="0"/>
              <a:t>Delta</a:t>
            </a:r>
          </a:p>
          <a:p>
            <a:pPr algn="ctr"/>
            <a:r>
              <a:rPr lang="en-US" altLang="zh-CN" sz="1200" dirty="0">
                <a:latin typeface="HarmonyOS Sans SC Light" pitchFamily="2" charset="-122"/>
                <a:ea typeface="HarmonyOS Sans SC Light" pitchFamily="2" charset="-122"/>
              </a:rPr>
              <a:t>2015-20</a:t>
            </a:r>
            <a:endParaRPr lang="zh-CN" altLang="en-US" sz="1200" dirty="0">
              <a:latin typeface="HarmonyOS Sans SC Light" pitchFamily="2" charset="-122"/>
              <a:ea typeface="HarmonyOS Sans SC Light" pitchFamily="2" charset="-122"/>
            </a:endParaRPr>
          </a:p>
        </p:txBody>
      </p:sp>
      <p:sp>
        <p:nvSpPr>
          <p:cNvPr id="372" name="文本框 371">
            <a:extLst>
              <a:ext uri="{FF2B5EF4-FFF2-40B4-BE49-F238E27FC236}">
                <a16:creationId xmlns:a16="http://schemas.microsoft.com/office/drawing/2014/main" id="{C52A19A8-2570-AB88-F6C8-7239BC03798C}"/>
              </a:ext>
            </a:extLst>
          </p:cNvPr>
          <p:cNvSpPr txBox="1"/>
          <p:nvPr/>
        </p:nvSpPr>
        <p:spPr>
          <a:xfrm>
            <a:off x="2987675" y="4381432"/>
            <a:ext cx="349250" cy="277813"/>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t>-4</a:t>
            </a:r>
            <a:endParaRPr lang="zh-CN" altLang="en-US" dirty="0"/>
          </a:p>
        </p:txBody>
      </p:sp>
      <p:sp>
        <p:nvSpPr>
          <p:cNvPr id="373" name="文本框 372">
            <a:extLst>
              <a:ext uri="{FF2B5EF4-FFF2-40B4-BE49-F238E27FC236}">
                <a16:creationId xmlns:a16="http://schemas.microsoft.com/office/drawing/2014/main" id="{7B2793C4-351B-8DF9-523B-2D3F29AD24AA}"/>
              </a:ext>
            </a:extLst>
          </p:cNvPr>
          <p:cNvSpPr txBox="1"/>
          <p:nvPr/>
        </p:nvSpPr>
        <p:spPr>
          <a:xfrm>
            <a:off x="3063385" y="4804310"/>
            <a:ext cx="273050" cy="277813"/>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solidFill>
                  <a:srgbClr val="0352FF"/>
                </a:solidFill>
              </a:rPr>
              <a:t>1</a:t>
            </a:r>
            <a:endParaRPr lang="zh-CN" altLang="en-US" dirty="0">
              <a:solidFill>
                <a:srgbClr val="0352FF"/>
              </a:solidFill>
            </a:endParaRPr>
          </a:p>
        </p:txBody>
      </p:sp>
      <p:sp>
        <p:nvSpPr>
          <p:cNvPr id="375" name="文本框 374">
            <a:extLst>
              <a:ext uri="{FF2B5EF4-FFF2-40B4-BE49-F238E27FC236}">
                <a16:creationId xmlns:a16="http://schemas.microsoft.com/office/drawing/2014/main" id="{45574E56-24F8-5512-3103-1E3E5985DE2E}"/>
              </a:ext>
            </a:extLst>
          </p:cNvPr>
          <p:cNvSpPr txBox="1"/>
          <p:nvPr/>
        </p:nvSpPr>
        <p:spPr>
          <a:xfrm>
            <a:off x="3063526" y="5112950"/>
            <a:ext cx="272832" cy="276999"/>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solidFill>
                  <a:srgbClr val="04D1FF"/>
                </a:solidFill>
              </a:rPr>
              <a:t>0</a:t>
            </a:r>
            <a:endParaRPr lang="zh-CN" altLang="en-US" dirty="0">
              <a:solidFill>
                <a:srgbClr val="04D1FF"/>
              </a:solidFill>
            </a:endParaRPr>
          </a:p>
        </p:txBody>
      </p:sp>
      <p:sp>
        <p:nvSpPr>
          <p:cNvPr id="377" name="文本框 376">
            <a:extLst>
              <a:ext uri="{FF2B5EF4-FFF2-40B4-BE49-F238E27FC236}">
                <a16:creationId xmlns:a16="http://schemas.microsoft.com/office/drawing/2014/main" id="{5632E2F5-9564-6B0E-23B5-6C234BA3EBAF}"/>
              </a:ext>
            </a:extLst>
          </p:cNvPr>
          <p:cNvSpPr txBox="1"/>
          <p:nvPr/>
        </p:nvSpPr>
        <p:spPr>
          <a:xfrm>
            <a:off x="3063875" y="5251450"/>
            <a:ext cx="273050" cy="276225"/>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solidFill>
                  <a:srgbClr val="C1F1FF"/>
                </a:solidFill>
              </a:rPr>
              <a:t>2</a:t>
            </a:r>
            <a:endParaRPr lang="zh-CN" altLang="en-US" dirty="0">
              <a:solidFill>
                <a:srgbClr val="C1F1FF"/>
              </a:solidFill>
            </a:endParaRPr>
          </a:p>
        </p:txBody>
      </p:sp>
      <p:cxnSp>
        <p:nvCxnSpPr>
          <p:cNvPr id="380" name="直线连接符 379">
            <a:extLst>
              <a:ext uri="{FF2B5EF4-FFF2-40B4-BE49-F238E27FC236}">
                <a16:creationId xmlns:a16="http://schemas.microsoft.com/office/drawing/2014/main" id="{18E47DCF-ACAE-E985-ADCD-9D922D701BFB}"/>
              </a:ext>
            </a:extLst>
          </p:cNvPr>
          <p:cNvCxnSpPr>
            <a:cxnSpLocks/>
          </p:cNvCxnSpPr>
          <p:nvPr>
            <p:custDataLst>
              <p:tags r:id="rId43"/>
            </p:custDataLst>
          </p:nvPr>
        </p:nvCxnSpPr>
        <p:spPr bwMode="auto">
          <a:xfrm flipV="1">
            <a:off x="5173663" y="4916488"/>
            <a:ext cx="447675" cy="53975"/>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81" name="直线连接符 380">
            <a:extLst>
              <a:ext uri="{FF2B5EF4-FFF2-40B4-BE49-F238E27FC236}">
                <a16:creationId xmlns:a16="http://schemas.microsoft.com/office/drawing/2014/main" id="{2986B4FE-350C-DA31-CD40-1863FC3F86EC}"/>
              </a:ext>
            </a:extLst>
          </p:cNvPr>
          <p:cNvCxnSpPr>
            <a:cxnSpLocks/>
          </p:cNvCxnSpPr>
          <p:nvPr>
            <p:custDataLst>
              <p:tags r:id="rId44"/>
            </p:custDataLst>
          </p:nvPr>
        </p:nvCxnSpPr>
        <p:spPr bwMode="auto">
          <a:xfrm flipV="1">
            <a:off x="5173663" y="5311776"/>
            <a:ext cx="447675" cy="1111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82" name="直线连接符 381">
            <a:extLst>
              <a:ext uri="{FF2B5EF4-FFF2-40B4-BE49-F238E27FC236}">
                <a16:creationId xmlns:a16="http://schemas.microsoft.com/office/drawing/2014/main" id="{47340DDC-E964-A60F-1148-A5558CA1764E}"/>
              </a:ext>
            </a:extLst>
          </p:cNvPr>
          <p:cNvCxnSpPr>
            <a:cxnSpLocks/>
          </p:cNvCxnSpPr>
          <p:nvPr>
            <p:custDataLst>
              <p:tags r:id="rId45"/>
            </p:custDataLst>
          </p:nvPr>
        </p:nvCxnSpPr>
        <p:spPr bwMode="auto">
          <a:xfrm flipV="1">
            <a:off x="5173663" y="5213351"/>
            <a:ext cx="447675" cy="22225"/>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86" name="直线连接符 385">
            <a:extLst>
              <a:ext uri="{FF2B5EF4-FFF2-40B4-BE49-F238E27FC236}">
                <a16:creationId xmlns:a16="http://schemas.microsoft.com/office/drawing/2014/main" id="{F6F39561-0DEF-AC57-E34E-36FD7747C9AE}"/>
              </a:ext>
            </a:extLst>
          </p:cNvPr>
          <p:cNvCxnSpPr>
            <a:cxnSpLocks/>
          </p:cNvCxnSpPr>
          <p:nvPr>
            <p:custDataLst>
              <p:tags r:id="rId46"/>
            </p:custDataLst>
          </p:nvPr>
        </p:nvCxnSpPr>
        <p:spPr bwMode="auto">
          <a:xfrm>
            <a:off x="5173663" y="4333875"/>
            <a:ext cx="447675"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464" name="Chart 3">
            <a:extLst>
              <a:ext uri="{FF2B5EF4-FFF2-40B4-BE49-F238E27FC236}">
                <a16:creationId xmlns:a16="http://schemas.microsoft.com/office/drawing/2014/main" id="{687EDDA2-4418-1984-1604-81CF0D7326FA}"/>
              </a:ext>
            </a:extLst>
          </p:cNvPr>
          <p:cNvGraphicFramePr/>
          <p:nvPr>
            <p:custDataLst>
              <p:tags r:id="rId47"/>
            </p:custDataLst>
          </p:nvPr>
        </p:nvGraphicFramePr>
        <p:xfrm>
          <a:off x="4305300" y="4067175"/>
          <a:ext cx="2182813" cy="1633538"/>
        </p:xfrm>
        <a:graphic>
          <a:graphicData uri="http://schemas.openxmlformats.org/drawingml/2006/chart">
            <c:chart xmlns:c="http://schemas.openxmlformats.org/drawingml/2006/chart" xmlns:r="http://schemas.openxmlformats.org/officeDocument/2006/relationships" r:id="rId70"/>
          </a:graphicData>
        </a:graphic>
      </p:graphicFrame>
      <p:sp>
        <p:nvSpPr>
          <p:cNvPr id="389" name="文本占位符 2">
            <a:extLst>
              <a:ext uri="{FF2B5EF4-FFF2-40B4-BE49-F238E27FC236}">
                <a16:creationId xmlns:a16="http://schemas.microsoft.com/office/drawing/2014/main" id="{9A4DB7F2-B5C5-BB12-B71B-B115AA69E435}"/>
              </a:ext>
            </a:extLst>
          </p:cNvPr>
          <p:cNvSpPr txBox="1">
            <a:spLocks/>
          </p:cNvSpPr>
          <p:nvPr>
            <p:custDataLst>
              <p:tags r:id="rId48"/>
            </p:custDataLst>
          </p:nvPr>
        </p:nvSpPr>
        <p:spPr bwMode="auto">
          <a:xfrm>
            <a:off x="5726113" y="5511800"/>
            <a:ext cx="3492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2CC9CF62-6E24-4F5B-91F8-678D6756B8CE}" type="datetime'''''''''''''''''''''''''20''''''2''0'''''''''''''''''">
              <a:rPr kumimoji="1" lang="zh-CN" altLang="en-US" sz="1200" smtClean="0">
                <a:latin typeface="HarmonyOS Sans SC Light" pitchFamily="2" charset="-122"/>
                <a:ea typeface="HarmonyOS Sans SC Light" pitchFamily="2" charset="-122"/>
              </a:rPr>
              <a:pPr/>
              <a:t>2020</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393" name="文本占位符 2">
            <a:extLst>
              <a:ext uri="{FF2B5EF4-FFF2-40B4-BE49-F238E27FC236}">
                <a16:creationId xmlns:a16="http://schemas.microsoft.com/office/drawing/2014/main" id="{48CD14A7-980D-32C6-5B7C-69AA9CFC7184}"/>
              </a:ext>
            </a:extLst>
          </p:cNvPr>
          <p:cNvSpPr txBox="1">
            <a:spLocks/>
          </p:cNvSpPr>
          <p:nvPr>
            <p:custDataLst>
              <p:tags r:id="rId49"/>
            </p:custDataLst>
          </p:nvPr>
        </p:nvSpPr>
        <p:spPr bwMode="gray">
          <a:xfrm>
            <a:off x="5654675" y="5289550"/>
            <a:ext cx="212725" cy="165100"/>
          </a:xfrm>
          <a:prstGeom prst="rect">
            <a:avLst/>
          </a:prstGeom>
          <a:solidFill>
            <a:srgbClr val="7FE9FF"/>
          </a:solidFill>
          <a:ln>
            <a:noFill/>
          </a:ln>
          <a:effec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C7C6238-B409-405A-9AE0-D243B12E5F86}" type="datetime'''''''''''''''''''1''''''''''''''''''''''1'''''''''''''''''">
              <a:rPr kumimoji="1" lang="zh-CN" altLang="en-US" sz="1200" smtClean="0">
                <a:effectLst/>
                <a:latin typeface="HarmonyOS Sans SC Light" pitchFamily="2" charset="-122"/>
                <a:ea typeface="HarmonyOS Sans SC Light" pitchFamily="2" charset="-122"/>
              </a:rPr>
              <a:pPr/>
              <a:t>11</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392" name="文本占位符 2">
            <a:extLst>
              <a:ext uri="{FF2B5EF4-FFF2-40B4-BE49-F238E27FC236}">
                <a16:creationId xmlns:a16="http://schemas.microsoft.com/office/drawing/2014/main" id="{55F5A599-F631-ABAE-15B7-BE3067B8FCE4}"/>
              </a:ext>
            </a:extLst>
          </p:cNvPr>
          <p:cNvSpPr txBox="1">
            <a:spLocks/>
          </p:cNvSpPr>
          <p:nvPr>
            <p:custDataLst>
              <p:tags r:id="rId50"/>
            </p:custDataLst>
          </p:nvPr>
        </p:nvSpPr>
        <p:spPr bwMode="auto">
          <a:xfrm>
            <a:off x="4718050" y="5511800"/>
            <a:ext cx="3492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BB330818-3EDE-4B30-9ED9-37381F14A934}" type="datetime'''''''2''''''0''''15'''''">
              <a:rPr kumimoji="1" lang="zh-CN" altLang="en-US" sz="1200" smtClean="0">
                <a:latin typeface="HarmonyOS Sans SC Light" pitchFamily="2" charset="-122"/>
                <a:ea typeface="HarmonyOS Sans SC Light" pitchFamily="2" charset="-122"/>
              </a:rPr>
              <a:pPr/>
              <a:t>2015</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452" name="文本占位符 2">
            <a:extLst>
              <a:ext uri="{FF2B5EF4-FFF2-40B4-BE49-F238E27FC236}">
                <a16:creationId xmlns:a16="http://schemas.microsoft.com/office/drawing/2014/main" id="{08988B6D-B235-9EC4-0472-B441CB7941D6}"/>
              </a:ext>
            </a:extLst>
          </p:cNvPr>
          <p:cNvSpPr txBox="1">
            <a:spLocks/>
          </p:cNvSpPr>
          <p:nvPr>
            <p:custDataLst>
              <p:tags r:id="rId51"/>
            </p:custDataLst>
          </p:nvPr>
        </p:nvSpPr>
        <p:spPr bwMode="gray">
          <a:xfrm>
            <a:off x="4970463" y="5195888"/>
            <a:ext cx="128588" cy="165100"/>
          </a:xfrm>
          <a:prstGeom prst="rect">
            <a:avLst/>
          </a:prstGeom>
          <a:solidFill>
            <a:srgbClr val="00ACFB"/>
          </a:solidFill>
          <a:ln>
            <a:noFill/>
          </a:ln>
          <a:effec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D4836F9C-E14D-419D-AA95-A7848469CA8D}" type="datetime'''''''''''''''''''''''8'''''''''''''''''''''''''">
              <a:rPr kumimoji="1" lang="zh-CN" altLang="en-US" sz="1200" smtClean="0">
                <a:solidFill>
                  <a:schemeClr val="bg1"/>
                </a:solidFill>
                <a:effectLst/>
                <a:latin typeface="HarmonyOS Sans SC Light" pitchFamily="2" charset="-122"/>
                <a:ea typeface="HarmonyOS Sans SC Light" pitchFamily="2" charset="-122"/>
                <a:sym typeface="HarmonyOS Sans SC Light" pitchFamily="2" charset="-122"/>
              </a:rPr>
              <a:pPr>
                <a:spcBef>
                  <a:spcPct val="0"/>
                </a:spcBef>
                <a:spcAft>
                  <a:spcPct val="0"/>
                </a:spcAft>
              </a:pPr>
              <a:t>8</a:t>
            </a:fld>
            <a:endParaRPr kumimoji="1" lang="zh-CN" altLang="en-US" sz="1200" dirty="0">
              <a:solidFill>
                <a:schemeClr val="bg1"/>
              </a:solidFill>
              <a:latin typeface="HarmonyOS Sans SC Light" pitchFamily="2" charset="-122"/>
              <a:ea typeface="HarmonyOS Sans SC Light" pitchFamily="2" charset="-122"/>
              <a:sym typeface="HarmonyOS Sans SC Light" pitchFamily="2" charset="-122"/>
            </a:endParaRPr>
          </a:p>
        </p:txBody>
      </p:sp>
      <p:sp>
        <p:nvSpPr>
          <p:cNvPr id="461" name="文本占位符 2">
            <a:extLst>
              <a:ext uri="{FF2B5EF4-FFF2-40B4-BE49-F238E27FC236}">
                <a16:creationId xmlns:a16="http://schemas.microsoft.com/office/drawing/2014/main" id="{CE439BBB-71DD-B2FC-441D-C77700EA0B88}"/>
              </a:ext>
            </a:extLst>
          </p:cNvPr>
          <p:cNvSpPr txBox="1">
            <a:spLocks/>
          </p:cNvSpPr>
          <p:nvPr>
            <p:custDataLst>
              <p:tags r:id="rId52"/>
            </p:custDataLst>
          </p:nvPr>
        </p:nvSpPr>
        <p:spPr bwMode="gray">
          <a:xfrm>
            <a:off x="5978525" y="5180013"/>
            <a:ext cx="128588" cy="165100"/>
          </a:xfrm>
          <a:prstGeom prst="rect">
            <a:avLst/>
          </a:prstGeom>
          <a:solidFill>
            <a:srgbClr val="00ACFB"/>
          </a:solidFill>
          <a:ln>
            <a:noFill/>
          </a:ln>
          <a:effec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BABF698-698B-481E-94A2-47F04ADB5F21}" type="datetime'''''''''''''''''''''''''''''''''''''''''''''''9'''''''''">
              <a:rPr kumimoji="1" lang="zh-CN" altLang="en-US" sz="1200" smtClean="0">
                <a:solidFill>
                  <a:schemeClr val="bg1"/>
                </a:solidFill>
                <a:effectLst/>
                <a:latin typeface="HarmonyOS Sans SC Light" pitchFamily="2" charset="-122"/>
                <a:ea typeface="HarmonyOS Sans SC Light" pitchFamily="2" charset="-122"/>
                <a:sym typeface="HarmonyOS Sans SC Light" pitchFamily="2" charset="-122"/>
              </a:rPr>
              <a:pPr>
                <a:spcBef>
                  <a:spcPct val="0"/>
                </a:spcBef>
                <a:spcAft>
                  <a:spcPct val="0"/>
                </a:spcAft>
              </a:pPr>
              <a:t>9</a:t>
            </a:fld>
            <a:endParaRPr kumimoji="1" lang="zh-CN" altLang="en-US" sz="1200" dirty="0">
              <a:solidFill>
                <a:schemeClr val="bg1"/>
              </a:solidFill>
              <a:latin typeface="HarmonyOS Sans SC Light" pitchFamily="2" charset="-122"/>
              <a:ea typeface="HarmonyOS Sans SC Light" pitchFamily="2" charset="-122"/>
              <a:sym typeface="HarmonyOS Sans SC Light" pitchFamily="2" charset="-122"/>
            </a:endParaRPr>
          </a:p>
        </p:txBody>
      </p:sp>
      <p:sp>
        <p:nvSpPr>
          <p:cNvPr id="394" name="文本占位符 2">
            <a:extLst>
              <a:ext uri="{FF2B5EF4-FFF2-40B4-BE49-F238E27FC236}">
                <a16:creationId xmlns:a16="http://schemas.microsoft.com/office/drawing/2014/main" id="{2084369A-97BD-63E0-412C-0D2F1706E973}"/>
              </a:ext>
            </a:extLst>
          </p:cNvPr>
          <p:cNvSpPr txBox="1">
            <a:spLocks/>
          </p:cNvSpPr>
          <p:nvPr>
            <p:custDataLst>
              <p:tags r:id="rId53"/>
            </p:custDataLst>
          </p:nvPr>
        </p:nvSpPr>
        <p:spPr bwMode="gray">
          <a:xfrm>
            <a:off x="4646613" y="5295900"/>
            <a:ext cx="212725" cy="165100"/>
          </a:xfrm>
          <a:prstGeom prst="rect">
            <a:avLst/>
          </a:prstGeom>
          <a:solidFill>
            <a:srgbClr val="7FE9FF"/>
          </a:solidFill>
          <a:ln>
            <a:noFill/>
          </a:ln>
          <a:effec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4DBA9DBA-3160-4783-BD54-18FD39CEC6F0}" type="datetime'''''''''''''''1''''''''''''''''''''''''''''''''''0'''''">
              <a:rPr kumimoji="1" lang="zh-CN" altLang="en-US" sz="1200" smtClean="0">
                <a:effectLst/>
                <a:latin typeface="HarmonyOS Sans SC Light" pitchFamily="2" charset="-122"/>
                <a:ea typeface="HarmonyOS Sans SC Light" pitchFamily="2" charset="-122"/>
              </a:rPr>
              <a:pPr/>
              <a:t>10</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396" name="文本框 395">
            <a:extLst>
              <a:ext uri="{FF2B5EF4-FFF2-40B4-BE49-F238E27FC236}">
                <a16:creationId xmlns:a16="http://schemas.microsoft.com/office/drawing/2014/main" id="{26C5212F-120D-CD23-2112-64450FC37021}"/>
              </a:ext>
            </a:extLst>
          </p:cNvPr>
          <p:cNvSpPr txBox="1"/>
          <p:nvPr/>
        </p:nvSpPr>
        <p:spPr>
          <a:xfrm>
            <a:off x="4718050" y="3878263"/>
            <a:ext cx="1465466" cy="276999"/>
          </a:xfrm>
          <a:prstGeom prst="rect">
            <a:avLst/>
          </a:prstGeom>
          <a:noFill/>
        </p:spPr>
        <p:txBody>
          <a:bodyPr wrap="none" rtlCol="0">
            <a:spAutoFit/>
          </a:bodyPr>
          <a:lstStyle>
            <a:defPPr>
              <a:defRPr lang="zh-CN"/>
            </a:defPPr>
            <a:lvl1pPr>
              <a:defRPr kumimoji="1" sz="1400">
                <a:latin typeface="HarmonyOS Sans SC" pitchFamily="2" charset="-122"/>
                <a:ea typeface="HarmonyOS Sans SC" pitchFamily="2" charset="-122"/>
              </a:defRPr>
            </a:lvl1pPr>
          </a:lstStyle>
          <a:p>
            <a:r>
              <a:rPr lang="en-US" altLang="zh-CN" sz="1200" dirty="0"/>
              <a:t>P&amp;C regional total</a:t>
            </a:r>
            <a:endParaRPr lang="zh-CN" altLang="en-US" sz="1200" dirty="0"/>
          </a:p>
        </p:txBody>
      </p:sp>
      <p:sp>
        <p:nvSpPr>
          <p:cNvPr id="397" name="文本框 396">
            <a:extLst>
              <a:ext uri="{FF2B5EF4-FFF2-40B4-BE49-F238E27FC236}">
                <a16:creationId xmlns:a16="http://schemas.microsoft.com/office/drawing/2014/main" id="{7DD5A959-BA6D-4614-25C3-49A9BF89DA36}"/>
              </a:ext>
            </a:extLst>
          </p:cNvPr>
          <p:cNvSpPr txBox="1"/>
          <p:nvPr/>
        </p:nvSpPr>
        <p:spPr>
          <a:xfrm>
            <a:off x="6618288" y="3878263"/>
            <a:ext cx="788988" cy="461963"/>
          </a:xfrm>
          <a:prstGeom prst="rect">
            <a:avLst/>
          </a:prstGeom>
          <a:noFill/>
        </p:spPr>
        <p:txBody>
          <a:bodyPr wrap="none" rtlCol="0">
            <a:spAutoFit/>
          </a:bodyPr>
          <a:lstStyle>
            <a:defPPr>
              <a:defRPr lang="zh-CN"/>
            </a:defPPr>
            <a:lvl1pPr>
              <a:defRPr kumimoji="1" sz="1400">
                <a:latin typeface="HarmonyOS Sans SC" pitchFamily="2" charset="-122"/>
                <a:ea typeface="HarmonyOS Sans SC" pitchFamily="2" charset="-122"/>
              </a:defRPr>
            </a:lvl1pPr>
          </a:lstStyle>
          <a:p>
            <a:pPr algn="ctr"/>
            <a:r>
              <a:rPr lang="en-US" altLang="zh-CN" sz="1200" dirty="0"/>
              <a:t>Delta</a:t>
            </a:r>
          </a:p>
          <a:p>
            <a:pPr algn="ctr"/>
            <a:r>
              <a:rPr lang="en-US" altLang="zh-CN" sz="1200" dirty="0">
                <a:latin typeface="HarmonyOS Sans SC Light" pitchFamily="2" charset="-122"/>
                <a:ea typeface="HarmonyOS Sans SC Light" pitchFamily="2" charset="-122"/>
              </a:rPr>
              <a:t>2015-20</a:t>
            </a:r>
            <a:endParaRPr lang="zh-CN" altLang="en-US" sz="1200" dirty="0">
              <a:latin typeface="HarmonyOS Sans SC Light" pitchFamily="2" charset="-122"/>
              <a:ea typeface="HarmonyOS Sans SC Light" pitchFamily="2" charset="-122"/>
            </a:endParaRPr>
          </a:p>
        </p:txBody>
      </p:sp>
      <p:sp>
        <p:nvSpPr>
          <p:cNvPr id="398" name="文本框 397">
            <a:extLst>
              <a:ext uri="{FF2B5EF4-FFF2-40B4-BE49-F238E27FC236}">
                <a16:creationId xmlns:a16="http://schemas.microsoft.com/office/drawing/2014/main" id="{793F7DAD-810E-5419-5250-5CA575023FEB}"/>
              </a:ext>
            </a:extLst>
          </p:cNvPr>
          <p:cNvSpPr txBox="1"/>
          <p:nvPr/>
        </p:nvSpPr>
        <p:spPr>
          <a:xfrm>
            <a:off x="6878019" y="4478338"/>
            <a:ext cx="348172" cy="276999"/>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t>-5</a:t>
            </a:r>
            <a:endParaRPr lang="zh-CN" altLang="en-US" dirty="0"/>
          </a:p>
        </p:txBody>
      </p:sp>
      <p:sp>
        <p:nvSpPr>
          <p:cNvPr id="400" name="文本框 399">
            <a:extLst>
              <a:ext uri="{FF2B5EF4-FFF2-40B4-BE49-F238E27FC236}">
                <a16:creationId xmlns:a16="http://schemas.microsoft.com/office/drawing/2014/main" id="{4E889726-3433-09AB-584C-2BFC8AC130C6}"/>
              </a:ext>
            </a:extLst>
          </p:cNvPr>
          <p:cNvSpPr txBox="1"/>
          <p:nvPr/>
        </p:nvSpPr>
        <p:spPr>
          <a:xfrm>
            <a:off x="6908910" y="4932656"/>
            <a:ext cx="273050" cy="277813"/>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solidFill>
                  <a:srgbClr val="0352FF"/>
                </a:solidFill>
              </a:rPr>
              <a:t>3</a:t>
            </a:r>
            <a:endParaRPr lang="zh-CN" altLang="en-US" dirty="0">
              <a:solidFill>
                <a:srgbClr val="0352FF"/>
              </a:solidFill>
            </a:endParaRPr>
          </a:p>
        </p:txBody>
      </p:sp>
      <p:sp>
        <p:nvSpPr>
          <p:cNvPr id="401" name="文本框 400">
            <a:extLst>
              <a:ext uri="{FF2B5EF4-FFF2-40B4-BE49-F238E27FC236}">
                <a16:creationId xmlns:a16="http://schemas.microsoft.com/office/drawing/2014/main" id="{699967F2-6016-AEC2-6987-61C6CC8CBF59}"/>
              </a:ext>
            </a:extLst>
          </p:cNvPr>
          <p:cNvSpPr txBox="1"/>
          <p:nvPr/>
        </p:nvSpPr>
        <p:spPr>
          <a:xfrm>
            <a:off x="6915150" y="5114322"/>
            <a:ext cx="272832" cy="276999"/>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solidFill>
                  <a:srgbClr val="04D1FF"/>
                </a:solidFill>
              </a:rPr>
              <a:t>1</a:t>
            </a:r>
            <a:endParaRPr lang="zh-CN" altLang="en-US" dirty="0">
              <a:solidFill>
                <a:srgbClr val="04D1FF"/>
              </a:solidFill>
            </a:endParaRPr>
          </a:p>
        </p:txBody>
      </p:sp>
      <p:sp>
        <p:nvSpPr>
          <p:cNvPr id="402" name="文本框 401">
            <a:extLst>
              <a:ext uri="{FF2B5EF4-FFF2-40B4-BE49-F238E27FC236}">
                <a16:creationId xmlns:a16="http://schemas.microsoft.com/office/drawing/2014/main" id="{A973732A-3330-71E8-5509-2D58C18E1F9B}"/>
              </a:ext>
            </a:extLst>
          </p:cNvPr>
          <p:cNvSpPr txBox="1"/>
          <p:nvPr/>
        </p:nvSpPr>
        <p:spPr>
          <a:xfrm>
            <a:off x="6915150" y="5251450"/>
            <a:ext cx="273050" cy="276225"/>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solidFill>
                  <a:srgbClr val="C1F1FF"/>
                </a:solidFill>
              </a:rPr>
              <a:t>1</a:t>
            </a:r>
            <a:endParaRPr lang="zh-CN" altLang="en-US" dirty="0">
              <a:solidFill>
                <a:srgbClr val="C1F1FF"/>
              </a:solidFill>
            </a:endParaRPr>
          </a:p>
        </p:txBody>
      </p:sp>
      <p:cxnSp>
        <p:nvCxnSpPr>
          <p:cNvPr id="405" name="直线连接符 404">
            <a:extLst>
              <a:ext uri="{FF2B5EF4-FFF2-40B4-BE49-F238E27FC236}">
                <a16:creationId xmlns:a16="http://schemas.microsoft.com/office/drawing/2014/main" id="{1F6F70B3-55A2-D36E-EB42-804C355118DA}"/>
              </a:ext>
            </a:extLst>
          </p:cNvPr>
          <p:cNvCxnSpPr>
            <a:cxnSpLocks/>
          </p:cNvCxnSpPr>
          <p:nvPr>
            <p:custDataLst>
              <p:tags r:id="rId54"/>
            </p:custDataLst>
          </p:nvPr>
        </p:nvCxnSpPr>
        <p:spPr bwMode="auto">
          <a:xfrm>
            <a:off x="9032875" y="5118100"/>
            <a:ext cx="447675" cy="6508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04" name="直线连接符 403">
            <a:extLst>
              <a:ext uri="{FF2B5EF4-FFF2-40B4-BE49-F238E27FC236}">
                <a16:creationId xmlns:a16="http://schemas.microsoft.com/office/drawing/2014/main" id="{5CA1788A-68A2-3555-35C1-07CFB403EEE1}"/>
              </a:ext>
            </a:extLst>
          </p:cNvPr>
          <p:cNvCxnSpPr>
            <a:cxnSpLocks/>
          </p:cNvCxnSpPr>
          <p:nvPr>
            <p:custDataLst>
              <p:tags r:id="rId55"/>
            </p:custDataLst>
          </p:nvPr>
        </p:nvCxnSpPr>
        <p:spPr bwMode="auto">
          <a:xfrm>
            <a:off x="9032875" y="5149850"/>
            <a:ext cx="447675" cy="4445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06" name="直线连接符 405">
            <a:extLst>
              <a:ext uri="{FF2B5EF4-FFF2-40B4-BE49-F238E27FC236}">
                <a16:creationId xmlns:a16="http://schemas.microsoft.com/office/drawing/2014/main" id="{4ECD4568-CDAE-7D6C-110B-512FF8987B04}"/>
              </a:ext>
            </a:extLst>
          </p:cNvPr>
          <p:cNvCxnSpPr>
            <a:cxnSpLocks/>
          </p:cNvCxnSpPr>
          <p:nvPr>
            <p:custDataLst>
              <p:tags r:id="rId56"/>
            </p:custDataLst>
          </p:nvPr>
        </p:nvCxnSpPr>
        <p:spPr bwMode="auto">
          <a:xfrm>
            <a:off x="9032875" y="4333876"/>
            <a:ext cx="447675" cy="9525"/>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03" name="直线连接符 402">
            <a:extLst>
              <a:ext uri="{FF2B5EF4-FFF2-40B4-BE49-F238E27FC236}">
                <a16:creationId xmlns:a16="http://schemas.microsoft.com/office/drawing/2014/main" id="{1F7E9B30-CCE9-B907-BE99-B9615602D87D}"/>
              </a:ext>
            </a:extLst>
          </p:cNvPr>
          <p:cNvCxnSpPr>
            <a:cxnSpLocks/>
          </p:cNvCxnSpPr>
          <p:nvPr>
            <p:custDataLst>
              <p:tags r:id="rId57"/>
            </p:custDataLst>
          </p:nvPr>
        </p:nvCxnSpPr>
        <p:spPr bwMode="auto">
          <a:xfrm>
            <a:off x="9032875" y="4648200"/>
            <a:ext cx="447675" cy="333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482" name="Chart 3">
            <a:extLst>
              <a:ext uri="{FF2B5EF4-FFF2-40B4-BE49-F238E27FC236}">
                <a16:creationId xmlns:a16="http://schemas.microsoft.com/office/drawing/2014/main" id="{B568EC7B-50F5-5112-EBFA-D0FF4F7727AE}"/>
              </a:ext>
            </a:extLst>
          </p:cNvPr>
          <p:cNvGraphicFramePr/>
          <p:nvPr>
            <p:custDataLst>
              <p:tags r:id="rId58"/>
            </p:custDataLst>
          </p:nvPr>
        </p:nvGraphicFramePr>
        <p:xfrm>
          <a:off x="8164513" y="4067175"/>
          <a:ext cx="2182812" cy="1633538"/>
        </p:xfrm>
        <a:graphic>
          <a:graphicData uri="http://schemas.openxmlformats.org/drawingml/2006/chart">
            <c:chart xmlns:c="http://schemas.openxmlformats.org/drawingml/2006/chart" xmlns:r="http://schemas.openxmlformats.org/officeDocument/2006/relationships" r:id="rId71"/>
          </a:graphicData>
        </a:graphic>
      </p:graphicFrame>
      <p:sp>
        <p:nvSpPr>
          <p:cNvPr id="408" name="文本占位符 2">
            <a:extLst>
              <a:ext uri="{FF2B5EF4-FFF2-40B4-BE49-F238E27FC236}">
                <a16:creationId xmlns:a16="http://schemas.microsoft.com/office/drawing/2014/main" id="{D2D19255-5A7D-AFA9-D86A-FB5732EF2536}"/>
              </a:ext>
            </a:extLst>
          </p:cNvPr>
          <p:cNvSpPr txBox="1">
            <a:spLocks/>
          </p:cNvSpPr>
          <p:nvPr>
            <p:custDataLst>
              <p:tags r:id="rId59"/>
            </p:custDataLst>
          </p:nvPr>
        </p:nvSpPr>
        <p:spPr bwMode="auto">
          <a:xfrm>
            <a:off x="9585325" y="5484813"/>
            <a:ext cx="3492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D11AB350-4C5B-4833-AFEB-5C415CB2152A}" type="datetime'2''''''02''''0'">
              <a:rPr kumimoji="1" lang="zh-CN" altLang="en-US" sz="1200" smtClean="0">
                <a:latin typeface="HarmonyOS Sans SC Light" pitchFamily="2" charset="-122"/>
                <a:ea typeface="HarmonyOS Sans SC Light" pitchFamily="2" charset="-122"/>
              </a:rPr>
              <a:pPr/>
              <a:t>2020</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470" name="文本占位符 2">
            <a:extLst>
              <a:ext uri="{FF2B5EF4-FFF2-40B4-BE49-F238E27FC236}">
                <a16:creationId xmlns:a16="http://schemas.microsoft.com/office/drawing/2014/main" id="{2390488A-4639-22C2-63A0-B530BE8F0C67}"/>
              </a:ext>
            </a:extLst>
          </p:cNvPr>
          <p:cNvSpPr txBox="1">
            <a:spLocks/>
          </p:cNvSpPr>
          <p:nvPr>
            <p:custDataLst>
              <p:tags r:id="rId60"/>
            </p:custDataLst>
          </p:nvPr>
        </p:nvSpPr>
        <p:spPr bwMode="gray">
          <a:xfrm>
            <a:off x="8688388" y="5051425"/>
            <a:ext cx="128588" cy="165100"/>
          </a:xfrm>
          <a:prstGeom prst="rect">
            <a:avLst/>
          </a:prstGeom>
          <a:solidFill>
            <a:srgbClr val="00ACFB"/>
          </a:solidFill>
          <a:ln>
            <a:noFill/>
          </a:ln>
          <a:effec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CB832DAF-78B0-466C-AC74-2BF880211591}" type="datetime'3'''''''''''''''''''''''''''''''''''''''''''''">
              <a:rPr kumimoji="1" lang="zh-CN" altLang="en-US" sz="1200" smtClean="0">
                <a:solidFill>
                  <a:schemeClr val="bg1"/>
                </a:solidFill>
                <a:effectLst/>
                <a:latin typeface="HarmonyOS Sans SC Light" pitchFamily="2" charset="-122"/>
                <a:ea typeface="HarmonyOS Sans SC Light" pitchFamily="2" charset="-122"/>
                <a:sym typeface="HarmonyOS Sans SC Light" pitchFamily="2" charset="-122"/>
              </a:rPr>
              <a:pPr>
                <a:spcBef>
                  <a:spcPct val="0"/>
                </a:spcBef>
                <a:spcAft>
                  <a:spcPct val="0"/>
                </a:spcAft>
              </a:pPr>
              <a:t>3</a:t>
            </a:fld>
            <a:endParaRPr kumimoji="1" lang="zh-CN" altLang="en-US" sz="1200" dirty="0">
              <a:solidFill>
                <a:schemeClr val="bg1"/>
              </a:solidFill>
              <a:latin typeface="HarmonyOS Sans SC Light" pitchFamily="2" charset="-122"/>
              <a:ea typeface="HarmonyOS Sans SC Light" pitchFamily="2" charset="-122"/>
              <a:sym typeface="HarmonyOS Sans SC Light" pitchFamily="2" charset="-122"/>
            </a:endParaRPr>
          </a:p>
        </p:txBody>
      </p:sp>
      <p:sp>
        <p:nvSpPr>
          <p:cNvPr id="479" name="文本占位符 2">
            <a:extLst>
              <a:ext uri="{FF2B5EF4-FFF2-40B4-BE49-F238E27FC236}">
                <a16:creationId xmlns:a16="http://schemas.microsoft.com/office/drawing/2014/main" id="{C785C599-4FB1-D670-EC5B-6BC4FB014FE9}"/>
              </a:ext>
            </a:extLst>
          </p:cNvPr>
          <p:cNvSpPr txBox="1">
            <a:spLocks/>
          </p:cNvSpPr>
          <p:nvPr>
            <p:custDataLst>
              <p:tags r:id="rId61"/>
            </p:custDataLst>
          </p:nvPr>
        </p:nvSpPr>
        <p:spPr bwMode="gray">
          <a:xfrm>
            <a:off x="9837738" y="5105400"/>
            <a:ext cx="128588" cy="165100"/>
          </a:xfrm>
          <a:prstGeom prst="rect">
            <a:avLst/>
          </a:prstGeom>
          <a:solidFill>
            <a:srgbClr val="00ACFB"/>
          </a:solidFill>
          <a:ln>
            <a:noFill/>
          </a:ln>
          <a:effec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7076E0E-ED69-4792-B4DC-6D7404E22D89}" type="datetime'''''''1'''''''''''''''''">
              <a:rPr kumimoji="1" lang="zh-CN" altLang="en-US" sz="1200" smtClean="0">
                <a:solidFill>
                  <a:schemeClr val="bg1"/>
                </a:solidFill>
                <a:effectLst/>
                <a:latin typeface="HarmonyOS Sans SC Light" pitchFamily="2" charset="-122"/>
                <a:ea typeface="HarmonyOS Sans SC Light" pitchFamily="2" charset="-122"/>
                <a:sym typeface="HarmonyOS Sans SC Light" pitchFamily="2" charset="-122"/>
              </a:rPr>
              <a:pPr>
                <a:spcBef>
                  <a:spcPct val="0"/>
                </a:spcBef>
                <a:spcAft>
                  <a:spcPct val="0"/>
                </a:spcAft>
              </a:pPr>
              <a:t>1</a:t>
            </a:fld>
            <a:endParaRPr kumimoji="1" lang="zh-CN" altLang="en-US" sz="1200" dirty="0">
              <a:solidFill>
                <a:schemeClr val="bg1"/>
              </a:solidFill>
              <a:latin typeface="HarmonyOS Sans SC Light" pitchFamily="2" charset="-122"/>
              <a:ea typeface="HarmonyOS Sans SC Light" pitchFamily="2" charset="-122"/>
              <a:sym typeface="HarmonyOS Sans SC Light" pitchFamily="2" charset="-122"/>
            </a:endParaRPr>
          </a:p>
        </p:txBody>
      </p:sp>
      <p:sp>
        <p:nvSpPr>
          <p:cNvPr id="410" name="文本占位符 2">
            <a:extLst>
              <a:ext uri="{FF2B5EF4-FFF2-40B4-BE49-F238E27FC236}">
                <a16:creationId xmlns:a16="http://schemas.microsoft.com/office/drawing/2014/main" id="{61150F1F-5A4A-3C12-7C16-AE17AF4016D9}"/>
              </a:ext>
            </a:extLst>
          </p:cNvPr>
          <p:cNvSpPr txBox="1">
            <a:spLocks/>
          </p:cNvSpPr>
          <p:nvPr>
            <p:custDataLst>
              <p:tags r:id="rId62"/>
            </p:custDataLst>
          </p:nvPr>
        </p:nvSpPr>
        <p:spPr bwMode="auto">
          <a:xfrm>
            <a:off x="8577263" y="5484813"/>
            <a:ext cx="3492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18C4962B-D38E-4B3A-AEAE-15F4279B34A1}" type="datetime'''''''''''''''''2''''''''''''''''0''''''''''''1''5'''">
              <a:rPr kumimoji="1" lang="zh-CN" altLang="en-US" sz="1200" smtClean="0">
                <a:latin typeface="HarmonyOS Sans SC Light" pitchFamily="2" charset="-122"/>
                <a:ea typeface="HarmonyOS Sans SC Light" pitchFamily="2" charset="-122"/>
              </a:rPr>
              <a:pPr/>
              <a:t>2015</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415" name="文本框 414">
            <a:extLst>
              <a:ext uri="{FF2B5EF4-FFF2-40B4-BE49-F238E27FC236}">
                <a16:creationId xmlns:a16="http://schemas.microsoft.com/office/drawing/2014/main" id="{FA6BA44E-6C11-C0C3-563A-06FF283B28BE}"/>
              </a:ext>
            </a:extLst>
          </p:cNvPr>
          <p:cNvSpPr txBox="1"/>
          <p:nvPr/>
        </p:nvSpPr>
        <p:spPr>
          <a:xfrm>
            <a:off x="8577263" y="3878263"/>
            <a:ext cx="1465466" cy="276999"/>
          </a:xfrm>
          <a:prstGeom prst="rect">
            <a:avLst/>
          </a:prstGeom>
          <a:noFill/>
        </p:spPr>
        <p:txBody>
          <a:bodyPr wrap="none" rtlCol="0">
            <a:spAutoFit/>
          </a:bodyPr>
          <a:lstStyle>
            <a:defPPr>
              <a:defRPr lang="zh-CN"/>
            </a:defPPr>
            <a:lvl1pPr>
              <a:defRPr kumimoji="1" sz="1400">
                <a:latin typeface="HarmonyOS Sans SC" pitchFamily="2" charset="-122"/>
                <a:ea typeface="HarmonyOS Sans SC" pitchFamily="2" charset="-122"/>
              </a:defRPr>
            </a:lvl1pPr>
          </a:lstStyle>
          <a:p>
            <a:r>
              <a:rPr lang="en-US" altLang="zh-CN" sz="1200" dirty="0"/>
              <a:t>P&amp;C regional total</a:t>
            </a:r>
            <a:endParaRPr lang="zh-CN" altLang="en-US" sz="1200" dirty="0"/>
          </a:p>
        </p:txBody>
      </p:sp>
      <p:sp>
        <p:nvSpPr>
          <p:cNvPr id="416" name="文本框 415">
            <a:extLst>
              <a:ext uri="{FF2B5EF4-FFF2-40B4-BE49-F238E27FC236}">
                <a16:creationId xmlns:a16="http://schemas.microsoft.com/office/drawing/2014/main" id="{6377C631-2213-0A7B-2D8F-7C4C78436730}"/>
              </a:ext>
            </a:extLst>
          </p:cNvPr>
          <p:cNvSpPr txBox="1"/>
          <p:nvPr/>
        </p:nvSpPr>
        <p:spPr>
          <a:xfrm>
            <a:off x="10477500" y="3878263"/>
            <a:ext cx="788988" cy="461963"/>
          </a:xfrm>
          <a:prstGeom prst="rect">
            <a:avLst/>
          </a:prstGeom>
          <a:noFill/>
        </p:spPr>
        <p:txBody>
          <a:bodyPr wrap="none" rtlCol="0">
            <a:spAutoFit/>
          </a:bodyPr>
          <a:lstStyle>
            <a:defPPr>
              <a:defRPr lang="zh-CN"/>
            </a:defPPr>
            <a:lvl1pPr>
              <a:defRPr kumimoji="1" sz="1400">
                <a:latin typeface="HarmonyOS Sans SC" pitchFamily="2" charset="-122"/>
                <a:ea typeface="HarmonyOS Sans SC" pitchFamily="2" charset="-122"/>
              </a:defRPr>
            </a:lvl1pPr>
          </a:lstStyle>
          <a:p>
            <a:pPr algn="ctr"/>
            <a:r>
              <a:rPr lang="en-US" altLang="zh-CN" sz="1200" dirty="0"/>
              <a:t>Delta</a:t>
            </a:r>
          </a:p>
          <a:p>
            <a:pPr algn="ctr"/>
            <a:r>
              <a:rPr lang="en-US" altLang="zh-CN" sz="1200" dirty="0">
                <a:latin typeface="HarmonyOS Sans SC Light" pitchFamily="2" charset="-122"/>
                <a:ea typeface="HarmonyOS Sans SC Light" pitchFamily="2" charset="-122"/>
              </a:rPr>
              <a:t>2015-20</a:t>
            </a:r>
            <a:endParaRPr lang="zh-CN" altLang="en-US" sz="1200" dirty="0">
              <a:latin typeface="HarmonyOS Sans SC Light" pitchFamily="2" charset="-122"/>
              <a:ea typeface="HarmonyOS Sans SC Light" pitchFamily="2" charset="-122"/>
            </a:endParaRPr>
          </a:p>
        </p:txBody>
      </p:sp>
      <p:sp>
        <p:nvSpPr>
          <p:cNvPr id="417" name="文本框 416">
            <a:extLst>
              <a:ext uri="{FF2B5EF4-FFF2-40B4-BE49-F238E27FC236}">
                <a16:creationId xmlns:a16="http://schemas.microsoft.com/office/drawing/2014/main" id="{6489AE50-D22E-6E1F-6A70-CA3BD521C205}"/>
              </a:ext>
            </a:extLst>
          </p:cNvPr>
          <p:cNvSpPr txBox="1"/>
          <p:nvPr/>
        </p:nvSpPr>
        <p:spPr>
          <a:xfrm>
            <a:off x="10774363" y="4372307"/>
            <a:ext cx="273050" cy="276225"/>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t>2</a:t>
            </a:r>
            <a:endParaRPr lang="zh-CN" altLang="en-US" dirty="0"/>
          </a:p>
        </p:txBody>
      </p:sp>
      <p:sp>
        <p:nvSpPr>
          <p:cNvPr id="418" name="文本框 417">
            <a:extLst>
              <a:ext uri="{FF2B5EF4-FFF2-40B4-BE49-F238E27FC236}">
                <a16:creationId xmlns:a16="http://schemas.microsoft.com/office/drawing/2014/main" id="{5A579FC4-BAB3-49E1-2720-7F9EBB3E162C}"/>
              </a:ext>
            </a:extLst>
          </p:cNvPr>
          <p:cNvSpPr txBox="1"/>
          <p:nvPr/>
        </p:nvSpPr>
        <p:spPr>
          <a:xfrm>
            <a:off x="10774363" y="4833938"/>
            <a:ext cx="273050" cy="277813"/>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solidFill>
                  <a:srgbClr val="0352FF"/>
                </a:solidFill>
              </a:rPr>
              <a:t>3</a:t>
            </a:r>
            <a:endParaRPr lang="zh-CN" altLang="en-US" dirty="0">
              <a:solidFill>
                <a:srgbClr val="0352FF"/>
              </a:solidFill>
            </a:endParaRPr>
          </a:p>
        </p:txBody>
      </p:sp>
      <p:sp>
        <p:nvSpPr>
          <p:cNvPr id="419" name="文本框 418">
            <a:extLst>
              <a:ext uri="{FF2B5EF4-FFF2-40B4-BE49-F238E27FC236}">
                <a16:creationId xmlns:a16="http://schemas.microsoft.com/office/drawing/2014/main" id="{C822C6A4-152C-968A-3BBF-B958C13E6B40}"/>
              </a:ext>
            </a:extLst>
          </p:cNvPr>
          <p:cNvSpPr txBox="1"/>
          <p:nvPr/>
        </p:nvSpPr>
        <p:spPr>
          <a:xfrm>
            <a:off x="10701338" y="5037138"/>
            <a:ext cx="349250" cy="276225"/>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solidFill>
                  <a:srgbClr val="04D1FF"/>
                </a:solidFill>
              </a:rPr>
              <a:t>-2</a:t>
            </a:r>
            <a:endParaRPr lang="zh-CN" altLang="en-US" dirty="0">
              <a:solidFill>
                <a:srgbClr val="04D1FF"/>
              </a:solidFill>
            </a:endParaRPr>
          </a:p>
        </p:txBody>
      </p:sp>
      <p:sp>
        <p:nvSpPr>
          <p:cNvPr id="420" name="文本框 419">
            <a:extLst>
              <a:ext uri="{FF2B5EF4-FFF2-40B4-BE49-F238E27FC236}">
                <a16:creationId xmlns:a16="http://schemas.microsoft.com/office/drawing/2014/main" id="{1ACC52C1-D960-B0B6-7B5E-0BE0C255E01C}"/>
              </a:ext>
            </a:extLst>
          </p:cNvPr>
          <p:cNvSpPr txBox="1"/>
          <p:nvPr/>
        </p:nvSpPr>
        <p:spPr>
          <a:xfrm>
            <a:off x="10707630" y="5204133"/>
            <a:ext cx="348172" cy="276999"/>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solidFill>
                  <a:srgbClr val="C1F1FF"/>
                </a:solidFill>
              </a:rPr>
              <a:t>-4</a:t>
            </a:r>
            <a:endParaRPr lang="zh-CN" altLang="en-US" dirty="0">
              <a:solidFill>
                <a:srgbClr val="C1F1FF"/>
              </a:solidFill>
            </a:endParaRPr>
          </a:p>
        </p:txBody>
      </p:sp>
      <p:cxnSp>
        <p:nvCxnSpPr>
          <p:cNvPr id="484" name="直线连接符 483">
            <a:extLst>
              <a:ext uri="{FF2B5EF4-FFF2-40B4-BE49-F238E27FC236}">
                <a16:creationId xmlns:a16="http://schemas.microsoft.com/office/drawing/2014/main" id="{FFC924E6-1531-A953-3271-94D430BF9F86}"/>
              </a:ext>
            </a:extLst>
          </p:cNvPr>
          <p:cNvCxnSpPr/>
          <p:nvPr/>
        </p:nvCxnSpPr>
        <p:spPr>
          <a:xfrm>
            <a:off x="3984405" y="1699014"/>
            <a:ext cx="0" cy="3950899"/>
          </a:xfrm>
          <a:prstGeom prst="line">
            <a:avLst/>
          </a:prstGeom>
          <a:ln w="12700">
            <a:solidFill>
              <a:schemeClr val="tx1">
                <a:lumMod val="50000"/>
                <a:lumOff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485" name="直线连接符 484">
            <a:extLst>
              <a:ext uri="{FF2B5EF4-FFF2-40B4-BE49-F238E27FC236}">
                <a16:creationId xmlns:a16="http://schemas.microsoft.com/office/drawing/2014/main" id="{5C481ED1-8464-DC06-4BA7-1CF778504073}"/>
              </a:ext>
            </a:extLst>
          </p:cNvPr>
          <p:cNvCxnSpPr/>
          <p:nvPr/>
        </p:nvCxnSpPr>
        <p:spPr>
          <a:xfrm>
            <a:off x="7829802" y="1699013"/>
            <a:ext cx="0" cy="3950899"/>
          </a:xfrm>
          <a:prstGeom prst="line">
            <a:avLst/>
          </a:prstGeom>
          <a:ln w="12700">
            <a:solidFill>
              <a:schemeClr val="tx1">
                <a:lumMod val="50000"/>
                <a:lumOff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486" name="文本框 485">
            <a:extLst>
              <a:ext uri="{FF2B5EF4-FFF2-40B4-BE49-F238E27FC236}">
                <a16:creationId xmlns:a16="http://schemas.microsoft.com/office/drawing/2014/main" id="{C23FBE56-18DB-8CF7-DAE7-15A43DDBB9F5}"/>
              </a:ext>
            </a:extLst>
          </p:cNvPr>
          <p:cNvSpPr txBox="1"/>
          <p:nvPr/>
        </p:nvSpPr>
        <p:spPr>
          <a:xfrm>
            <a:off x="6300259" y="696972"/>
            <a:ext cx="854721" cy="553998"/>
          </a:xfrm>
          <a:prstGeom prst="rect">
            <a:avLst/>
          </a:prstGeom>
          <a:noFill/>
        </p:spPr>
        <p:txBody>
          <a:bodyPr wrap="none" rtlCol="0">
            <a:spAutoFit/>
          </a:bodyPr>
          <a:lstStyle>
            <a:defPPr>
              <a:defRPr lang="zh-CN"/>
            </a:defPPr>
            <a:lvl1pPr>
              <a:defRPr kumimoji="1" sz="1400">
                <a:latin typeface="HarmonyOS Sans SC" pitchFamily="2" charset="-122"/>
                <a:ea typeface="HarmonyOS Sans SC" pitchFamily="2" charset="-122"/>
              </a:defRPr>
            </a:lvl1pPr>
          </a:lstStyle>
          <a:p>
            <a:r>
              <a:rPr lang="en-US" altLang="zh-CN" sz="1000" dirty="0"/>
              <a:t>Dominant</a:t>
            </a:r>
          </a:p>
          <a:p>
            <a:r>
              <a:rPr lang="en-US" altLang="zh-CN" sz="1000" dirty="0"/>
              <a:t>distribution</a:t>
            </a:r>
          </a:p>
          <a:p>
            <a:r>
              <a:rPr lang="en-US" altLang="zh-CN" sz="1000" dirty="0"/>
              <a:t>channel</a:t>
            </a:r>
            <a:endParaRPr lang="zh-CN" altLang="en-US" sz="1000" dirty="0"/>
          </a:p>
        </p:txBody>
      </p:sp>
      <p:sp>
        <p:nvSpPr>
          <p:cNvPr id="487" name="矩形 486">
            <a:extLst>
              <a:ext uri="{FF2B5EF4-FFF2-40B4-BE49-F238E27FC236}">
                <a16:creationId xmlns:a16="http://schemas.microsoft.com/office/drawing/2014/main" id="{37EB34C5-7D94-D6FB-E4AA-8BCCFF5EC810}"/>
              </a:ext>
            </a:extLst>
          </p:cNvPr>
          <p:cNvSpPr/>
          <p:nvPr/>
        </p:nvSpPr>
        <p:spPr>
          <a:xfrm>
            <a:off x="7226189" y="806579"/>
            <a:ext cx="342681" cy="12142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8" name="矩形 487">
            <a:extLst>
              <a:ext uri="{FF2B5EF4-FFF2-40B4-BE49-F238E27FC236}">
                <a16:creationId xmlns:a16="http://schemas.microsoft.com/office/drawing/2014/main" id="{B1CC6EDD-3E8B-30E2-BD46-7274952F4D6C}"/>
              </a:ext>
            </a:extLst>
          </p:cNvPr>
          <p:cNvSpPr/>
          <p:nvPr/>
        </p:nvSpPr>
        <p:spPr>
          <a:xfrm>
            <a:off x="7226190" y="1049676"/>
            <a:ext cx="342681" cy="121423"/>
          </a:xfrm>
          <a:prstGeom prst="rect">
            <a:avLst/>
          </a:prstGeom>
          <a:solidFill>
            <a:srgbClr val="035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9" name="文本框 488">
            <a:extLst>
              <a:ext uri="{FF2B5EF4-FFF2-40B4-BE49-F238E27FC236}">
                <a16:creationId xmlns:a16="http://schemas.microsoft.com/office/drawing/2014/main" id="{8731A678-7999-41C4-3CDE-DCE5B569962C}"/>
              </a:ext>
            </a:extLst>
          </p:cNvPr>
          <p:cNvSpPr txBox="1"/>
          <p:nvPr/>
        </p:nvSpPr>
        <p:spPr>
          <a:xfrm>
            <a:off x="7612095" y="743020"/>
            <a:ext cx="1697901" cy="246221"/>
          </a:xfrm>
          <a:prstGeom prst="rect">
            <a:avLst/>
          </a:prstGeom>
          <a:noFill/>
        </p:spPr>
        <p:txBody>
          <a:bodyPr wrap="none" rtlCol="0">
            <a:spAutoFit/>
          </a:bodyPr>
          <a:lstStyle>
            <a:defPPr>
              <a:defRPr lang="zh-CN"/>
            </a:defPPr>
            <a:lvl1pPr>
              <a:defRPr kumimoji="1" sz="1000">
                <a:latin typeface="HarmonyOS Sans SC" pitchFamily="2" charset="-122"/>
                <a:ea typeface="HarmonyOS Sans SC" pitchFamily="2" charset="-122"/>
              </a:defRPr>
            </a:lvl1pPr>
          </a:lstStyle>
          <a:p>
            <a:r>
              <a:rPr lang="en-US" altLang="zh-CN" dirty="0"/>
              <a:t>Tied agents and branches</a:t>
            </a:r>
            <a:endParaRPr lang="zh-CN" altLang="en-US" dirty="0"/>
          </a:p>
        </p:txBody>
      </p:sp>
      <p:sp>
        <p:nvSpPr>
          <p:cNvPr id="490" name="文本框 489">
            <a:extLst>
              <a:ext uri="{FF2B5EF4-FFF2-40B4-BE49-F238E27FC236}">
                <a16:creationId xmlns:a16="http://schemas.microsoft.com/office/drawing/2014/main" id="{0CCBFDB0-3ED8-3472-B780-CDCA787CA901}"/>
              </a:ext>
            </a:extLst>
          </p:cNvPr>
          <p:cNvSpPr txBox="1"/>
          <p:nvPr/>
        </p:nvSpPr>
        <p:spPr>
          <a:xfrm>
            <a:off x="7612094" y="990909"/>
            <a:ext cx="635110" cy="246221"/>
          </a:xfrm>
          <a:prstGeom prst="rect">
            <a:avLst/>
          </a:prstGeom>
          <a:noFill/>
        </p:spPr>
        <p:txBody>
          <a:bodyPr wrap="none" rtlCol="0">
            <a:spAutoFit/>
          </a:bodyPr>
          <a:lstStyle>
            <a:defPPr>
              <a:defRPr lang="zh-CN"/>
            </a:defPPr>
            <a:lvl1pPr>
              <a:defRPr kumimoji="1" sz="1000">
                <a:latin typeface="HarmonyOS Sans SC" pitchFamily="2" charset="-122"/>
                <a:ea typeface="HarmonyOS Sans SC" pitchFamily="2" charset="-122"/>
              </a:defRPr>
            </a:lvl1pPr>
          </a:lstStyle>
          <a:p>
            <a:r>
              <a:rPr lang="en-US" altLang="zh-CN" dirty="0"/>
              <a:t>Brokers</a:t>
            </a:r>
            <a:endParaRPr lang="zh-CN" altLang="en-US" dirty="0"/>
          </a:p>
        </p:txBody>
      </p:sp>
      <p:sp>
        <p:nvSpPr>
          <p:cNvPr id="491" name="矩形 490">
            <a:extLst>
              <a:ext uri="{FF2B5EF4-FFF2-40B4-BE49-F238E27FC236}">
                <a16:creationId xmlns:a16="http://schemas.microsoft.com/office/drawing/2014/main" id="{5890452A-2421-F3A2-4C07-C9148807677B}"/>
              </a:ext>
            </a:extLst>
          </p:cNvPr>
          <p:cNvSpPr/>
          <p:nvPr/>
        </p:nvSpPr>
        <p:spPr>
          <a:xfrm>
            <a:off x="9391797" y="811283"/>
            <a:ext cx="342681" cy="121423"/>
          </a:xfrm>
          <a:prstGeom prst="rect">
            <a:avLst/>
          </a:prstGeom>
          <a:solidFill>
            <a:srgbClr val="00AC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2" name="矩形 491">
            <a:extLst>
              <a:ext uri="{FF2B5EF4-FFF2-40B4-BE49-F238E27FC236}">
                <a16:creationId xmlns:a16="http://schemas.microsoft.com/office/drawing/2014/main" id="{352724DD-C1C2-8F81-5F73-FD0068D4FD02}"/>
              </a:ext>
            </a:extLst>
          </p:cNvPr>
          <p:cNvSpPr/>
          <p:nvPr/>
        </p:nvSpPr>
        <p:spPr>
          <a:xfrm>
            <a:off x="9391798" y="1054380"/>
            <a:ext cx="342681" cy="121423"/>
          </a:xfrm>
          <a:prstGeom prst="rect">
            <a:avLst/>
          </a:prstGeom>
          <a:solidFill>
            <a:srgbClr val="C1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3" name="文本框 492">
            <a:extLst>
              <a:ext uri="{FF2B5EF4-FFF2-40B4-BE49-F238E27FC236}">
                <a16:creationId xmlns:a16="http://schemas.microsoft.com/office/drawing/2014/main" id="{94E22926-FAC9-E925-3A6C-91520DDC2BDB}"/>
              </a:ext>
            </a:extLst>
          </p:cNvPr>
          <p:cNvSpPr txBox="1"/>
          <p:nvPr/>
        </p:nvSpPr>
        <p:spPr>
          <a:xfrm>
            <a:off x="9777703" y="747724"/>
            <a:ext cx="1059906" cy="246221"/>
          </a:xfrm>
          <a:prstGeom prst="rect">
            <a:avLst/>
          </a:prstGeom>
          <a:noFill/>
        </p:spPr>
        <p:txBody>
          <a:bodyPr wrap="none" rtlCol="0">
            <a:spAutoFit/>
          </a:bodyPr>
          <a:lstStyle>
            <a:defPPr>
              <a:defRPr lang="zh-CN"/>
            </a:defPPr>
            <a:lvl1pPr>
              <a:defRPr kumimoji="1" sz="1000">
                <a:latin typeface="HarmonyOS Sans SC" pitchFamily="2" charset="-122"/>
                <a:ea typeface="HarmonyOS Sans SC" pitchFamily="2" charset="-122"/>
              </a:defRPr>
            </a:lvl1pPr>
          </a:lstStyle>
          <a:p>
            <a:r>
              <a:rPr lang="en-US" altLang="zh-CN" dirty="0"/>
              <a:t>Bancassurance</a:t>
            </a:r>
            <a:endParaRPr lang="zh-CN" altLang="en-US" dirty="0"/>
          </a:p>
        </p:txBody>
      </p:sp>
      <p:sp>
        <p:nvSpPr>
          <p:cNvPr id="494" name="文本框 493">
            <a:extLst>
              <a:ext uri="{FF2B5EF4-FFF2-40B4-BE49-F238E27FC236}">
                <a16:creationId xmlns:a16="http://schemas.microsoft.com/office/drawing/2014/main" id="{D2B98F13-012E-830E-C14A-7F563864D458}"/>
              </a:ext>
            </a:extLst>
          </p:cNvPr>
          <p:cNvSpPr txBox="1"/>
          <p:nvPr/>
        </p:nvSpPr>
        <p:spPr>
          <a:xfrm>
            <a:off x="9777702" y="995613"/>
            <a:ext cx="1141659" cy="246221"/>
          </a:xfrm>
          <a:prstGeom prst="rect">
            <a:avLst/>
          </a:prstGeom>
          <a:noFill/>
        </p:spPr>
        <p:txBody>
          <a:bodyPr wrap="none" rtlCol="0">
            <a:spAutoFit/>
          </a:bodyPr>
          <a:lstStyle>
            <a:defPPr>
              <a:defRPr lang="zh-CN"/>
            </a:defPPr>
            <a:lvl1pPr>
              <a:defRPr kumimoji="1" sz="1000">
                <a:latin typeface="HarmonyOS Sans SC" pitchFamily="2" charset="-122"/>
                <a:ea typeface="HarmonyOS Sans SC" pitchFamily="2" charset="-122"/>
              </a:defRPr>
            </a:lvl1pPr>
          </a:lstStyle>
          <a:p>
            <a:r>
              <a:rPr lang="en-US" altLang="zh-CN" dirty="0"/>
              <a:t>Direct and other</a:t>
            </a:r>
            <a:endParaRPr lang="zh-CN" altLang="en-US" dirty="0"/>
          </a:p>
        </p:txBody>
      </p:sp>
    </p:spTree>
    <p:extLst>
      <p:ext uri="{BB962C8B-B14F-4D97-AF65-F5344CB8AC3E}">
        <p14:creationId xmlns:p14="http://schemas.microsoft.com/office/powerpoint/2010/main" val="2276315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BCD92-90AE-0E66-7417-E779E4F3432C}"/>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CF5C1C3-E839-26EA-EF1C-895F6715A0B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13" imgW="7772400" imgH="10058400" progId="TCLayout.ActiveDocument.1">
                  <p:embed/>
                </p:oleObj>
              </mc:Choice>
              <mc:Fallback>
                <p:oleObj name="think-cell 幻灯片" r:id="rId13" imgW="7772400" imgH="10058400" progId="TCLayout.ActiveDocument.1">
                  <p:embed/>
                  <p:pic>
                    <p:nvPicPr>
                      <p:cNvPr id="4" name="think-cell data - do not delete" hidden="1">
                        <a:extLst>
                          <a:ext uri="{FF2B5EF4-FFF2-40B4-BE49-F238E27FC236}">
                            <a16:creationId xmlns:a16="http://schemas.microsoft.com/office/drawing/2014/main" id="{0CF5C1C3-E839-26EA-EF1C-895F6715A0BD}"/>
                          </a:ext>
                        </a:extLst>
                      </p:cNvPr>
                      <p:cNvPicPr/>
                      <p:nvPr/>
                    </p:nvPicPr>
                    <p:blipFill>
                      <a:blip r:embed="rId14"/>
                      <a:stretch>
                        <a:fillRect/>
                      </a:stretch>
                    </p:blipFill>
                    <p:spPr>
                      <a:xfrm>
                        <a:off x="1588" y="1588"/>
                        <a:ext cx="1227" cy="1588"/>
                      </a:xfrm>
                      <a:prstGeom prst="rect">
                        <a:avLst/>
                      </a:prstGeom>
                    </p:spPr>
                  </p:pic>
                </p:oleObj>
              </mc:Fallback>
            </mc:AlternateContent>
          </a:graphicData>
        </a:graphic>
      </p:graphicFrame>
      <p:sp>
        <p:nvSpPr>
          <p:cNvPr id="8" name="文本框 7">
            <a:extLst>
              <a:ext uri="{FF2B5EF4-FFF2-40B4-BE49-F238E27FC236}">
                <a16:creationId xmlns:a16="http://schemas.microsoft.com/office/drawing/2014/main" id="{CF29C78D-0D57-0D57-681E-FFCFECC97E69}"/>
              </a:ext>
            </a:extLst>
          </p:cNvPr>
          <p:cNvSpPr txBox="1"/>
          <p:nvPr/>
        </p:nvSpPr>
        <p:spPr>
          <a:xfrm>
            <a:off x="537210" y="251460"/>
            <a:ext cx="6040436" cy="369332"/>
          </a:xfrm>
          <a:prstGeom prst="rect">
            <a:avLst/>
          </a:prstGeom>
          <a:noFill/>
        </p:spPr>
        <p:txBody>
          <a:bodyPr wrap="none" rtlCol="0">
            <a:spAutoFit/>
          </a:bodyPr>
          <a:lstStyle/>
          <a:p>
            <a:r>
              <a:rPr kumimoji="1" lang="en-US" altLang="zh-CN" dirty="0">
                <a:latin typeface="HarmonyOS Sans SC Medium" pitchFamily="2" charset="-122"/>
                <a:ea typeface="HarmonyOS Sans SC Medium" pitchFamily="2" charset="-122"/>
              </a:rPr>
              <a:t>Market share is highly fragmented in several countries.</a:t>
            </a:r>
            <a:endParaRPr kumimoji="1" lang="zh-CN" altLang="en-US" dirty="0">
              <a:latin typeface="HarmonyOS Sans SC Medium" pitchFamily="2" charset="-122"/>
              <a:ea typeface="HarmonyOS Sans SC Medium" pitchFamily="2" charset="-122"/>
            </a:endParaRPr>
          </a:p>
        </p:txBody>
      </p:sp>
      <p:sp>
        <p:nvSpPr>
          <p:cNvPr id="9" name="文本框 8">
            <a:extLst>
              <a:ext uri="{FF2B5EF4-FFF2-40B4-BE49-F238E27FC236}">
                <a16:creationId xmlns:a16="http://schemas.microsoft.com/office/drawing/2014/main" id="{E30D6030-4A35-3C87-E8F6-85CD76D05C66}"/>
              </a:ext>
            </a:extLst>
          </p:cNvPr>
          <p:cNvSpPr txBox="1"/>
          <p:nvPr/>
        </p:nvSpPr>
        <p:spPr>
          <a:xfrm>
            <a:off x="537210" y="716200"/>
            <a:ext cx="3690434" cy="307777"/>
          </a:xfrm>
          <a:prstGeom prst="rect">
            <a:avLst/>
          </a:prstGeom>
          <a:noFill/>
        </p:spPr>
        <p:txBody>
          <a:bodyPr wrap="none" rtlCol="0">
            <a:spAutoFit/>
          </a:bodyPr>
          <a:lstStyle/>
          <a:p>
            <a:r>
              <a:rPr kumimoji="1" lang="en-US" altLang="zh-CN" sz="1400" dirty="0">
                <a:latin typeface="HarmonyOS Sans SC Light" pitchFamily="2" charset="-122"/>
                <a:ea typeface="HarmonyOS Sans SC Light" pitchFamily="2" charset="-122"/>
              </a:rPr>
              <a:t>Domestic business of all players in markets</a:t>
            </a:r>
            <a:endParaRPr kumimoji="1" lang="zh-CN" altLang="en-US" sz="1400" dirty="0">
              <a:latin typeface="HarmonyOS Sans SC Light" pitchFamily="2" charset="-122"/>
              <a:ea typeface="HarmonyOS Sans SC Light" pitchFamily="2" charset="-122"/>
            </a:endParaRPr>
          </a:p>
        </p:txBody>
      </p:sp>
      <p:sp>
        <p:nvSpPr>
          <p:cNvPr id="274" name="文本框 273">
            <a:extLst>
              <a:ext uri="{FF2B5EF4-FFF2-40B4-BE49-F238E27FC236}">
                <a16:creationId xmlns:a16="http://schemas.microsoft.com/office/drawing/2014/main" id="{C13815D7-B71D-9089-00FF-FC365F50BF86}"/>
              </a:ext>
            </a:extLst>
          </p:cNvPr>
          <p:cNvSpPr txBox="1"/>
          <p:nvPr/>
        </p:nvSpPr>
        <p:spPr>
          <a:xfrm>
            <a:off x="537209" y="5934214"/>
            <a:ext cx="11038681" cy="707886"/>
          </a:xfrm>
          <a:prstGeom prst="rect">
            <a:avLst/>
          </a:prstGeom>
          <a:noFill/>
        </p:spPr>
        <p:txBody>
          <a:bodyPr wrap="square" rtlCol="0">
            <a:spAutoFit/>
          </a:bodyPr>
          <a:lstStyle/>
          <a:p>
            <a:r>
              <a:rPr kumimoji="1" lang="en-US" altLang="zh-CN" sz="1000" dirty="0">
                <a:latin typeface="HarmonyOS Sans SC Light" pitchFamily="2" charset="-122"/>
                <a:ea typeface="HarmonyOS Sans SC Light" pitchFamily="2" charset="-122"/>
              </a:rPr>
              <a:t>Note: </a:t>
            </a:r>
            <a:r>
              <a:rPr kumimoji="1" lang="en-US" altLang="zh-CN" sz="1000" dirty="0" err="1">
                <a:latin typeface="HarmonyOS Sans SC Light" pitchFamily="2" charset="-122"/>
                <a:ea typeface="HarmonyOS Sans SC Light" pitchFamily="2" charset="-122"/>
              </a:rPr>
              <a:t>Fiqures</a:t>
            </a:r>
            <a:r>
              <a:rPr kumimoji="1" lang="en-US" altLang="zh-CN" sz="1000" dirty="0">
                <a:latin typeface="HarmonyOS Sans SC Light" pitchFamily="2" charset="-122"/>
                <a:ea typeface="HarmonyOS Sans SC Light" pitchFamily="2" charset="-122"/>
              </a:rPr>
              <a:t> may not sum to 100%</a:t>
            </a:r>
            <a:r>
              <a:rPr kumimoji="1" lang="zh-CN" altLang="en-US" sz="1000" dirty="0">
                <a:latin typeface="HarmonyOS Sans SC Light" pitchFamily="2" charset="-122"/>
                <a:ea typeface="HarmonyOS Sans SC Light" pitchFamily="2" charset="-122"/>
              </a:rPr>
              <a:t>， </a:t>
            </a:r>
            <a:r>
              <a:rPr kumimoji="1" lang="en-US" altLang="zh-CN" sz="1000" dirty="0">
                <a:latin typeface="HarmonyOS Sans SC Light" pitchFamily="2" charset="-122"/>
                <a:ea typeface="HarmonyOS Sans SC Light" pitchFamily="2" charset="-122"/>
              </a:rPr>
              <a:t>because of rounding.</a:t>
            </a:r>
          </a:p>
          <a:p>
            <a:r>
              <a:rPr kumimoji="1" lang="en-US" altLang="zh-CN" sz="1000" baseline="30000" dirty="0">
                <a:latin typeface="HarmonyOS Sans SC Light" pitchFamily="2" charset="-122"/>
                <a:ea typeface="HarmonyOS Sans SC Light" pitchFamily="2" charset="-122"/>
              </a:rPr>
              <a:t>1</a:t>
            </a:r>
            <a:r>
              <a:rPr kumimoji="1" lang="en-US" altLang="zh-CN" sz="1000" dirty="0">
                <a:latin typeface="HarmonyOS Sans SC Light" pitchFamily="2" charset="-122"/>
                <a:ea typeface="HarmonyOS Sans SC Light" pitchFamily="2" charset="-122"/>
              </a:rPr>
              <a:t> France life comprises lite insurance and </a:t>
            </a:r>
            <a:r>
              <a:rPr kumimoji="1" lang="en-US" altLang="zh-CN" sz="1000" dirty="0" err="1">
                <a:latin typeface="HarmonyOS Sans SC Light" pitchFamily="2" charset="-122"/>
                <a:ea typeface="HarmonyOS Sans SC Light" pitchFamily="2" charset="-122"/>
              </a:rPr>
              <a:t>capitalzation</a:t>
            </a:r>
            <a:r>
              <a:rPr kumimoji="1" lang="en-US" altLang="zh-CN" sz="1000" dirty="0">
                <a:latin typeface="HarmonyOS Sans SC Light" pitchFamily="2" charset="-122"/>
                <a:ea typeface="HarmonyOS Sans SC Light" pitchFamily="2" charset="-122"/>
              </a:rPr>
              <a:t>; </a:t>
            </a:r>
            <a:r>
              <a:rPr kumimoji="1" lang="en-US" altLang="zh-CN" sz="1000" dirty="0" err="1">
                <a:latin typeface="HarmonyOS Sans SC Light" pitchFamily="2" charset="-122"/>
                <a:ea typeface="HarmonyOS Sans SC Light" pitchFamily="2" charset="-122"/>
              </a:rPr>
              <a:t>nonlite</a:t>
            </a:r>
            <a:r>
              <a:rPr kumimoji="1" lang="en-US" altLang="zh-CN" sz="1000" dirty="0">
                <a:latin typeface="HarmonyOS Sans SC Light" pitchFamily="2" charset="-122"/>
                <a:ea typeface="HarmonyOS Sans SC Light" pitchFamily="2" charset="-122"/>
              </a:rPr>
              <a:t> comprises P&amp;C excluding accident.</a:t>
            </a:r>
          </a:p>
          <a:p>
            <a:r>
              <a:rPr kumimoji="1" lang="en-US" altLang="zh-CN" sz="1000" baseline="30000" dirty="0">
                <a:latin typeface="HarmonyOS Sans SC Light" pitchFamily="2" charset="-122"/>
                <a:ea typeface="HarmonyOS Sans SC Light" pitchFamily="2" charset="-122"/>
              </a:rPr>
              <a:t>2</a:t>
            </a:r>
            <a:r>
              <a:rPr kumimoji="1" lang="en-US" altLang="zh-CN" sz="1000" dirty="0">
                <a:latin typeface="HarmonyOS Sans SC Light" pitchFamily="2" charset="-122"/>
                <a:ea typeface="HarmonyOS Sans SC Light" pitchFamily="2" charset="-122"/>
              </a:rPr>
              <a:t> Based on 2019 data.</a:t>
            </a:r>
          </a:p>
          <a:p>
            <a:r>
              <a:rPr kumimoji="1" lang="en-US" altLang="zh-CN" sz="1000" dirty="0">
                <a:latin typeface="HarmonyOS Sans SC Light" pitchFamily="2" charset="-122"/>
                <a:ea typeface="HarmonyOS Sans SC Light" pitchFamily="2" charset="-122"/>
              </a:rPr>
              <a:t>Source: McKinsey Global Insurance Pools</a:t>
            </a:r>
            <a:endParaRPr kumimoji="1" lang="zh-CN" altLang="en-US" sz="1000" dirty="0">
              <a:latin typeface="HarmonyOS Sans SC Light" pitchFamily="2" charset="-122"/>
              <a:ea typeface="HarmonyOS Sans SC Light" pitchFamily="2" charset="-122"/>
            </a:endParaRPr>
          </a:p>
        </p:txBody>
      </p:sp>
      <p:sp>
        <p:nvSpPr>
          <p:cNvPr id="7" name="矩形 6">
            <a:extLst>
              <a:ext uri="{FF2B5EF4-FFF2-40B4-BE49-F238E27FC236}">
                <a16:creationId xmlns:a16="http://schemas.microsoft.com/office/drawing/2014/main" id="{5C508039-D6FB-764F-B0CB-37DAAD75A221}"/>
              </a:ext>
            </a:extLst>
          </p:cNvPr>
          <p:cNvSpPr/>
          <p:nvPr/>
        </p:nvSpPr>
        <p:spPr>
          <a:xfrm>
            <a:off x="643030" y="1138575"/>
            <a:ext cx="247773" cy="12388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9652AD10-DCE1-81AE-B5D9-E6C26BBBD342}"/>
              </a:ext>
            </a:extLst>
          </p:cNvPr>
          <p:cNvSpPr txBox="1"/>
          <p:nvPr/>
        </p:nvSpPr>
        <p:spPr>
          <a:xfrm>
            <a:off x="890803" y="1077407"/>
            <a:ext cx="617477"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Largest</a:t>
            </a:r>
            <a:endParaRPr kumimoji="1" lang="zh-CN" altLang="en-US" sz="1000" dirty="0">
              <a:latin typeface="HarmonyOS Sans SC Light" pitchFamily="2" charset="-122"/>
              <a:ea typeface="HarmonyOS Sans SC Light" pitchFamily="2" charset="-122"/>
            </a:endParaRPr>
          </a:p>
        </p:txBody>
      </p:sp>
      <p:sp>
        <p:nvSpPr>
          <p:cNvPr id="12" name="矩形 11">
            <a:extLst>
              <a:ext uri="{FF2B5EF4-FFF2-40B4-BE49-F238E27FC236}">
                <a16:creationId xmlns:a16="http://schemas.microsoft.com/office/drawing/2014/main" id="{D5BFE2E8-2162-453B-EE8E-CC266C2D9A41}"/>
              </a:ext>
            </a:extLst>
          </p:cNvPr>
          <p:cNvSpPr/>
          <p:nvPr/>
        </p:nvSpPr>
        <p:spPr>
          <a:xfrm>
            <a:off x="1644937" y="1138575"/>
            <a:ext cx="247773" cy="123887"/>
          </a:xfrm>
          <a:prstGeom prst="rect">
            <a:avLst/>
          </a:prstGeom>
          <a:solidFill>
            <a:srgbClr val="00AC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B5C91675-5D74-E74F-2945-1A85D673F418}"/>
              </a:ext>
            </a:extLst>
          </p:cNvPr>
          <p:cNvSpPr txBox="1"/>
          <p:nvPr/>
        </p:nvSpPr>
        <p:spPr>
          <a:xfrm>
            <a:off x="1892710" y="1077407"/>
            <a:ext cx="832279"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2nd largest</a:t>
            </a:r>
            <a:endParaRPr kumimoji="1" lang="zh-CN" altLang="en-US" sz="1000" dirty="0">
              <a:latin typeface="HarmonyOS Sans SC Light" pitchFamily="2" charset="-122"/>
              <a:ea typeface="HarmonyOS Sans SC Light" pitchFamily="2" charset="-122"/>
            </a:endParaRPr>
          </a:p>
        </p:txBody>
      </p:sp>
      <p:sp>
        <p:nvSpPr>
          <p:cNvPr id="14" name="矩形 13">
            <a:extLst>
              <a:ext uri="{FF2B5EF4-FFF2-40B4-BE49-F238E27FC236}">
                <a16:creationId xmlns:a16="http://schemas.microsoft.com/office/drawing/2014/main" id="{2C6C80D1-41A6-251B-AF8C-73F6B507776B}"/>
              </a:ext>
            </a:extLst>
          </p:cNvPr>
          <p:cNvSpPr/>
          <p:nvPr/>
        </p:nvSpPr>
        <p:spPr>
          <a:xfrm>
            <a:off x="2866103" y="1138575"/>
            <a:ext cx="247773" cy="123887"/>
          </a:xfrm>
          <a:prstGeom prst="rect">
            <a:avLst/>
          </a:prstGeom>
          <a:solidFill>
            <a:srgbClr val="035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文本框 14">
            <a:extLst>
              <a:ext uri="{FF2B5EF4-FFF2-40B4-BE49-F238E27FC236}">
                <a16:creationId xmlns:a16="http://schemas.microsoft.com/office/drawing/2014/main" id="{FA388676-FC5A-9B1E-D5DE-4F8E529999D4}"/>
              </a:ext>
            </a:extLst>
          </p:cNvPr>
          <p:cNvSpPr txBox="1"/>
          <p:nvPr/>
        </p:nvSpPr>
        <p:spPr>
          <a:xfrm>
            <a:off x="3113876" y="1077407"/>
            <a:ext cx="803425"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3rd largest</a:t>
            </a:r>
            <a:endParaRPr kumimoji="1" lang="zh-CN" altLang="en-US" sz="1000" dirty="0">
              <a:latin typeface="HarmonyOS Sans SC Light" pitchFamily="2" charset="-122"/>
              <a:ea typeface="HarmonyOS Sans SC Light" pitchFamily="2" charset="-122"/>
            </a:endParaRPr>
          </a:p>
        </p:txBody>
      </p:sp>
      <p:sp>
        <p:nvSpPr>
          <p:cNvPr id="16" name="矩形 15">
            <a:extLst>
              <a:ext uri="{FF2B5EF4-FFF2-40B4-BE49-F238E27FC236}">
                <a16:creationId xmlns:a16="http://schemas.microsoft.com/office/drawing/2014/main" id="{754832CF-22D4-5548-0D48-E1AB05038FF5}"/>
              </a:ext>
            </a:extLst>
          </p:cNvPr>
          <p:cNvSpPr/>
          <p:nvPr/>
        </p:nvSpPr>
        <p:spPr>
          <a:xfrm>
            <a:off x="4058415" y="1138575"/>
            <a:ext cx="247773" cy="123887"/>
          </a:xfrm>
          <a:prstGeom prst="rect">
            <a:avLst/>
          </a:prstGeom>
          <a:solidFill>
            <a:srgbClr val="C1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文本框 16">
            <a:extLst>
              <a:ext uri="{FF2B5EF4-FFF2-40B4-BE49-F238E27FC236}">
                <a16:creationId xmlns:a16="http://schemas.microsoft.com/office/drawing/2014/main" id="{DD9547AF-5433-5484-AE3E-9143ED5751CD}"/>
              </a:ext>
            </a:extLst>
          </p:cNvPr>
          <p:cNvSpPr txBox="1"/>
          <p:nvPr/>
        </p:nvSpPr>
        <p:spPr>
          <a:xfrm>
            <a:off x="4306188" y="1077407"/>
            <a:ext cx="800219"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4th largest</a:t>
            </a:r>
            <a:endParaRPr kumimoji="1" lang="zh-CN" altLang="en-US" sz="1000" dirty="0">
              <a:latin typeface="HarmonyOS Sans SC Light" pitchFamily="2" charset="-122"/>
              <a:ea typeface="HarmonyOS Sans SC Light" pitchFamily="2" charset="-122"/>
            </a:endParaRPr>
          </a:p>
        </p:txBody>
      </p:sp>
      <p:sp>
        <p:nvSpPr>
          <p:cNvPr id="18" name="矩形 17">
            <a:extLst>
              <a:ext uri="{FF2B5EF4-FFF2-40B4-BE49-F238E27FC236}">
                <a16:creationId xmlns:a16="http://schemas.microsoft.com/office/drawing/2014/main" id="{7A931080-11AC-7D89-9B2B-1BB6D91DB73A}"/>
              </a:ext>
            </a:extLst>
          </p:cNvPr>
          <p:cNvSpPr/>
          <p:nvPr/>
        </p:nvSpPr>
        <p:spPr>
          <a:xfrm>
            <a:off x="5354180" y="1138575"/>
            <a:ext cx="247773" cy="123887"/>
          </a:xfrm>
          <a:prstGeom prst="rect">
            <a:avLst/>
          </a:prstGeom>
          <a:solidFill>
            <a:srgbClr val="0099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文本框 18">
            <a:extLst>
              <a:ext uri="{FF2B5EF4-FFF2-40B4-BE49-F238E27FC236}">
                <a16:creationId xmlns:a16="http://schemas.microsoft.com/office/drawing/2014/main" id="{284A6FB1-14EB-58F4-73A5-566DFECD8438}"/>
              </a:ext>
            </a:extLst>
          </p:cNvPr>
          <p:cNvSpPr txBox="1"/>
          <p:nvPr/>
        </p:nvSpPr>
        <p:spPr>
          <a:xfrm>
            <a:off x="5601953" y="1077407"/>
            <a:ext cx="803425"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5th largest</a:t>
            </a:r>
            <a:endParaRPr kumimoji="1" lang="zh-CN" altLang="en-US" sz="1000" dirty="0">
              <a:latin typeface="HarmonyOS Sans SC Light" pitchFamily="2" charset="-122"/>
              <a:ea typeface="HarmonyOS Sans SC Light" pitchFamily="2" charset="-122"/>
            </a:endParaRPr>
          </a:p>
        </p:txBody>
      </p:sp>
      <p:sp>
        <p:nvSpPr>
          <p:cNvPr id="20" name="矩形 19">
            <a:extLst>
              <a:ext uri="{FF2B5EF4-FFF2-40B4-BE49-F238E27FC236}">
                <a16:creationId xmlns:a16="http://schemas.microsoft.com/office/drawing/2014/main" id="{4481A547-582D-2505-49A7-58348A6E3102}"/>
              </a:ext>
            </a:extLst>
          </p:cNvPr>
          <p:cNvSpPr/>
          <p:nvPr/>
        </p:nvSpPr>
        <p:spPr>
          <a:xfrm>
            <a:off x="6546492" y="1138575"/>
            <a:ext cx="247773" cy="123887"/>
          </a:xfrm>
          <a:prstGeom prst="rect">
            <a:avLst/>
          </a:prstGeom>
          <a:solidFill>
            <a:srgbClr val="AAC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文本框 20">
            <a:extLst>
              <a:ext uri="{FF2B5EF4-FFF2-40B4-BE49-F238E27FC236}">
                <a16:creationId xmlns:a16="http://schemas.microsoft.com/office/drawing/2014/main" id="{55B2D03D-E57A-0FFC-5FAF-1F33BCFAB364}"/>
              </a:ext>
            </a:extLst>
          </p:cNvPr>
          <p:cNvSpPr txBox="1"/>
          <p:nvPr/>
        </p:nvSpPr>
        <p:spPr>
          <a:xfrm>
            <a:off x="6794265" y="1077407"/>
            <a:ext cx="513282"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Other</a:t>
            </a:r>
            <a:endParaRPr kumimoji="1" lang="zh-CN" altLang="en-US" sz="1000" dirty="0">
              <a:latin typeface="HarmonyOS Sans SC Light" pitchFamily="2" charset="-122"/>
              <a:ea typeface="HarmonyOS Sans SC Light" pitchFamily="2" charset="-122"/>
            </a:endParaRPr>
          </a:p>
        </p:txBody>
      </p:sp>
      <p:sp>
        <p:nvSpPr>
          <p:cNvPr id="22" name="文本框 21">
            <a:extLst>
              <a:ext uri="{FF2B5EF4-FFF2-40B4-BE49-F238E27FC236}">
                <a16:creationId xmlns:a16="http://schemas.microsoft.com/office/drawing/2014/main" id="{749429D1-38D5-4929-3C4B-5695C1CEFF87}"/>
              </a:ext>
            </a:extLst>
          </p:cNvPr>
          <p:cNvSpPr txBox="1"/>
          <p:nvPr/>
        </p:nvSpPr>
        <p:spPr>
          <a:xfrm>
            <a:off x="537210" y="1438226"/>
            <a:ext cx="2727029" cy="461665"/>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Life insurance market share of top 5</a:t>
            </a:r>
          </a:p>
          <a:p>
            <a:r>
              <a:rPr kumimoji="1" lang="en-US" altLang="zh-CN" sz="1200" dirty="0">
                <a:latin typeface="HarmonyOS Sans SC" pitchFamily="2" charset="-122"/>
                <a:ea typeface="HarmonyOS Sans SC" pitchFamily="2" charset="-122"/>
              </a:rPr>
              <a:t>insurers by premiums, 2020</a:t>
            </a:r>
            <a:r>
              <a:rPr kumimoji="1" lang="zh-CN" altLang="en-US" sz="1200" dirty="0">
                <a:latin typeface="HarmonyOS Sans SC" pitchFamily="2" charset="-122"/>
                <a:ea typeface="HarmonyOS Sans SC" pitchFamily="2" charset="-122"/>
              </a:rPr>
              <a:t>， </a:t>
            </a:r>
            <a:r>
              <a:rPr kumimoji="1" lang="en-US" altLang="zh-CN" sz="1200" dirty="0">
                <a:latin typeface="HarmonyOS Sans SC Light" pitchFamily="2" charset="-122"/>
                <a:ea typeface="HarmonyOS Sans SC Light" pitchFamily="2" charset="-122"/>
              </a:rPr>
              <a:t>%</a:t>
            </a:r>
            <a:endParaRPr kumimoji="1" lang="zh-CN" altLang="en-US" sz="1200" dirty="0">
              <a:latin typeface="HarmonyOS Sans SC Light" pitchFamily="2" charset="-122"/>
              <a:ea typeface="HarmonyOS Sans SC Light" pitchFamily="2" charset="-122"/>
            </a:endParaRPr>
          </a:p>
        </p:txBody>
      </p:sp>
      <p:sp>
        <p:nvSpPr>
          <p:cNvPr id="23" name="文本框 22">
            <a:extLst>
              <a:ext uri="{FF2B5EF4-FFF2-40B4-BE49-F238E27FC236}">
                <a16:creationId xmlns:a16="http://schemas.microsoft.com/office/drawing/2014/main" id="{FA8C48CC-6260-3F73-B798-403B2AD586D2}"/>
              </a:ext>
            </a:extLst>
          </p:cNvPr>
          <p:cNvSpPr txBox="1"/>
          <p:nvPr/>
        </p:nvSpPr>
        <p:spPr>
          <a:xfrm>
            <a:off x="10099081" y="1444424"/>
            <a:ext cx="1704313" cy="461665"/>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Top 5 market share</a:t>
            </a:r>
            <a:r>
              <a:rPr kumimoji="1" lang="zh-CN" altLang="en-US" sz="1200" dirty="0">
                <a:latin typeface="HarmonyOS Sans SC" pitchFamily="2" charset="-122"/>
                <a:ea typeface="HarmonyOS Sans SC" pitchFamily="2" charset="-122"/>
              </a:rPr>
              <a:t>，</a:t>
            </a:r>
          </a:p>
          <a:p>
            <a:r>
              <a:rPr kumimoji="1" lang="en-US" altLang="zh-CN" sz="1200" dirty="0">
                <a:latin typeface="HarmonyOS Sans SC" pitchFamily="2" charset="-122"/>
                <a:ea typeface="HarmonyOS Sans SC" pitchFamily="2" charset="-122"/>
              </a:rPr>
              <a:t>life, 2020</a:t>
            </a:r>
            <a:r>
              <a:rPr kumimoji="1" lang="zh-CN" altLang="en-US" sz="1200" dirty="0">
                <a:latin typeface="HarmonyOS Sans SC" pitchFamily="2" charset="-122"/>
                <a:ea typeface="HarmonyOS Sans SC" pitchFamily="2" charset="-122"/>
              </a:rPr>
              <a:t>，</a:t>
            </a:r>
            <a:r>
              <a:rPr kumimoji="1" lang="en-US" altLang="zh-CN" sz="1200" dirty="0">
                <a:latin typeface="HarmonyOS Sans SC Light" pitchFamily="2" charset="-122"/>
                <a:ea typeface="HarmonyOS Sans SC Light" pitchFamily="2" charset="-122"/>
              </a:rPr>
              <a:t>%</a:t>
            </a:r>
            <a:endParaRPr kumimoji="1" lang="zh-CN" altLang="en-US" sz="1200" dirty="0">
              <a:latin typeface="HarmonyOS Sans SC Light" pitchFamily="2" charset="-122"/>
              <a:ea typeface="HarmonyOS Sans SC Light" pitchFamily="2" charset="-122"/>
            </a:endParaRPr>
          </a:p>
        </p:txBody>
      </p:sp>
      <p:sp>
        <p:nvSpPr>
          <p:cNvPr id="24" name="文本框 23">
            <a:extLst>
              <a:ext uri="{FF2B5EF4-FFF2-40B4-BE49-F238E27FC236}">
                <a16:creationId xmlns:a16="http://schemas.microsoft.com/office/drawing/2014/main" id="{C8F01902-1745-63C9-4CD2-A2AAE172441D}"/>
              </a:ext>
            </a:extLst>
          </p:cNvPr>
          <p:cNvSpPr txBox="1"/>
          <p:nvPr/>
        </p:nvSpPr>
        <p:spPr>
          <a:xfrm>
            <a:off x="537210" y="2075655"/>
            <a:ext cx="942887" cy="461665"/>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t>Developed</a:t>
            </a:r>
          </a:p>
          <a:p>
            <a:r>
              <a:rPr lang="en-US" altLang="zh-CN" dirty="0"/>
              <a:t>markets</a:t>
            </a:r>
            <a:endParaRPr lang="zh-CN" altLang="en-US" dirty="0"/>
          </a:p>
        </p:txBody>
      </p:sp>
      <p:graphicFrame>
        <p:nvGraphicFramePr>
          <p:cNvPr id="515" name="Chart 3">
            <a:extLst>
              <a:ext uri="{FF2B5EF4-FFF2-40B4-BE49-F238E27FC236}">
                <a16:creationId xmlns:a16="http://schemas.microsoft.com/office/drawing/2014/main" id="{9F50D3E8-AF81-8CDA-D2A5-1278F5D7A491}"/>
              </a:ext>
            </a:extLst>
          </p:cNvPr>
          <p:cNvGraphicFramePr/>
          <p:nvPr>
            <p:custDataLst>
              <p:tags r:id="rId2"/>
            </p:custDataLst>
          </p:nvPr>
        </p:nvGraphicFramePr>
        <p:xfrm>
          <a:off x="3030538" y="1808163"/>
          <a:ext cx="6932612" cy="2625725"/>
        </p:xfrm>
        <a:graphic>
          <a:graphicData uri="http://schemas.openxmlformats.org/drawingml/2006/chart">
            <c:chart xmlns:c="http://schemas.openxmlformats.org/drawingml/2006/chart" xmlns:r="http://schemas.openxmlformats.org/officeDocument/2006/relationships" r:id="rId15"/>
          </a:graphicData>
        </a:graphic>
      </p:graphicFrame>
      <p:sp>
        <p:nvSpPr>
          <p:cNvPr id="27" name="文本占位符 2">
            <a:extLst>
              <a:ext uri="{FF2B5EF4-FFF2-40B4-BE49-F238E27FC236}">
                <a16:creationId xmlns:a16="http://schemas.microsoft.com/office/drawing/2014/main" id="{11C0E6E6-8E0A-C5CF-7ECD-2D75B0CB462C}"/>
              </a:ext>
            </a:extLst>
          </p:cNvPr>
          <p:cNvSpPr txBox="1">
            <a:spLocks/>
          </p:cNvSpPr>
          <p:nvPr>
            <p:custDataLst>
              <p:tags r:id="rId3"/>
            </p:custDataLst>
          </p:nvPr>
        </p:nvSpPr>
        <p:spPr bwMode="auto">
          <a:xfrm>
            <a:off x="1890713" y="2384425"/>
            <a:ext cx="523875"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7529097D-34B3-423A-85C3-785910E667F7}" type="datetime'''''''''''C''''''''a''''''''''''''na''''''''d''''''''''''''a'">
              <a:rPr kumimoji="1" lang="en-US" altLang="en-US" sz="1200" smtClean="0">
                <a:latin typeface="HarmonyOS Sans SC Light" pitchFamily="2" charset="-122"/>
                <a:ea typeface="HarmonyOS Sans SC Light" pitchFamily="2" charset="-122"/>
                <a:sym typeface="HarmonyOS Sans SC Light" pitchFamily="2" charset="-122"/>
              </a:rPr>
              <a:pPr algn="l">
                <a:spcBef>
                  <a:spcPct val="0"/>
                </a:spcBef>
                <a:spcAft>
                  <a:spcPct val="0"/>
                </a:spcAft>
              </a:pPr>
              <a:t>Canada</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28" name="文本占位符 2">
            <a:extLst>
              <a:ext uri="{FF2B5EF4-FFF2-40B4-BE49-F238E27FC236}">
                <a16:creationId xmlns:a16="http://schemas.microsoft.com/office/drawing/2014/main" id="{25B236CD-6FC2-2186-9970-AC7753A736BB}"/>
              </a:ext>
            </a:extLst>
          </p:cNvPr>
          <p:cNvSpPr txBox="1">
            <a:spLocks/>
          </p:cNvSpPr>
          <p:nvPr>
            <p:custDataLst>
              <p:tags r:id="rId4"/>
            </p:custDataLst>
          </p:nvPr>
        </p:nvSpPr>
        <p:spPr bwMode="auto">
          <a:xfrm>
            <a:off x="1890713" y="2646363"/>
            <a:ext cx="1120775"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6B9B1564-C241-4AF7-9287-327A37F1C95F}" type="datetime'U''''''''''ni''''''''''''''t''ed'' ''''''Ki''''n''gdom'">
              <a:rPr kumimoji="1" lang="en-US" altLang="en-US" sz="1200" smtClean="0">
                <a:latin typeface="HarmonyOS Sans SC Light" pitchFamily="2" charset="-122"/>
                <a:ea typeface="HarmonyOS Sans SC Light" pitchFamily="2" charset="-122"/>
                <a:sym typeface="HarmonyOS Sans SC Light" pitchFamily="2" charset="-122"/>
              </a:rPr>
              <a:pPr algn="l">
                <a:spcBef>
                  <a:spcPct val="0"/>
                </a:spcBef>
                <a:spcAft>
                  <a:spcPct val="0"/>
                </a:spcAft>
              </a:pPr>
              <a:t>United Kingdom</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47" name="文本占位符 2">
            <a:extLst>
              <a:ext uri="{FF2B5EF4-FFF2-40B4-BE49-F238E27FC236}">
                <a16:creationId xmlns:a16="http://schemas.microsoft.com/office/drawing/2014/main" id="{1947ADEE-9DF6-6222-155E-996C142ED2D1}"/>
              </a:ext>
            </a:extLst>
          </p:cNvPr>
          <p:cNvSpPr txBox="1">
            <a:spLocks/>
          </p:cNvSpPr>
          <p:nvPr>
            <p:custDataLst>
              <p:tags r:id="rId5"/>
            </p:custDataLst>
          </p:nvPr>
        </p:nvSpPr>
        <p:spPr bwMode="auto">
          <a:xfrm>
            <a:off x="1890713" y="2906713"/>
            <a:ext cx="409575"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A76BA5D9-AFF8-457D-997C-35D6DE145D52}" type="datetime'''''''J''ap''''''''''''''''a''''n'''''''''''''''''''''">
              <a:rPr kumimoji="1" lang="en-US" altLang="en-US" sz="1200" smtClean="0">
                <a:latin typeface="HarmonyOS Sans SC Light" pitchFamily="2" charset="-122"/>
                <a:ea typeface="HarmonyOS Sans SC Light" pitchFamily="2" charset="-122"/>
                <a:sym typeface="HarmonyOS Sans SC Light" pitchFamily="2" charset="-122"/>
              </a:rPr>
              <a:pPr algn="l">
                <a:spcBef>
                  <a:spcPct val="0"/>
                </a:spcBef>
                <a:spcAft>
                  <a:spcPct val="0"/>
                </a:spcAft>
              </a:pPr>
              <a:t>Japan</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25" name="文本占位符 2">
            <a:extLst>
              <a:ext uri="{FF2B5EF4-FFF2-40B4-BE49-F238E27FC236}">
                <a16:creationId xmlns:a16="http://schemas.microsoft.com/office/drawing/2014/main" id="{F9E0898F-4CA0-6F5B-38F6-13D82A9E2438}"/>
              </a:ext>
            </a:extLst>
          </p:cNvPr>
          <p:cNvSpPr txBox="1">
            <a:spLocks/>
          </p:cNvSpPr>
          <p:nvPr>
            <p:custDataLst>
              <p:tags r:id="rId6"/>
            </p:custDataLst>
          </p:nvPr>
        </p:nvSpPr>
        <p:spPr bwMode="auto">
          <a:xfrm>
            <a:off x="1890713" y="2122488"/>
            <a:ext cx="6159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28F6E562-71FF-4481-B872-58791BB555C9}" type="datetime'''G''''''''''er''''m''''an''''''''''''''y'''''''''''''''''">
              <a:rPr kumimoji="1" lang="en-US" altLang="en-US" sz="1200" smtClean="0">
                <a:latin typeface="HarmonyOS Sans SC Light" pitchFamily="2" charset="-122"/>
                <a:ea typeface="HarmonyOS Sans SC Light" pitchFamily="2" charset="-122"/>
                <a:sym typeface="HarmonyOS Sans SC Light" pitchFamily="2" charset="-122"/>
              </a:rPr>
              <a:pPr algn="l">
                <a:spcBef>
                  <a:spcPct val="0"/>
                </a:spcBef>
                <a:spcAft>
                  <a:spcPct val="0"/>
                </a:spcAft>
              </a:pPr>
              <a:t>Germany</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56" name="文本占位符 2">
            <a:extLst>
              <a:ext uri="{FF2B5EF4-FFF2-40B4-BE49-F238E27FC236}">
                <a16:creationId xmlns:a16="http://schemas.microsoft.com/office/drawing/2014/main" id="{8E709487-03E4-7680-BBE7-DAE759D4AF68}"/>
              </a:ext>
            </a:extLst>
          </p:cNvPr>
          <p:cNvSpPr txBox="1">
            <a:spLocks/>
          </p:cNvSpPr>
          <p:nvPr>
            <p:custDataLst>
              <p:tags r:id="rId7"/>
            </p:custDataLst>
          </p:nvPr>
        </p:nvSpPr>
        <p:spPr bwMode="auto">
          <a:xfrm>
            <a:off x="1890713" y="3430588"/>
            <a:ext cx="792163"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EF34900D-BE2A-4374-A00B-B7C9E84B0F22}" type="datetime'''S''''''''''''''''''wi''''''''''tze''''''rl''an''d'">
              <a:rPr kumimoji="1" lang="en-US" altLang="en-US" sz="1200" smtClean="0">
                <a:latin typeface="HarmonyOS Sans SC Light" pitchFamily="2" charset="-122"/>
                <a:ea typeface="HarmonyOS Sans SC Light" pitchFamily="2" charset="-122"/>
                <a:sym typeface="HarmonyOS Sans SC Light" pitchFamily="2" charset="-122"/>
              </a:rPr>
              <a:pPr algn="l">
                <a:spcBef>
                  <a:spcPct val="0"/>
                </a:spcBef>
                <a:spcAft>
                  <a:spcPct val="0"/>
                </a:spcAft>
              </a:pPr>
              <a:t>Switzerland</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337" name="文本占位符 2">
            <a:extLst>
              <a:ext uri="{FF2B5EF4-FFF2-40B4-BE49-F238E27FC236}">
                <a16:creationId xmlns:a16="http://schemas.microsoft.com/office/drawing/2014/main" id="{6AC0149A-1BF1-E444-A12E-E947A55E4ADE}"/>
              </a:ext>
            </a:extLst>
          </p:cNvPr>
          <p:cNvSpPr txBox="1">
            <a:spLocks/>
          </p:cNvSpPr>
          <p:nvPr>
            <p:custDataLst>
              <p:tags r:id="rId8"/>
            </p:custDataLst>
          </p:nvPr>
        </p:nvSpPr>
        <p:spPr bwMode="auto">
          <a:xfrm>
            <a:off x="1890713" y="3692525"/>
            <a:ext cx="284163"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DB90B137-8EE9-455E-9940-72748C614309}" type="datetime'''''''''''''I''t''''''''''''''a''''''''''''''''''l''y'">
              <a:rPr kumimoji="1" lang="en-US" altLang="en-US" sz="1200" smtClean="0">
                <a:latin typeface="HarmonyOS Sans SC Light" pitchFamily="2" charset="-122"/>
                <a:ea typeface="HarmonyOS Sans SC Light" pitchFamily="2" charset="-122"/>
                <a:sym typeface="HarmonyOS Sans SC Light" pitchFamily="2" charset="-122"/>
              </a:rPr>
              <a:pPr algn="l">
                <a:spcBef>
                  <a:spcPct val="0"/>
                </a:spcBef>
                <a:spcAft>
                  <a:spcPct val="0"/>
                </a:spcAft>
              </a:pPr>
              <a:t>Italy</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344" name="文本占位符 2">
            <a:extLst>
              <a:ext uri="{FF2B5EF4-FFF2-40B4-BE49-F238E27FC236}">
                <a16:creationId xmlns:a16="http://schemas.microsoft.com/office/drawing/2014/main" id="{CE573DE0-E668-769C-F65F-09FF02A9533E}"/>
              </a:ext>
            </a:extLst>
          </p:cNvPr>
          <p:cNvSpPr txBox="1">
            <a:spLocks/>
          </p:cNvSpPr>
          <p:nvPr>
            <p:custDataLst>
              <p:tags r:id="rId9"/>
            </p:custDataLst>
          </p:nvPr>
        </p:nvSpPr>
        <p:spPr bwMode="auto">
          <a:xfrm>
            <a:off x="1890713" y="3952875"/>
            <a:ext cx="9207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5324D2D2-0F11-4151-8061-CFA9D4014BAB}" type="datetime'Un''''i''''''''''''''''t''''e''d ''St''''''''a''''t''''''''es'">
              <a:rPr kumimoji="1" lang="en-US" altLang="en-US" sz="1200" smtClean="0">
                <a:latin typeface="HarmonyOS Sans SC Light" pitchFamily="2" charset="-122"/>
                <a:ea typeface="HarmonyOS Sans SC Light" pitchFamily="2" charset="-122"/>
                <a:sym typeface="HarmonyOS Sans SC Light" pitchFamily="2" charset="-122"/>
              </a:rPr>
              <a:pPr algn="l">
                <a:spcBef>
                  <a:spcPct val="0"/>
                </a:spcBef>
                <a:spcAft>
                  <a:spcPct val="0"/>
                </a:spcAft>
              </a:pPr>
              <a:t>United States</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48" name="文本占位符 2">
            <a:extLst>
              <a:ext uri="{FF2B5EF4-FFF2-40B4-BE49-F238E27FC236}">
                <a16:creationId xmlns:a16="http://schemas.microsoft.com/office/drawing/2014/main" id="{779018A7-6269-0E76-F3E5-76C2397811D3}"/>
              </a:ext>
            </a:extLst>
          </p:cNvPr>
          <p:cNvSpPr txBox="1">
            <a:spLocks/>
          </p:cNvSpPr>
          <p:nvPr>
            <p:custDataLst>
              <p:tags r:id="rId10"/>
            </p:custDataLst>
          </p:nvPr>
        </p:nvSpPr>
        <p:spPr bwMode="auto">
          <a:xfrm>
            <a:off x="1890713" y="3168650"/>
            <a:ext cx="46513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E602F422-7899-412C-B013-FE14B87CC632}" type="datetime'''''Fr''''''''''''''''a''''''''''''''n''''''''''ce'">
              <a:rPr kumimoji="1" lang="en-US" altLang="en-US" sz="1200" smtClean="0">
                <a:latin typeface="HarmonyOS Sans SC Light" pitchFamily="2" charset="-122"/>
                <a:ea typeface="HarmonyOS Sans SC Light" pitchFamily="2" charset="-122"/>
                <a:sym typeface="HarmonyOS Sans SC Light" pitchFamily="2" charset="-122"/>
              </a:rPr>
              <a:pPr algn="l">
                <a:spcBef>
                  <a:spcPct val="0"/>
                </a:spcBef>
                <a:spcAft>
                  <a:spcPct val="0"/>
                </a:spcAft>
              </a:pPr>
              <a:t>France</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439" name="文本框 438">
            <a:extLst>
              <a:ext uri="{FF2B5EF4-FFF2-40B4-BE49-F238E27FC236}">
                <a16:creationId xmlns:a16="http://schemas.microsoft.com/office/drawing/2014/main" id="{06B4D203-A3A3-3D52-2DB1-C7C9BDE6116E}"/>
              </a:ext>
            </a:extLst>
          </p:cNvPr>
          <p:cNvSpPr txBox="1"/>
          <p:nvPr/>
        </p:nvSpPr>
        <p:spPr>
          <a:xfrm>
            <a:off x="10760424" y="2051149"/>
            <a:ext cx="389850"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51</a:t>
            </a:r>
            <a:endParaRPr kumimoji="1" lang="zh-CN" altLang="en-US" sz="1400" dirty="0">
              <a:latin typeface="HarmonyOS Sans SC" pitchFamily="2" charset="-122"/>
              <a:ea typeface="HarmonyOS Sans SC" pitchFamily="2" charset="-122"/>
            </a:endParaRPr>
          </a:p>
        </p:txBody>
      </p:sp>
      <p:sp>
        <p:nvSpPr>
          <p:cNvPr id="440" name="文本框 439">
            <a:extLst>
              <a:ext uri="{FF2B5EF4-FFF2-40B4-BE49-F238E27FC236}">
                <a16:creationId xmlns:a16="http://schemas.microsoft.com/office/drawing/2014/main" id="{92E9FE90-3B5B-FDB5-C90E-477FEB3A2497}"/>
              </a:ext>
            </a:extLst>
          </p:cNvPr>
          <p:cNvSpPr txBox="1"/>
          <p:nvPr/>
        </p:nvSpPr>
        <p:spPr>
          <a:xfrm>
            <a:off x="10760424" y="2313812"/>
            <a:ext cx="389850"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76</a:t>
            </a:r>
            <a:endParaRPr kumimoji="1" lang="zh-CN" altLang="en-US" sz="1400" dirty="0">
              <a:latin typeface="HarmonyOS Sans SC" pitchFamily="2" charset="-122"/>
              <a:ea typeface="HarmonyOS Sans SC" pitchFamily="2" charset="-122"/>
            </a:endParaRPr>
          </a:p>
        </p:txBody>
      </p:sp>
      <p:sp>
        <p:nvSpPr>
          <p:cNvPr id="441" name="文本框 440">
            <a:extLst>
              <a:ext uri="{FF2B5EF4-FFF2-40B4-BE49-F238E27FC236}">
                <a16:creationId xmlns:a16="http://schemas.microsoft.com/office/drawing/2014/main" id="{31F2A571-9122-015A-FB5D-8F14C449C50C}"/>
              </a:ext>
            </a:extLst>
          </p:cNvPr>
          <p:cNvSpPr txBox="1"/>
          <p:nvPr/>
        </p:nvSpPr>
        <p:spPr>
          <a:xfrm>
            <a:off x="10760424" y="2576475"/>
            <a:ext cx="389850"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60</a:t>
            </a:r>
            <a:endParaRPr kumimoji="1" lang="zh-CN" altLang="en-US" sz="1400" dirty="0">
              <a:latin typeface="HarmonyOS Sans SC" pitchFamily="2" charset="-122"/>
              <a:ea typeface="HarmonyOS Sans SC" pitchFamily="2" charset="-122"/>
            </a:endParaRPr>
          </a:p>
        </p:txBody>
      </p:sp>
      <p:sp>
        <p:nvSpPr>
          <p:cNvPr id="442" name="文本框 441">
            <a:extLst>
              <a:ext uri="{FF2B5EF4-FFF2-40B4-BE49-F238E27FC236}">
                <a16:creationId xmlns:a16="http://schemas.microsoft.com/office/drawing/2014/main" id="{177EA36E-D2D2-7573-4648-06237F2A63CE}"/>
              </a:ext>
            </a:extLst>
          </p:cNvPr>
          <p:cNvSpPr txBox="1"/>
          <p:nvPr/>
        </p:nvSpPr>
        <p:spPr>
          <a:xfrm>
            <a:off x="10760424" y="2839138"/>
            <a:ext cx="389850"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50</a:t>
            </a:r>
            <a:endParaRPr kumimoji="1" lang="zh-CN" altLang="en-US" sz="1400" dirty="0">
              <a:latin typeface="HarmonyOS Sans SC" pitchFamily="2" charset="-122"/>
              <a:ea typeface="HarmonyOS Sans SC" pitchFamily="2" charset="-122"/>
            </a:endParaRPr>
          </a:p>
        </p:txBody>
      </p:sp>
      <p:sp>
        <p:nvSpPr>
          <p:cNvPr id="445" name="文本框 444">
            <a:extLst>
              <a:ext uri="{FF2B5EF4-FFF2-40B4-BE49-F238E27FC236}">
                <a16:creationId xmlns:a16="http://schemas.microsoft.com/office/drawing/2014/main" id="{F5535804-3D71-767F-764B-C22A8D55A042}"/>
              </a:ext>
            </a:extLst>
          </p:cNvPr>
          <p:cNvSpPr txBox="1"/>
          <p:nvPr/>
        </p:nvSpPr>
        <p:spPr>
          <a:xfrm>
            <a:off x="10760424" y="3101801"/>
            <a:ext cx="389850"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51</a:t>
            </a:r>
            <a:endParaRPr kumimoji="1" lang="zh-CN" altLang="en-US" sz="1400" dirty="0">
              <a:latin typeface="HarmonyOS Sans SC" pitchFamily="2" charset="-122"/>
              <a:ea typeface="HarmonyOS Sans SC" pitchFamily="2" charset="-122"/>
            </a:endParaRPr>
          </a:p>
        </p:txBody>
      </p:sp>
      <p:sp>
        <p:nvSpPr>
          <p:cNvPr id="446" name="文本框 445">
            <a:extLst>
              <a:ext uri="{FF2B5EF4-FFF2-40B4-BE49-F238E27FC236}">
                <a16:creationId xmlns:a16="http://schemas.microsoft.com/office/drawing/2014/main" id="{67768B0D-1EB2-4BD0-FB00-6B2271C7D956}"/>
              </a:ext>
            </a:extLst>
          </p:cNvPr>
          <p:cNvSpPr txBox="1"/>
          <p:nvPr/>
        </p:nvSpPr>
        <p:spPr>
          <a:xfrm>
            <a:off x="10760424" y="3364464"/>
            <a:ext cx="389850"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77</a:t>
            </a:r>
            <a:endParaRPr kumimoji="1" lang="zh-CN" altLang="en-US" sz="1400" dirty="0">
              <a:latin typeface="HarmonyOS Sans SC" pitchFamily="2" charset="-122"/>
              <a:ea typeface="HarmonyOS Sans SC" pitchFamily="2" charset="-122"/>
            </a:endParaRPr>
          </a:p>
        </p:txBody>
      </p:sp>
      <p:sp>
        <p:nvSpPr>
          <p:cNvPr id="447" name="文本框 446">
            <a:extLst>
              <a:ext uri="{FF2B5EF4-FFF2-40B4-BE49-F238E27FC236}">
                <a16:creationId xmlns:a16="http://schemas.microsoft.com/office/drawing/2014/main" id="{26500E0A-462B-97C8-CFB7-C47693F738A1}"/>
              </a:ext>
            </a:extLst>
          </p:cNvPr>
          <p:cNvSpPr txBox="1"/>
          <p:nvPr/>
        </p:nvSpPr>
        <p:spPr>
          <a:xfrm>
            <a:off x="10760424" y="3627127"/>
            <a:ext cx="389850"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65</a:t>
            </a:r>
            <a:endParaRPr kumimoji="1" lang="zh-CN" altLang="en-US" sz="1400" dirty="0">
              <a:latin typeface="HarmonyOS Sans SC" pitchFamily="2" charset="-122"/>
              <a:ea typeface="HarmonyOS Sans SC" pitchFamily="2" charset="-122"/>
            </a:endParaRPr>
          </a:p>
        </p:txBody>
      </p:sp>
      <p:sp>
        <p:nvSpPr>
          <p:cNvPr id="512" name="文本框 511">
            <a:extLst>
              <a:ext uri="{FF2B5EF4-FFF2-40B4-BE49-F238E27FC236}">
                <a16:creationId xmlns:a16="http://schemas.microsoft.com/office/drawing/2014/main" id="{5F8AD967-1A1E-C85D-D35B-4D88A086038D}"/>
              </a:ext>
            </a:extLst>
          </p:cNvPr>
          <p:cNvSpPr txBox="1"/>
          <p:nvPr/>
        </p:nvSpPr>
        <p:spPr>
          <a:xfrm>
            <a:off x="10760424" y="3889789"/>
            <a:ext cx="389850"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29</a:t>
            </a:r>
            <a:endParaRPr kumimoji="1" lang="zh-CN" altLang="en-US" sz="1400" dirty="0">
              <a:latin typeface="HarmonyOS Sans SC" pitchFamily="2" charset="-122"/>
              <a:ea typeface="HarmonyOS Sans SC" pitchFamily="2" charset="-122"/>
            </a:endParaRPr>
          </a:p>
        </p:txBody>
      </p:sp>
      <p:cxnSp>
        <p:nvCxnSpPr>
          <p:cNvPr id="514" name="直线连接符 513">
            <a:extLst>
              <a:ext uri="{FF2B5EF4-FFF2-40B4-BE49-F238E27FC236}">
                <a16:creationId xmlns:a16="http://schemas.microsoft.com/office/drawing/2014/main" id="{A30FFCB4-5594-27B0-FD2F-9784F88D062E}"/>
              </a:ext>
            </a:extLst>
          </p:cNvPr>
          <p:cNvCxnSpPr/>
          <p:nvPr/>
        </p:nvCxnSpPr>
        <p:spPr>
          <a:xfrm>
            <a:off x="643030" y="4389120"/>
            <a:ext cx="10990498" cy="0"/>
          </a:xfrm>
          <a:prstGeom prst="line">
            <a:avLst/>
          </a:prstGeom>
          <a:ln w="12700">
            <a:solidFill>
              <a:schemeClr val="tx1">
                <a:lumMod val="50000"/>
                <a:lumOff val="50000"/>
              </a:schemeClr>
            </a:solidFill>
            <a:prstDash val="dash"/>
          </a:ln>
        </p:spPr>
        <p:style>
          <a:lnRef idx="2">
            <a:schemeClr val="accent1"/>
          </a:lnRef>
          <a:fillRef idx="0">
            <a:schemeClr val="accent1"/>
          </a:fillRef>
          <a:effectRef idx="1">
            <a:schemeClr val="accent1"/>
          </a:effectRef>
          <a:fontRef idx="minor">
            <a:schemeClr val="tx1"/>
          </a:fontRef>
        </p:style>
      </p:cxnSp>
      <p:graphicFrame>
        <p:nvGraphicFramePr>
          <p:cNvPr id="580" name="Chart 3">
            <a:extLst>
              <a:ext uri="{FF2B5EF4-FFF2-40B4-BE49-F238E27FC236}">
                <a16:creationId xmlns:a16="http://schemas.microsoft.com/office/drawing/2014/main" id="{B36FD889-EAF2-D2EB-F3B5-5B129EE0D557}"/>
              </a:ext>
            </a:extLst>
          </p:cNvPr>
          <p:cNvGraphicFramePr/>
          <p:nvPr>
            <p:custDataLst>
              <p:tags r:id="rId11"/>
            </p:custDataLst>
          </p:nvPr>
        </p:nvGraphicFramePr>
        <p:xfrm>
          <a:off x="3030538" y="4332288"/>
          <a:ext cx="6932612" cy="1579562"/>
        </p:xfrm>
        <a:graphic>
          <a:graphicData uri="http://schemas.openxmlformats.org/drawingml/2006/chart">
            <c:chart xmlns:c="http://schemas.openxmlformats.org/drawingml/2006/chart" xmlns:r="http://schemas.openxmlformats.org/officeDocument/2006/relationships" r:id="rId16"/>
          </a:graphicData>
        </a:graphic>
      </p:graphicFrame>
      <p:sp>
        <p:nvSpPr>
          <p:cNvPr id="581" name="文本框 580">
            <a:extLst>
              <a:ext uri="{FF2B5EF4-FFF2-40B4-BE49-F238E27FC236}">
                <a16:creationId xmlns:a16="http://schemas.microsoft.com/office/drawing/2014/main" id="{6A853B73-B8CE-0F47-1F04-D509B4A88FA6}"/>
              </a:ext>
            </a:extLst>
          </p:cNvPr>
          <p:cNvSpPr txBox="1"/>
          <p:nvPr/>
        </p:nvSpPr>
        <p:spPr>
          <a:xfrm>
            <a:off x="1805593" y="4578994"/>
            <a:ext cx="673582" cy="276999"/>
          </a:xfrm>
          <a:prstGeom prst="rect">
            <a:avLst/>
          </a:prstGeom>
          <a:noFill/>
        </p:spPr>
        <p:txBody>
          <a:bodyPr wrap="none" rtlCol="0">
            <a:spAutoFit/>
          </a:bodyPr>
          <a:lstStyle/>
          <a:p>
            <a:r>
              <a:rPr kumimoji="1" lang="en-US" altLang="zh-CN" sz="1200" dirty="0">
                <a:latin typeface="HarmonyOS Sans SC Light" pitchFamily="2" charset="-122"/>
                <a:ea typeface="HarmonyOS Sans SC Light" pitchFamily="2" charset="-122"/>
              </a:rPr>
              <a:t>Mexico</a:t>
            </a:r>
            <a:endParaRPr kumimoji="1" lang="zh-CN" altLang="en-US" sz="1200" dirty="0">
              <a:latin typeface="HarmonyOS Sans SC Light" pitchFamily="2" charset="-122"/>
              <a:ea typeface="HarmonyOS Sans SC Light" pitchFamily="2" charset="-122"/>
            </a:endParaRPr>
          </a:p>
        </p:txBody>
      </p:sp>
      <p:sp>
        <p:nvSpPr>
          <p:cNvPr id="582" name="文本框 581">
            <a:extLst>
              <a:ext uri="{FF2B5EF4-FFF2-40B4-BE49-F238E27FC236}">
                <a16:creationId xmlns:a16="http://schemas.microsoft.com/office/drawing/2014/main" id="{22CC18C3-2150-1E1F-64FC-D317FF90E9D0}"/>
              </a:ext>
            </a:extLst>
          </p:cNvPr>
          <p:cNvSpPr txBox="1"/>
          <p:nvPr/>
        </p:nvSpPr>
        <p:spPr>
          <a:xfrm>
            <a:off x="1805593" y="4845070"/>
            <a:ext cx="522900" cy="276999"/>
          </a:xfrm>
          <a:prstGeom prst="rect">
            <a:avLst/>
          </a:prstGeom>
          <a:noFill/>
        </p:spPr>
        <p:txBody>
          <a:bodyPr wrap="none" rtlCol="0">
            <a:spAutoFit/>
          </a:bodyPr>
          <a:lstStyle/>
          <a:p>
            <a:r>
              <a:rPr kumimoji="1" lang="en-US" altLang="zh-CN" sz="1200" dirty="0">
                <a:latin typeface="HarmonyOS Sans SC Light" pitchFamily="2" charset="-122"/>
                <a:ea typeface="HarmonyOS Sans SC Light" pitchFamily="2" charset="-122"/>
              </a:rPr>
              <a:t>India</a:t>
            </a:r>
            <a:endParaRPr kumimoji="1" lang="zh-CN" altLang="en-US" sz="1200" dirty="0">
              <a:latin typeface="HarmonyOS Sans SC Light" pitchFamily="2" charset="-122"/>
              <a:ea typeface="HarmonyOS Sans SC Light" pitchFamily="2" charset="-122"/>
            </a:endParaRPr>
          </a:p>
        </p:txBody>
      </p:sp>
      <p:sp>
        <p:nvSpPr>
          <p:cNvPr id="583" name="文本框 582">
            <a:extLst>
              <a:ext uri="{FF2B5EF4-FFF2-40B4-BE49-F238E27FC236}">
                <a16:creationId xmlns:a16="http://schemas.microsoft.com/office/drawing/2014/main" id="{80D23510-8398-A149-0B4A-7E98EE259764}"/>
              </a:ext>
            </a:extLst>
          </p:cNvPr>
          <p:cNvSpPr txBox="1"/>
          <p:nvPr/>
        </p:nvSpPr>
        <p:spPr>
          <a:xfrm>
            <a:off x="1804681" y="5091709"/>
            <a:ext cx="853119" cy="276999"/>
          </a:xfrm>
          <a:prstGeom prst="rect">
            <a:avLst/>
          </a:prstGeom>
          <a:noFill/>
        </p:spPr>
        <p:txBody>
          <a:bodyPr wrap="none" rtlCol="0">
            <a:spAutoFit/>
          </a:bodyPr>
          <a:lstStyle/>
          <a:p>
            <a:r>
              <a:rPr kumimoji="1" lang="en-US" altLang="zh-CN" sz="1200" dirty="0">
                <a:latin typeface="HarmonyOS Sans SC Light" pitchFamily="2" charset="-122"/>
                <a:ea typeface="HarmonyOS Sans SC Light" pitchFamily="2" charset="-122"/>
              </a:rPr>
              <a:t>Indonesia</a:t>
            </a:r>
            <a:endParaRPr kumimoji="1" lang="zh-CN" altLang="en-US" sz="1200" dirty="0">
              <a:latin typeface="HarmonyOS Sans SC Light" pitchFamily="2" charset="-122"/>
              <a:ea typeface="HarmonyOS Sans SC Light" pitchFamily="2" charset="-122"/>
            </a:endParaRPr>
          </a:p>
        </p:txBody>
      </p:sp>
      <p:sp>
        <p:nvSpPr>
          <p:cNvPr id="584" name="文本框 583">
            <a:extLst>
              <a:ext uri="{FF2B5EF4-FFF2-40B4-BE49-F238E27FC236}">
                <a16:creationId xmlns:a16="http://schemas.microsoft.com/office/drawing/2014/main" id="{FDFAA1C4-9E85-BA22-0CD6-BA53A38DBDC2}"/>
              </a:ext>
            </a:extLst>
          </p:cNvPr>
          <p:cNvSpPr txBox="1"/>
          <p:nvPr/>
        </p:nvSpPr>
        <p:spPr>
          <a:xfrm>
            <a:off x="1804681" y="5357785"/>
            <a:ext cx="633507" cy="276999"/>
          </a:xfrm>
          <a:prstGeom prst="rect">
            <a:avLst/>
          </a:prstGeom>
          <a:noFill/>
        </p:spPr>
        <p:txBody>
          <a:bodyPr wrap="none" rtlCol="0">
            <a:spAutoFit/>
          </a:bodyPr>
          <a:lstStyle/>
          <a:p>
            <a:r>
              <a:rPr kumimoji="1" lang="en-US" altLang="zh-CN" sz="1200" dirty="0">
                <a:latin typeface="HarmonyOS Sans SC Light" pitchFamily="2" charset="-122"/>
                <a:ea typeface="HarmonyOS Sans SC Light" pitchFamily="2" charset="-122"/>
              </a:rPr>
              <a:t>China</a:t>
            </a:r>
            <a:r>
              <a:rPr kumimoji="1" lang="en-US" altLang="zh-CN" sz="1200" baseline="30000" dirty="0">
                <a:latin typeface="HarmonyOS Sans SC Light" pitchFamily="2" charset="-122"/>
                <a:ea typeface="HarmonyOS Sans SC Light" pitchFamily="2" charset="-122"/>
              </a:rPr>
              <a:t>2</a:t>
            </a:r>
            <a:endParaRPr kumimoji="1" lang="zh-CN" altLang="en-US" sz="1200" baseline="30000" dirty="0">
              <a:latin typeface="HarmonyOS Sans SC Light" pitchFamily="2" charset="-122"/>
              <a:ea typeface="HarmonyOS Sans SC Light" pitchFamily="2" charset="-122"/>
            </a:endParaRPr>
          </a:p>
        </p:txBody>
      </p:sp>
      <p:sp>
        <p:nvSpPr>
          <p:cNvPr id="585" name="文本框 584">
            <a:extLst>
              <a:ext uri="{FF2B5EF4-FFF2-40B4-BE49-F238E27FC236}">
                <a16:creationId xmlns:a16="http://schemas.microsoft.com/office/drawing/2014/main" id="{86CB42F2-45EA-0584-FD02-F84E43988AEF}"/>
              </a:ext>
            </a:extLst>
          </p:cNvPr>
          <p:cNvSpPr txBox="1"/>
          <p:nvPr/>
        </p:nvSpPr>
        <p:spPr>
          <a:xfrm>
            <a:off x="2265891" y="3152404"/>
            <a:ext cx="240772" cy="215444"/>
          </a:xfrm>
          <a:prstGeom prst="rect">
            <a:avLst/>
          </a:prstGeom>
          <a:noFill/>
        </p:spPr>
        <p:txBody>
          <a:bodyPr wrap="none" rtlCol="0">
            <a:spAutoFit/>
          </a:bodyPr>
          <a:lstStyle/>
          <a:p>
            <a:r>
              <a:rPr kumimoji="1" lang="en-US" altLang="zh-CN" sz="1200" baseline="30000" dirty="0">
                <a:latin typeface="HarmonyOS Sans SC Light" pitchFamily="2" charset="-122"/>
                <a:ea typeface="HarmonyOS Sans SC Light" pitchFamily="2" charset="-122"/>
              </a:rPr>
              <a:t>1</a:t>
            </a:r>
            <a:endParaRPr kumimoji="1" lang="zh-CN" altLang="en-US" sz="1200" baseline="30000" dirty="0">
              <a:latin typeface="HarmonyOS Sans SC Light" pitchFamily="2" charset="-122"/>
              <a:ea typeface="HarmonyOS Sans SC Light" pitchFamily="2" charset="-122"/>
            </a:endParaRPr>
          </a:p>
        </p:txBody>
      </p:sp>
      <p:sp>
        <p:nvSpPr>
          <p:cNvPr id="586" name="文本框 585">
            <a:extLst>
              <a:ext uri="{FF2B5EF4-FFF2-40B4-BE49-F238E27FC236}">
                <a16:creationId xmlns:a16="http://schemas.microsoft.com/office/drawing/2014/main" id="{29E563BC-23F1-D873-DB7A-4AEB2B5590AB}"/>
              </a:ext>
            </a:extLst>
          </p:cNvPr>
          <p:cNvSpPr txBox="1"/>
          <p:nvPr/>
        </p:nvSpPr>
        <p:spPr>
          <a:xfrm>
            <a:off x="537209" y="4550689"/>
            <a:ext cx="862737" cy="461665"/>
          </a:xfrm>
          <a:prstGeom prst="rect">
            <a:avLst/>
          </a:prstGeom>
          <a:noFill/>
        </p:spPr>
        <p:txBody>
          <a:bodyPr wrap="none" rtlCol="0">
            <a:spAutoFit/>
          </a:bodyPr>
          <a:lstStyle>
            <a:defPPr>
              <a:defRPr lang="zh-CN"/>
            </a:defPPr>
            <a:lvl1pPr>
              <a:defRPr kumimoji="1" sz="1200">
                <a:latin typeface="HarmonyOS Sans SC" pitchFamily="2" charset="-122"/>
                <a:ea typeface="HarmonyOS Sans SC" pitchFamily="2" charset="-122"/>
              </a:defRPr>
            </a:lvl1pPr>
          </a:lstStyle>
          <a:p>
            <a:r>
              <a:rPr lang="en-US" altLang="zh-CN" dirty="0"/>
              <a:t>Emerging</a:t>
            </a:r>
          </a:p>
          <a:p>
            <a:r>
              <a:rPr lang="en-US" altLang="zh-CN" dirty="0"/>
              <a:t>markets</a:t>
            </a:r>
            <a:endParaRPr lang="zh-CN" altLang="en-US" dirty="0"/>
          </a:p>
        </p:txBody>
      </p:sp>
      <p:sp>
        <p:nvSpPr>
          <p:cNvPr id="587" name="文本框 586">
            <a:extLst>
              <a:ext uri="{FF2B5EF4-FFF2-40B4-BE49-F238E27FC236}">
                <a16:creationId xmlns:a16="http://schemas.microsoft.com/office/drawing/2014/main" id="{CD907962-3491-39A0-DBC7-91A6BA2E405D}"/>
              </a:ext>
            </a:extLst>
          </p:cNvPr>
          <p:cNvSpPr txBox="1"/>
          <p:nvPr/>
        </p:nvSpPr>
        <p:spPr>
          <a:xfrm>
            <a:off x="10760424" y="4582164"/>
            <a:ext cx="389850"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66</a:t>
            </a:r>
            <a:endParaRPr kumimoji="1" lang="zh-CN" altLang="en-US" sz="1400" dirty="0">
              <a:latin typeface="HarmonyOS Sans SC" pitchFamily="2" charset="-122"/>
              <a:ea typeface="HarmonyOS Sans SC" pitchFamily="2" charset="-122"/>
            </a:endParaRPr>
          </a:p>
        </p:txBody>
      </p:sp>
      <p:sp>
        <p:nvSpPr>
          <p:cNvPr id="588" name="文本框 587">
            <a:extLst>
              <a:ext uri="{FF2B5EF4-FFF2-40B4-BE49-F238E27FC236}">
                <a16:creationId xmlns:a16="http://schemas.microsoft.com/office/drawing/2014/main" id="{188B30D9-0134-6C8F-30D0-D9E41B9D36D6}"/>
              </a:ext>
            </a:extLst>
          </p:cNvPr>
          <p:cNvSpPr txBox="1"/>
          <p:nvPr/>
        </p:nvSpPr>
        <p:spPr>
          <a:xfrm>
            <a:off x="10760424" y="4844827"/>
            <a:ext cx="389850"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87</a:t>
            </a:r>
            <a:endParaRPr kumimoji="1" lang="zh-CN" altLang="en-US" sz="1400" dirty="0">
              <a:latin typeface="HarmonyOS Sans SC" pitchFamily="2" charset="-122"/>
              <a:ea typeface="HarmonyOS Sans SC" pitchFamily="2" charset="-122"/>
            </a:endParaRPr>
          </a:p>
        </p:txBody>
      </p:sp>
      <p:sp>
        <p:nvSpPr>
          <p:cNvPr id="589" name="文本框 588">
            <a:extLst>
              <a:ext uri="{FF2B5EF4-FFF2-40B4-BE49-F238E27FC236}">
                <a16:creationId xmlns:a16="http://schemas.microsoft.com/office/drawing/2014/main" id="{6D5556CB-F5BD-53EC-C820-9FB41ADAC499}"/>
              </a:ext>
            </a:extLst>
          </p:cNvPr>
          <p:cNvSpPr txBox="1"/>
          <p:nvPr/>
        </p:nvSpPr>
        <p:spPr>
          <a:xfrm>
            <a:off x="10760424" y="5107490"/>
            <a:ext cx="389850"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51</a:t>
            </a:r>
            <a:endParaRPr kumimoji="1" lang="zh-CN" altLang="en-US" sz="1400" dirty="0">
              <a:latin typeface="HarmonyOS Sans SC" pitchFamily="2" charset="-122"/>
              <a:ea typeface="HarmonyOS Sans SC" pitchFamily="2" charset="-122"/>
            </a:endParaRPr>
          </a:p>
        </p:txBody>
      </p:sp>
      <p:sp>
        <p:nvSpPr>
          <p:cNvPr id="590" name="文本框 589">
            <a:extLst>
              <a:ext uri="{FF2B5EF4-FFF2-40B4-BE49-F238E27FC236}">
                <a16:creationId xmlns:a16="http://schemas.microsoft.com/office/drawing/2014/main" id="{96DDF85D-915C-3285-CB17-9A8BD4B285D7}"/>
              </a:ext>
            </a:extLst>
          </p:cNvPr>
          <p:cNvSpPr txBox="1"/>
          <p:nvPr/>
        </p:nvSpPr>
        <p:spPr>
          <a:xfrm>
            <a:off x="10760424" y="5370152"/>
            <a:ext cx="389850"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77</a:t>
            </a:r>
            <a:endParaRPr kumimoji="1" lang="zh-CN" altLang="en-US" sz="1400" dirty="0">
              <a:latin typeface="HarmonyOS Sans SC" pitchFamily="2" charset="-122"/>
              <a:ea typeface="HarmonyOS Sans SC" pitchFamily="2" charset="-122"/>
            </a:endParaRPr>
          </a:p>
        </p:txBody>
      </p:sp>
    </p:spTree>
    <p:extLst>
      <p:ext uri="{BB962C8B-B14F-4D97-AF65-F5344CB8AC3E}">
        <p14:creationId xmlns:p14="http://schemas.microsoft.com/office/powerpoint/2010/main" val="1739354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C7FA1-0AE8-CE19-7D87-4DB7B929C1E1}"/>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E32287A-E2FE-F1A9-D9DB-74FEFD2EECB5}"/>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55" imgW="7772400" imgH="10058400" progId="TCLayout.ActiveDocument.1">
                  <p:embed/>
                </p:oleObj>
              </mc:Choice>
              <mc:Fallback>
                <p:oleObj name="think-cell 幻灯片" r:id="rId55" imgW="7772400" imgH="10058400" progId="TCLayout.ActiveDocument.1">
                  <p:embed/>
                  <p:pic>
                    <p:nvPicPr>
                      <p:cNvPr id="4" name="think-cell data - do not delete" hidden="1">
                        <a:extLst>
                          <a:ext uri="{FF2B5EF4-FFF2-40B4-BE49-F238E27FC236}">
                            <a16:creationId xmlns:a16="http://schemas.microsoft.com/office/drawing/2014/main" id="{9E32287A-E2FE-F1A9-D9DB-74FEFD2EECB5}"/>
                          </a:ext>
                        </a:extLst>
                      </p:cNvPr>
                      <p:cNvPicPr/>
                      <p:nvPr/>
                    </p:nvPicPr>
                    <p:blipFill>
                      <a:blip r:embed="rId56"/>
                      <a:stretch>
                        <a:fillRect/>
                      </a:stretch>
                    </p:blipFill>
                    <p:spPr>
                      <a:xfrm>
                        <a:off x="1588" y="1588"/>
                        <a:ext cx="1227" cy="1588"/>
                      </a:xfrm>
                      <a:prstGeom prst="rect">
                        <a:avLst/>
                      </a:prstGeom>
                    </p:spPr>
                  </p:pic>
                </p:oleObj>
              </mc:Fallback>
            </mc:AlternateContent>
          </a:graphicData>
        </a:graphic>
      </p:graphicFrame>
      <p:sp>
        <p:nvSpPr>
          <p:cNvPr id="8" name="文本框 7">
            <a:extLst>
              <a:ext uri="{FF2B5EF4-FFF2-40B4-BE49-F238E27FC236}">
                <a16:creationId xmlns:a16="http://schemas.microsoft.com/office/drawing/2014/main" id="{8F7E7CCF-F8B0-8987-2777-8FF6842F3D82}"/>
              </a:ext>
            </a:extLst>
          </p:cNvPr>
          <p:cNvSpPr txBox="1"/>
          <p:nvPr/>
        </p:nvSpPr>
        <p:spPr>
          <a:xfrm>
            <a:off x="537210" y="251460"/>
            <a:ext cx="5630067" cy="369332"/>
          </a:xfrm>
          <a:prstGeom prst="rect">
            <a:avLst/>
          </a:prstGeom>
          <a:noFill/>
        </p:spPr>
        <p:txBody>
          <a:bodyPr wrap="none" rtlCol="0">
            <a:spAutoFit/>
          </a:bodyPr>
          <a:lstStyle/>
          <a:p>
            <a:r>
              <a:rPr kumimoji="1" lang="en-US" altLang="zh-CN" dirty="0">
                <a:latin typeface="HarmonyOS Sans SC Medium" pitchFamily="2" charset="-122"/>
                <a:ea typeface="HarmonyOS Sans SC Medium" pitchFamily="2" charset="-122"/>
              </a:rPr>
              <a:t>Many P&amp;C insurers have struggled to reduce costs.</a:t>
            </a:r>
            <a:endParaRPr kumimoji="1" lang="zh-CN" altLang="en-US" dirty="0">
              <a:latin typeface="HarmonyOS Sans SC Medium" pitchFamily="2" charset="-122"/>
              <a:ea typeface="HarmonyOS Sans SC Medium" pitchFamily="2" charset="-122"/>
            </a:endParaRPr>
          </a:p>
        </p:txBody>
      </p:sp>
      <p:sp>
        <p:nvSpPr>
          <p:cNvPr id="9" name="文本框 8">
            <a:extLst>
              <a:ext uri="{FF2B5EF4-FFF2-40B4-BE49-F238E27FC236}">
                <a16:creationId xmlns:a16="http://schemas.microsoft.com/office/drawing/2014/main" id="{0A235A89-6374-BEBF-82BE-3158A81A44D3}"/>
              </a:ext>
            </a:extLst>
          </p:cNvPr>
          <p:cNvSpPr txBox="1"/>
          <p:nvPr/>
        </p:nvSpPr>
        <p:spPr>
          <a:xfrm>
            <a:off x="537210" y="716200"/>
            <a:ext cx="5759910"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Distribution of changes in P&amp;C insurance expense ratio 2014-19,</a:t>
            </a:r>
            <a:r>
              <a:rPr kumimoji="1" lang="en-US" altLang="zh-CN" sz="1400" baseline="30000" dirty="0">
                <a:latin typeface="HarmonyOS Sans SC" pitchFamily="2" charset="-122"/>
                <a:ea typeface="HarmonyOS Sans SC" pitchFamily="2" charset="-122"/>
              </a:rPr>
              <a:t>1</a:t>
            </a:r>
            <a:r>
              <a:rPr kumimoji="1" lang="en-US" altLang="zh-CN" sz="1400" dirty="0">
                <a:latin typeface="HarmonyOS Sans SC" pitchFamily="2" charset="-122"/>
                <a:ea typeface="HarmonyOS Sans SC" pitchFamily="2" charset="-122"/>
              </a:rPr>
              <a:t> </a:t>
            </a:r>
            <a:r>
              <a:rPr kumimoji="1" lang="en-US" altLang="zh-CN" sz="1400" dirty="0">
                <a:latin typeface="HarmonyOS Sans SC Light" pitchFamily="2" charset="-122"/>
                <a:ea typeface="HarmonyOS Sans SC Light" pitchFamily="2" charset="-122"/>
              </a:rPr>
              <a:t>%</a:t>
            </a:r>
            <a:endParaRPr kumimoji="1" lang="zh-CN" altLang="en-US" sz="1400" dirty="0">
              <a:latin typeface="HarmonyOS Sans SC Light" pitchFamily="2" charset="-122"/>
              <a:ea typeface="HarmonyOS Sans SC Light" pitchFamily="2" charset="-122"/>
            </a:endParaRPr>
          </a:p>
        </p:txBody>
      </p:sp>
      <p:sp>
        <p:nvSpPr>
          <p:cNvPr id="274" name="文本框 273">
            <a:extLst>
              <a:ext uri="{FF2B5EF4-FFF2-40B4-BE49-F238E27FC236}">
                <a16:creationId xmlns:a16="http://schemas.microsoft.com/office/drawing/2014/main" id="{16F8592A-9DC5-FD34-E204-4D16FDA34CDC}"/>
              </a:ext>
            </a:extLst>
          </p:cNvPr>
          <p:cNvSpPr txBox="1"/>
          <p:nvPr/>
        </p:nvSpPr>
        <p:spPr>
          <a:xfrm>
            <a:off x="537209" y="6275387"/>
            <a:ext cx="11038681" cy="400110"/>
          </a:xfrm>
          <a:prstGeom prst="rect">
            <a:avLst/>
          </a:prstGeom>
          <a:noFill/>
        </p:spPr>
        <p:txBody>
          <a:bodyPr wrap="square" rtlCol="0">
            <a:spAutoFit/>
          </a:bodyPr>
          <a:lstStyle/>
          <a:p>
            <a:r>
              <a:rPr kumimoji="1" lang="en-US" altLang="zh-CN" sz="1000" baseline="30000" dirty="0">
                <a:latin typeface="HarmonyOS Sans SC Light" pitchFamily="2" charset="-122"/>
                <a:ea typeface="HarmonyOS Sans SC Light" pitchFamily="2" charset="-122"/>
              </a:rPr>
              <a:t>1</a:t>
            </a:r>
            <a:r>
              <a:rPr kumimoji="1" lang="en-US" altLang="zh-CN" sz="1000" dirty="0">
                <a:latin typeface="HarmonyOS Sans SC Light" pitchFamily="2" charset="-122"/>
                <a:ea typeface="HarmonyOS Sans SC Light" pitchFamily="2" charset="-122"/>
              </a:rPr>
              <a:t> Changes in expense ratios are expressed as percentage point </a:t>
            </a:r>
            <a:r>
              <a:rPr kumimoji="1" lang="zh-CN" altLang="en-US" sz="1000" dirty="0">
                <a:latin typeface="HarmonyOS Sans SC Light" pitchFamily="2" charset="-122"/>
                <a:ea typeface="HarmonyOS Sans SC Light" pitchFamily="2" charset="-122"/>
              </a:rPr>
              <a:t>（</a:t>
            </a:r>
            <a:r>
              <a:rPr kumimoji="1" lang="en-US" altLang="zh-CN" sz="1000" dirty="0">
                <a:latin typeface="HarmonyOS Sans SC Light" pitchFamily="2" charset="-122"/>
                <a:ea typeface="HarmonyOS Sans SC Light" pitchFamily="2" charset="-122"/>
              </a:rPr>
              <a:t>ppt</a:t>
            </a:r>
            <a:r>
              <a:rPr kumimoji="1" lang="zh-CN" altLang="en-US" sz="1000" dirty="0">
                <a:latin typeface="HarmonyOS Sans SC Light" pitchFamily="2" charset="-122"/>
                <a:ea typeface="HarmonyOS Sans SC Light" pitchFamily="2" charset="-122"/>
              </a:rPr>
              <a:t>） </a:t>
            </a:r>
            <a:r>
              <a:rPr kumimoji="1" lang="en-US" altLang="zh-CN" sz="1000" dirty="0">
                <a:latin typeface="HarmonyOS Sans SC Light" pitchFamily="2" charset="-122"/>
                <a:ea typeface="HarmonyOS Sans SC Light" pitchFamily="2" charset="-122"/>
              </a:rPr>
              <a:t>difference, 2014-19.</a:t>
            </a:r>
          </a:p>
          <a:p>
            <a:r>
              <a:rPr kumimoji="1" lang="en-US" altLang="zh-CN" sz="1000" dirty="0">
                <a:latin typeface="HarmonyOS Sans SC Light" pitchFamily="2" charset="-122"/>
                <a:ea typeface="HarmonyOS Sans SC Light" pitchFamily="2" charset="-122"/>
              </a:rPr>
              <a:t>Source: McKinsey Global Insurance Pools</a:t>
            </a:r>
            <a:endParaRPr kumimoji="1" lang="zh-CN" altLang="en-US" sz="1000" dirty="0">
              <a:latin typeface="HarmonyOS Sans SC Light" pitchFamily="2" charset="-122"/>
              <a:ea typeface="HarmonyOS Sans SC Light" pitchFamily="2" charset="-122"/>
            </a:endParaRPr>
          </a:p>
        </p:txBody>
      </p:sp>
      <p:sp>
        <p:nvSpPr>
          <p:cNvPr id="2" name="文本框 1">
            <a:extLst>
              <a:ext uri="{FF2B5EF4-FFF2-40B4-BE49-F238E27FC236}">
                <a16:creationId xmlns:a16="http://schemas.microsoft.com/office/drawing/2014/main" id="{C72C2FDD-BC8B-372A-FE3F-CE52B3C8D943}"/>
              </a:ext>
            </a:extLst>
          </p:cNvPr>
          <p:cNvSpPr txBox="1"/>
          <p:nvPr/>
        </p:nvSpPr>
        <p:spPr>
          <a:xfrm>
            <a:off x="537209" y="1071171"/>
            <a:ext cx="1064715" cy="246221"/>
          </a:xfrm>
          <a:prstGeom prst="rect">
            <a:avLst/>
          </a:prstGeom>
          <a:noFill/>
        </p:spPr>
        <p:txBody>
          <a:bodyPr wrap="none" rtlCol="0">
            <a:spAutoFit/>
          </a:bodyPr>
          <a:lstStyle/>
          <a:p>
            <a:r>
              <a:rPr kumimoji="1" lang="en-US" altLang="zh-CN" sz="1000" dirty="0">
                <a:latin typeface="HarmonyOS Sans SC" pitchFamily="2" charset="-122"/>
                <a:ea typeface="HarmonyOS Sans SC" pitchFamily="2" charset="-122"/>
              </a:rPr>
              <a:t>Global, </a:t>
            </a:r>
            <a:r>
              <a:rPr kumimoji="1" lang="en-US" altLang="zh-CN" sz="1000" dirty="0">
                <a:latin typeface="HarmonyOS Sans SC Light" pitchFamily="2" charset="-122"/>
                <a:ea typeface="HarmonyOS Sans SC Light" pitchFamily="2" charset="-122"/>
              </a:rPr>
              <a:t>n = 858</a:t>
            </a:r>
            <a:endParaRPr kumimoji="1" lang="zh-CN" altLang="en-US" sz="1000" dirty="0">
              <a:latin typeface="HarmonyOS Sans SC Light" pitchFamily="2" charset="-122"/>
              <a:ea typeface="HarmonyOS Sans SC Light" pitchFamily="2" charset="-122"/>
            </a:endParaRPr>
          </a:p>
        </p:txBody>
      </p:sp>
      <p:graphicFrame>
        <p:nvGraphicFramePr>
          <p:cNvPr id="620" name="Chart 3">
            <a:extLst>
              <a:ext uri="{FF2B5EF4-FFF2-40B4-BE49-F238E27FC236}">
                <a16:creationId xmlns:a16="http://schemas.microsoft.com/office/drawing/2014/main" id="{801C71E8-50D6-FA74-747E-77B7F275B05B}"/>
              </a:ext>
            </a:extLst>
          </p:cNvPr>
          <p:cNvGraphicFramePr/>
          <p:nvPr>
            <p:custDataLst>
              <p:tags r:id="rId2"/>
            </p:custDataLst>
          </p:nvPr>
        </p:nvGraphicFramePr>
        <p:xfrm>
          <a:off x="2335213" y="1320800"/>
          <a:ext cx="9010650" cy="873125"/>
        </p:xfrm>
        <a:graphic>
          <a:graphicData uri="http://schemas.openxmlformats.org/drawingml/2006/chart">
            <c:chart xmlns:c="http://schemas.openxmlformats.org/drawingml/2006/chart" xmlns:r="http://schemas.openxmlformats.org/officeDocument/2006/relationships" r:id="rId57"/>
          </a:graphicData>
        </a:graphic>
      </p:graphicFrame>
      <p:sp>
        <p:nvSpPr>
          <p:cNvPr id="60" name="文本占位符 2">
            <a:extLst>
              <a:ext uri="{FF2B5EF4-FFF2-40B4-BE49-F238E27FC236}">
                <a16:creationId xmlns:a16="http://schemas.microsoft.com/office/drawing/2014/main" id="{BA1E996A-6E3A-76E0-750E-534162150AB4}"/>
              </a:ext>
            </a:extLst>
          </p:cNvPr>
          <p:cNvSpPr txBox="1">
            <a:spLocks/>
          </p:cNvSpPr>
          <p:nvPr>
            <p:custDataLst>
              <p:tags r:id="rId3"/>
            </p:custDataLst>
          </p:nvPr>
        </p:nvSpPr>
        <p:spPr bwMode="auto">
          <a:xfrm>
            <a:off x="5778500" y="2154239"/>
            <a:ext cx="647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5829EDFF-C204-4FFE-9131-19A61B27D249}" type="datetime'-''''''''''1'''''' ''''''''t''o ''0'' p''pt'''''">
              <a:rPr kumimoji="1" lang="en-US" altLang="en-US" sz="1000" smtClean="0">
                <a:latin typeface="HarmonyOS Sans SC" pitchFamily="2" charset="-122"/>
                <a:ea typeface="HarmonyOS Sans SC" pitchFamily="2" charset="-122"/>
                <a:sym typeface="HarmonyOS Sans SC" pitchFamily="2" charset="-122"/>
              </a:rPr>
              <a:pPr/>
              <a:t>-1 to 0 ppt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517" name="文本占位符 2">
            <a:extLst>
              <a:ext uri="{FF2B5EF4-FFF2-40B4-BE49-F238E27FC236}">
                <a16:creationId xmlns:a16="http://schemas.microsoft.com/office/drawing/2014/main" id="{C809AA0B-F627-E55E-1C36-EA9F713133BD}"/>
              </a:ext>
            </a:extLst>
          </p:cNvPr>
          <p:cNvSpPr txBox="1">
            <a:spLocks/>
          </p:cNvSpPr>
          <p:nvPr>
            <p:custDataLst>
              <p:tags r:id="rId4"/>
            </p:custDataLst>
          </p:nvPr>
        </p:nvSpPr>
        <p:spPr bwMode="auto">
          <a:xfrm>
            <a:off x="4275139" y="2154239"/>
            <a:ext cx="7096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AF1063A-08C1-490A-9C48-521DE1079373}" type="datetime'''-1 t''''''o'''' ''-''3 p''''p''''''''t'''''''''">
              <a:rPr kumimoji="1" lang="en-US" altLang="en-US" sz="1000" smtClean="0">
                <a:latin typeface="HarmonyOS Sans SC" pitchFamily="2" charset="-122"/>
                <a:ea typeface="HarmonyOS Sans SC" pitchFamily="2" charset="-122"/>
                <a:sym typeface="HarmonyOS Sans SC" pitchFamily="2" charset="-122"/>
              </a:rPr>
              <a:pPr/>
              <a:t>-1 to -3 ppt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520" name="文本占位符 2">
            <a:extLst>
              <a:ext uri="{FF2B5EF4-FFF2-40B4-BE49-F238E27FC236}">
                <a16:creationId xmlns:a16="http://schemas.microsoft.com/office/drawing/2014/main" id="{C7473330-AA80-172F-7825-96B1228AEB12}"/>
              </a:ext>
            </a:extLst>
          </p:cNvPr>
          <p:cNvSpPr txBox="1">
            <a:spLocks/>
          </p:cNvSpPr>
          <p:nvPr>
            <p:custDataLst>
              <p:tags r:id="rId5"/>
            </p:custDataLst>
          </p:nvPr>
        </p:nvSpPr>
        <p:spPr bwMode="auto">
          <a:xfrm>
            <a:off x="7289801" y="2154239"/>
            <a:ext cx="57467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528F5AAE-4E46-4452-B485-40BA71E57BF9}" type="datetime'O'' ''''t''''''o''''''''''''''''1 ''''''''p''p''''''''''t'''''">
              <a:rPr kumimoji="1" lang="en-US" altLang="en-US" sz="1000" smtClean="0">
                <a:latin typeface="HarmonyOS Sans SC" pitchFamily="2" charset="-122"/>
                <a:ea typeface="HarmonyOS Sans SC" pitchFamily="2" charset="-122"/>
                <a:sym typeface="HarmonyOS Sans SC" pitchFamily="2" charset="-122"/>
              </a:rPr>
              <a:pPr/>
              <a:t>O to1 ppt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523" name="文本占位符 2">
            <a:extLst>
              <a:ext uri="{FF2B5EF4-FFF2-40B4-BE49-F238E27FC236}">
                <a16:creationId xmlns:a16="http://schemas.microsoft.com/office/drawing/2014/main" id="{BCC9725D-8CB5-5FD3-B6E9-EDD51B232E6A}"/>
              </a:ext>
            </a:extLst>
          </p:cNvPr>
          <p:cNvSpPr txBox="1">
            <a:spLocks/>
          </p:cNvSpPr>
          <p:nvPr>
            <p:custDataLst>
              <p:tags r:id="rId6"/>
            </p:custDataLst>
          </p:nvPr>
        </p:nvSpPr>
        <p:spPr bwMode="auto">
          <a:xfrm>
            <a:off x="8759825" y="2154239"/>
            <a:ext cx="5857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9AFEBC6E-DECC-4D5C-A972-D44140DAC5C4}" type="datetime'''''''''''''''1'''' ''''to ''3'' p''''''''''p''''''''''''t'''">
              <a:rPr kumimoji="1" lang="en-US" altLang="en-US" sz="1000" smtClean="0">
                <a:latin typeface="HarmonyOS Sans SC" pitchFamily="2" charset="-122"/>
                <a:ea typeface="HarmonyOS Sans SC" pitchFamily="2" charset="-122"/>
                <a:sym typeface="HarmonyOS Sans SC" pitchFamily="2" charset="-122"/>
              </a:rPr>
              <a:pPr/>
              <a:t>1 to 3 ppt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528" name="文本占位符 2">
            <a:extLst>
              <a:ext uri="{FF2B5EF4-FFF2-40B4-BE49-F238E27FC236}">
                <a16:creationId xmlns:a16="http://schemas.microsoft.com/office/drawing/2014/main" id="{3330EFB5-5755-12E6-491B-48D8BCDA27E3}"/>
              </a:ext>
            </a:extLst>
          </p:cNvPr>
          <p:cNvSpPr txBox="1">
            <a:spLocks/>
          </p:cNvSpPr>
          <p:nvPr>
            <p:custDataLst>
              <p:tags r:id="rId7"/>
            </p:custDataLst>
          </p:nvPr>
        </p:nvSpPr>
        <p:spPr bwMode="auto">
          <a:xfrm>
            <a:off x="10328275" y="2154239"/>
            <a:ext cx="3952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4891ED59-AB37-4499-8883-B9801F217114}" type="datetime'''''''&gt;''''''3'''''' ''''''''''''''''''''pp''''''''''''''t'''">
              <a:rPr kumimoji="1" lang="en-US" altLang="en-US" sz="1000" smtClean="0">
                <a:latin typeface="HarmonyOS Sans SC" pitchFamily="2" charset="-122"/>
                <a:ea typeface="HarmonyOS Sans SC" pitchFamily="2" charset="-122"/>
                <a:sym typeface="HarmonyOS Sans SC" pitchFamily="2" charset="-122"/>
              </a:rPr>
              <a:pPr/>
              <a:t>&gt;3 ppt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6" name="文本占位符 2">
            <a:extLst>
              <a:ext uri="{FF2B5EF4-FFF2-40B4-BE49-F238E27FC236}">
                <a16:creationId xmlns:a16="http://schemas.microsoft.com/office/drawing/2014/main" id="{BAE6BF8B-1D42-CC95-32F1-43B72A72F6DF}"/>
              </a:ext>
            </a:extLst>
          </p:cNvPr>
          <p:cNvSpPr txBox="1">
            <a:spLocks/>
          </p:cNvSpPr>
          <p:nvPr>
            <p:custDataLst>
              <p:tags r:id="rId8"/>
            </p:custDataLst>
          </p:nvPr>
        </p:nvSpPr>
        <p:spPr bwMode="auto">
          <a:xfrm>
            <a:off x="2925763" y="2154239"/>
            <a:ext cx="457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9ACB0563-F2E5-4D32-97F7-399BFD78970F}" type="datetime'''''''&lt;''-''''''3 ''p''''''''''''p''''t'''''''''''''''''''''''">
              <a:rPr kumimoji="1" lang="en-US" altLang="en-US" sz="1000" smtClean="0">
                <a:latin typeface="HarmonyOS Sans SC" pitchFamily="2" charset="-122"/>
                <a:ea typeface="HarmonyOS Sans SC" pitchFamily="2" charset="-122"/>
                <a:sym typeface="HarmonyOS Sans SC" pitchFamily="2" charset="-122"/>
              </a:rPr>
              <a:pPr/>
              <a:t>&lt;-3 ppt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615" name="文本占位符 2">
            <a:extLst>
              <a:ext uri="{FF2B5EF4-FFF2-40B4-BE49-F238E27FC236}">
                <a16:creationId xmlns:a16="http://schemas.microsoft.com/office/drawing/2014/main" id="{E9AB1B11-964D-CD7C-37C6-F724B9C21569}"/>
              </a:ext>
            </a:extLst>
          </p:cNvPr>
          <p:cNvSpPr txBox="1">
            <a:spLocks/>
          </p:cNvSpPr>
          <p:nvPr>
            <p:custDataLst>
              <p:tags r:id="rId9"/>
            </p:custDataLst>
          </p:nvPr>
        </p:nvSpPr>
        <p:spPr bwMode="gray">
          <a:xfrm>
            <a:off x="4489450" y="1497014"/>
            <a:ext cx="2794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0A48F5C-C7AE-4455-8D77-371A1D7B33DE}" type="datetime'''''16''''%'''''''''">
              <a:rPr kumimoji="1" lang="en-US" altLang="en-US" sz="1000" smtClean="0">
                <a:effectLst/>
                <a:latin typeface="HarmonyOS Sans SC" pitchFamily="2" charset="-122"/>
                <a:ea typeface="HarmonyOS Sans SC" pitchFamily="2" charset="-122"/>
                <a:sym typeface="HarmonyOS Sans SC" pitchFamily="2" charset="-122"/>
              </a:rPr>
              <a:pPr>
                <a:spcBef>
                  <a:spcPct val="0"/>
                </a:spcBef>
                <a:spcAft>
                  <a:spcPct val="0"/>
                </a:spcAft>
              </a:pPr>
              <a:t>16%</a:t>
            </a:fld>
            <a:endParaRPr kumimoji="1" lang="zh-CN" altLang="en-US" sz="1000" dirty="0">
              <a:latin typeface="HarmonyOS Sans SC" pitchFamily="2" charset="-122"/>
              <a:ea typeface="HarmonyOS Sans SC" pitchFamily="2" charset="-122"/>
              <a:sym typeface="HarmonyOS Sans SC" pitchFamily="2" charset="-122"/>
            </a:endParaRPr>
          </a:p>
        </p:txBody>
      </p:sp>
      <p:sp>
        <p:nvSpPr>
          <p:cNvPr id="616" name="文本占位符 2">
            <a:extLst>
              <a:ext uri="{FF2B5EF4-FFF2-40B4-BE49-F238E27FC236}">
                <a16:creationId xmlns:a16="http://schemas.microsoft.com/office/drawing/2014/main" id="{4962D1A4-8537-B756-7E90-4AE432AC88A6}"/>
              </a:ext>
            </a:extLst>
          </p:cNvPr>
          <p:cNvSpPr txBox="1">
            <a:spLocks/>
          </p:cNvSpPr>
          <p:nvPr>
            <p:custDataLst>
              <p:tags r:id="rId10"/>
            </p:custDataLst>
          </p:nvPr>
        </p:nvSpPr>
        <p:spPr bwMode="gray">
          <a:xfrm>
            <a:off x="5962650" y="1638301"/>
            <a:ext cx="2794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E127B74-2FA1-4AA5-929C-857EAA3FF243}" type="datetime'''''''''''11''''''''''''''''''''''%'''''''''''''">
              <a:rPr kumimoji="1" lang="en-US" altLang="en-US" sz="1000" smtClean="0">
                <a:effectLst/>
                <a:latin typeface="HarmonyOS Sans SC" pitchFamily="2" charset="-122"/>
                <a:ea typeface="HarmonyOS Sans SC" pitchFamily="2" charset="-122"/>
                <a:sym typeface="HarmonyOS Sans SC" pitchFamily="2" charset="-122"/>
              </a:rPr>
              <a:pPr>
                <a:spcBef>
                  <a:spcPct val="0"/>
                </a:spcBef>
                <a:spcAft>
                  <a:spcPct val="0"/>
                </a:spcAft>
              </a:pPr>
              <a:t>11%</a:t>
            </a:fld>
            <a:endParaRPr kumimoji="1" lang="zh-CN" altLang="en-US" sz="1000" dirty="0">
              <a:latin typeface="HarmonyOS Sans SC" pitchFamily="2" charset="-122"/>
              <a:ea typeface="HarmonyOS Sans SC" pitchFamily="2" charset="-122"/>
              <a:sym typeface="HarmonyOS Sans SC" pitchFamily="2" charset="-122"/>
            </a:endParaRPr>
          </a:p>
        </p:txBody>
      </p:sp>
      <p:sp>
        <p:nvSpPr>
          <p:cNvPr id="617" name="文本占位符 2">
            <a:extLst>
              <a:ext uri="{FF2B5EF4-FFF2-40B4-BE49-F238E27FC236}">
                <a16:creationId xmlns:a16="http://schemas.microsoft.com/office/drawing/2014/main" id="{A78DF150-88FE-84F2-D39F-6AC588B79154}"/>
              </a:ext>
            </a:extLst>
          </p:cNvPr>
          <p:cNvSpPr txBox="1">
            <a:spLocks/>
          </p:cNvSpPr>
          <p:nvPr>
            <p:custDataLst>
              <p:tags r:id="rId11"/>
            </p:custDataLst>
          </p:nvPr>
        </p:nvSpPr>
        <p:spPr bwMode="gray">
          <a:xfrm>
            <a:off x="7437438" y="1609726"/>
            <a:ext cx="2794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AFE424F-08DA-4255-B86B-B81C8FD5A82A}" type="datetime'''''''''''''''''''1''2''''''''%'''''''''''''''''''''''''''''''">
              <a:rPr kumimoji="1" lang="en-US" altLang="en-US" sz="1000" smtClean="0">
                <a:effectLst/>
                <a:latin typeface="HarmonyOS Sans SC" pitchFamily="2" charset="-122"/>
                <a:ea typeface="HarmonyOS Sans SC" pitchFamily="2" charset="-122"/>
                <a:sym typeface="HarmonyOS Sans SC" pitchFamily="2" charset="-122"/>
              </a:rPr>
              <a:pPr>
                <a:spcBef>
                  <a:spcPct val="0"/>
                </a:spcBef>
                <a:spcAft>
                  <a:spcPct val="0"/>
                </a:spcAft>
              </a:pPr>
              <a:t>12%</a:t>
            </a:fld>
            <a:endParaRPr kumimoji="1" lang="zh-CN" altLang="en-US" sz="1000" dirty="0">
              <a:latin typeface="HarmonyOS Sans SC" pitchFamily="2" charset="-122"/>
              <a:ea typeface="HarmonyOS Sans SC" pitchFamily="2" charset="-122"/>
              <a:sym typeface="HarmonyOS Sans SC" pitchFamily="2" charset="-122"/>
            </a:endParaRPr>
          </a:p>
        </p:txBody>
      </p:sp>
      <p:sp>
        <p:nvSpPr>
          <p:cNvPr id="618" name="文本占位符 2">
            <a:extLst>
              <a:ext uri="{FF2B5EF4-FFF2-40B4-BE49-F238E27FC236}">
                <a16:creationId xmlns:a16="http://schemas.microsoft.com/office/drawing/2014/main" id="{7F1AF496-4DFE-BCF8-0E1C-C4A7477BE09B}"/>
              </a:ext>
            </a:extLst>
          </p:cNvPr>
          <p:cNvSpPr txBox="1">
            <a:spLocks/>
          </p:cNvSpPr>
          <p:nvPr>
            <p:custDataLst>
              <p:tags r:id="rId12"/>
            </p:custDataLst>
          </p:nvPr>
        </p:nvSpPr>
        <p:spPr bwMode="gray">
          <a:xfrm>
            <a:off x="8912225" y="1439864"/>
            <a:ext cx="2794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D4813E48-F39B-4FF4-B411-151DD0DC0F6F}" type="datetime'''''''''''''''''''''''''''''''''''''1''''''''''''''8''''''%'''">
              <a:rPr kumimoji="1" lang="en-US" altLang="en-US" sz="1000" smtClean="0">
                <a:effectLst/>
                <a:latin typeface="HarmonyOS Sans SC" pitchFamily="2" charset="-122"/>
                <a:ea typeface="HarmonyOS Sans SC" pitchFamily="2" charset="-122"/>
                <a:sym typeface="HarmonyOS Sans SC" pitchFamily="2" charset="-122"/>
              </a:rPr>
              <a:pPr>
                <a:spcBef>
                  <a:spcPct val="0"/>
                </a:spcBef>
                <a:spcAft>
                  <a:spcPct val="0"/>
                </a:spcAft>
              </a:pPr>
              <a:t>18%</a:t>
            </a:fld>
            <a:endParaRPr kumimoji="1" lang="zh-CN" altLang="en-US" sz="1000" dirty="0">
              <a:latin typeface="HarmonyOS Sans SC" pitchFamily="2" charset="-122"/>
              <a:ea typeface="HarmonyOS Sans SC" pitchFamily="2" charset="-122"/>
              <a:sym typeface="HarmonyOS Sans SC" pitchFamily="2" charset="-122"/>
            </a:endParaRPr>
          </a:p>
        </p:txBody>
      </p:sp>
      <p:sp>
        <p:nvSpPr>
          <p:cNvPr id="619" name="文本占位符 2">
            <a:extLst>
              <a:ext uri="{FF2B5EF4-FFF2-40B4-BE49-F238E27FC236}">
                <a16:creationId xmlns:a16="http://schemas.microsoft.com/office/drawing/2014/main" id="{2083C135-CD1D-7B1C-A242-7421A933E409}"/>
              </a:ext>
            </a:extLst>
          </p:cNvPr>
          <p:cNvSpPr txBox="1">
            <a:spLocks/>
          </p:cNvSpPr>
          <p:nvPr>
            <p:custDataLst>
              <p:tags r:id="rId13"/>
            </p:custDataLst>
          </p:nvPr>
        </p:nvSpPr>
        <p:spPr bwMode="gray">
          <a:xfrm>
            <a:off x="10385425" y="1241426"/>
            <a:ext cx="2794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2DA54E46-5D1B-4446-A5E9-49657B31A485}" type="datetime'''''''2''''''''5''''''''''''%'''''''''''''''''''''''''''''''''">
              <a:rPr kumimoji="1" lang="en-US" altLang="en-US" sz="1000" smtClean="0">
                <a:effectLst/>
                <a:latin typeface="HarmonyOS Sans SC" pitchFamily="2" charset="-122"/>
                <a:ea typeface="HarmonyOS Sans SC" pitchFamily="2" charset="-122"/>
                <a:sym typeface="HarmonyOS Sans SC" pitchFamily="2" charset="-122"/>
              </a:rPr>
              <a:pPr>
                <a:spcBef>
                  <a:spcPct val="0"/>
                </a:spcBef>
                <a:spcAft>
                  <a:spcPct val="0"/>
                </a:spcAft>
              </a:pPr>
              <a:t>25%</a:t>
            </a:fld>
            <a:endParaRPr kumimoji="1" lang="zh-CN" altLang="en-US" sz="1000" dirty="0">
              <a:latin typeface="HarmonyOS Sans SC" pitchFamily="2" charset="-122"/>
              <a:ea typeface="HarmonyOS Sans SC" pitchFamily="2" charset="-122"/>
              <a:sym typeface="HarmonyOS Sans SC" pitchFamily="2" charset="-122"/>
            </a:endParaRPr>
          </a:p>
        </p:txBody>
      </p:sp>
      <p:sp>
        <p:nvSpPr>
          <p:cNvPr id="614" name="文本占位符 2">
            <a:extLst>
              <a:ext uri="{FF2B5EF4-FFF2-40B4-BE49-F238E27FC236}">
                <a16:creationId xmlns:a16="http://schemas.microsoft.com/office/drawing/2014/main" id="{E14BC3CD-1539-7491-3210-4CA9F226F364}"/>
              </a:ext>
            </a:extLst>
          </p:cNvPr>
          <p:cNvSpPr txBox="1">
            <a:spLocks/>
          </p:cNvSpPr>
          <p:nvPr>
            <p:custDataLst>
              <p:tags r:id="rId14"/>
            </p:custDataLst>
          </p:nvPr>
        </p:nvSpPr>
        <p:spPr bwMode="gray">
          <a:xfrm>
            <a:off x="3014663" y="1439864"/>
            <a:ext cx="2794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76808E91-EB5B-4CEE-8D42-00FC024F3E27}" type="datetime'''''''''''''''''''''''''''''''''''''''1''''''''''''''8''%'''">
              <a:rPr kumimoji="1" lang="en-US" altLang="en-US" sz="1000" smtClean="0">
                <a:effectLst/>
                <a:latin typeface="HarmonyOS Sans SC" pitchFamily="2" charset="-122"/>
                <a:ea typeface="HarmonyOS Sans SC" pitchFamily="2" charset="-122"/>
                <a:sym typeface="HarmonyOS Sans SC" pitchFamily="2" charset="-122"/>
              </a:rPr>
              <a:pPr>
                <a:spcBef>
                  <a:spcPct val="0"/>
                </a:spcBef>
                <a:spcAft>
                  <a:spcPct val="0"/>
                </a:spcAft>
              </a:pPr>
              <a:t>18%</a:t>
            </a:fld>
            <a:endParaRPr kumimoji="1" lang="zh-CN" altLang="en-US" sz="1000" dirty="0">
              <a:latin typeface="HarmonyOS Sans SC" pitchFamily="2" charset="-122"/>
              <a:ea typeface="HarmonyOS Sans SC" pitchFamily="2" charset="-122"/>
              <a:sym typeface="HarmonyOS Sans SC" pitchFamily="2" charset="-122"/>
            </a:endParaRPr>
          </a:p>
        </p:txBody>
      </p:sp>
      <p:graphicFrame>
        <p:nvGraphicFramePr>
          <p:cNvPr id="632" name="Chart 3">
            <a:extLst>
              <a:ext uri="{FF2B5EF4-FFF2-40B4-BE49-F238E27FC236}">
                <a16:creationId xmlns:a16="http://schemas.microsoft.com/office/drawing/2014/main" id="{F0B2F5D7-60CD-A797-B7FC-B20DEDBF62EE}"/>
              </a:ext>
            </a:extLst>
          </p:cNvPr>
          <p:cNvGraphicFramePr/>
          <p:nvPr>
            <p:custDataLst>
              <p:tags r:id="rId15"/>
            </p:custDataLst>
          </p:nvPr>
        </p:nvGraphicFramePr>
        <p:xfrm>
          <a:off x="2335213" y="2632075"/>
          <a:ext cx="9010650" cy="873125"/>
        </p:xfrm>
        <a:graphic>
          <a:graphicData uri="http://schemas.openxmlformats.org/drawingml/2006/chart">
            <c:chart xmlns:c="http://schemas.openxmlformats.org/drawingml/2006/chart" xmlns:r="http://schemas.openxmlformats.org/officeDocument/2006/relationships" r:id="rId58"/>
          </a:graphicData>
        </a:graphic>
      </p:graphicFrame>
      <p:sp>
        <p:nvSpPr>
          <p:cNvPr id="541" name="文本占位符 2">
            <a:extLst>
              <a:ext uri="{FF2B5EF4-FFF2-40B4-BE49-F238E27FC236}">
                <a16:creationId xmlns:a16="http://schemas.microsoft.com/office/drawing/2014/main" id="{43854D03-8C9A-70B2-A4B6-D4BA4B2A1A02}"/>
              </a:ext>
            </a:extLst>
          </p:cNvPr>
          <p:cNvSpPr txBox="1">
            <a:spLocks/>
          </p:cNvSpPr>
          <p:nvPr>
            <p:custDataLst>
              <p:tags r:id="rId16"/>
            </p:custDataLst>
          </p:nvPr>
        </p:nvSpPr>
        <p:spPr bwMode="auto">
          <a:xfrm>
            <a:off x="4275138" y="3465513"/>
            <a:ext cx="7096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B52FC977-4891-4717-A5A5-93C591FD3341}" type="datetime'''-''''1'''''''' to'''''' ''''-3'''''''''' ''''p''''''p''''t'">
              <a:rPr kumimoji="1" lang="en-US" altLang="en-US" sz="1000" smtClean="0">
                <a:latin typeface="HarmonyOS Sans SC" pitchFamily="2" charset="-122"/>
                <a:ea typeface="HarmonyOS Sans SC" pitchFamily="2" charset="-122"/>
              </a:rPr>
              <a:pPr/>
              <a:t>-1 to -3 ppt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540" name="文本占位符 2">
            <a:extLst>
              <a:ext uri="{FF2B5EF4-FFF2-40B4-BE49-F238E27FC236}">
                <a16:creationId xmlns:a16="http://schemas.microsoft.com/office/drawing/2014/main" id="{3A1777CF-0D8A-89BB-9731-20600C91CB14}"/>
              </a:ext>
            </a:extLst>
          </p:cNvPr>
          <p:cNvSpPr txBox="1">
            <a:spLocks/>
          </p:cNvSpPr>
          <p:nvPr>
            <p:custDataLst>
              <p:tags r:id="rId17"/>
            </p:custDataLst>
          </p:nvPr>
        </p:nvSpPr>
        <p:spPr bwMode="auto">
          <a:xfrm>
            <a:off x="5778500" y="3465513"/>
            <a:ext cx="647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1C0A45C-76BA-45DF-8DD7-6BBB6FECAA0C}" type="datetime'-1'''''''' ''''t''''''''o'''''' ''''''''''0'' ''p''''pt'''''''">
              <a:rPr kumimoji="1" lang="en-US" altLang="en-US" sz="1000" smtClean="0">
                <a:latin typeface="HarmonyOS Sans SC" pitchFamily="2" charset="-122"/>
                <a:ea typeface="HarmonyOS Sans SC" pitchFamily="2" charset="-122"/>
              </a:rPr>
              <a:pPr/>
              <a:t>-1 to 0 ppt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545" name="文本占位符 2">
            <a:extLst>
              <a:ext uri="{FF2B5EF4-FFF2-40B4-BE49-F238E27FC236}">
                <a16:creationId xmlns:a16="http://schemas.microsoft.com/office/drawing/2014/main" id="{27690FE2-62B5-DEDF-1C3B-0CFDDC35FDC7}"/>
              </a:ext>
            </a:extLst>
          </p:cNvPr>
          <p:cNvSpPr txBox="1">
            <a:spLocks/>
          </p:cNvSpPr>
          <p:nvPr>
            <p:custDataLst>
              <p:tags r:id="rId18"/>
            </p:custDataLst>
          </p:nvPr>
        </p:nvSpPr>
        <p:spPr bwMode="auto">
          <a:xfrm>
            <a:off x="7289800" y="3465513"/>
            <a:ext cx="57467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45E65D51-DAEA-468D-B45E-D917B824630C}" type="datetime'''''''''''''''O'''''''' t''o''''''1'''''''''' ''pp''t'">
              <a:rPr kumimoji="1" lang="en-US" altLang="en-US" sz="1000" smtClean="0">
                <a:latin typeface="HarmonyOS Sans SC" pitchFamily="2" charset="-122"/>
                <a:ea typeface="HarmonyOS Sans SC" pitchFamily="2" charset="-122"/>
              </a:rPr>
              <a:pPr/>
              <a:t>O to1 ppt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543" name="文本占位符 2">
            <a:extLst>
              <a:ext uri="{FF2B5EF4-FFF2-40B4-BE49-F238E27FC236}">
                <a16:creationId xmlns:a16="http://schemas.microsoft.com/office/drawing/2014/main" id="{97FABA1A-FD95-A3E8-AF70-706649B95589}"/>
              </a:ext>
            </a:extLst>
          </p:cNvPr>
          <p:cNvSpPr txBox="1">
            <a:spLocks/>
          </p:cNvSpPr>
          <p:nvPr>
            <p:custDataLst>
              <p:tags r:id="rId19"/>
            </p:custDataLst>
          </p:nvPr>
        </p:nvSpPr>
        <p:spPr bwMode="auto">
          <a:xfrm>
            <a:off x="8759825" y="3465513"/>
            <a:ext cx="5857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9F14DCF9-79E2-4D1F-A9C2-E30B9F38F971}" type="datetime'''''1'' t''o'' ''''''''3'' ''p''''''''''''p''''''''''''t'''">
              <a:rPr kumimoji="1" lang="en-US" altLang="en-US" sz="1000" smtClean="0">
                <a:latin typeface="HarmonyOS Sans SC" pitchFamily="2" charset="-122"/>
                <a:ea typeface="HarmonyOS Sans SC" pitchFamily="2" charset="-122"/>
              </a:rPr>
              <a:pPr/>
              <a:t>1 to 3 ppt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544" name="文本占位符 2">
            <a:extLst>
              <a:ext uri="{FF2B5EF4-FFF2-40B4-BE49-F238E27FC236}">
                <a16:creationId xmlns:a16="http://schemas.microsoft.com/office/drawing/2014/main" id="{533C5F3D-254B-C0E0-E879-2FC18937FAB4}"/>
              </a:ext>
            </a:extLst>
          </p:cNvPr>
          <p:cNvSpPr txBox="1">
            <a:spLocks/>
          </p:cNvSpPr>
          <p:nvPr>
            <p:custDataLst>
              <p:tags r:id="rId20"/>
            </p:custDataLst>
          </p:nvPr>
        </p:nvSpPr>
        <p:spPr bwMode="auto">
          <a:xfrm>
            <a:off x="10328275" y="3465513"/>
            <a:ext cx="3952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40417EE6-7924-4391-9801-E1C4F6C78205}" type="datetime'''''''&gt;''''''3'''''''''''''''' ''''ppt'">
              <a:rPr kumimoji="1" lang="en-US" altLang="en-US" sz="1000" smtClean="0">
                <a:latin typeface="HarmonyOS Sans SC" pitchFamily="2" charset="-122"/>
                <a:ea typeface="HarmonyOS Sans SC" pitchFamily="2" charset="-122"/>
              </a:rPr>
              <a:pPr/>
              <a:t>&gt;3 ppt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542" name="文本占位符 2">
            <a:extLst>
              <a:ext uri="{FF2B5EF4-FFF2-40B4-BE49-F238E27FC236}">
                <a16:creationId xmlns:a16="http://schemas.microsoft.com/office/drawing/2014/main" id="{1A3BEFCF-7225-356C-A528-F550CDD289A8}"/>
              </a:ext>
            </a:extLst>
          </p:cNvPr>
          <p:cNvSpPr txBox="1">
            <a:spLocks/>
          </p:cNvSpPr>
          <p:nvPr>
            <p:custDataLst>
              <p:tags r:id="rId21"/>
            </p:custDataLst>
          </p:nvPr>
        </p:nvSpPr>
        <p:spPr bwMode="auto">
          <a:xfrm>
            <a:off x="2925763" y="3465513"/>
            <a:ext cx="457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7FA18004-BA8D-44EE-8BDE-E30A8890604B}" type="datetime'''''&lt;''''''-''''''''''''''''''''''''''''3 ''''''''''''p''pt'">
              <a:rPr kumimoji="1" lang="en-US" altLang="en-US" sz="1000" smtClean="0">
                <a:latin typeface="HarmonyOS Sans SC" pitchFamily="2" charset="-122"/>
                <a:ea typeface="HarmonyOS Sans SC" pitchFamily="2" charset="-122"/>
              </a:rPr>
              <a:pPr/>
              <a:t>&lt;-3 ppt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627" name="文本占位符 2">
            <a:extLst>
              <a:ext uri="{FF2B5EF4-FFF2-40B4-BE49-F238E27FC236}">
                <a16:creationId xmlns:a16="http://schemas.microsoft.com/office/drawing/2014/main" id="{43DD2FA1-3BF4-3071-75A9-3FF2989C393B}"/>
              </a:ext>
            </a:extLst>
          </p:cNvPr>
          <p:cNvSpPr txBox="1">
            <a:spLocks/>
          </p:cNvSpPr>
          <p:nvPr>
            <p:custDataLst>
              <p:tags r:id="rId22"/>
            </p:custDataLst>
          </p:nvPr>
        </p:nvSpPr>
        <p:spPr bwMode="gray">
          <a:xfrm>
            <a:off x="4489450" y="2736851"/>
            <a:ext cx="2794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75F73293-06B9-483D-8417-EAB84A3FCD91}" type="datetime'''''''''''''1''''7''''%'''''''''''''''''''''''''''''''''''''''">
              <a:rPr kumimoji="1" lang="en-US" altLang="en-US" sz="1000" smtClean="0">
                <a:effectLst/>
                <a:latin typeface="HarmonyOS Sans SC" pitchFamily="2" charset="-122"/>
                <a:ea typeface="HarmonyOS Sans SC" pitchFamily="2" charset="-122"/>
                <a:sym typeface="HarmonyOS Sans SC" pitchFamily="2" charset="-122"/>
              </a:rPr>
              <a:pPr>
                <a:spcBef>
                  <a:spcPct val="0"/>
                </a:spcBef>
                <a:spcAft>
                  <a:spcPct val="0"/>
                </a:spcAft>
              </a:pPr>
              <a:t>17%</a:t>
            </a:fld>
            <a:endParaRPr kumimoji="1" lang="zh-CN" altLang="en-US" sz="1000" dirty="0">
              <a:latin typeface="HarmonyOS Sans SC" pitchFamily="2" charset="-122"/>
              <a:ea typeface="HarmonyOS Sans SC" pitchFamily="2" charset="-122"/>
              <a:sym typeface="HarmonyOS Sans SC" pitchFamily="2" charset="-122"/>
            </a:endParaRPr>
          </a:p>
        </p:txBody>
      </p:sp>
      <p:sp>
        <p:nvSpPr>
          <p:cNvPr id="628" name="文本占位符 2">
            <a:extLst>
              <a:ext uri="{FF2B5EF4-FFF2-40B4-BE49-F238E27FC236}">
                <a16:creationId xmlns:a16="http://schemas.microsoft.com/office/drawing/2014/main" id="{95FF828A-8EE2-5276-5169-662D28061399}"/>
              </a:ext>
            </a:extLst>
          </p:cNvPr>
          <p:cNvSpPr txBox="1">
            <a:spLocks/>
          </p:cNvSpPr>
          <p:nvPr>
            <p:custDataLst>
              <p:tags r:id="rId23"/>
            </p:custDataLst>
          </p:nvPr>
        </p:nvSpPr>
        <p:spPr bwMode="gray">
          <a:xfrm>
            <a:off x="5962650" y="2952751"/>
            <a:ext cx="2794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588CED69-45DC-4C24-A191-0DAFBD118060}" type="datetime'''''''''''''1''''''''''''0''''''''''''''''''%'''''''''">
              <a:rPr kumimoji="1" lang="en-US" altLang="en-US" sz="1000" smtClean="0">
                <a:effectLst/>
                <a:latin typeface="HarmonyOS Sans SC" pitchFamily="2" charset="-122"/>
                <a:ea typeface="HarmonyOS Sans SC" pitchFamily="2" charset="-122"/>
                <a:sym typeface="HarmonyOS Sans SC" pitchFamily="2" charset="-122"/>
              </a:rPr>
              <a:pPr>
                <a:spcBef>
                  <a:spcPct val="0"/>
                </a:spcBef>
                <a:spcAft>
                  <a:spcPct val="0"/>
                </a:spcAft>
              </a:pPr>
              <a:t>10%</a:t>
            </a:fld>
            <a:endParaRPr kumimoji="1" lang="zh-CN" altLang="en-US" sz="1000" dirty="0">
              <a:latin typeface="HarmonyOS Sans SC" pitchFamily="2" charset="-122"/>
              <a:ea typeface="HarmonyOS Sans SC" pitchFamily="2" charset="-122"/>
              <a:sym typeface="HarmonyOS Sans SC" pitchFamily="2" charset="-122"/>
            </a:endParaRPr>
          </a:p>
        </p:txBody>
      </p:sp>
      <p:sp>
        <p:nvSpPr>
          <p:cNvPr id="629" name="文本占位符 2">
            <a:extLst>
              <a:ext uri="{FF2B5EF4-FFF2-40B4-BE49-F238E27FC236}">
                <a16:creationId xmlns:a16="http://schemas.microsoft.com/office/drawing/2014/main" id="{DD67D160-6B89-607B-11CD-923D47C8A8B9}"/>
              </a:ext>
            </a:extLst>
          </p:cNvPr>
          <p:cNvSpPr txBox="1">
            <a:spLocks/>
          </p:cNvSpPr>
          <p:nvPr>
            <p:custDataLst>
              <p:tags r:id="rId24"/>
            </p:custDataLst>
          </p:nvPr>
        </p:nvSpPr>
        <p:spPr bwMode="gray">
          <a:xfrm>
            <a:off x="7437438" y="2890839"/>
            <a:ext cx="2794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1BB2AA5F-3783-4CC2-8097-4B4D26343344}" type="datetime'''''''''''''''''''''''1''2''''''''''''''''%'">
              <a:rPr kumimoji="1" lang="en-US" altLang="en-US" sz="1000" smtClean="0">
                <a:effectLst/>
                <a:latin typeface="HarmonyOS Sans SC" pitchFamily="2" charset="-122"/>
                <a:ea typeface="HarmonyOS Sans SC" pitchFamily="2" charset="-122"/>
                <a:sym typeface="HarmonyOS Sans SC" pitchFamily="2" charset="-122"/>
              </a:rPr>
              <a:pPr>
                <a:spcBef>
                  <a:spcPct val="0"/>
                </a:spcBef>
                <a:spcAft>
                  <a:spcPct val="0"/>
                </a:spcAft>
              </a:pPr>
              <a:t>12%</a:t>
            </a:fld>
            <a:endParaRPr kumimoji="1" lang="zh-CN" altLang="en-US" sz="1000" dirty="0">
              <a:latin typeface="HarmonyOS Sans SC" pitchFamily="2" charset="-122"/>
              <a:ea typeface="HarmonyOS Sans SC" pitchFamily="2" charset="-122"/>
              <a:sym typeface="HarmonyOS Sans SC" pitchFamily="2" charset="-122"/>
            </a:endParaRPr>
          </a:p>
        </p:txBody>
      </p:sp>
      <p:sp>
        <p:nvSpPr>
          <p:cNvPr id="630" name="文本占位符 2">
            <a:extLst>
              <a:ext uri="{FF2B5EF4-FFF2-40B4-BE49-F238E27FC236}">
                <a16:creationId xmlns:a16="http://schemas.microsoft.com/office/drawing/2014/main" id="{76684C94-3E6D-4CD2-500A-33487797C8EA}"/>
              </a:ext>
            </a:extLst>
          </p:cNvPr>
          <p:cNvSpPr txBox="1">
            <a:spLocks/>
          </p:cNvSpPr>
          <p:nvPr>
            <p:custDataLst>
              <p:tags r:id="rId25"/>
            </p:custDataLst>
          </p:nvPr>
        </p:nvSpPr>
        <p:spPr bwMode="gray">
          <a:xfrm>
            <a:off x="8912225" y="2676526"/>
            <a:ext cx="2794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BBE576F6-713F-4841-95B6-F9D25AD39EA5}" type="datetime'1''''''''''''''''''''''''''''''''''''''9''%'">
              <a:rPr kumimoji="1" lang="en-US" altLang="en-US" sz="1000" smtClean="0">
                <a:effectLst/>
                <a:latin typeface="HarmonyOS Sans SC" pitchFamily="2" charset="-122"/>
                <a:ea typeface="HarmonyOS Sans SC" pitchFamily="2" charset="-122"/>
                <a:sym typeface="HarmonyOS Sans SC" pitchFamily="2" charset="-122"/>
              </a:rPr>
              <a:pPr>
                <a:spcBef>
                  <a:spcPct val="0"/>
                </a:spcBef>
                <a:spcAft>
                  <a:spcPct val="0"/>
                </a:spcAft>
              </a:pPr>
              <a:t>19%</a:t>
            </a:fld>
            <a:endParaRPr kumimoji="1" lang="zh-CN" altLang="en-US" sz="1000" dirty="0">
              <a:latin typeface="HarmonyOS Sans SC" pitchFamily="2" charset="-122"/>
              <a:ea typeface="HarmonyOS Sans SC" pitchFamily="2" charset="-122"/>
              <a:sym typeface="HarmonyOS Sans SC" pitchFamily="2" charset="-122"/>
            </a:endParaRPr>
          </a:p>
        </p:txBody>
      </p:sp>
      <p:sp>
        <p:nvSpPr>
          <p:cNvPr id="631" name="文本占位符 2">
            <a:extLst>
              <a:ext uri="{FF2B5EF4-FFF2-40B4-BE49-F238E27FC236}">
                <a16:creationId xmlns:a16="http://schemas.microsoft.com/office/drawing/2014/main" id="{C239BEA4-2E81-B174-26CB-B1C7ABBBB367}"/>
              </a:ext>
            </a:extLst>
          </p:cNvPr>
          <p:cNvSpPr txBox="1">
            <a:spLocks/>
          </p:cNvSpPr>
          <p:nvPr>
            <p:custDataLst>
              <p:tags r:id="rId26"/>
            </p:custDataLst>
          </p:nvPr>
        </p:nvSpPr>
        <p:spPr bwMode="gray">
          <a:xfrm>
            <a:off x="10385425" y="2552701"/>
            <a:ext cx="2794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EF2B116C-5243-45DC-9230-D4FAABC55F86}" type="datetime'''''2''''''''''''''''''''''''''''''''3''''''%'''">
              <a:rPr kumimoji="1" lang="en-US" altLang="en-US" sz="1000" smtClean="0">
                <a:effectLst/>
                <a:latin typeface="HarmonyOS Sans SC" pitchFamily="2" charset="-122"/>
                <a:ea typeface="HarmonyOS Sans SC" pitchFamily="2" charset="-122"/>
                <a:sym typeface="HarmonyOS Sans SC" pitchFamily="2" charset="-122"/>
              </a:rPr>
              <a:pPr>
                <a:spcBef>
                  <a:spcPct val="0"/>
                </a:spcBef>
                <a:spcAft>
                  <a:spcPct val="0"/>
                </a:spcAft>
              </a:pPr>
              <a:t>23%</a:t>
            </a:fld>
            <a:endParaRPr kumimoji="1" lang="zh-CN" altLang="en-US" sz="1000" dirty="0">
              <a:latin typeface="HarmonyOS Sans SC" pitchFamily="2" charset="-122"/>
              <a:ea typeface="HarmonyOS Sans SC" pitchFamily="2" charset="-122"/>
              <a:sym typeface="HarmonyOS Sans SC" pitchFamily="2" charset="-122"/>
            </a:endParaRPr>
          </a:p>
        </p:txBody>
      </p:sp>
      <p:sp>
        <p:nvSpPr>
          <p:cNvPr id="626" name="文本占位符 2">
            <a:extLst>
              <a:ext uri="{FF2B5EF4-FFF2-40B4-BE49-F238E27FC236}">
                <a16:creationId xmlns:a16="http://schemas.microsoft.com/office/drawing/2014/main" id="{DE2BA1A4-3E61-B5CA-2C1D-2236D1C24309}"/>
              </a:ext>
            </a:extLst>
          </p:cNvPr>
          <p:cNvSpPr txBox="1">
            <a:spLocks/>
          </p:cNvSpPr>
          <p:nvPr>
            <p:custDataLst>
              <p:tags r:id="rId27"/>
            </p:custDataLst>
          </p:nvPr>
        </p:nvSpPr>
        <p:spPr bwMode="gray">
          <a:xfrm>
            <a:off x="3014663" y="2676526"/>
            <a:ext cx="2794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1AD8984D-3AC8-4045-A9A4-232C09C2512A}" type="datetime'''''''''1''''''''''''''''''9''''''''''''''''''''''%'''''''''">
              <a:rPr kumimoji="1" lang="en-US" altLang="en-US" sz="1000" smtClean="0">
                <a:effectLst/>
                <a:latin typeface="HarmonyOS Sans SC" pitchFamily="2" charset="-122"/>
                <a:ea typeface="HarmonyOS Sans SC" pitchFamily="2" charset="-122"/>
                <a:sym typeface="HarmonyOS Sans SC" pitchFamily="2" charset="-122"/>
              </a:rPr>
              <a:pPr>
                <a:spcBef>
                  <a:spcPct val="0"/>
                </a:spcBef>
                <a:spcAft>
                  <a:spcPct val="0"/>
                </a:spcAft>
              </a:pPr>
              <a:t>19%</a:t>
            </a:fld>
            <a:endParaRPr kumimoji="1" lang="zh-CN" altLang="en-US" sz="1000" dirty="0">
              <a:latin typeface="HarmonyOS Sans SC" pitchFamily="2" charset="-122"/>
              <a:ea typeface="HarmonyOS Sans SC" pitchFamily="2" charset="-122"/>
              <a:sym typeface="HarmonyOS Sans SC" pitchFamily="2" charset="-122"/>
            </a:endParaRPr>
          </a:p>
        </p:txBody>
      </p:sp>
      <p:graphicFrame>
        <p:nvGraphicFramePr>
          <p:cNvPr id="283" name="Chart 3">
            <a:extLst>
              <a:ext uri="{FF2B5EF4-FFF2-40B4-BE49-F238E27FC236}">
                <a16:creationId xmlns:a16="http://schemas.microsoft.com/office/drawing/2014/main" id="{A2237288-CDBD-9A3D-158D-61D9E0DE7EC5}"/>
              </a:ext>
            </a:extLst>
          </p:cNvPr>
          <p:cNvGraphicFramePr/>
          <p:nvPr>
            <p:custDataLst>
              <p:tags r:id="rId28"/>
            </p:custDataLst>
          </p:nvPr>
        </p:nvGraphicFramePr>
        <p:xfrm>
          <a:off x="2335213" y="3973513"/>
          <a:ext cx="9010650" cy="873125"/>
        </p:xfrm>
        <a:graphic>
          <a:graphicData uri="http://schemas.openxmlformats.org/drawingml/2006/chart">
            <c:chart xmlns:c="http://schemas.openxmlformats.org/drawingml/2006/chart" xmlns:r="http://schemas.openxmlformats.org/officeDocument/2006/relationships" r:id="rId59"/>
          </a:graphicData>
        </a:graphic>
      </p:graphicFrame>
      <p:sp>
        <p:nvSpPr>
          <p:cNvPr id="550" name="文本占位符 2">
            <a:extLst>
              <a:ext uri="{FF2B5EF4-FFF2-40B4-BE49-F238E27FC236}">
                <a16:creationId xmlns:a16="http://schemas.microsoft.com/office/drawing/2014/main" id="{CA5F5ECD-8C24-EEA3-3D58-37CF9FB07173}"/>
              </a:ext>
            </a:extLst>
          </p:cNvPr>
          <p:cNvSpPr txBox="1">
            <a:spLocks/>
          </p:cNvSpPr>
          <p:nvPr>
            <p:custDataLst>
              <p:tags r:id="rId29"/>
            </p:custDataLst>
          </p:nvPr>
        </p:nvSpPr>
        <p:spPr bwMode="auto">
          <a:xfrm>
            <a:off x="4275138" y="4806950"/>
            <a:ext cx="7096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AF7155C5-95A1-4CAA-8FD2-EB975A7AA9F4}" type="datetime'-''''1'''''''' to'''' ''''''-''''3'' ''p''''''''p''''''''''t'">
              <a:rPr kumimoji="1" lang="en-US" altLang="en-US" sz="1000" smtClean="0">
                <a:latin typeface="HarmonyOS Sans SC" pitchFamily="2" charset="-122"/>
                <a:ea typeface="HarmonyOS Sans SC" pitchFamily="2" charset="-122"/>
              </a:rPr>
              <a:pPr/>
              <a:t>-1 to -3 ppt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549" name="文本占位符 2">
            <a:extLst>
              <a:ext uri="{FF2B5EF4-FFF2-40B4-BE49-F238E27FC236}">
                <a16:creationId xmlns:a16="http://schemas.microsoft.com/office/drawing/2014/main" id="{35D4F6FC-8AF3-0C77-A5A3-A76D5004741C}"/>
              </a:ext>
            </a:extLst>
          </p:cNvPr>
          <p:cNvSpPr txBox="1">
            <a:spLocks/>
          </p:cNvSpPr>
          <p:nvPr>
            <p:custDataLst>
              <p:tags r:id="rId30"/>
            </p:custDataLst>
          </p:nvPr>
        </p:nvSpPr>
        <p:spPr bwMode="auto">
          <a:xfrm>
            <a:off x="5778500" y="4806950"/>
            <a:ext cx="647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8C9DBD70-89C0-4B5A-9ABB-C854E628D84F}" type="datetime'''-''''''1'''''' ''to'''''' ''0'''''''''''''''''''' ''p''p''t'">
              <a:rPr kumimoji="1" lang="en-US" altLang="en-US" sz="1000" smtClean="0">
                <a:latin typeface="HarmonyOS Sans SC" pitchFamily="2" charset="-122"/>
                <a:ea typeface="HarmonyOS Sans SC" pitchFamily="2" charset="-122"/>
              </a:rPr>
              <a:pPr/>
              <a:t>-1 to 0 ppt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554" name="文本占位符 2">
            <a:extLst>
              <a:ext uri="{FF2B5EF4-FFF2-40B4-BE49-F238E27FC236}">
                <a16:creationId xmlns:a16="http://schemas.microsoft.com/office/drawing/2014/main" id="{530D8E65-0DD3-1A17-4F7F-BA5A7DBD8058}"/>
              </a:ext>
            </a:extLst>
          </p:cNvPr>
          <p:cNvSpPr txBox="1">
            <a:spLocks/>
          </p:cNvSpPr>
          <p:nvPr>
            <p:custDataLst>
              <p:tags r:id="rId31"/>
            </p:custDataLst>
          </p:nvPr>
        </p:nvSpPr>
        <p:spPr bwMode="auto">
          <a:xfrm>
            <a:off x="7289800" y="4806950"/>
            <a:ext cx="57467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7F63ED8B-D0BB-47BC-B42B-602FD104C06F}" type="datetime'''O t''''o''''''''''''''1'''''' ''''''p''p''''t'">
              <a:rPr kumimoji="1" lang="en-US" altLang="en-US" sz="1000" smtClean="0">
                <a:latin typeface="HarmonyOS Sans SC" pitchFamily="2" charset="-122"/>
                <a:ea typeface="HarmonyOS Sans SC" pitchFamily="2" charset="-122"/>
              </a:rPr>
              <a:pPr/>
              <a:t>O to1 ppt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552" name="文本占位符 2">
            <a:extLst>
              <a:ext uri="{FF2B5EF4-FFF2-40B4-BE49-F238E27FC236}">
                <a16:creationId xmlns:a16="http://schemas.microsoft.com/office/drawing/2014/main" id="{36A210F7-ECBE-67D2-CA25-F117AF38048A}"/>
              </a:ext>
            </a:extLst>
          </p:cNvPr>
          <p:cNvSpPr txBox="1">
            <a:spLocks/>
          </p:cNvSpPr>
          <p:nvPr>
            <p:custDataLst>
              <p:tags r:id="rId32"/>
            </p:custDataLst>
          </p:nvPr>
        </p:nvSpPr>
        <p:spPr bwMode="auto">
          <a:xfrm>
            <a:off x="8759825" y="4806950"/>
            <a:ext cx="5857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291AF0A1-E0F6-437C-A641-7270EB71457E}" type="datetime'''''''''''1'''''' ''''''''t''o'' ''''''3'''' ''''''p''pt'''">
              <a:rPr kumimoji="1" lang="en-US" altLang="en-US" sz="1000" smtClean="0">
                <a:latin typeface="HarmonyOS Sans SC" pitchFamily="2" charset="-122"/>
                <a:ea typeface="HarmonyOS Sans SC" pitchFamily="2" charset="-122"/>
              </a:rPr>
              <a:pPr/>
              <a:t>1 to 3 ppt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553" name="文本占位符 2">
            <a:extLst>
              <a:ext uri="{FF2B5EF4-FFF2-40B4-BE49-F238E27FC236}">
                <a16:creationId xmlns:a16="http://schemas.microsoft.com/office/drawing/2014/main" id="{90437425-3A40-1AE5-8B8F-DA05431BD994}"/>
              </a:ext>
            </a:extLst>
          </p:cNvPr>
          <p:cNvSpPr txBox="1">
            <a:spLocks/>
          </p:cNvSpPr>
          <p:nvPr>
            <p:custDataLst>
              <p:tags r:id="rId33"/>
            </p:custDataLst>
          </p:nvPr>
        </p:nvSpPr>
        <p:spPr bwMode="auto">
          <a:xfrm>
            <a:off x="10328275" y="4806950"/>
            <a:ext cx="3952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8178F950-69AE-48D4-9899-35E449A15716}" type="datetime'''''''''''''''&gt;''''''''''''3 ''''''''p''''''''''pt'">
              <a:rPr kumimoji="1" lang="en-US" altLang="en-US" sz="1000" smtClean="0">
                <a:latin typeface="HarmonyOS Sans SC" pitchFamily="2" charset="-122"/>
                <a:ea typeface="HarmonyOS Sans SC" pitchFamily="2" charset="-122"/>
              </a:rPr>
              <a:pPr/>
              <a:t>&gt;3 ppt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551" name="文本占位符 2">
            <a:extLst>
              <a:ext uri="{FF2B5EF4-FFF2-40B4-BE49-F238E27FC236}">
                <a16:creationId xmlns:a16="http://schemas.microsoft.com/office/drawing/2014/main" id="{7AD7B215-8576-FAFF-E0F8-1574FA8CF8FF}"/>
              </a:ext>
            </a:extLst>
          </p:cNvPr>
          <p:cNvSpPr txBox="1">
            <a:spLocks/>
          </p:cNvSpPr>
          <p:nvPr>
            <p:custDataLst>
              <p:tags r:id="rId34"/>
            </p:custDataLst>
          </p:nvPr>
        </p:nvSpPr>
        <p:spPr bwMode="auto">
          <a:xfrm>
            <a:off x="2925763" y="4806950"/>
            <a:ext cx="457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88157396-29F4-46A3-82DE-260FD2C41A57}" type="datetime'''&lt;''''''''''''''''-3'' ''p''''''''''''''p''''t'''''''''''''''">
              <a:rPr kumimoji="1" lang="en-US" altLang="en-US" sz="1000" smtClean="0">
                <a:latin typeface="HarmonyOS Sans SC" pitchFamily="2" charset="-122"/>
                <a:ea typeface="HarmonyOS Sans SC" pitchFamily="2" charset="-122"/>
              </a:rPr>
              <a:pPr/>
              <a:t>&lt;-3 ppt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78" name="文本占位符 2">
            <a:extLst>
              <a:ext uri="{FF2B5EF4-FFF2-40B4-BE49-F238E27FC236}">
                <a16:creationId xmlns:a16="http://schemas.microsoft.com/office/drawing/2014/main" id="{1F1B1FCD-6168-5404-9804-C0CAD74B6CBC}"/>
              </a:ext>
            </a:extLst>
          </p:cNvPr>
          <p:cNvSpPr txBox="1">
            <a:spLocks/>
          </p:cNvSpPr>
          <p:nvPr>
            <p:custDataLst>
              <p:tags r:id="rId35"/>
            </p:custDataLst>
          </p:nvPr>
        </p:nvSpPr>
        <p:spPr bwMode="gray">
          <a:xfrm>
            <a:off x="4489450" y="3948114"/>
            <a:ext cx="2794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CB97B49B-78F0-41FC-93CF-89ADB642038D}" type="datetime'''''''''''2''''''''''4''''''%'''''''''''''''''''">
              <a:rPr kumimoji="1" lang="en-US" altLang="en-US" sz="1000" smtClean="0">
                <a:effectLst/>
                <a:latin typeface="HarmonyOS Sans SC" pitchFamily="2" charset="-122"/>
                <a:ea typeface="HarmonyOS Sans SC" pitchFamily="2" charset="-122"/>
                <a:sym typeface="HarmonyOS Sans SC" pitchFamily="2" charset="-122"/>
              </a:rPr>
              <a:pPr>
                <a:spcBef>
                  <a:spcPct val="0"/>
                </a:spcBef>
                <a:spcAft>
                  <a:spcPct val="0"/>
                </a:spcAft>
              </a:pPr>
              <a:t>24%</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79" name="文本占位符 2">
            <a:extLst>
              <a:ext uri="{FF2B5EF4-FFF2-40B4-BE49-F238E27FC236}">
                <a16:creationId xmlns:a16="http://schemas.microsoft.com/office/drawing/2014/main" id="{54C98641-E4D6-9AAD-02C0-81A754E3D190}"/>
              </a:ext>
            </a:extLst>
          </p:cNvPr>
          <p:cNvSpPr txBox="1">
            <a:spLocks/>
          </p:cNvSpPr>
          <p:nvPr>
            <p:custDataLst>
              <p:tags r:id="rId36"/>
            </p:custDataLst>
          </p:nvPr>
        </p:nvSpPr>
        <p:spPr bwMode="gray">
          <a:xfrm>
            <a:off x="5962650" y="3894139"/>
            <a:ext cx="2794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964FF737-7A2A-48AA-8017-0C110B1A5B0A}" type="datetime'''''''''''''''''''''''''''''''''26''%'''''''''''''''''''">
              <a:rPr kumimoji="1" lang="en-US" altLang="en-US" sz="1000" smtClean="0">
                <a:effectLst/>
                <a:latin typeface="HarmonyOS Sans SC" pitchFamily="2" charset="-122"/>
                <a:ea typeface="HarmonyOS Sans SC" pitchFamily="2" charset="-122"/>
                <a:sym typeface="HarmonyOS Sans SC" pitchFamily="2" charset="-122"/>
              </a:rPr>
              <a:pPr>
                <a:spcBef>
                  <a:spcPct val="0"/>
                </a:spcBef>
                <a:spcAft>
                  <a:spcPct val="0"/>
                </a:spcAft>
              </a:pPr>
              <a:t>26%</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80" name="文本占位符 2">
            <a:extLst>
              <a:ext uri="{FF2B5EF4-FFF2-40B4-BE49-F238E27FC236}">
                <a16:creationId xmlns:a16="http://schemas.microsoft.com/office/drawing/2014/main" id="{64306872-0056-620B-1B00-F43283001D05}"/>
              </a:ext>
            </a:extLst>
          </p:cNvPr>
          <p:cNvSpPr txBox="1">
            <a:spLocks/>
          </p:cNvSpPr>
          <p:nvPr>
            <p:custDataLst>
              <p:tags r:id="rId37"/>
            </p:custDataLst>
          </p:nvPr>
        </p:nvSpPr>
        <p:spPr bwMode="gray">
          <a:xfrm>
            <a:off x="7437438" y="4194176"/>
            <a:ext cx="2794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CA24304-2743-47EB-A2E5-6CA27D134005}" type="datetime'''''1''''''''''''''''''''''''''''''5''''''''''''''''''''%'''''">
              <a:rPr kumimoji="1" lang="en-US" altLang="en-US" sz="1000" smtClean="0">
                <a:effectLst/>
                <a:latin typeface="HarmonyOS Sans SC" pitchFamily="2" charset="-122"/>
                <a:ea typeface="HarmonyOS Sans SC" pitchFamily="2" charset="-122"/>
                <a:sym typeface="HarmonyOS Sans SC" pitchFamily="2" charset="-122"/>
              </a:rPr>
              <a:pPr>
                <a:spcBef>
                  <a:spcPct val="0"/>
                </a:spcBef>
                <a:spcAft>
                  <a:spcPct val="0"/>
                </a:spcAft>
              </a:pPr>
              <a:t>15%</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81" name="文本占位符 2">
            <a:extLst>
              <a:ext uri="{FF2B5EF4-FFF2-40B4-BE49-F238E27FC236}">
                <a16:creationId xmlns:a16="http://schemas.microsoft.com/office/drawing/2014/main" id="{55FBBEC1-3990-ED8D-F8CC-A74C559CEBC6}"/>
              </a:ext>
            </a:extLst>
          </p:cNvPr>
          <p:cNvSpPr txBox="1">
            <a:spLocks/>
          </p:cNvSpPr>
          <p:nvPr>
            <p:custDataLst>
              <p:tags r:id="rId38"/>
            </p:custDataLst>
          </p:nvPr>
        </p:nvSpPr>
        <p:spPr bwMode="gray">
          <a:xfrm>
            <a:off x="8912225" y="4111626"/>
            <a:ext cx="2794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61B49A1-3332-43B3-82E2-95267C1C8A76}" type="datetime'1''8''''''''''''''''%'''">
              <a:rPr kumimoji="1" lang="en-US" altLang="en-US" sz="1000" smtClean="0">
                <a:effectLst/>
                <a:latin typeface="HarmonyOS Sans SC" pitchFamily="2" charset="-122"/>
                <a:ea typeface="HarmonyOS Sans SC" pitchFamily="2" charset="-122"/>
                <a:sym typeface="HarmonyOS Sans SC" pitchFamily="2" charset="-122"/>
              </a:rPr>
              <a:pPr>
                <a:spcBef>
                  <a:spcPct val="0"/>
                </a:spcBef>
                <a:spcAft>
                  <a:spcPct val="0"/>
                </a:spcAft>
              </a:pPr>
              <a:t>18%</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82" name="文本占位符 2">
            <a:extLst>
              <a:ext uri="{FF2B5EF4-FFF2-40B4-BE49-F238E27FC236}">
                <a16:creationId xmlns:a16="http://schemas.microsoft.com/office/drawing/2014/main" id="{7D8D71BE-A279-8F20-AA56-1619748FCEAA}"/>
              </a:ext>
            </a:extLst>
          </p:cNvPr>
          <p:cNvSpPr txBox="1">
            <a:spLocks/>
          </p:cNvSpPr>
          <p:nvPr>
            <p:custDataLst>
              <p:tags r:id="rId39"/>
            </p:custDataLst>
          </p:nvPr>
        </p:nvSpPr>
        <p:spPr bwMode="gray">
          <a:xfrm>
            <a:off x="10421938" y="4384676"/>
            <a:ext cx="20637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43B02C72-8A5E-4671-99BE-15BF1678B328}" type="datetime'''''8''''%'''''''">
              <a:rPr kumimoji="1" lang="en-US" altLang="en-US" sz="1000" smtClean="0">
                <a:effectLst/>
                <a:latin typeface="HarmonyOS Sans SC" pitchFamily="2" charset="-122"/>
                <a:ea typeface="HarmonyOS Sans SC" pitchFamily="2" charset="-122"/>
                <a:sym typeface="HarmonyOS Sans SC" pitchFamily="2" charset="-122"/>
              </a:rPr>
              <a:pPr>
                <a:spcBef>
                  <a:spcPct val="0"/>
                </a:spcBef>
                <a:spcAft>
                  <a:spcPct val="0"/>
                </a:spcAft>
              </a:pPr>
              <a:t>8%</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77" name="文本占位符 2">
            <a:extLst>
              <a:ext uri="{FF2B5EF4-FFF2-40B4-BE49-F238E27FC236}">
                <a16:creationId xmlns:a16="http://schemas.microsoft.com/office/drawing/2014/main" id="{ED884AD8-DF0C-6C88-99C7-DF32F46D2F25}"/>
              </a:ext>
            </a:extLst>
          </p:cNvPr>
          <p:cNvSpPr txBox="1">
            <a:spLocks/>
          </p:cNvSpPr>
          <p:nvPr>
            <p:custDataLst>
              <p:tags r:id="rId40"/>
            </p:custDataLst>
          </p:nvPr>
        </p:nvSpPr>
        <p:spPr bwMode="gray">
          <a:xfrm>
            <a:off x="3014663" y="4329114"/>
            <a:ext cx="2794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F557852C-48FC-4765-9BC1-38E3EBF7DB81}" type="datetime'''''''''''''''''''''''''''''1''''0''''''''''%'''''''''''''''''">
              <a:rPr kumimoji="1" lang="en-US" altLang="en-US" sz="1000" smtClean="0">
                <a:effectLst/>
                <a:latin typeface="HarmonyOS Sans SC" pitchFamily="2" charset="-122"/>
                <a:ea typeface="HarmonyOS Sans SC" pitchFamily="2" charset="-122"/>
                <a:sym typeface="HarmonyOS Sans SC" pitchFamily="2" charset="-122"/>
              </a:rPr>
              <a:pPr>
                <a:spcBef>
                  <a:spcPct val="0"/>
                </a:spcBef>
                <a:spcAft>
                  <a:spcPct val="0"/>
                </a:spcAft>
              </a:pPr>
              <a:t>10%</a:t>
            </a:fld>
            <a:endParaRPr kumimoji="1" lang="zh-CN" altLang="en-US" sz="1000" dirty="0">
              <a:latin typeface="HarmonyOS Sans SC" pitchFamily="2" charset="-122"/>
              <a:ea typeface="HarmonyOS Sans SC" pitchFamily="2" charset="-122"/>
              <a:sym typeface="HarmonyOS Sans SC" pitchFamily="2" charset="-122"/>
            </a:endParaRPr>
          </a:p>
        </p:txBody>
      </p:sp>
      <p:graphicFrame>
        <p:nvGraphicFramePr>
          <p:cNvPr id="295" name="Chart 3">
            <a:extLst>
              <a:ext uri="{FF2B5EF4-FFF2-40B4-BE49-F238E27FC236}">
                <a16:creationId xmlns:a16="http://schemas.microsoft.com/office/drawing/2014/main" id="{73555B08-36E2-F4FB-6AB8-046E4F6F9384}"/>
              </a:ext>
            </a:extLst>
          </p:cNvPr>
          <p:cNvGraphicFramePr/>
          <p:nvPr>
            <p:custDataLst>
              <p:tags r:id="rId41"/>
            </p:custDataLst>
          </p:nvPr>
        </p:nvGraphicFramePr>
        <p:xfrm>
          <a:off x="2335213" y="5245100"/>
          <a:ext cx="9010650" cy="873125"/>
        </p:xfrm>
        <a:graphic>
          <a:graphicData uri="http://schemas.openxmlformats.org/drawingml/2006/chart">
            <c:chart xmlns:c="http://schemas.openxmlformats.org/drawingml/2006/chart" xmlns:r="http://schemas.openxmlformats.org/officeDocument/2006/relationships" r:id="rId60"/>
          </a:graphicData>
        </a:graphic>
      </p:graphicFrame>
      <p:sp>
        <p:nvSpPr>
          <p:cNvPr id="559" name="文本占位符 2">
            <a:extLst>
              <a:ext uri="{FF2B5EF4-FFF2-40B4-BE49-F238E27FC236}">
                <a16:creationId xmlns:a16="http://schemas.microsoft.com/office/drawing/2014/main" id="{9E8B97D8-FB5A-8EFC-1822-B76A046BA166}"/>
              </a:ext>
            </a:extLst>
          </p:cNvPr>
          <p:cNvSpPr txBox="1">
            <a:spLocks/>
          </p:cNvSpPr>
          <p:nvPr>
            <p:custDataLst>
              <p:tags r:id="rId42"/>
            </p:custDataLst>
          </p:nvPr>
        </p:nvSpPr>
        <p:spPr bwMode="auto">
          <a:xfrm>
            <a:off x="4275138" y="6078538"/>
            <a:ext cx="7096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C61742CD-4534-4304-936E-7FE59B967B9D}" type="datetime'''-1'''''''''' t''o -''''3'''''' p''''''''''p''''''t'''">
              <a:rPr kumimoji="1" lang="en-US" altLang="en-US" sz="1000" smtClean="0">
                <a:latin typeface="HarmonyOS Sans SC" pitchFamily="2" charset="-122"/>
                <a:ea typeface="HarmonyOS Sans SC" pitchFamily="2" charset="-122"/>
              </a:rPr>
              <a:pPr/>
              <a:t>-1 to -3 ppt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558" name="文本占位符 2">
            <a:extLst>
              <a:ext uri="{FF2B5EF4-FFF2-40B4-BE49-F238E27FC236}">
                <a16:creationId xmlns:a16="http://schemas.microsoft.com/office/drawing/2014/main" id="{A7A9B139-47DD-3565-256A-5A3F17EBB5C4}"/>
              </a:ext>
            </a:extLst>
          </p:cNvPr>
          <p:cNvSpPr txBox="1">
            <a:spLocks/>
          </p:cNvSpPr>
          <p:nvPr>
            <p:custDataLst>
              <p:tags r:id="rId43"/>
            </p:custDataLst>
          </p:nvPr>
        </p:nvSpPr>
        <p:spPr bwMode="auto">
          <a:xfrm>
            <a:off x="5778500" y="6078538"/>
            <a:ext cx="647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1EA67F81-9405-48D4-87E9-EE35BDA81C27}" type="datetime'-''''1'' ''t''o'''''' 0'''''''''' ''''''''p''''''''p''t'''''''">
              <a:rPr kumimoji="1" lang="en-US" altLang="en-US" sz="1000" smtClean="0">
                <a:latin typeface="HarmonyOS Sans SC" pitchFamily="2" charset="-122"/>
                <a:ea typeface="HarmonyOS Sans SC" pitchFamily="2" charset="-122"/>
              </a:rPr>
              <a:pPr/>
              <a:t>-1 to 0 ppt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563" name="文本占位符 2">
            <a:extLst>
              <a:ext uri="{FF2B5EF4-FFF2-40B4-BE49-F238E27FC236}">
                <a16:creationId xmlns:a16="http://schemas.microsoft.com/office/drawing/2014/main" id="{174B3FD6-BBDC-151A-A510-377CE085C4EE}"/>
              </a:ext>
            </a:extLst>
          </p:cNvPr>
          <p:cNvSpPr txBox="1">
            <a:spLocks/>
          </p:cNvSpPr>
          <p:nvPr>
            <p:custDataLst>
              <p:tags r:id="rId44"/>
            </p:custDataLst>
          </p:nvPr>
        </p:nvSpPr>
        <p:spPr bwMode="auto">
          <a:xfrm>
            <a:off x="7289800" y="6078538"/>
            <a:ext cx="57467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AC1C3F5C-3D5D-42BA-A1EA-E95377B7F155}" type="datetime'O'''' ''''''t''''''''o1'' ''p''p''''''t'''''''''''''">
              <a:rPr kumimoji="1" lang="en-US" altLang="en-US" sz="1000" smtClean="0">
                <a:latin typeface="HarmonyOS Sans SC" pitchFamily="2" charset="-122"/>
                <a:ea typeface="HarmonyOS Sans SC" pitchFamily="2" charset="-122"/>
              </a:rPr>
              <a:pPr/>
              <a:t>O to1 ppt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561" name="文本占位符 2">
            <a:extLst>
              <a:ext uri="{FF2B5EF4-FFF2-40B4-BE49-F238E27FC236}">
                <a16:creationId xmlns:a16="http://schemas.microsoft.com/office/drawing/2014/main" id="{DC3C4CCE-6DE9-9C0E-6D77-1A05839D420E}"/>
              </a:ext>
            </a:extLst>
          </p:cNvPr>
          <p:cNvSpPr txBox="1">
            <a:spLocks/>
          </p:cNvSpPr>
          <p:nvPr>
            <p:custDataLst>
              <p:tags r:id="rId45"/>
            </p:custDataLst>
          </p:nvPr>
        </p:nvSpPr>
        <p:spPr bwMode="auto">
          <a:xfrm>
            <a:off x="8759825" y="6078538"/>
            <a:ext cx="5857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9EF81F0E-9EA0-4257-8BB5-32D83614DCE2}" type="datetime'''''''''''1'' ''''''''t''''o'' 3'''' pp''''''t'''''''''''''''">
              <a:rPr kumimoji="1" lang="en-US" altLang="en-US" sz="1000" smtClean="0">
                <a:latin typeface="HarmonyOS Sans SC" pitchFamily="2" charset="-122"/>
                <a:ea typeface="HarmonyOS Sans SC" pitchFamily="2" charset="-122"/>
              </a:rPr>
              <a:pPr/>
              <a:t>1 to 3 ppt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562" name="文本占位符 2">
            <a:extLst>
              <a:ext uri="{FF2B5EF4-FFF2-40B4-BE49-F238E27FC236}">
                <a16:creationId xmlns:a16="http://schemas.microsoft.com/office/drawing/2014/main" id="{C5B46AFA-21DE-BF07-402E-CB5BB72893C4}"/>
              </a:ext>
            </a:extLst>
          </p:cNvPr>
          <p:cNvSpPr txBox="1">
            <a:spLocks/>
          </p:cNvSpPr>
          <p:nvPr>
            <p:custDataLst>
              <p:tags r:id="rId46"/>
            </p:custDataLst>
          </p:nvPr>
        </p:nvSpPr>
        <p:spPr bwMode="auto">
          <a:xfrm>
            <a:off x="10328275" y="6078538"/>
            <a:ext cx="3952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499FC36C-89C8-49CB-9F93-56ACBA5EBFA9}" type="datetime'&gt;''''''''''''3'''''' ''''''''''p''''''p''''''''''''''''t'''">
              <a:rPr kumimoji="1" lang="en-US" altLang="en-US" sz="1000" smtClean="0">
                <a:latin typeface="HarmonyOS Sans SC" pitchFamily="2" charset="-122"/>
                <a:ea typeface="HarmonyOS Sans SC" pitchFamily="2" charset="-122"/>
              </a:rPr>
              <a:pPr/>
              <a:t>&gt;3 ppt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560" name="文本占位符 2">
            <a:extLst>
              <a:ext uri="{FF2B5EF4-FFF2-40B4-BE49-F238E27FC236}">
                <a16:creationId xmlns:a16="http://schemas.microsoft.com/office/drawing/2014/main" id="{11994823-AA25-BF30-8FC9-3B8250637EC2}"/>
              </a:ext>
            </a:extLst>
          </p:cNvPr>
          <p:cNvSpPr txBox="1">
            <a:spLocks/>
          </p:cNvSpPr>
          <p:nvPr>
            <p:custDataLst>
              <p:tags r:id="rId47"/>
            </p:custDataLst>
          </p:nvPr>
        </p:nvSpPr>
        <p:spPr bwMode="auto">
          <a:xfrm>
            <a:off x="2925763" y="6078538"/>
            <a:ext cx="457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551BF90-0301-45AD-A694-A1BFFB7FEF03}" type="datetime'''&lt;''''''''''''-3'''''''' ''''p''p''''''''t'''''''''''''''''''">
              <a:rPr kumimoji="1" lang="en-US" altLang="en-US" sz="1000" smtClean="0">
                <a:latin typeface="HarmonyOS Sans SC" pitchFamily="2" charset="-122"/>
                <a:ea typeface="HarmonyOS Sans SC" pitchFamily="2" charset="-122"/>
              </a:rPr>
              <a:pPr/>
              <a:t>&lt;-3 ppt</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90" name="文本占位符 2">
            <a:extLst>
              <a:ext uri="{FF2B5EF4-FFF2-40B4-BE49-F238E27FC236}">
                <a16:creationId xmlns:a16="http://schemas.microsoft.com/office/drawing/2014/main" id="{79340763-6D33-A773-7EF1-47F9F7A777D6}"/>
              </a:ext>
            </a:extLst>
          </p:cNvPr>
          <p:cNvSpPr txBox="1">
            <a:spLocks/>
          </p:cNvSpPr>
          <p:nvPr>
            <p:custDataLst>
              <p:tags r:id="rId48"/>
            </p:custDataLst>
          </p:nvPr>
        </p:nvSpPr>
        <p:spPr bwMode="gray">
          <a:xfrm>
            <a:off x="4489450" y="5716589"/>
            <a:ext cx="2794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8E8B2E2-6A0D-48B3-86FD-2174DE2D2297}" type="datetime'''''''''1''''''''''''''''''''''''''''''0''''''''''''''''''''%'">
              <a:rPr kumimoji="1" lang="en-US" altLang="en-US" sz="1000" smtClean="0">
                <a:effectLst/>
                <a:latin typeface="HarmonyOS Sans SC" pitchFamily="2" charset="-122"/>
                <a:ea typeface="HarmonyOS Sans SC" pitchFamily="2" charset="-122"/>
                <a:sym typeface="HarmonyOS Sans SC" pitchFamily="2" charset="-122"/>
              </a:rPr>
              <a:pPr>
                <a:spcBef>
                  <a:spcPct val="0"/>
                </a:spcBef>
                <a:spcAft>
                  <a:spcPct val="0"/>
                </a:spcAft>
              </a:pPr>
              <a:t>10%</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91" name="文本占位符 2">
            <a:extLst>
              <a:ext uri="{FF2B5EF4-FFF2-40B4-BE49-F238E27FC236}">
                <a16:creationId xmlns:a16="http://schemas.microsoft.com/office/drawing/2014/main" id="{6DA2FE46-2A82-E6B5-E02D-E7A93F5D98C6}"/>
              </a:ext>
            </a:extLst>
          </p:cNvPr>
          <p:cNvSpPr txBox="1">
            <a:spLocks/>
          </p:cNvSpPr>
          <p:nvPr>
            <p:custDataLst>
              <p:tags r:id="rId49"/>
            </p:custDataLst>
          </p:nvPr>
        </p:nvSpPr>
        <p:spPr bwMode="gray">
          <a:xfrm>
            <a:off x="5999163" y="5732464"/>
            <a:ext cx="20637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ED0FFF92-5A25-450C-8C87-9C90C6F27A1F}" type="datetime'''''9''''''''%'''''''''''''''''''''''''''''''">
              <a:rPr kumimoji="1" lang="en-US" altLang="en-US" sz="1000" smtClean="0">
                <a:effectLst/>
                <a:latin typeface="HarmonyOS Sans SC" pitchFamily="2" charset="-122"/>
                <a:ea typeface="HarmonyOS Sans SC" pitchFamily="2" charset="-122"/>
                <a:sym typeface="HarmonyOS Sans SC" pitchFamily="2" charset="-122"/>
              </a:rPr>
              <a:pPr>
                <a:spcBef>
                  <a:spcPct val="0"/>
                </a:spcBef>
                <a:spcAft>
                  <a:spcPct val="0"/>
                </a:spcAft>
              </a:pPr>
              <a:t>9%</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92" name="文本占位符 2">
            <a:extLst>
              <a:ext uri="{FF2B5EF4-FFF2-40B4-BE49-F238E27FC236}">
                <a16:creationId xmlns:a16="http://schemas.microsoft.com/office/drawing/2014/main" id="{DA546F37-A6FE-0B16-54AF-3E4A1BC78541}"/>
              </a:ext>
            </a:extLst>
          </p:cNvPr>
          <p:cNvSpPr txBox="1">
            <a:spLocks/>
          </p:cNvSpPr>
          <p:nvPr>
            <p:custDataLst>
              <p:tags r:id="rId50"/>
            </p:custDataLst>
          </p:nvPr>
        </p:nvSpPr>
        <p:spPr bwMode="gray">
          <a:xfrm>
            <a:off x="7473950" y="5748339"/>
            <a:ext cx="20637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A8A5E5F8-D70A-4E1A-B50F-8E0023B63F5F}" type="datetime'''''''''''''''''''''''''8''''''%'''''''''''''''''">
              <a:rPr kumimoji="1" lang="en-US" altLang="en-US" sz="1000" smtClean="0">
                <a:effectLst/>
                <a:latin typeface="HarmonyOS Sans SC" pitchFamily="2" charset="-122"/>
                <a:ea typeface="HarmonyOS Sans SC" pitchFamily="2" charset="-122"/>
                <a:sym typeface="HarmonyOS Sans SC" pitchFamily="2" charset="-122"/>
              </a:rPr>
              <a:pPr>
                <a:spcBef>
                  <a:spcPct val="0"/>
                </a:spcBef>
                <a:spcAft>
                  <a:spcPct val="0"/>
                </a:spcAft>
              </a:pPr>
              <a:t>8%</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93" name="文本占位符 2">
            <a:extLst>
              <a:ext uri="{FF2B5EF4-FFF2-40B4-BE49-F238E27FC236}">
                <a16:creationId xmlns:a16="http://schemas.microsoft.com/office/drawing/2014/main" id="{A2AA9B6F-C7C6-3908-601B-5451F75F8CF9}"/>
              </a:ext>
            </a:extLst>
          </p:cNvPr>
          <p:cNvSpPr txBox="1">
            <a:spLocks/>
          </p:cNvSpPr>
          <p:nvPr>
            <p:custDataLst>
              <p:tags r:id="rId51"/>
            </p:custDataLst>
          </p:nvPr>
        </p:nvSpPr>
        <p:spPr bwMode="gray">
          <a:xfrm>
            <a:off x="8912225" y="5700714"/>
            <a:ext cx="2794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8F39AC67-C590-4254-B7CE-065514CB7E0B}" type="datetime'''''''''11%'''''''''''''''''''''''''''''''''''''''''''''''''''">
              <a:rPr kumimoji="1" lang="en-US" altLang="en-US" sz="1000" smtClean="0">
                <a:effectLst/>
                <a:latin typeface="HarmonyOS Sans SC" pitchFamily="2" charset="-122"/>
                <a:ea typeface="HarmonyOS Sans SC" pitchFamily="2" charset="-122"/>
                <a:sym typeface="HarmonyOS Sans SC" pitchFamily="2" charset="-122"/>
              </a:rPr>
              <a:pPr>
                <a:spcBef>
                  <a:spcPct val="0"/>
                </a:spcBef>
                <a:spcAft>
                  <a:spcPct val="0"/>
                </a:spcAft>
              </a:pPr>
              <a:t>11%</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94" name="文本占位符 2">
            <a:extLst>
              <a:ext uri="{FF2B5EF4-FFF2-40B4-BE49-F238E27FC236}">
                <a16:creationId xmlns:a16="http://schemas.microsoft.com/office/drawing/2014/main" id="{28684F68-1BDA-BD40-FE67-9BB528678519}"/>
              </a:ext>
            </a:extLst>
          </p:cNvPr>
          <p:cNvSpPr txBox="1">
            <a:spLocks/>
          </p:cNvSpPr>
          <p:nvPr>
            <p:custDataLst>
              <p:tags r:id="rId52"/>
            </p:custDataLst>
          </p:nvPr>
        </p:nvSpPr>
        <p:spPr bwMode="gray">
          <a:xfrm>
            <a:off x="10385425" y="5165726"/>
            <a:ext cx="2794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7EC4FF12-C91A-4D8D-9B17-A91820D416A5}" type="datetime'''''''''''''4''''5''''''''''%'''''">
              <a:rPr kumimoji="1" lang="en-US" altLang="en-US" sz="1000" smtClean="0">
                <a:effectLst/>
                <a:latin typeface="HarmonyOS Sans SC" pitchFamily="2" charset="-122"/>
                <a:ea typeface="HarmonyOS Sans SC" pitchFamily="2" charset="-122"/>
                <a:sym typeface="HarmonyOS Sans SC" pitchFamily="2" charset="-122"/>
              </a:rPr>
              <a:pPr>
                <a:spcBef>
                  <a:spcPct val="0"/>
                </a:spcBef>
                <a:spcAft>
                  <a:spcPct val="0"/>
                </a:spcAft>
              </a:pPr>
              <a:t>45%</a:t>
            </a:fld>
            <a:endParaRPr kumimoji="1" lang="zh-CN" altLang="en-US" sz="1000" dirty="0">
              <a:latin typeface="HarmonyOS Sans SC" pitchFamily="2" charset="-122"/>
              <a:ea typeface="HarmonyOS Sans SC" pitchFamily="2" charset="-122"/>
              <a:sym typeface="HarmonyOS Sans SC" pitchFamily="2" charset="-122"/>
            </a:endParaRPr>
          </a:p>
        </p:txBody>
      </p:sp>
      <p:sp>
        <p:nvSpPr>
          <p:cNvPr id="289" name="文本占位符 2">
            <a:extLst>
              <a:ext uri="{FF2B5EF4-FFF2-40B4-BE49-F238E27FC236}">
                <a16:creationId xmlns:a16="http://schemas.microsoft.com/office/drawing/2014/main" id="{7ECF9BF6-7DA1-5C91-224B-1BE403B7C366}"/>
              </a:ext>
            </a:extLst>
          </p:cNvPr>
          <p:cNvSpPr txBox="1">
            <a:spLocks/>
          </p:cNvSpPr>
          <p:nvPr>
            <p:custDataLst>
              <p:tags r:id="rId53"/>
            </p:custDataLst>
          </p:nvPr>
        </p:nvSpPr>
        <p:spPr bwMode="gray">
          <a:xfrm>
            <a:off x="3014663" y="5607051"/>
            <a:ext cx="2794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D9CF55A-B44A-47A2-A054-CDACD4DF2BE6}" type="datetime'''''''''1''''''''''''''''''''''''''''7''%'''''">
              <a:rPr kumimoji="1" lang="en-US" altLang="en-US" sz="1000" smtClean="0">
                <a:effectLst/>
                <a:latin typeface="HarmonyOS Sans SC" pitchFamily="2" charset="-122"/>
                <a:ea typeface="HarmonyOS Sans SC" pitchFamily="2" charset="-122"/>
                <a:sym typeface="HarmonyOS Sans SC" pitchFamily="2" charset="-122"/>
              </a:rPr>
              <a:pPr>
                <a:spcBef>
                  <a:spcPct val="0"/>
                </a:spcBef>
                <a:spcAft>
                  <a:spcPct val="0"/>
                </a:spcAft>
              </a:pPr>
              <a:t>17%</a:t>
            </a:fld>
            <a:endParaRPr kumimoji="1" lang="zh-CN" altLang="en-US" sz="1000" dirty="0">
              <a:latin typeface="HarmonyOS Sans SC" pitchFamily="2" charset="-122"/>
              <a:ea typeface="HarmonyOS Sans SC" pitchFamily="2" charset="-122"/>
              <a:sym typeface="HarmonyOS Sans SC" pitchFamily="2" charset="-122"/>
            </a:endParaRPr>
          </a:p>
        </p:txBody>
      </p:sp>
      <p:cxnSp>
        <p:nvCxnSpPr>
          <p:cNvPr id="593" name="直线连接符 592">
            <a:extLst>
              <a:ext uri="{FF2B5EF4-FFF2-40B4-BE49-F238E27FC236}">
                <a16:creationId xmlns:a16="http://schemas.microsoft.com/office/drawing/2014/main" id="{695B3A31-E1B7-1274-7931-7718CDCDDD3C}"/>
              </a:ext>
            </a:extLst>
          </p:cNvPr>
          <p:cNvCxnSpPr/>
          <p:nvPr/>
        </p:nvCxnSpPr>
        <p:spPr>
          <a:xfrm>
            <a:off x="619431" y="2421808"/>
            <a:ext cx="10559845" cy="0"/>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594" name="直线连接符 593">
            <a:extLst>
              <a:ext uri="{FF2B5EF4-FFF2-40B4-BE49-F238E27FC236}">
                <a16:creationId xmlns:a16="http://schemas.microsoft.com/office/drawing/2014/main" id="{74A80690-AE0B-920F-DAEC-43DB217B1F57}"/>
              </a:ext>
            </a:extLst>
          </p:cNvPr>
          <p:cNvCxnSpPr/>
          <p:nvPr/>
        </p:nvCxnSpPr>
        <p:spPr>
          <a:xfrm>
            <a:off x="619432" y="3747832"/>
            <a:ext cx="10559845" cy="0"/>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595" name="直线连接符 594">
            <a:extLst>
              <a:ext uri="{FF2B5EF4-FFF2-40B4-BE49-F238E27FC236}">
                <a16:creationId xmlns:a16="http://schemas.microsoft.com/office/drawing/2014/main" id="{9CAF8CE5-EDBB-1ABE-DDA4-4753B0A6C5E9}"/>
              </a:ext>
            </a:extLst>
          </p:cNvPr>
          <p:cNvCxnSpPr/>
          <p:nvPr/>
        </p:nvCxnSpPr>
        <p:spPr>
          <a:xfrm>
            <a:off x="619431" y="5074981"/>
            <a:ext cx="10559845" cy="0"/>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596" name="文本框 595">
            <a:extLst>
              <a:ext uri="{FF2B5EF4-FFF2-40B4-BE49-F238E27FC236}">
                <a16:creationId xmlns:a16="http://schemas.microsoft.com/office/drawing/2014/main" id="{C441B862-0148-4B6D-71E6-6476B191AADD}"/>
              </a:ext>
            </a:extLst>
          </p:cNvPr>
          <p:cNvSpPr txBox="1"/>
          <p:nvPr/>
        </p:nvSpPr>
        <p:spPr>
          <a:xfrm>
            <a:off x="537209" y="2480155"/>
            <a:ext cx="1152880" cy="246221"/>
          </a:xfrm>
          <a:prstGeom prst="rect">
            <a:avLst/>
          </a:prstGeom>
          <a:noFill/>
        </p:spPr>
        <p:txBody>
          <a:bodyPr wrap="none" rtlCol="0">
            <a:spAutoFit/>
          </a:bodyPr>
          <a:lstStyle>
            <a:defPPr>
              <a:defRPr lang="zh-CN"/>
            </a:defPPr>
            <a:lvl1pPr>
              <a:defRPr kumimoji="1" sz="1000">
                <a:latin typeface="HarmonyOS Sans SC" pitchFamily="2" charset="-122"/>
                <a:ea typeface="HarmonyOS Sans SC" pitchFamily="2" charset="-122"/>
              </a:defRPr>
            </a:lvl1pPr>
          </a:lstStyle>
          <a:p>
            <a:r>
              <a:rPr lang="en-US" altLang="zh-CN" dirty="0"/>
              <a:t>Americas, </a:t>
            </a:r>
            <a:r>
              <a:rPr lang="en-US" altLang="zh-CN" dirty="0">
                <a:latin typeface="HarmonyOS Sans SC Light" pitchFamily="2" charset="-122"/>
                <a:ea typeface="HarmonyOS Sans SC Light" pitchFamily="2" charset="-122"/>
              </a:rPr>
              <a:t>n=672</a:t>
            </a:r>
            <a:endParaRPr lang="zh-CN" altLang="en-US" dirty="0">
              <a:latin typeface="HarmonyOS Sans SC Light" pitchFamily="2" charset="-122"/>
              <a:ea typeface="HarmonyOS Sans SC Light" pitchFamily="2" charset="-122"/>
            </a:endParaRPr>
          </a:p>
        </p:txBody>
      </p:sp>
      <p:sp>
        <p:nvSpPr>
          <p:cNvPr id="597" name="文本框 596">
            <a:extLst>
              <a:ext uri="{FF2B5EF4-FFF2-40B4-BE49-F238E27FC236}">
                <a16:creationId xmlns:a16="http://schemas.microsoft.com/office/drawing/2014/main" id="{0E76E355-13A3-C8A6-EE12-0F61D35E9632}"/>
              </a:ext>
            </a:extLst>
          </p:cNvPr>
          <p:cNvSpPr txBox="1"/>
          <p:nvPr/>
        </p:nvSpPr>
        <p:spPr>
          <a:xfrm>
            <a:off x="537209" y="3806178"/>
            <a:ext cx="2385589" cy="246221"/>
          </a:xfrm>
          <a:prstGeom prst="rect">
            <a:avLst/>
          </a:prstGeom>
          <a:noFill/>
        </p:spPr>
        <p:txBody>
          <a:bodyPr wrap="none" rtlCol="0">
            <a:spAutoFit/>
          </a:bodyPr>
          <a:lstStyle>
            <a:defPPr>
              <a:defRPr lang="zh-CN"/>
            </a:defPPr>
            <a:lvl1pPr>
              <a:defRPr kumimoji="1" sz="1000">
                <a:latin typeface="HarmonyOS Sans SC" pitchFamily="2" charset="-122"/>
                <a:ea typeface="HarmonyOS Sans SC" pitchFamily="2" charset="-122"/>
              </a:defRPr>
            </a:lvl1pPr>
          </a:lstStyle>
          <a:p>
            <a:r>
              <a:rPr lang="en-US" altLang="zh-CN" dirty="0"/>
              <a:t>Europe, Middle East, and Africa, </a:t>
            </a:r>
            <a:r>
              <a:rPr lang="en-US" altLang="zh-CN" dirty="0">
                <a:latin typeface="HarmonyOS Sans SC Light" pitchFamily="2" charset="-122"/>
                <a:ea typeface="HarmonyOS Sans SC Light" pitchFamily="2" charset="-122"/>
              </a:rPr>
              <a:t>n=62</a:t>
            </a:r>
            <a:endParaRPr lang="zh-CN" altLang="en-US" dirty="0">
              <a:latin typeface="HarmonyOS Sans SC Light" pitchFamily="2" charset="-122"/>
              <a:ea typeface="HarmonyOS Sans SC Light" pitchFamily="2" charset="-122"/>
            </a:endParaRPr>
          </a:p>
        </p:txBody>
      </p:sp>
      <p:sp>
        <p:nvSpPr>
          <p:cNvPr id="598" name="文本框 597">
            <a:extLst>
              <a:ext uri="{FF2B5EF4-FFF2-40B4-BE49-F238E27FC236}">
                <a16:creationId xmlns:a16="http://schemas.microsoft.com/office/drawing/2014/main" id="{D3209AE0-45EE-5D17-4F94-B370A4242AE8}"/>
              </a:ext>
            </a:extLst>
          </p:cNvPr>
          <p:cNvSpPr txBox="1"/>
          <p:nvPr/>
        </p:nvSpPr>
        <p:spPr>
          <a:xfrm>
            <a:off x="537209" y="5115968"/>
            <a:ext cx="1303562" cy="246221"/>
          </a:xfrm>
          <a:prstGeom prst="rect">
            <a:avLst/>
          </a:prstGeom>
          <a:noFill/>
        </p:spPr>
        <p:txBody>
          <a:bodyPr wrap="none" rtlCol="0">
            <a:spAutoFit/>
          </a:bodyPr>
          <a:lstStyle>
            <a:defPPr>
              <a:defRPr lang="zh-CN"/>
            </a:defPPr>
            <a:lvl1pPr>
              <a:defRPr kumimoji="1" sz="1000">
                <a:latin typeface="HarmonyOS Sans SC" pitchFamily="2" charset="-122"/>
                <a:ea typeface="HarmonyOS Sans SC" pitchFamily="2" charset="-122"/>
              </a:defRPr>
            </a:lvl1pPr>
          </a:lstStyle>
          <a:p>
            <a:r>
              <a:rPr lang="en-US" altLang="zh-CN" dirty="0"/>
              <a:t>Asia-Pacific, </a:t>
            </a:r>
            <a:r>
              <a:rPr lang="en-US" altLang="zh-CN" dirty="0">
                <a:latin typeface="HarmonyOS Sans SC Light" pitchFamily="2" charset="-122"/>
                <a:ea typeface="HarmonyOS Sans SC Light" pitchFamily="2" charset="-122"/>
              </a:rPr>
              <a:t>n=124</a:t>
            </a:r>
            <a:endParaRPr lang="zh-CN" altLang="en-US" dirty="0">
              <a:latin typeface="HarmonyOS Sans SC Light" pitchFamily="2" charset="-122"/>
              <a:ea typeface="HarmonyOS Sans SC Light" pitchFamily="2" charset="-122"/>
            </a:endParaRPr>
          </a:p>
        </p:txBody>
      </p:sp>
      <p:cxnSp>
        <p:nvCxnSpPr>
          <p:cNvPr id="297" name="直线连接符 296">
            <a:extLst>
              <a:ext uri="{FF2B5EF4-FFF2-40B4-BE49-F238E27FC236}">
                <a16:creationId xmlns:a16="http://schemas.microsoft.com/office/drawing/2014/main" id="{3CFB7213-9A4D-7957-D2E2-3FDFA1CA1CD0}"/>
              </a:ext>
            </a:extLst>
          </p:cNvPr>
          <p:cNvCxnSpPr>
            <a:cxnSpLocks/>
            <a:endCxn id="620" idx="2"/>
          </p:cNvCxnSpPr>
          <p:nvPr/>
        </p:nvCxnSpPr>
        <p:spPr>
          <a:xfrm>
            <a:off x="6840538" y="1241426"/>
            <a:ext cx="0" cy="952499"/>
          </a:xfrm>
          <a:prstGeom prst="line">
            <a:avLst/>
          </a:prstGeom>
          <a:ln w="12700">
            <a:solidFill>
              <a:schemeClr val="tx1">
                <a:lumMod val="50000"/>
                <a:lumOff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299" name="直线连接符 298">
            <a:extLst>
              <a:ext uri="{FF2B5EF4-FFF2-40B4-BE49-F238E27FC236}">
                <a16:creationId xmlns:a16="http://schemas.microsoft.com/office/drawing/2014/main" id="{F12E03DF-7BAF-8867-C08F-B3B9E4CE4F7F}"/>
              </a:ext>
            </a:extLst>
          </p:cNvPr>
          <p:cNvCxnSpPr>
            <a:cxnSpLocks/>
          </p:cNvCxnSpPr>
          <p:nvPr/>
        </p:nvCxnSpPr>
        <p:spPr>
          <a:xfrm>
            <a:off x="6840538" y="2649539"/>
            <a:ext cx="0" cy="952499"/>
          </a:xfrm>
          <a:prstGeom prst="line">
            <a:avLst/>
          </a:prstGeom>
          <a:ln w="12700">
            <a:solidFill>
              <a:schemeClr val="tx1">
                <a:lumMod val="50000"/>
                <a:lumOff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300" name="直线连接符 299">
            <a:extLst>
              <a:ext uri="{FF2B5EF4-FFF2-40B4-BE49-F238E27FC236}">
                <a16:creationId xmlns:a16="http://schemas.microsoft.com/office/drawing/2014/main" id="{BD31CAB4-AD0F-7774-D817-C81F366BA374}"/>
              </a:ext>
            </a:extLst>
          </p:cNvPr>
          <p:cNvCxnSpPr>
            <a:cxnSpLocks/>
          </p:cNvCxnSpPr>
          <p:nvPr/>
        </p:nvCxnSpPr>
        <p:spPr>
          <a:xfrm>
            <a:off x="6840538" y="3948114"/>
            <a:ext cx="0" cy="952499"/>
          </a:xfrm>
          <a:prstGeom prst="line">
            <a:avLst/>
          </a:prstGeom>
          <a:ln w="12700">
            <a:solidFill>
              <a:schemeClr val="tx1">
                <a:lumMod val="50000"/>
                <a:lumOff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301" name="直线连接符 300">
            <a:extLst>
              <a:ext uri="{FF2B5EF4-FFF2-40B4-BE49-F238E27FC236}">
                <a16:creationId xmlns:a16="http://schemas.microsoft.com/office/drawing/2014/main" id="{E8D9344D-2D91-51D2-362C-6DF6A8CB6322}"/>
              </a:ext>
            </a:extLst>
          </p:cNvPr>
          <p:cNvCxnSpPr>
            <a:cxnSpLocks/>
          </p:cNvCxnSpPr>
          <p:nvPr/>
        </p:nvCxnSpPr>
        <p:spPr>
          <a:xfrm>
            <a:off x="6840538" y="5292726"/>
            <a:ext cx="0" cy="952499"/>
          </a:xfrm>
          <a:prstGeom prst="line">
            <a:avLst/>
          </a:prstGeom>
          <a:ln w="12700">
            <a:solidFill>
              <a:schemeClr val="tx1">
                <a:lumMod val="50000"/>
                <a:lumOff val="50000"/>
              </a:schemeClr>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450684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80CF3-61CC-1D1D-F23C-FF680278F091}"/>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1212D2E-C3F3-1B64-FC73-C69068514A42}"/>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16" imgW="7772400" imgH="10058400" progId="TCLayout.ActiveDocument.1">
                  <p:embed/>
                </p:oleObj>
              </mc:Choice>
              <mc:Fallback>
                <p:oleObj name="think-cell 幻灯片" r:id="rId16" imgW="7772400" imgH="10058400" progId="TCLayout.ActiveDocument.1">
                  <p:embed/>
                  <p:pic>
                    <p:nvPicPr>
                      <p:cNvPr id="4" name="think-cell data - do not delete" hidden="1">
                        <a:extLst>
                          <a:ext uri="{FF2B5EF4-FFF2-40B4-BE49-F238E27FC236}">
                            <a16:creationId xmlns:a16="http://schemas.microsoft.com/office/drawing/2014/main" id="{A1212D2E-C3F3-1B64-FC73-C69068514A42}"/>
                          </a:ext>
                        </a:extLst>
                      </p:cNvPr>
                      <p:cNvPicPr/>
                      <p:nvPr/>
                    </p:nvPicPr>
                    <p:blipFill>
                      <a:blip r:embed="rId17"/>
                      <a:stretch>
                        <a:fillRect/>
                      </a:stretch>
                    </p:blipFill>
                    <p:spPr>
                      <a:xfrm>
                        <a:off x="1588" y="1588"/>
                        <a:ext cx="1227" cy="1588"/>
                      </a:xfrm>
                      <a:prstGeom prst="rect">
                        <a:avLst/>
                      </a:prstGeom>
                    </p:spPr>
                  </p:pic>
                </p:oleObj>
              </mc:Fallback>
            </mc:AlternateContent>
          </a:graphicData>
        </a:graphic>
      </p:graphicFrame>
      <p:sp>
        <p:nvSpPr>
          <p:cNvPr id="8" name="文本框 7">
            <a:extLst>
              <a:ext uri="{FF2B5EF4-FFF2-40B4-BE49-F238E27FC236}">
                <a16:creationId xmlns:a16="http://schemas.microsoft.com/office/drawing/2014/main" id="{6713A158-57FF-D6A6-4CCB-87ED8290EA13}"/>
              </a:ext>
            </a:extLst>
          </p:cNvPr>
          <p:cNvSpPr txBox="1"/>
          <p:nvPr/>
        </p:nvSpPr>
        <p:spPr>
          <a:xfrm>
            <a:off x="537210" y="251460"/>
            <a:ext cx="7311617" cy="369332"/>
          </a:xfrm>
          <a:prstGeom prst="rect">
            <a:avLst/>
          </a:prstGeom>
          <a:noFill/>
        </p:spPr>
        <p:txBody>
          <a:bodyPr wrap="none" rtlCol="0">
            <a:spAutoFit/>
          </a:bodyPr>
          <a:lstStyle/>
          <a:p>
            <a:r>
              <a:rPr kumimoji="1" lang="en-US" altLang="zh-CN" dirty="0">
                <a:latin typeface="HarmonyOS Sans SC Medium" pitchFamily="2" charset="-122"/>
                <a:ea typeface="HarmonyOS Sans SC Medium" pitchFamily="2" charset="-122"/>
              </a:rPr>
              <a:t>More than half of insurers globally do not earn their cost of equity.</a:t>
            </a:r>
            <a:endParaRPr kumimoji="1" lang="zh-CN" altLang="en-US" dirty="0">
              <a:latin typeface="HarmonyOS Sans SC Medium" pitchFamily="2" charset="-122"/>
              <a:ea typeface="HarmonyOS Sans SC Medium" pitchFamily="2" charset="-122"/>
            </a:endParaRPr>
          </a:p>
        </p:txBody>
      </p:sp>
      <p:sp>
        <p:nvSpPr>
          <p:cNvPr id="9" name="文本框 8">
            <a:extLst>
              <a:ext uri="{FF2B5EF4-FFF2-40B4-BE49-F238E27FC236}">
                <a16:creationId xmlns:a16="http://schemas.microsoft.com/office/drawing/2014/main" id="{4D845A74-8A9D-26C7-08BE-47D7F5C334F0}"/>
              </a:ext>
            </a:extLst>
          </p:cNvPr>
          <p:cNvSpPr txBox="1"/>
          <p:nvPr/>
        </p:nvSpPr>
        <p:spPr>
          <a:xfrm>
            <a:off x="537210" y="716200"/>
            <a:ext cx="6902852"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Distribution of average ROE minus average cost of equity </a:t>
            </a:r>
            <a:r>
              <a:rPr kumimoji="1" lang="zh-CN" altLang="en-US" sz="1400" dirty="0">
                <a:latin typeface="HarmonyOS Sans SC" pitchFamily="2" charset="-122"/>
                <a:ea typeface="HarmonyOS Sans SC" pitchFamily="2" charset="-122"/>
              </a:rPr>
              <a:t>（</a:t>
            </a:r>
            <a:r>
              <a:rPr kumimoji="1" lang="en-US" altLang="zh-CN" sz="1400" dirty="0">
                <a:latin typeface="HarmonyOS Sans SC" pitchFamily="2" charset="-122"/>
                <a:ea typeface="HarmonyOS Sans SC" pitchFamily="2" charset="-122"/>
              </a:rPr>
              <a:t>COE</a:t>
            </a:r>
            <a:r>
              <a:rPr kumimoji="1" lang="zh-CN" altLang="en-US" sz="1400" dirty="0">
                <a:latin typeface="HarmonyOS Sans SC" pitchFamily="2" charset="-122"/>
                <a:ea typeface="HarmonyOS Sans SC" pitchFamily="2" charset="-122"/>
              </a:rPr>
              <a:t>）， </a:t>
            </a:r>
            <a:r>
              <a:rPr kumimoji="1" lang="en-US" altLang="zh-CN" sz="1400" dirty="0">
                <a:latin typeface="HarmonyOS Sans SC" pitchFamily="2" charset="-122"/>
                <a:ea typeface="HarmonyOS Sans SC" pitchFamily="2" charset="-122"/>
              </a:rPr>
              <a:t>2017-21</a:t>
            </a:r>
            <a:r>
              <a:rPr kumimoji="1" lang="zh-CN" altLang="en-US" sz="1400" dirty="0">
                <a:latin typeface="HarmonyOS Sans SC" pitchFamily="2" charset="-122"/>
                <a:ea typeface="HarmonyOS Sans SC" pitchFamily="2" charset="-122"/>
              </a:rPr>
              <a:t>，</a:t>
            </a:r>
            <a:r>
              <a:rPr kumimoji="1" lang="en-US" altLang="zh-CN" sz="1400" dirty="0">
                <a:latin typeface="HarmonyOS Sans SC Light" pitchFamily="2" charset="-122"/>
                <a:ea typeface="HarmonyOS Sans SC Light" pitchFamily="2" charset="-122"/>
              </a:rPr>
              <a:t>%</a:t>
            </a:r>
            <a:endParaRPr kumimoji="1" lang="zh-CN" altLang="en-US" sz="1400" dirty="0">
              <a:latin typeface="HarmonyOS Sans SC Light" pitchFamily="2" charset="-122"/>
              <a:ea typeface="HarmonyOS Sans SC Light" pitchFamily="2" charset="-122"/>
            </a:endParaRPr>
          </a:p>
        </p:txBody>
      </p:sp>
      <p:sp>
        <p:nvSpPr>
          <p:cNvPr id="274" name="文本框 273">
            <a:extLst>
              <a:ext uri="{FF2B5EF4-FFF2-40B4-BE49-F238E27FC236}">
                <a16:creationId xmlns:a16="http://schemas.microsoft.com/office/drawing/2014/main" id="{2302DC42-D619-F3AA-84E9-7B781C0B32F6}"/>
              </a:ext>
            </a:extLst>
          </p:cNvPr>
          <p:cNvSpPr txBox="1"/>
          <p:nvPr/>
        </p:nvSpPr>
        <p:spPr>
          <a:xfrm>
            <a:off x="537210" y="6035713"/>
            <a:ext cx="11038681" cy="553998"/>
          </a:xfrm>
          <a:prstGeom prst="rect">
            <a:avLst/>
          </a:prstGeom>
          <a:noFill/>
        </p:spPr>
        <p:txBody>
          <a:bodyPr wrap="square" rtlCol="0">
            <a:spAutoFit/>
          </a:bodyPr>
          <a:lstStyle/>
          <a:p>
            <a:r>
              <a:rPr kumimoji="1" lang="en-US" altLang="zh-CN" sz="1000" dirty="0">
                <a:latin typeface="HarmonyOS Sans SC Light" pitchFamily="2" charset="-122"/>
                <a:ea typeface="HarmonyOS Sans SC Light" pitchFamily="2" charset="-122"/>
              </a:rPr>
              <a:t>Note: Figures may not sum to 100%</a:t>
            </a:r>
            <a:r>
              <a:rPr kumimoji="1" lang="zh-CN" altLang="en-US" sz="1000" dirty="0">
                <a:latin typeface="HarmonyOS Sans SC Light" pitchFamily="2" charset="-122"/>
                <a:ea typeface="HarmonyOS Sans SC Light" pitchFamily="2" charset="-122"/>
              </a:rPr>
              <a:t>， </a:t>
            </a:r>
            <a:r>
              <a:rPr kumimoji="1" lang="en-US" altLang="zh-CN" sz="1000" dirty="0">
                <a:latin typeface="HarmonyOS Sans SC Light" pitchFamily="2" charset="-122"/>
                <a:ea typeface="HarmonyOS Sans SC Light" pitchFamily="2" charset="-122"/>
              </a:rPr>
              <a:t>because of rounding.</a:t>
            </a:r>
          </a:p>
          <a:p>
            <a:r>
              <a:rPr kumimoji="1" lang="en-US" altLang="zh-CN" sz="1000" baseline="30000" dirty="0">
                <a:latin typeface="HarmonyOS Sans SC Light" pitchFamily="2" charset="-122"/>
                <a:ea typeface="HarmonyOS Sans SC Light" pitchFamily="2" charset="-122"/>
              </a:rPr>
              <a:t>1</a:t>
            </a:r>
            <a:r>
              <a:rPr kumimoji="1" lang="en-US" altLang="zh-CN" sz="1000" dirty="0">
                <a:latin typeface="HarmonyOS Sans SC Light" pitchFamily="2" charset="-122"/>
                <a:ea typeface="HarmonyOS Sans SC Light" pitchFamily="2" charset="-122"/>
              </a:rPr>
              <a:t> Percentage points.</a:t>
            </a:r>
          </a:p>
          <a:p>
            <a:r>
              <a:rPr kumimoji="1" lang="en-US" altLang="zh-CN" sz="1000" dirty="0">
                <a:latin typeface="HarmonyOS Sans SC Light" pitchFamily="2" charset="-122"/>
                <a:ea typeface="HarmonyOS Sans SC Light" pitchFamily="2" charset="-122"/>
              </a:rPr>
              <a:t>Source: McKinsey Global Insurance Pools</a:t>
            </a:r>
            <a:endParaRPr kumimoji="1" lang="zh-CN" altLang="en-US" sz="1000" dirty="0">
              <a:latin typeface="HarmonyOS Sans SC Light" pitchFamily="2" charset="-122"/>
              <a:ea typeface="HarmonyOS Sans SC Light" pitchFamily="2" charset="-122"/>
            </a:endParaRPr>
          </a:p>
        </p:txBody>
      </p:sp>
      <p:sp>
        <p:nvSpPr>
          <p:cNvPr id="2" name="文本框 1">
            <a:extLst>
              <a:ext uri="{FF2B5EF4-FFF2-40B4-BE49-F238E27FC236}">
                <a16:creationId xmlns:a16="http://schemas.microsoft.com/office/drawing/2014/main" id="{1A1AD6B8-630A-BC13-194C-4E659FF9915D}"/>
              </a:ext>
            </a:extLst>
          </p:cNvPr>
          <p:cNvSpPr txBox="1"/>
          <p:nvPr/>
        </p:nvSpPr>
        <p:spPr>
          <a:xfrm>
            <a:off x="566939" y="2544762"/>
            <a:ext cx="840295" cy="553998"/>
          </a:xfrm>
          <a:prstGeom prst="rect">
            <a:avLst/>
          </a:prstGeom>
          <a:noFill/>
        </p:spPr>
        <p:txBody>
          <a:bodyPr wrap="none" rtlCol="0">
            <a:spAutoFit/>
          </a:bodyPr>
          <a:lstStyle/>
          <a:p>
            <a:r>
              <a:rPr kumimoji="1" lang="en-US" altLang="zh-CN" sz="1000" b="1" dirty="0">
                <a:latin typeface="HarmonyOS Sans SC" pitchFamily="2" charset="-122"/>
                <a:ea typeface="HarmonyOS Sans SC" pitchFamily="2" charset="-122"/>
              </a:rPr>
              <a:t>Number of</a:t>
            </a:r>
          </a:p>
          <a:p>
            <a:r>
              <a:rPr kumimoji="1" lang="en-US" altLang="zh-CN" sz="1000" b="1" dirty="0">
                <a:latin typeface="HarmonyOS Sans SC" pitchFamily="2" charset="-122"/>
                <a:ea typeface="HarmonyOS Sans SC" pitchFamily="2" charset="-122"/>
              </a:rPr>
              <a:t>insurers</a:t>
            </a:r>
            <a:r>
              <a:rPr kumimoji="1" lang="zh-CN" altLang="en-US" sz="1000" b="1" dirty="0">
                <a:latin typeface="HarmonyOS Sans SC" pitchFamily="2" charset="-122"/>
                <a:ea typeface="HarmonyOS Sans SC" pitchFamily="2" charset="-122"/>
              </a:rPr>
              <a:t>，</a:t>
            </a:r>
          </a:p>
          <a:p>
            <a:r>
              <a:rPr kumimoji="1" lang="en-US" altLang="zh-CN" sz="1000" dirty="0">
                <a:latin typeface="HarmonyOS Sans SC" pitchFamily="2" charset="-122"/>
                <a:ea typeface="HarmonyOS Sans SC" pitchFamily="2" charset="-122"/>
              </a:rPr>
              <a:t>%</a:t>
            </a:r>
            <a:endParaRPr kumimoji="1" lang="zh-CN" altLang="en-US" sz="1000" dirty="0">
              <a:latin typeface="HarmonyOS Sans SC Light" pitchFamily="2" charset="-122"/>
              <a:ea typeface="HarmonyOS Sans SC Light" pitchFamily="2" charset="-122"/>
            </a:endParaRPr>
          </a:p>
        </p:txBody>
      </p:sp>
      <p:graphicFrame>
        <p:nvGraphicFramePr>
          <p:cNvPr id="42" name="Chart 3">
            <a:extLst>
              <a:ext uri="{FF2B5EF4-FFF2-40B4-BE49-F238E27FC236}">
                <a16:creationId xmlns:a16="http://schemas.microsoft.com/office/drawing/2014/main" id="{21336C17-375B-49FD-1923-9A27F01F9632}"/>
              </a:ext>
            </a:extLst>
          </p:cNvPr>
          <p:cNvGraphicFramePr/>
          <p:nvPr>
            <p:custDataLst>
              <p:tags r:id="rId2"/>
            </p:custDataLst>
          </p:nvPr>
        </p:nvGraphicFramePr>
        <p:xfrm>
          <a:off x="2265363" y="2652713"/>
          <a:ext cx="9010650" cy="3046412"/>
        </p:xfrm>
        <a:graphic>
          <a:graphicData uri="http://schemas.openxmlformats.org/drawingml/2006/chart">
            <c:chart xmlns:c="http://schemas.openxmlformats.org/drawingml/2006/chart" xmlns:r="http://schemas.openxmlformats.org/officeDocument/2006/relationships" r:id="rId18"/>
          </a:graphicData>
        </a:graphic>
      </p:graphicFrame>
      <p:sp>
        <p:nvSpPr>
          <p:cNvPr id="517" name="文本占位符 2">
            <a:extLst>
              <a:ext uri="{FF2B5EF4-FFF2-40B4-BE49-F238E27FC236}">
                <a16:creationId xmlns:a16="http://schemas.microsoft.com/office/drawing/2014/main" id="{3AC6CA82-7BB7-C1F4-CD44-0ED4C671392F}"/>
              </a:ext>
            </a:extLst>
          </p:cNvPr>
          <p:cNvSpPr txBox="1">
            <a:spLocks/>
          </p:cNvSpPr>
          <p:nvPr>
            <p:custDataLst>
              <p:tags r:id="rId3"/>
            </p:custDataLst>
          </p:nvPr>
        </p:nvSpPr>
        <p:spPr bwMode="auto">
          <a:xfrm>
            <a:off x="4075113" y="5667374"/>
            <a:ext cx="968375"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F4F21A89-E543-462A-994B-F43AB3C4A207}" type="datetime'''''''-''''''''''5 t''o'''' -2''''''.''''5'' ''''''p''''pt'">
              <a:rPr kumimoji="1" lang="en-US" altLang="en-US" sz="1200" smtClean="0">
                <a:latin typeface="HarmonyOS Sans SC" pitchFamily="2" charset="-122"/>
                <a:ea typeface="HarmonyOS Sans SC" pitchFamily="2" charset="-122"/>
                <a:sym typeface="HarmonyOS Sans SC" pitchFamily="2" charset="-122"/>
              </a:rPr>
              <a:pPr/>
              <a:t>-5 to -2.5 ppt</a:t>
            </a:fld>
            <a:endParaRPr kumimoji="1" lang="zh-CN" altLang="en-US" sz="1200" dirty="0">
              <a:latin typeface="HarmonyOS Sans SC" pitchFamily="2" charset="-122"/>
              <a:ea typeface="HarmonyOS Sans SC" pitchFamily="2" charset="-122"/>
              <a:sym typeface="HarmonyOS Sans SC" pitchFamily="2" charset="-122"/>
            </a:endParaRPr>
          </a:p>
        </p:txBody>
      </p:sp>
      <p:sp>
        <p:nvSpPr>
          <p:cNvPr id="60" name="文本占位符 2">
            <a:extLst>
              <a:ext uri="{FF2B5EF4-FFF2-40B4-BE49-F238E27FC236}">
                <a16:creationId xmlns:a16="http://schemas.microsoft.com/office/drawing/2014/main" id="{8536D1F2-625C-938E-0B68-9F99CD403346}"/>
              </a:ext>
            </a:extLst>
          </p:cNvPr>
          <p:cNvSpPr txBox="1">
            <a:spLocks/>
          </p:cNvSpPr>
          <p:nvPr>
            <p:custDataLst>
              <p:tags r:id="rId4"/>
            </p:custDataLst>
          </p:nvPr>
        </p:nvSpPr>
        <p:spPr bwMode="auto">
          <a:xfrm>
            <a:off x="5586413" y="5667374"/>
            <a:ext cx="893763"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BF4B50FF-1EBE-4368-A73A-F4D90AAFA264}" type="datetime'-''2''.''4'''''''''' ''''to 0'' ''''p''''p''''''''''t'''''''">
              <a:rPr kumimoji="1" lang="en-US" altLang="en-US" sz="1200" smtClean="0">
                <a:latin typeface="HarmonyOS Sans SC" pitchFamily="2" charset="-122"/>
                <a:ea typeface="HarmonyOS Sans SC" pitchFamily="2" charset="-122"/>
                <a:sym typeface="HarmonyOS Sans SC" pitchFamily="2" charset="-122"/>
              </a:rPr>
              <a:pPr/>
              <a:t>-2.4 to 0 ppt</a:t>
            </a:fld>
            <a:endParaRPr kumimoji="1" lang="zh-CN" altLang="en-US" sz="1200" dirty="0">
              <a:latin typeface="HarmonyOS Sans SC" pitchFamily="2" charset="-122"/>
              <a:ea typeface="HarmonyOS Sans SC" pitchFamily="2" charset="-122"/>
              <a:sym typeface="HarmonyOS Sans SC" pitchFamily="2" charset="-122"/>
            </a:endParaRPr>
          </a:p>
        </p:txBody>
      </p:sp>
      <p:sp>
        <p:nvSpPr>
          <p:cNvPr id="520" name="文本占位符 2">
            <a:extLst>
              <a:ext uri="{FF2B5EF4-FFF2-40B4-BE49-F238E27FC236}">
                <a16:creationId xmlns:a16="http://schemas.microsoft.com/office/drawing/2014/main" id="{F8F88E40-1416-1208-759C-6DCC4FD944A0}"/>
              </a:ext>
            </a:extLst>
          </p:cNvPr>
          <p:cNvSpPr txBox="1">
            <a:spLocks/>
          </p:cNvSpPr>
          <p:nvPr>
            <p:custDataLst>
              <p:tags r:id="rId5"/>
            </p:custDataLst>
          </p:nvPr>
        </p:nvSpPr>
        <p:spPr bwMode="auto">
          <a:xfrm>
            <a:off x="7097712" y="5667374"/>
            <a:ext cx="8191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1E12764E-8CAB-4341-8CA4-6C255EBE6AE0}" type="datetime'''0'''''' to'''''''' 2''''''''.5 ''''''''''p''''p''''''t'''">
              <a:rPr kumimoji="1" lang="en-US" altLang="en-US" sz="1200" smtClean="0">
                <a:latin typeface="HarmonyOS Sans SC" pitchFamily="2" charset="-122"/>
                <a:ea typeface="HarmonyOS Sans SC" pitchFamily="2" charset="-122"/>
                <a:sym typeface="HarmonyOS Sans SC" pitchFamily="2" charset="-122"/>
              </a:rPr>
              <a:pPr/>
              <a:t>0 to 2.5 ppt</a:t>
            </a:fld>
            <a:endParaRPr kumimoji="1" lang="zh-CN" altLang="en-US" sz="1200" dirty="0">
              <a:latin typeface="HarmonyOS Sans SC" pitchFamily="2" charset="-122"/>
              <a:ea typeface="HarmonyOS Sans SC" pitchFamily="2" charset="-122"/>
              <a:sym typeface="HarmonyOS Sans SC" pitchFamily="2" charset="-122"/>
            </a:endParaRPr>
          </a:p>
        </p:txBody>
      </p:sp>
      <p:sp>
        <p:nvSpPr>
          <p:cNvPr id="523" name="文本占位符 2">
            <a:extLst>
              <a:ext uri="{FF2B5EF4-FFF2-40B4-BE49-F238E27FC236}">
                <a16:creationId xmlns:a16="http://schemas.microsoft.com/office/drawing/2014/main" id="{F8D732C9-FE4B-529D-71BC-6EE3FDD6CBBA}"/>
              </a:ext>
            </a:extLst>
          </p:cNvPr>
          <p:cNvSpPr txBox="1">
            <a:spLocks/>
          </p:cNvSpPr>
          <p:nvPr>
            <p:custDataLst>
              <p:tags r:id="rId6"/>
            </p:custDataLst>
          </p:nvPr>
        </p:nvSpPr>
        <p:spPr bwMode="auto">
          <a:xfrm>
            <a:off x="8572499" y="5667374"/>
            <a:ext cx="8191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4FAC50AD-1685-4127-9D78-62FAF162AB08}" type="datetime'''''''''''''''''''2.''6 to'' ''''''''5'' pp''''''''''t'">
              <a:rPr kumimoji="1" lang="en-US" altLang="en-US" sz="1200" smtClean="0">
                <a:latin typeface="HarmonyOS Sans SC" pitchFamily="2" charset="-122"/>
                <a:ea typeface="HarmonyOS Sans SC" pitchFamily="2" charset="-122"/>
                <a:sym typeface="HarmonyOS Sans SC" pitchFamily="2" charset="-122"/>
              </a:rPr>
              <a:pPr/>
              <a:t>2.6 to 5 ppt</a:t>
            </a:fld>
            <a:endParaRPr kumimoji="1" lang="zh-CN" altLang="en-US" sz="1200" dirty="0">
              <a:latin typeface="HarmonyOS Sans SC" pitchFamily="2" charset="-122"/>
              <a:ea typeface="HarmonyOS Sans SC" pitchFamily="2" charset="-122"/>
              <a:sym typeface="HarmonyOS Sans SC" pitchFamily="2" charset="-122"/>
            </a:endParaRPr>
          </a:p>
        </p:txBody>
      </p:sp>
      <p:sp>
        <p:nvSpPr>
          <p:cNvPr id="528" name="文本占位符 2">
            <a:extLst>
              <a:ext uri="{FF2B5EF4-FFF2-40B4-BE49-F238E27FC236}">
                <a16:creationId xmlns:a16="http://schemas.microsoft.com/office/drawing/2014/main" id="{1D790B87-79FD-5B8F-269C-38B7F99E35DF}"/>
              </a:ext>
            </a:extLst>
          </p:cNvPr>
          <p:cNvSpPr txBox="1">
            <a:spLocks/>
          </p:cNvSpPr>
          <p:nvPr>
            <p:custDataLst>
              <p:tags r:id="rId7"/>
            </p:custDataLst>
          </p:nvPr>
        </p:nvSpPr>
        <p:spPr bwMode="auto">
          <a:xfrm>
            <a:off x="10221913" y="5667374"/>
            <a:ext cx="468313"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1604FB01-74B0-4050-A146-C5D4DA470572}" type="datetime'''''''''''''''&gt;''5'''' ''''''''''pp''t'''''''''">
              <a:rPr kumimoji="1" lang="en-US" altLang="en-US" sz="1200" smtClean="0">
                <a:latin typeface="HarmonyOS Sans SC" pitchFamily="2" charset="-122"/>
                <a:ea typeface="HarmonyOS Sans SC" pitchFamily="2" charset="-122"/>
                <a:sym typeface="HarmonyOS Sans SC" pitchFamily="2" charset="-122"/>
              </a:rPr>
              <a:pPr/>
              <a:t>&gt;5 ppt</a:t>
            </a:fld>
            <a:endParaRPr kumimoji="1" lang="zh-CN" altLang="en-US" sz="1200" dirty="0">
              <a:latin typeface="HarmonyOS Sans SC" pitchFamily="2" charset="-122"/>
              <a:ea typeface="HarmonyOS Sans SC" pitchFamily="2" charset="-122"/>
              <a:sym typeface="HarmonyOS Sans SC" pitchFamily="2" charset="-122"/>
            </a:endParaRPr>
          </a:p>
        </p:txBody>
      </p:sp>
      <p:sp>
        <p:nvSpPr>
          <p:cNvPr id="26" name="文本占位符 2">
            <a:extLst>
              <a:ext uri="{FF2B5EF4-FFF2-40B4-BE49-F238E27FC236}">
                <a16:creationId xmlns:a16="http://schemas.microsoft.com/office/drawing/2014/main" id="{61B6CEA5-DAE3-9861-6573-A47A9D5E60CA}"/>
              </a:ext>
            </a:extLst>
          </p:cNvPr>
          <p:cNvSpPr txBox="1">
            <a:spLocks/>
          </p:cNvSpPr>
          <p:nvPr>
            <p:custDataLst>
              <p:tags r:id="rId8"/>
            </p:custDataLst>
          </p:nvPr>
        </p:nvSpPr>
        <p:spPr bwMode="auto">
          <a:xfrm>
            <a:off x="2813050" y="5667374"/>
            <a:ext cx="542925"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45827CF6-D806-44D4-9217-9F2CB9E3A603}" type="datetime'''''''''''''''''''''''''''''''''&lt;-''''''5 p''''p''''''t'">
              <a:rPr kumimoji="1" lang="en-US" altLang="en-US" sz="1200" smtClean="0">
                <a:latin typeface="HarmonyOS Sans SC" pitchFamily="2" charset="-122"/>
                <a:ea typeface="HarmonyOS Sans SC" pitchFamily="2" charset="-122"/>
                <a:sym typeface="HarmonyOS Sans SC" pitchFamily="2" charset="-122"/>
              </a:rPr>
              <a:pPr/>
              <a:t>&lt;-5 ppt</a:t>
            </a:fld>
            <a:endParaRPr kumimoji="1" lang="zh-CN" altLang="en-US" sz="1200" dirty="0">
              <a:latin typeface="HarmonyOS Sans SC" pitchFamily="2" charset="-122"/>
              <a:ea typeface="HarmonyOS Sans SC" pitchFamily="2" charset="-122"/>
              <a:sym typeface="HarmonyOS Sans SC" pitchFamily="2" charset="-122"/>
            </a:endParaRPr>
          </a:p>
        </p:txBody>
      </p:sp>
      <p:sp>
        <p:nvSpPr>
          <p:cNvPr id="615" name="文本占位符 2">
            <a:extLst>
              <a:ext uri="{FF2B5EF4-FFF2-40B4-BE49-F238E27FC236}">
                <a16:creationId xmlns:a16="http://schemas.microsoft.com/office/drawing/2014/main" id="{A53F273A-24C7-AC3E-3407-CDC384E88833}"/>
              </a:ext>
            </a:extLst>
          </p:cNvPr>
          <p:cNvSpPr txBox="1">
            <a:spLocks/>
          </p:cNvSpPr>
          <p:nvPr>
            <p:custDataLst>
              <p:tags r:id="rId9"/>
            </p:custDataLst>
          </p:nvPr>
        </p:nvSpPr>
        <p:spPr bwMode="gray">
          <a:xfrm>
            <a:off x="4391025" y="4157662"/>
            <a:ext cx="3365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AEE3617C-A79E-45DF-A0D5-4C23A4D275F6}" type="datetime'''''''''''''11''''''''''''''''''''''''''''%'''''''''''''">
              <a:rPr kumimoji="1" lang="en-US" altLang="en-US" sz="1200" smtClean="0">
                <a:latin typeface="HarmonyOS Sans SC" pitchFamily="2" charset="-122"/>
                <a:ea typeface="HarmonyOS Sans SC" pitchFamily="2" charset="-122"/>
                <a:sym typeface="HarmonyOS Sans SC" pitchFamily="2" charset="-122"/>
              </a:rPr>
              <a:pPr/>
              <a:t>11%</a:t>
            </a:fld>
            <a:endParaRPr kumimoji="1" lang="zh-CN" altLang="en-US" sz="1200" dirty="0">
              <a:latin typeface="HarmonyOS Sans SC" pitchFamily="2" charset="-122"/>
              <a:ea typeface="HarmonyOS Sans SC" pitchFamily="2" charset="-122"/>
              <a:sym typeface="HarmonyOS Sans SC" pitchFamily="2" charset="-122"/>
            </a:endParaRPr>
          </a:p>
        </p:txBody>
      </p:sp>
      <p:sp>
        <p:nvSpPr>
          <p:cNvPr id="616" name="文本占位符 2">
            <a:extLst>
              <a:ext uri="{FF2B5EF4-FFF2-40B4-BE49-F238E27FC236}">
                <a16:creationId xmlns:a16="http://schemas.microsoft.com/office/drawing/2014/main" id="{34F4D5CF-1704-1747-4D9D-9F14926CA842}"/>
              </a:ext>
            </a:extLst>
          </p:cNvPr>
          <p:cNvSpPr txBox="1">
            <a:spLocks/>
          </p:cNvSpPr>
          <p:nvPr>
            <p:custDataLst>
              <p:tags r:id="rId10"/>
            </p:custDataLst>
          </p:nvPr>
        </p:nvSpPr>
        <p:spPr bwMode="gray">
          <a:xfrm>
            <a:off x="5864225" y="3467099"/>
            <a:ext cx="3365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40201DFD-8CF1-4B7C-8843-F8947DFF5015}" type="datetime'''1''''7''''''''%'''''''''''''''''''''''''''''''''''''''''''''">
              <a:rPr kumimoji="1" lang="en-US" altLang="en-US" sz="1200" smtClean="0">
                <a:latin typeface="HarmonyOS Sans SC" pitchFamily="2" charset="-122"/>
                <a:ea typeface="HarmonyOS Sans SC" pitchFamily="2" charset="-122"/>
                <a:sym typeface="HarmonyOS Sans SC" pitchFamily="2" charset="-122"/>
              </a:rPr>
              <a:pPr/>
              <a:t>17%</a:t>
            </a:fld>
            <a:endParaRPr kumimoji="1" lang="zh-CN" altLang="en-US" sz="1200" dirty="0">
              <a:latin typeface="HarmonyOS Sans SC" pitchFamily="2" charset="-122"/>
              <a:ea typeface="HarmonyOS Sans SC" pitchFamily="2" charset="-122"/>
              <a:sym typeface="HarmonyOS Sans SC" pitchFamily="2" charset="-122"/>
            </a:endParaRPr>
          </a:p>
        </p:txBody>
      </p:sp>
      <p:sp>
        <p:nvSpPr>
          <p:cNvPr id="617" name="文本占位符 2">
            <a:extLst>
              <a:ext uri="{FF2B5EF4-FFF2-40B4-BE49-F238E27FC236}">
                <a16:creationId xmlns:a16="http://schemas.microsoft.com/office/drawing/2014/main" id="{4D69097C-FE25-944D-4D9B-286BDE95CCB9}"/>
              </a:ext>
            </a:extLst>
          </p:cNvPr>
          <p:cNvSpPr txBox="1">
            <a:spLocks/>
          </p:cNvSpPr>
          <p:nvPr>
            <p:custDataLst>
              <p:tags r:id="rId11"/>
            </p:custDataLst>
          </p:nvPr>
        </p:nvSpPr>
        <p:spPr bwMode="gray">
          <a:xfrm>
            <a:off x="7339013" y="4157662"/>
            <a:ext cx="3365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2D3BA341-1AE6-4664-B121-EA17370BE084}" type="datetime'''''''''''''''''''''''''''1''''''1''''''''''''''%'''''">
              <a:rPr kumimoji="1" lang="en-US" altLang="en-US" sz="1200" smtClean="0">
                <a:latin typeface="HarmonyOS Sans SC" pitchFamily="2" charset="-122"/>
                <a:ea typeface="HarmonyOS Sans SC" pitchFamily="2" charset="-122"/>
                <a:sym typeface="HarmonyOS Sans SC" pitchFamily="2" charset="-122"/>
              </a:rPr>
              <a:pPr/>
              <a:t>11%</a:t>
            </a:fld>
            <a:endParaRPr kumimoji="1" lang="zh-CN" altLang="en-US" sz="1200" dirty="0">
              <a:latin typeface="HarmonyOS Sans SC" pitchFamily="2" charset="-122"/>
              <a:ea typeface="HarmonyOS Sans SC" pitchFamily="2" charset="-122"/>
              <a:sym typeface="HarmonyOS Sans SC" pitchFamily="2" charset="-122"/>
            </a:endParaRPr>
          </a:p>
        </p:txBody>
      </p:sp>
      <p:sp>
        <p:nvSpPr>
          <p:cNvPr id="618" name="文本占位符 2">
            <a:extLst>
              <a:ext uri="{FF2B5EF4-FFF2-40B4-BE49-F238E27FC236}">
                <a16:creationId xmlns:a16="http://schemas.microsoft.com/office/drawing/2014/main" id="{33713A22-2136-9165-35A6-552028AACE33}"/>
              </a:ext>
            </a:extLst>
          </p:cNvPr>
          <p:cNvSpPr txBox="1">
            <a:spLocks/>
          </p:cNvSpPr>
          <p:nvPr>
            <p:custDataLst>
              <p:tags r:id="rId12"/>
            </p:custDataLst>
          </p:nvPr>
        </p:nvSpPr>
        <p:spPr bwMode="gray">
          <a:xfrm>
            <a:off x="8813800" y="4043362"/>
            <a:ext cx="3365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0A8D91EC-6194-4A77-BC91-E3A78B4F1CDD}" type="datetime'''''''''''1''''''''''''''''''''''''2''''''''%'''">
              <a:rPr kumimoji="1" lang="en-US" altLang="en-US" sz="1200" smtClean="0">
                <a:latin typeface="HarmonyOS Sans SC" pitchFamily="2" charset="-122"/>
                <a:ea typeface="HarmonyOS Sans SC" pitchFamily="2" charset="-122"/>
                <a:sym typeface="HarmonyOS Sans SC" pitchFamily="2" charset="-122"/>
              </a:rPr>
              <a:pPr/>
              <a:t>12%</a:t>
            </a:fld>
            <a:endParaRPr kumimoji="1" lang="zh-CN" altLang="en-US" sz="1200" dirty="0">
              <a:latin typeface="HarmonyOS Sans SC" pitchFamily="2" charset="-122"/>
              <a:ea typeface="HarmonyOS Sans SC" pitchFamily="2" charset="-122"/>
              <a:sym typeface="HarmonyOS Sans SC" pitchFamily="2" charset="-122"/>
            </a:endParaRPr>
          </a:p>
        </p:txBody>
      </p:sp>
      <p:sp>
        <p:nvSpPr>
          <p:cNvPr id="619" name="文本占位符 2">
            <a:extLst>
              <a:ext uri="{FF2B5EF4-FFF2-40B4-BE49-F238E27FC236}">
                <a16:creationId xmlns:a16="http://schemas.microsoft.com/office/drawing/2014/main" id="{C26E28C8-7607-9311-0B06-C8C7102E008F}"/>
              </a:ext>
            </a:extLst>
          </p:cNvPr>
          <p:cNvSpPr txBox="1">
            <a:spLocks/>
          </p:cNvSpPr>
          <p:nvPr>
            <p:custDataLst>
              <p:tags r:id="rId13"/>
            </p:custDataLst>
          </p:nvPr>
        </p:nvSpPr>
        <p:spPr bwMode="gray">
          <a:xfrm>
            <a:off x="10287000" y="2774949"/>
            <a:ext cx="3365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0ECEE77-CD98-4B63-8F27-AC71C8088CCA}" type="datetime'''''''2''''''''''3''''''%'''''''''''''''''''''''''''">
              <a:rPr kumimoji="1" lang="en-US" altLang="en-US" sz="1200" smtClean="0">
                <a:latin typeface="HarmonyOS Sans SC" pitchFamily="2" charset="-122"/>
                <a:ea typeface="HarmonyOS Sans SC" pitchFamily="2" charset="-122"/>
                <a:sym typeface="HarmonyOS Sans SC" pitchFamily="2" charset="-122"/>
              </a:rPr>
              <a:pPr/>
              <a:t>23%</a:t>
            </a:fld>
            <a:endParaRPr kumimoji="1" lang="zh-CN" altLang="en-US" sz="1200" dirty="0">
              <a:latin typeface="HarmonyOS Sans SC" pitchFamily="2" charset="-122"/>
              <a:ea typeface="HarmonyOS Sans SC" pitchFamily="2" charset="-122"/>
              <a:sym typeface="HarmonyOS Sans SC" pitchFamily="2" charset="-122"/>
            </a:endParaRPr>
          </a:p>
        </p:txBody>
      </p:sp>
      <p:sp>
        <p:nvSpPr>
          <p:cNvPr id="614" name="文本占位符 2">
            <a:extLst>
              <a:ext uri="{FF2B5EF4-FFF2-40B4-BE49-F238E27FC236}">
                <a16:creationId xmlns:a16="http://schemas.microsoft.com/office/drawing/2014/main" id="{3F08D5F0-DE10-673E-A699-8589F26948C5}"/>
              </a:ext>
            </a:extLst>
          </p:cNvPr>
          <p:cNvSpPr txBox="1">
            <a:spLocks/>
          </p:cNvSpPr>
          <p:nvPr>
            <p:custDataLst>
              <p:tags r:id="rId14"/>
            </p:custDataLst>
          </p:nvPr>
        </p:nvSpPr>
        <p:spPr bwMode="gray">
          <a:xfrm>
            <a:off x="2916238" y="2544762"/>
            <a:ext cx="3365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E96B2103-533C-45D7-8E73-00E89BDF9251}" type="datetime'''''''''''2''''''''''5''''''''''''''''''%'''''''''''''''''">
              <a:rPr kumimoji="1" lang="en-US" altLang="en-US" sz="1200" smtClean="0">
                <a:latin typeface="HarmonyOS Sans SC" pitchFamily="2" charset="-122"/>
                <a:ea typeface="HarmonyOS Sans SC" pitchFamily="2" charset="-122"/>
                <a:sym typeface="HarmonyOS Sans SC" pitchFamily="2" charset="-122"/>
              </a:rPr>
              <a:pPr/>
              <a:t>25%</a:t>
            </a:fld>
            <a:endParaRPr kumimoji="1" lang="zh-CN" altLang="en-US" sz="1200" dirty="0">
              <a:latin typeface="HarmonyOS Sans SC" pitchFamily="2" charset="-122"/>
              <a:ea typeface="HarmonyOS Sans SC" pitchFamily="2" charset="-122"/>
              <a:sym typeface="HarmonyOS Sans SC" pitchFamily="2" charset="-122"/>
            </a:endParaRPr>
          </a:p>
        </p:txBody>
      </p:sp>
      <p:cxnSp>
        <p:nvCxnSpPr>
          <p:cNvPr id="297" name="直线连接符 296">
            <a:extLst>
              <a:ext uri="{FF2B5EF4-FFF2-40B4-BE49-F238E27FC236}">
                <a16:creationId xmlns:a16="http://schemas.microsoft.com/office/drawing/2014/main" id="{A99CB0DC-3307-FCA4-1E52-1C52D5404F68}"/>
              </a:ext>
            </a:extLst>
          </p:cNvPr>
          <p:cNvCxnSpPr>
            <a:cxnSpLocks/>
          </p:cNvCxnSpPr>
          <p:nvPr/>
        </p:nvCxnSpPr>
        <p:spPr>
          <a:xfrm>
            <a:off x="6811041" y="1394810"/>
            <a:ext cx="0" cy="4362960"/>
          </a:xfrm>
          <a:prstGeom prst="line">
            <a:avLst/>
          </a:prstGeom>
          <a:ln w="12700">
            <a:solidFill>
              <a:schemeClr val="tx1">
                <a:lumMod val="50000"/>
                <a:lumOff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44" name="文本框 43">
            <a:extLst>
              <a:ext uri="{FF2B5EF4-FFF2-40B4-BE49-F238E27FC236}">
                <a16:creationId xmlns:a16="http://schemas.microsoft.com/office/drawing/2014/main" id="{92A26CE6-F8BF-54DC-9CF5-305029DEC56D}"/>
              </a:ext>
            </a:extLst>
          </p:cNvPr>
          <p:cNvSpPr txBox="1"/>
          <p:nvPr/>
        </p:nvSpPr>
        <p:spPr>
          <a:xfrm>
            <a:off x="4521590" y="1308101"/>
            <a:ext cx="1463862" cy="523220"/>
          </a:xfrm>
          <a:prstGeom prst="rect">
            <a:avLst/>
          </a:prstGeom>
          <a:noFill/>
        </p:spPr>
        <p:txBody>
          <a:bodyPr wrap="none" rtlCol="0">
            <a:spAutoFit/>
          </a:bodyPr>
          <a:lstStyle>
            <a:defPPr>
              <a:defRPr lang="zh-CN"/>
            </a:defPPr>
            <a:lvl1pPr>
              <a:defRPr kumimoji="1" sz="1000" b="1">
                <a:latin typeface="HarmonyOS Sans SC" pitchFamily="2" charset="-122"/>
                <a:ea typeface="HarmonyOS Sans SC" pitchFamily="2" charset="-122"/>
              </a:defRPr>
            </a:lvl1pPr>
          </a:lstStyle>
          <a:p>
            <a:r>
              <a:rPr lang="en-US" altLang="zh-CN" sz="1400" b="0" dirty="0"/>
              <a:t>of insurers earn</a:t>
            </a:r>
          </a:p>
          <a:p>
            <a:r>
              <a:rPr lang="en-US" altLang="zh-CN" sz="1400" b="0" dirty="0"/>
              <a:t>less than COE</a:t>
            </a:r>
            <a:endParaRPr lang="zh-CN" altLang="en-US" sz="1400" b="0" dirty="0"/>
          </a:p>
        </p:txBody>
      </p:sp>
      <p:sp>
        <p:nvSpPr>
          <p:cNvPr id="45" name="文本框 44">
            <a:extLst>
              <a:ext uri="{FF2B5EF4-FFF2-40B4-BE49-F238E27FC236}">
                <a16:creationId xmlns:a16="http://schemas.microsoft.com/office/drawing/2014/main" id="{7D1A9791-FCFB-537A-AC4B-1FAE72379B2C}"/>
              </a:ext>
            </a:extLst>
          </p:cNvPr>
          <p:cNvSpPr txBox="1"/>
          <p:nvPr/>
        </p:nvSpPr>
        <p:spPr>
          <a:xfrm>
            <a:off x="3500535" y="1292934"/>
            <a:ext cx="986167" cy="584775"/>
          </a:xfrm>
          <a:prstGeom prst="rect">
            <a:avLst/>
          </a:prstGeom>
          <a:noFill/>
        </p:spPr>
        <p:txBody>
          <a:bodyPr wrap="none" rtlCol="0">
            <a:spAutoFit/>
          </a:bodyPr>
          <a:lstStyle/>
          <a:p>
            <a:r>
              <a:rPr kumimoji="1" lang="en-US" altLang="zh-CN" sz="3200" dirty="0">
                <a:solidFill>
                  <a:srgbClr val="0352FF"/>
                </a:solidFill>
                <a:latin typeface="HarmonyOS Sans SC Medium" pitchFamily="2" charset="-122"/>
                <a:ea typeface="HarmonyOS Sans SC Medium" pitchFamily="2" charset="-122"/>
              </a:rPr>
              <a:t>54%</a:t>
            </a:r>
            <a:endParaRPr kumimoji="1" lang="zh-CN" altLang="en-US" sz="3200" dirty="0">
              <a:solidFill>
                <a:srgbClr val="0352FF"/>
              </a:solidFill>
              <a:latin typeface="HarmonyOS Sans SC Medium" pitchFamily="2" charset="-122"/>
              <a:ea typeface="HarmonyOS Sans SC Medium" pitchFamily="2" charset="-122"/>
            </a:endParaRPr>
          </a:p>
        </p:txBody>
      </p:sp>
      <p:sp>
        <p:nvSpPr>
          <p:cNvPr id="46" name="文本框 45">
            <a:extLst>
              <a:ext uri="{FF2B5EF4-FFF2-40B4-BE49-F238E27FC236}">
                <a16:creationId xmlns:a16="http://schemas.microsoft.com/office/drawing/2014/main" id="{8AE255BC-7B2E-DDA0-2D7C-D5F2E549060D}"/>
              </a:ext>
            </a:extLst>
          </p:cNvPr>
          <p:cNvSpPr txBox="1"/>
          <p:nvPr/>
        </p:nvSpPr>
        <p:spPr>
          <a:xfrm>
            <a:off x="8744287" y="1308101"/>
            <a:ext cx="1463862" cy="523220"/>
          </a:xfrm>
          <a:prstGeom prst="rect">
            <a:avLst/>
          </a:prstGeom>
          <a:noFill/>
        </p:spPr>
        <p:txBody>
          <a:bodyPr wrap="none" rtlCol="0">
            <a:spAutoFit/>
          </a:bodyPr>
          <a:lstStyle>
            <a:defPPr>
              <a:defRPr lang="zh-CN"/>
            </a:defPPr>
            <a:lvl1pPr>
              <a:defRPr kumimoji="1" sz="1000" b="1">
                <a:latin typeface="HarmonyOS Sans SC" pitchFamily="2" charset="-122"/>
                <a:ea typeface="HarmonyOS Sans SC" pitchFamily="2" charset="-122"/>
              </a:defRPr>
            </a:lvl1pPr>
          </a:lstStyle>
          <a:p>
            <a:r>
              <a:rPr lang="en-US" altLang="zh-CN" sz="1400" b="0" dirty="0"/>
              <a:t>of insurers earn</a:t>
            </a:r>
          </a:p>
          <a:p>
            <a:r>
              <a:rPr lang="en-US" altLang="zh-CN" sz="1400" b="0" dirty="0"/>
              <a:t>more than COE</a:t>
            </a:r>
            <a:endParaRPr lang="zh-CN" altLang="en-US" sz="1400" b="0" dirty="0"/>
          </a:p>
        </p:txBody>
      </p:sp>
      <p:sp>
        <p:nvSpPr>
          <p:cNvPr id="47" name="文本框 46">
            <a:extLst>
              <a:ext uri="{FF2B5EF4-FFF2-40B4-BE49-F238E27FC236}">
                <a16:creationId xmlns:a16="http://schemas.microsoft.com/office/drawing/2014/main" id="{C8CBF561-34C7-E504-46BE-C98D9B059A73}"/>
              </a:ext>
            </a:extLst>
          </p:cNvPr>
          <p:cNvSpPr txBox="1"/>
          <p:nvPr/>
        </p:nvSpPr>
        <p:spPr>
          <a:xfrm>
            <a:off x="7723232" y="1292934"/>
            <a:ext cx="986167" cy="584775"/>
          </a:xfrm>
          <a:prstGeom prst="rect">
            <a:avLst/>
          </a:prstGeom>
          <a:noFill/>
        </p:spPr>
        <p:txBody>
          <a:bodyPr wrap="none" rtlCol="0">
            <a:spAutoFit/>
          </a:bodyPr>
          <a:lstStyle/>
          <a:p>
            <a:r>
              <a:rPr kumimoji="1" lang="en-US" altLang="zh-CN" sz="3200" dirty="0">
                <a:solidFill>
                  <a:srgbClr val="0352FF"/>
                </a:solidFill>
                <a:latin typeface="HarmonyOS Sans SC Medium" pitchFamily="2" charset="-122"/>
                <a:ea typeface="HarmonyOS Sans SC Medium" pitchFamily="2" charset="-122"/>
              </a:rPr>
              <a:t>46%</a:t>
            </a:r>
            <a:endParaRPr kumimoji="1" lang="zh-CN" altLang="en-US" sz="3200" dirty="0">
              <a:solidFill>
                <a:srgbClr val="0352FF"/>
              </a:solidFill>
              <a:latin typeface="HarmonyOS Sans SC Medium" pitchFamily="2" charset="-122"/>
              <a:ea typeface="HarmonyOS Sans SC Medium" pitchFamily="2" charset="-122"/>
            </a:endParaRPr>
          </a:p>
        </p:txBody>
      </p:sp>
      <p:sp>
        <p:nvSpPr>
          <p:cNvPr id="48" name="文本框 47">
            <a:extLst>
              <a:ext uri="{FF2B5EF4-FFF2-40B4-BE49-F238E27FC236}">
                <a16:creationId xmlns:a16="http://schemas.microsoft.com/office/drawing/2014/main" id="{429098A8-D14E-6B8B-BBBE-D68175171F72}"/>
              </a:ext>
            </a:extLst>
          </p:cNvPr>
          <p:cNvSpPr txBox="1"/>
          <p:nvPr/>
        </p:nvSpPr>
        <p:spPr>
          <a:xfrm>
            <a:off x="9391649" y="773749"/>
            <a:ext cx="1529586" cy="246221"/>
          </a:xfrm>
          <a:prstGeom prst="rect">
            <a:avLst/>
          </a:prstGeom>
          <a:noFill/>
        </p:spPr>
        <p:txBody>
          <a:bodyPr wrap="none" rtlCol="0">
            <a:spAutoFit/>
          </a:bodyPr>
          <a:lstStyle>
            <a:defPPr>
              <a:defRPr lang="zh-CN"/>
            </a:defPPr>
            <a:lvl1pPr>
              <a:defRPr kumimoji="1" sz="1000" b="1">
                <a:latin typeface="HarmonyOS Sans SC" pitchFamily="2" charset="-122"/>
                <a:ea typeface="HarmonyOS Sans SC" pitchFamily="2" charset="-122"/>
              </a:defRPr>
            </a:lvl1pPr>
          </a:lstStyle>
          <a:p>
            <a:r>
              <a:rPr lang="en-US" altLang="zh-CN" dirty="0"/>
              <a:t>Listed players, n =299</a:t>
            </a:r>
            <a:endParaRPr lang="zh-CN" altLang="en-US" dirty="0"/>
          </a:p>
        </p:txBody>
      </p:sp>
      <p:cxnSp>
        <p:nvCxnSpPr>
          <p:cNvPr id="50" name="直线连接符 49">
            <a:extLst>
              <a:ext uri="{FF2B5EF4-FFF2-40B4-BE49-F238E27FC236}">
                <a16:creationId xmlns:a16="http://schemas.microsoft.com/office/drawing/2014/main" id="{CAFB1815-A7F2-FB0F-7A88-01CD85133E45}"/>
              </a:ext>
            </a:extLst>
          </p:cNvPr>
          <p:cNvCxnSpPr/>
          <p:nvPr/>
        </p:nvCxnSpPr>
        <p:spPr>
          <a:xfrm>
            <a:off x="9443547" y="1019970"/>
            <a:ext cx="142579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221747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509&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Y/%#m/%#d&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6&quot;&gt;&lt;elem m_fUsage=&quot;5.68739069793869589375E+00&quot;&gt;&lt;m_msothmcolidx val=&quot;0&quot;/&gt;&lt;m_rgb r=&quot;00&quot; g=&quot;A9&quot; b=&quot;F6&quot;/&gt;&lt;/elem&gt;&lt;elem m_fUsage=&quot;9.00000000000000022204E-01&quot;&gt;&lt;m_msothmcolidx val=&quot;0&quot;/&gt;&lt;m_rgb r=&quot;03&quot; g=&quot;52&quot; b=&quot;FF&quot;/&gt;&lt;/elem&gt;&lt;elem m_fUsage=&quot;8.10000000000000053291E-01&quot;&gt;&lt;m_msothmcolidx val=&quot;0&quot;/&gt;&lt;m_rgb r=&quot;02&quot; g=&quot;38&quot; b=&quot;C1&quot;/&gt;&lt;/elem&gt;&lt;elem m_fUsage=&quot;7.29000000000000092371E-01&quot;&gt;&lt;m_msothmcolidx val=&quot;0&quot;/&gt;&lt;m_rgb r=&quot;00&quot; g=&quot;20&quot; b=&quot;7E&quot;/&gt;&lt;/elem&gt;&lt;elem m_fUsage=&quot;2.05891132094649098594E-01&quot;&gt;&lt;m_msothmcolidx val=&quot;0&quot;/&gt;&lt;m_rgb r=&quot;C8&quot; g=&quot;C8&quot; b=&quot;C8&quot;/&gt;&lt;/elem&gt;&lt;elem m_fUsage=&quot;1.66771816996665767086E-01&quot;&gt;&lt;m_msothmcolidx val=&quot;0&quot;/&gt;&lt;m_rgb r=&quot;20&quot; g=&quot;40&quot; b=&quot;E7&quot;/&gt;&lt;/elem&gt;&lt;/m_vecMRU&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RuUYVxuYCLUalpb6hOVlR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U.5ob1ap2MP1qB9Og3GK1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xvi_mswjP6amlZIBy4uGG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_1fSxe.X6fGB4zT6w5plJ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wAqeBJNcL_PBFZGLjyDcf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DrpL3cmMtDChDDc4eXSHg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I8K3MVON93OdZhvFe5wYc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a5N2GPJFe493_umskm_Ve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u5GuZHEhVGVG6vn66ctIo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6qjpHjc0IGscHmfNvZ_OS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pprK511BvD7nkGEPo8LHZ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AS.eu1VCvw7a2jlolXW4hA"/>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uOzLGvknEXzOzBsYnkWih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kNy7Ll9KpWAYJ76oF5DN8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g2xJB0HxCBbCOoRQX4913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kWkmYmjZOyb.ptArY0R3G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7P8NZNvE8ABb_inpXuvK1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CynUfd44FeZ.kZzaAsKyj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pqGNat1QZVMElSBSU8CSY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lATiAkevrd22m4ZzLEvH2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6IG7pgadVs5WC8k5CDcqY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QDbq6nnk8AL2muvmbx2te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NGuR3JeUG5vOFcRTlNI62Q"/>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T70Ky0ErV4NmNFgdvA5HOg"/>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k6sx4yHvubiw.uoJP.QBk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q8XTHL77lTvuQucDNy7bZ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LgKg1Ewi4T8tEl.gq2.e1g"/>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QEg3_LjEEpywdCui1QPo3w"/>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OZsuEDMHN_cnGAhhcoB01g"/>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F4U16C.g401Fs5TCTgFHyA"/>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xLL6KznIJ7wKNZolmABJw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9LbS1fd7lKZouwo4.vGxG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0nfcdIT40AroKGdvWbE0U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8HVTo2SvVGNZaKhwQdklMg"/>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TVFchWl6oE7T4QwjJXHndA"/>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0308tWfpX0cI1VVCMjvCHQ"/>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xGWbcQmXuwgk4DPjU_0CK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Iu5vrsbvmSf4A7qfxSn9D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NZVW7XI1dT0Lb6gVmqOAuA"/>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SzZbWy_Adrp8BrtY04JX7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XnIqnBBVr5wWHFNRkDvNCg"/>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D2xCjCqhaTjzgQ8ANRfYc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JTqJzMHemFWmFOy3LDvnw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U7YJJtsG2TY6bSHg9BjqNg"/>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bpe17oupbWopNoa_17I3MA"/>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lrqyHw5B7DRHKVK_QDlYUQ"/>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rQVXZyMIveWl_9DdXSziQg"/>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kpJKf07NRPrj27Cn.rXDLw"/>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yzXa2nYBp7PXo2ffGjLbKw"/>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3V5awWsj8zV78yrpWWagA"/>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x_0w.w2mOLmIyOBllgVWXA"/>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2vBztRIVziJRuqiCjU0PEw"/>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VcKip87YK0qyATQLmB1gog"/>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LnQJ3eRnnKBJakqlIs4xVg"/>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4hF9y6krYywSUbfjKh94Sg"/>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_Oix5teA36jcMGp.JvEo_Q"/>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bVxqXaS.OoozbOm_oekRhg"/>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NXukUBzpXzQ6vCcR31..aQ"/>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lOrfPaK.9UbBWdrZL9ftUg"/>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o1eFQhLp.OaJzcLaiGeMJw"/>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v4crPT1tDDfv4W7RINwUDA"/>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QKXWayG6gCIScy82PWNgEg"/>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gdhwlVzfm3uPAgtbU8mm.g"/>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E3LHOBBqAhN.e2_335KxXg"/>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uWKeaKAYGsMUvtDa9n0xig"/>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vlnPEkNUwtAlqdQ62K6j0A"/>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Ej.XhltXvQwnBQ2IcWdmCg"/>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JP8W6MS_WuyBypbXugHwIA"/>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MniyqvSuLegaXgQs.w_GgA"/>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uOlEC3i6pVnCbSnEgnDw1g"/>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1fuDjSf0639S1Cqcfom7Xw"/>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glZEVZ.Q1Z1QWraVWTMfMQ"/>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rxvYjGfFSbm.6AIuOiSLXg"/>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F.uNwCIGIWyulgB5IGw9kw"/>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IF4tOS7lJrkaCdH9h1tmbw"/>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NEOEYpKeECI9FPpUJW8Www"/>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MczFinDn5vrc9c5gfdZJoA"/>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Ts5QTDXOZKUYmrDGdrA7YA"/>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ytgmo286Mrdgo_Ow2twrBQ"/>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CVSGtjXxfcP802FK.uhiYw"/>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c6o5wlkB.CZPlhLGjd.DJA"/>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g5Q.OpDghdCq3iQCs899.w"/>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jV55TwJ2P2lIWebR5olejg"/>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pQTGXRdn.fPVhnJR_zzuuQ"/>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niyBeES7PwPabWBsKLk2Fw"/>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KpEaveg99h6jwSAm8GoEJA"/>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YFJH_gc3IkQZl1h_s7pqNQ"/>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91rggxyHASdy8SVLNSJJAQ"/>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5jRA5qIVHgZFQvC8mUW27g"/>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BmaY0gBORDIqkva0hhq.hA"/>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SUXbYnK_lmRD61WiCqfoOw"/>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RvHT_AnG4pJfaUamdPQLaA"/>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be_gWui5Vn2_3jeGD3YUnA"/>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OkML6a48UtxS.cexyj1YiA"/>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sjbMlsxDk5qJD_AHqGWIg"/>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R2oJDL0pwQ8LgKQfi9Bu_g"/>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pNErqz3Q4H7NjaIKgnypAA"/>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_4nlrCPMwQ7G4ESsErv4Wg"/>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aXQzSVRCZEwFI.tRV_WrjQ"/>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_t33WhQKMkegjQQTv8s6EQ"/>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nEYDbKCiuC4wc3oTJww6LQ"/>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n6vjnv.vc_Xw5o.BeTtxQg"/>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1Zx_h3UfmCaEmTgVAoJ6JQ"/>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JjsAi.Asl6ib6bC2DuRTNQ"/>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RNdUqVAyXD9xIUeCXCnrxA"/>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n7ViMea94CLZXOTPDHUKGA"/>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fDUZ94wUPvAKCQCT5FYkGA"/>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SUcDKxOeT9Q2fgd4JReoTw"/>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2nyi71ceAQt7VGIg1RTbwg"/>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wW88IDRop.rxQ3Pf9CzFvA"/>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JK4S3wxjsfpf.Wacey4wvg"/>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6r7oLYPPjiY0u2QlxG5ekg"/>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SCCr.SVGJSUM7ahWXALlng"/>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kAv2kP_tIkaqfHB3QdCeCQ"/>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N4gxyp0BX3igiBYCPUtqLg"/>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CFCi0zF11i2vLu9FVmVEhw"/>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ApjUOcd7MsDAgX9Zbns1kQ"/>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aVWbgPljOkJMVAPv78EOaw"/>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7YnYMWkkZh5UA7ks1JYoxA"/>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ybsDaNg93vINSmzlovtDEw"/>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cKilr.AudYgc9CW4dg_lcw"/>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PgAnMD0AImRchkPDkiLQhw"/>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Cj68Q67YOU74Oqisn3R.Eg"/>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fVOymfFw1meMz6EsUlp92Q"/>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XUazOZUxPelCX8AlJ0HhiA"/>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5I09lzIiRAk_szzRGfq5wg"/>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KJEccmOYFkY4DdYmvadt.w"/>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CVqJ959FQntXypZ.u0xcJA"/>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M.lrVbZgsEDIqZZrwKvmQ"/>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uEF8W7wk.l1Ncno5xh1UdQ"/>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3STOxvCLq4Qkh0Mk4xx_vQ"/>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93qYtTTdOBqJK24vrO2fHA"/>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_EAu16zOjDV8XL5GWpe2QA"/>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UikosZHrOUbhVtlQw.SApg"/>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oZ3kF2DMRzAB91UCSbiTDg"/>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g4T5x7TkvYoTo0MkbmCp4Q"/>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e1T2nuDfBcASpq5UI0_YZQ"/>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N8JSZLBBhHrlwacxiFwSNg"/>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SogWPVEEf2JK1pXod.CRNA"/>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LdCdjupiEOMZ2LRN8WscA"/>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B.7_A3MlhW7JynKhbCAZ4g"/>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FKCBcniANbnpYwZO3NYl9Q"/>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uBCfTFvQmkBuH8s1vrwUaQ"/>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aamlBgX_1.QPaqT9cFDeQw"/>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3sbhdLQ8r5E2wofHXY20jg"/>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fzzu4ci1zkUG9Zyz_c.WHg"/>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nM5g_KXTzCOIMBuYC1eidg"/>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bWG7HB3Uk6vb1eXF20QXLg"/>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oEDflJrac0YY2VcKXBBLWg"/>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yg_FfWB4E._x6qrgHW9xbw"/>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fke_5mNaDh85BAbUVQ3rEg"/>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0yX_LI2p2u2CEvh19d6k4w"/>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KR7yl8HMLQAO9QK.yhUtDg"/>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g.LV44uhZEy_ewDK5Dq6Eg"/>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xK0kP2ncV0ml5gaIirPyzg"/>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Qn8ayW8.2rbMeJLHpxlJYg"/>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LlzY3V5oZB63pQ57oTphVg"/>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m90valXT2Q5JIdjyBG9O0g"/>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FJ4bmDfD43L4fyrLyjRyfw"/>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l.SXfhj_hJ6g.p8xCEwWqQ"/>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s.7C49bAa6DwNOTXLgnfUA"/>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uUNX24M5VzTI5l470lFVRg"/>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frVX.VX8fbNb.BMxIWbyoQ"/>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juqaVilWCKSXrziqCuWAbA"/>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bAqTqEXwfenlz.tOrGCcOg"/>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bCDXfwMFMnbTj8bslN2oag"/>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0tXpJbVCB3gqdkADmgqiAQ"/>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zrZOHvde6vFigxyJw_RSlg"/>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ymOFMkWC2_lgmZx7IJftJw"/>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9kH0893agGqTZOILCNWtiA"/>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jOGgTa4JQ84UTUm9EXMlFg"/>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0dcJPzJLUnJSqi7FDVZ9BA"/>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1UigYbH_rhYVFqoRFeL_.Q"/>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QK9g3j2JdMuWAvX4pvwzjQ"/>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c7YBlSO1WzADwp7uXPemBQ"/>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2cD6eiFVNHRDhb7lQ8NiHw"/>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a.ZBA4PtFV1MjIrAurXaJg"/>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Y48wwHzdDoPzLdAFcoUq.Q"/>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3QXYXbo4ib19v6ItiITDWg"/>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oKwp1I3p0HCdv_REEOTlMQ"/>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18cYUuJPc5fi.ZrcHxNODg"/>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eHDOVaVqpRj7s.HVJ1.sfQ"/>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RBtmJGByNxsvY4DDSfUfVA"/>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68jMJGaqrqaD1avuwp1uKw"/>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YO1WrdDSXk2MrGITHs5CQA"/>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MUFKCPFvJjs2x.hGl0Px1Q"/>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6OBzlO3KjE8Ce7W.N26cmg"/>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ESIgU42Q3KqfSX8N00o_ow"/>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qgyYoARhRigllDd4qp_etA"/>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oZIBZdoULiNoLB3.zd2.yQ"/>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6pb8n.TeZ6.HcA5uCspixw"/>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Ec1BT8gtxQInfZmbBMQqaw"/>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J6UpcDyHCDeL.E9q8SMqBQ"/>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OQba5h8EUdK656azxQ42Rg"/>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Iq2WgMczLWCJcJH.bit_3g"/>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c8S2osoiRWU40wM8CqLHMg"/>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Uf7AIziGYF5v7FSpHxAAjg"/>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WsV9wNwcuZqhFfd_0ZlZnA"/>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_QUFXpUQzAABQIs_si2YYQ"/>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_8VHvgJw4JoVHIQk64GE1w"/>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nxuYap5O7vhDGqZc82SjwA"/>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9juOCQSvboAEdIj6wSraHA"/>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xGFBlnmx80TRNN0e5vu_iQ"/>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MEc8aEO9cf1I2o_ixOU7BQ"/>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wxA_U7lnIkW7e5sU57SjVg"/>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WKAgtOeE2SwxodcBBoSnZA"/>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YAIsiLbbFOr3XAKBQRL6CQ"/>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QzVN9.hYi9gtLV57H9MKbQ"/>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9bC13Ji4dNW2l8i2pSbCZQ"/>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lw6j4aw519xBoU_ditdwYQ"/>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mjqSPqE_trekP5HQc2jbxA"/>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EaUlVBFj7G7Bn3.E6ebgxQ"/>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aszl8SuhBEWPeqhCNMm6Tg"/>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yYvzd1dYENSzxADnZorulQ"/>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Rv_7RdFCWNmgKjl2j6tdWA"/>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nS1Af9R4BRYNkc8S_iwWOw"/>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ayiu2Yv2v33vRAuFFkh_zA"/>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vX9vulmXPx8rr_z4DjVPVg"/>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epvrIJ5B1mMW2vO5o2o8MQ"/>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GxChuKXTYHqVFxRQzPXzTg"/>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4NiBBOFA.0ba3D3aixE8vQ"/>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K07AK.uvsouh5vk9GYHJaw"/>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tOJTOx6ElZtRJrFs_Pm4RUA"/>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tssMew3ppVjFMeDwMcZxaAQ"/>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tKoB83dvZktVpCK9VSYUObg"/>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tIYYtf4cPD9nJtpFkI_neLQ"/>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uCkXlnNaWHk_H5FnC0stVg"/>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Dyp8gDPqysD.J8zGD86Q9w"/>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tyfZBd6im2FkpxLBw5.P1ZQ"/>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tk7QswOWg.qdqkgDo3cy2Zw"/>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twH9Ow8ZQW9aJP1FTJS.R9g"/>
</p:tagLst>
</file>

<file path=ppt/tags/tag244.xml><?xml version="1.0" encoding="utf-8"?>
<p:tagLst xmlns:a="http://schemas.openxmlformats.org/drawingml/2006/main" xmlns:r="http://schemas.openxmlformats.org/officeDocument/2006/relationships" xmlns:p="http://schemas.openxmlformats.org/presentationml/2006/main">
  <p:tag name="THINKCELLSHAPEDONOTDELETE" val="tdI1CHTmfmOR94W47N6IA6w"/>
</p:tagLst>
</file>

<file path=ppt/tags/tag245.xml><?xml version="1.0" encoding="utf-8"?>
<p:tagLst xmlns:a="http://schemas.openxmlformats.org/drawingml/2006/main" xmlns:r="http://schemas.openxmlformats.org/officeDocument/2006/relationships" xmlns:p="http://schemas.openxmlformats.org/presentationml/2006/main">
  <p:tag name="THINKCELLSHAPEDONOTDELETE" val="tV5Do.oSqZzVV7.5qXwKbBg"/>
</p:tagLst>
</file>

<file path=ppt/tags/tag246.xml><?xml version="1.0" encoding="utf-8"?>
<p:tagLst xmlns:a="http://schemas.openxmlformats.org/drawingml/2006/main" xmlns:r="http://schemas.openxmlformats.org/officeDocument/2006/relationships" xmlns:p="http://schemas.openxmlformats.org/presentationml/2006/main">
  <p:tag name="THINKCELLSHAPEDONOTDELETE" val="tZSty0BNOkGIu.18eADS2_A"/>
</p:tagLst>
</file>

<file path=ppt/tags/tag247.xml><?xml version="1.0" encoding="utf-8"?>
<p:tagLst xmlns:a="http://schemas.openxmlformats.org/drawingml/2006/main" xmlns:r="http://schemas.openxmlformats.org/officeDocument/2006/relationships" xmlns:p="http://schemas.openxmlformats.org/presentationml/2006/main">
  <p:tag name="THINKCELLSHAPEDONOTDELETE" val="tpuU15Ia9dxlC8FdwHxpNuQ"/>
</p:tagLst>
</file>

<file path=ppt/tags/tag248.xml><?xml version="1.0" encoding="utf-8"?>
<p:tagLst xmlns:a="http://schemas.openxmlformats.org/drawingml/2006/main" xmlns:r="http://schemas.openxmlformats.org/officeDocument/2006/relationships" xmlns:p="http://schemas.openxmlformats.org/presentationml/2006/main">
  <p:tag name="THINKCELLSHAPEDONOTDELETE" val="tsbpfuPbu7MSEj_ktO5YFwA"/>
</p:tagLst>
</file>

<file path=ppt/tags/tag249.xml><?xml version="1.0" encoding="utf-8"?>
<p:tagLst xmlns:a="http://schemas.openxmlformats.org/drawingml/2006/main" xmlns:r="http://schemas.openxmlformats.org/officeDocument/2006/relationships" xmlns:p="http://schemas.openxmlformats.org/presentationml/2006/main">
  <p:tag name="THINKCELLSHAPEDONOTDELETE" val="t9iFEFufVwDzfzHH6GglW2Q"/>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tnPvCJAObgKNQJYQFg.IT7Q"/>
</p:tagLst>
</file>

<file path=ppt/tags/tag251.xml><?xml version="1.0" encoding="utf-8"?>
<p:tagLst xmlns:a="http://schemas.openxmlformats.org/drawingml/2006/main" xmlns:r="http://schemas.openxmlformats.org/officeDocument/2006/relationships" xmlns:p="http://schemas.openxmlformats.org/presentationml/2006/main">
  <p:tag name="THINKCELLSHAPEDONOTDELETE" val="tnMNVlvaCavBeACbsA5slPA"/>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t4jC00cclQAWK6lJtYDkAyg"/>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tAWsEo.qCYLgOoKsp.s.OzA"/>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trarnMCPBg6b5xrXKJDAHgw"/>
</p:tagLst>
</file>

<file path=ppt/tags/tag255.xml><?xml version="1.0" encoding="utf-8"?>
<p:tagLst xmlns:a="http://schemas.openxmlformats.org/drawingml/2006/main" xmlns:r="http://schemas.openxmlformats.org/officeDocument/2006/relationships" xmlns:p="http://schemas.openxmlformats.org/presentationml/2006/main">
  <p:tag name="THINKCELLSHAPEDONOTDELETE" val="tGFJiNsmLIaqunDnBKC54ww"/>
</p:tagLst>
</file>

<file path=ppt/tags/tag256.xml><?xml version="1.0" encoding="utf-8"?>
<p:tagLst xmlns:a="http://schemas.openxmlformats.org/drawingml/2006/main" xmlns:r="http://schemas.openxmlformats.org/officeDocument/2006/relationships" xmlns:p="http://schemas.openxmlformats.org/presentationml/2006/main">
  <p:tag name="THINKCELLSHAPEDONOTDELETE" val="tjMhDGsgBjov0avcZbl3K.A"/>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tHPico.bXkGsc8s6Lrk0d5A"/>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ChrVCjgwuYQIzmg5Qiwz_A"/>
</p:tagLst>
</file>

<file path=ppt/tags/tag259.xml><?xml version="1.0" encoding="utf-8"?>
<p:tagLst xmlns:a="http://schemas.openxmlformats.org/drawingml/2006/main" xmlns:r="http://schemas.openxmlformats.org/officeDocument/2006/relationships" xmlns:p="http://schemas.openxmlformats.org/presentationml/2006/main">
  <p:tag name="THINKCELLSHAPEDONOTDELETE" val="ta7mYfNDyRLaFRs4GBsnKQw"/>
</p:tagLst>
</file>

<file path=ppt/tags/tag260.xml><?xml version="1.0" encoding="utf-8"?>
<p:tagLst xmlns:a="http://schemas.openxmlformats.org/drawingml/2006/main" xmlns:r="http://schemas.openxmlformats.org/officeDocument/2006/relationships" xmlns:p="http://schemas.openxmlformats.org/presentationml/2006/main">
  <p:tag name="THINKCELLSHAPEDONOTDELETE" val="tOVTqR_bAifcv.GubOFJLWw"/>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tXiIXXzUNDt4B_K44jmReZA"/>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tEo7ajCFPpoQpXdFa9lRVkg"/>
</p:tagLst>
</file>

<file path=ppt/tags/tag263.xml><?xml version="1.0" encoding="utf-8"?>
<p:tagLst xmlns:a="http://schemas.openxmlformats.org/drawingml/2006/main" xmlns:r="http://schemas.openxmlformats.org/officeDocument/2006/relationships" xmlns:p="http://schemas.openxmlformats.org/presentationml/2006/main">
  <p:tag name="THINKCELLSHAPEDONOTDELETE" val="t4qT.bpD_m0bGObxGDhNsOA"/>
</p:tagLst>
</file>

<file path=ppt/tags/tag264.xml><?xml version="1.0" encoding="utf-8"?>
<p:tagLst xmlns:a="http://schemas.openxmlformats.org/drawingml/2006/main" xmlns:r="http://schemas.openxmlformats.org/officeDocument/2006/relationships" xmlns:p="http://schemas.openxmlformats.org/presentationml/2006/main">
  <p:tag name="THINKCELLSHAPEDONOTDELETE" val="t4kMLa7KYVfsvO_DtcCfMFg"/>
</p:tagLst>
</file>

<file path=ppt/tags/tag265.xml><?xml version="1.0" encoding="utf-8"?>
<p:tagLst xmlns:a="http://schemas.openxmlformats.org/drawingml/2006/main" xmlns:r="http://schemas.openxmlformats.org/officeDocument/2006/relationships" xmlns:p="http://schemas.openxmlformats.org/presentationml/2006/main">
  <p:tag name="THINKCELLSHAPEDONOTDELETE" val="t8KKV91HtQ5NcDfjKXob59A"/>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tdcLC.Z3RTTWfos0S3XlK2Q"/>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pg3gf9E980cThsFa3lmKLw"/>
</p:tagLst>
</file>

<file path=ppt/tags/tag268.xml><?xml version="1.0" encoding="utf-8"?>
<p:tagLst xmlns:a="http://schemas.openxmlformats.org/drawingml/2006/main" xmlns:r="http://schemas.openxmlformats.org/officeDocument/2006/relationships" xmlns:p="http://schemas.openxmlformats.org/presentationml/2006/main">
  <p:tag name="THINKCELLSHAPEDONOTDELETE" val="trJKJFR9z4yR7zkzUSnsVvg"/>
</p:tagLst>
</file>

<file path=ppt/tags/tag269.xml><?xml version="1.0" encoding="utf-8"?>
<p:tagLst xmlns:a="http://schemas.openxmlformats.org/drawingml/2006/main" xmlns:r="http://schemas.openxmlformats.org/officeDocument/2006/relationships" xmlns:p="http://schemas.openxmlformats.org/presentationml/2006/main">
  <p:tag name="THINKCELLSHAPEDONOTDELETE" val="tfKIVCdOycsjOrm78yjenFg"/>
</p:tagLst>
</file>

<file path=ppt/tags/tag270.xml><?xml version="1.0" encoding="utf-8"?>
<p:tagLst xmlns:a="http://schemas.openxmlformats.org/drawingml/2006/main" xmlns:r="http://schemas.openxmlformats.org/officeDocument/2006/relationships" xmlns:p="http://schemas.openxmlformats.org/presentationml/2006/main">
  <p:tag name="THINKCELLSHAPEDONOTDELETE" val="te3mzcXsVOZI2JUU84s0OAg"/>
</p:tagLst>
</file>

<file path=ppt/tags/tag271.xml><?xml version="1.0" encoding="utf-8"?>
<p:tagLst xmlns:a="http://schemas.openxmlformats.org/drawingml/2006/main" xmlns:r="http://schemas.openxmlformats.org/officeDocument/2006/relationships" xmlns:p="http://schemas.openxmlformats.org/presentationml/2006/main">
  <p:tag name="THINKCELLSHAPEDONOTDELETE" val="tw0vMSsbTluwSrAz7jJsTzg"/>
</p:tagLst>
</file>

<file path=ppt/tags/tag272.xml><?xml version="1.0" encoding="utf-8"?>
<p:tagLst xmlns:a="http://schemas.openxmlformats.org/drawingml/2006/main" xmlns:r="http://schemas.openxmlformats.org/officeDocument/2006/relationships" xmlns:p="http://schemas.openxmlformats.org/presentationml/2006/main">
  <p:tag name="THINKCELLSHAPEDONOTDELETE" val="tS4xy4VVkhAO50QFYWWaS9g"/>
</p:tagLst>
</file>

<file path=ppt/tags/tag273.xml><?xml version="1.0" encoding="utf-8"?>
<p:tagLst xmlns:a="http://schemas.openxmlformats.org/drawingml/2006/main" xmlns:r="http://schemas.openxmlformats.org/officeDocument/2006/relationships" xmlns:p="http://schemas.openxmlformats.org/presentationml/2006/main">
  <p:tag name="THINKCELLSHAPEDONOTDELETE" val="tcXet0SldXdvJ4ZjeFjZxkg"/>
</p:tagLst>
</file>

<file path=ppt/tags/tag274.xml><?xml version="1.0" encoding="utf-8"?>
<p:tagLst xmlns:a="http://schemas.openxmlformats.org/drawingml/2006/main" xmlns:r="http://schemas.openxmlformats.org/officeDocument/2006/relationships" xmlns:p="http://schemas.openxmlformats.org/presentationml/2006/main">
  <p:tag name="THINKCELLSHAPEDONOTDELETE" val="tXVczjOVRr73rzasClPN6xw"/>
</p:tagLst>
</file>

<file path=ppt/tags/tag275.xml><?xml version="1.0" encoding="utf-8"?>
<p:tagLst xmlns:a="http://schemas.openxmlformats.org/drawingml/2006/main" xmlns:r="http://schemas.openxmlformats.org/officeDocument/2006/relationships" xmlns:p="http://schemas.openxmlformats.org/presentationml/2006/main">
  <p:tag name="THINKCELLSHAPEDONOTDELETE" val="thfF4HdKCpttbCk_eKs02LQ"/>
</p:tagLst>
</file>

<file path=ppt/tags/tag276.xml><?xml version="1.0" encoding="utf-8"?>
<p:tagLst xmlns:a="http://schemas.openxmlformats.org/drawingml/2006/main" xmlns:r="http://schemas.openxmlformats.org/officeDocument/2006/relationships" xmlns:p="http://schemas.openxmlformats.org/presentationml/2006/main">
  <p:tag name="THINKCELLSHAPEDONOTDELETE" val="t.wozPPbAI8.dTC7jj6paxg"/>
</p:tagLst>
</file>

<file path=ppt/tags/tag277.xml><?xml version="1.0" encoding="utf-8"?>
<p:tagLst xmlns:a="http://schemas.openxmlformats.org/drawingml/2006/main" xmlns:r="http://schemas.openxmlformats.org/officeDocument/2006/relationships" xmlns:p="http://schemas.openxmlformats.org/presentationml/2006/main">
  <p:tag name="THINKCELLSHAPEDONOTDELETE" val="tT.ul4QJSAYlc.U_5od96WA"/>
</p:tagLst>
</file>

<file path=ppt/tags/tag278.xml><?xml version="1.0" encoding="utf-8"?>
<p:tagLst xmlns:a="http://schemas.openxmlformats.org/drawingml/2006/main" xmlns:r="http://schemas.openxmlformats.org/officeDocument/2006/relationships" xmlns:p="http://schemas.openxmlformats.org/presentationml/2006/main">
  <p:tag name="THINKCELLSHAPEDONOTDELETE" val="tF124U8PElq8HF4PjYsstGg"/>
</p:tagLst>
</file>

<file path=ppt/tags/tag279.xml><?xml version="1.0" encoding="utf-8"?>
<p:tagLst xmlns:a="http://schemas.openxmlformats.org/drawingml/2006/main" xmlns:r="http://schemas.openxmlformats.org/officeDocument/2006/relationships" xmlns:p="http://schemas.openxmlformats.org/presentationml/2006/main">
  <p:tag name="THINKCELLSHAPEDONOTDELETE" val="t6zUpCseousTxaBkA6OoHmQ"/>
</p:tagLst>
</file>

<file path=ppt/tags/tag280.xml><?xml version="1.0" encoding="utf-8"?>
<p:tagLst xmlns:a="http://schemas.openxmlformats.org/drawingml/2006/main" xmlns:r="http://schemas.openxmlformats.org/officeDocument/2006/relationships" xmlns:p="http://schemas.openxmlformats.org/presentationml/2006/main">
  <p:tag name="THINKCELLSHAPEDONOTDELETE" val="tVzc3RDKgHaiWFHkzDv.._Q"/>
</p:tagLst>
</file>

<file path=ppt/tags/tag281.xml><?xml version="1.0" encoding="utf-8"?>
<p:tagLst xmlns:a="http://schemas.openxmlformats.org/drawingml/2006/main" xmlns:r="http://schemas.openxmlformats.org/officeDocument/2006/relationships" xmlns:p="http://schemas.openxmlformats.org/presentationml/2006/main">
  <p:tag name="THINKCELLSHAPEDONOTDELETE" val="tdwc1tkhqGV50Z_afzR_EUA"/>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tEvRTIuJOJZ2X7ekyPpm_GA"/>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thlfOKAy5JyBNk.PA22ZM8g"/>
</p:tagLst>
</file>

<file path=ppt/tags/tag284.xml><?xml version="1.0" encoding="utf-8"?>
<p:tagLst xmlns:a="http://schemas.openxmlformats.org/drawingml/2006/main" xmlns:r="http://schemas.openxmlformats.org/officeDocument/2006/relationships" xmlns:p="http://schemas.openxmlformats.org/presentationml/2006/main">
  <p:tag name="THINKCELLSHAPEDONOTDELETE" val="t3FmnwUljCYJNLneMQM662g"/>
</p:tagLst>
</file>

<file path=ppt/tags/tag285.xml><?xml version="1.0" encoding="utf-8"?>
<p:tagLst xmlns:a="http://schemas.openxmlformats.org/drawingml/2006/main" xmlns:r="http://schemas.openxmlformats.org/officeDocument/2006/relationships" xmlns:p="http://schemas.openxmlformats.org/presentationml/2006/main">
  <p:tag name="THINKCELLSHAPEDONOTDELETE" val="tP.U34D6G04V.GQKUAe7pDg"/>
</p:tagLst>
</file>

<file path=ppt/tags/tag286.xml><?xml version="1.0" encoding="utf-8"?>
<p:tagLst xmlns:a="http://schemas.openxmlformats.org/drawingml/2006/main" xmlns:r="http://schemas.openxmlformats.org/officeDocument/2006/relationships" xmlns:p="http://schemas.openxmlformats.org/presentationml/2006/main">
  <p:tag name="THINKCELLSHAPEDONOTDELETE" val="t_8KC5z1guFft8knqu_e7gw"/>
</p:tagLst>
</file>

<file path=ppt/tags/tag2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8.xml><?xml version="1.0" encoding="utf-8"?>
<p:tagLst xmlns:a="http://schemas.openxmlformats.org/drawingml/2006/main" xmlns:r="http://schemas.openxmlformats.org/officeDocument/2006/relationships" xmlns:p="http://schemas.openxmlformats.org/presentationml/2006/main">
  <p:tag name="THINKCELLSHAPEDONOTDELETE" val="tPoF2F0mObc6MJ2H7X0TaZA"/>
</p:tagLst>
</file>

<file path=ppt/tags/tag289.xml><?xml version="1.0" encoding="utf-8"?>
<p:tagLst xmlns:a="http://schemas.openxmlformats.org/drawingml/2006/main" xmlns:r="http://schemas.openxmlformats.org/officeDocument/2006/relationships" xmlns:p="http://schemas.openxmlformats.org/presentationml/2006/main">
  <p:tag name="THINKCELLSHAPEDONOTDELETE" val="tIudhzfMmxbDQ.vIVcVP3bA"/>
</p:tagLst>
</file>

<file path=ppt/tags/tag290.xml><?xml version="1.0" encoding="utf-8"?>
<p:tagLst xmlns:a="http://schemas.openxmlformats.org/drawingml/2006/main" xmlns:r="http://schemas.openxmlformats.org/officeDocument/2006/relationships" xmlns:p="http://schemas.openxmlformats.org/presentationml/2006/main">
  <p:tag name="THINKCELLSHAPEDONOTDELETE" val="ttXzgGgdUsfHWVpI5bMO4FA"/>
</p:tagLst>
</file>

<file path=ppt/tags/tag291.xml><?xml version="1.0" encoding="utf-8"?>
<p:tagLst xmlns:a="http://schemas.openxmlformats.org/drawingml/2006/main" xmlns:r="http://schemas.openxmlformats.org/officeDocument/2006/relationships" xmlns:p="http://schemas.openxmlformats.org/presentationml/2006/main">
  <p:tag name="THINKCELLSHAPEDONOTDELETE" val="tyF5H.x4hbp6Egk0ZnuZjXQ"/>
</p:tagLst>
</file>

<file path=ppt/tags/tag292.xml><?xml version="1.0" encoding="utf-8"?>
<p:tagLst xmlns:a="http://schemas.openxmlformats.org/drawingml/2006/main" xmlns:r="http://schemas.openxmlformats.org/officeDocument/2006/relationships" xmlns:p="http://schemas.openxmlformats.org/presentationml/2006/main">
  <p:tag name="THINKCELLSHAPEDONOTDELETE" val="t.kTzJeRHkc0gmURanCrjPA"/>
</p:tagLst>
</file>

<file path=ppt/tags/tag293.xml><?xml version="1.0" encoding="utf-8"?>
<p:tagLst xmlns:a="http://schemas.openxmlformats.org/drawingml/2006/main" xmlns:r="http://schemas.openxmlformats.org/officeDocument/2006/relationships" xmlns:p="http://schemas.openxmlformats.org/presentationml/2006/main">
  <p:tag name="THINKCELLSHAPEDONOTDELETE" val="trkwJrBKSrd48FnVnbqVzzA"/>
</p:tagLst>
</file>

<file path=ppt/tags/tag294.xml><?xml version="1.0" encoding="utf-8"?>
<p:tagLst xmlns:a="http://schemas.openxmlformats.org/drawingml/2006/main" xmlns:r="http://schemas.openxmlformats.org/officeDocument/2006/relationships" xmlns:p="http://schemas.openxmlformats.org/presentationml/2006/main">
  <p:tag name="THINKCELLSHAPEDONOTDELETE" val="tI6DvwoAptAMIrnzb7m9QLg"/>
</p:tagLst>
</file>

<file path=ppt/tags/tag295.xml><?xml version="1.0" encoding="utf-8"?>
<p:tagLst xmlns:a="http://schemas.openxmlformats.org/drawingml/2006/main" xmlns:r="http://schemas.openxmlformats.org/officeDocument/2006/relationships" xmlns:p="http://schemas.openxmlformats.org/presentationml/2006/main">
  <p:tag name="THINKCELLSHAPEDONOTDELETE" val="tPw.xscOLFcITuUt5DNyBGQ"/>
</p:tagLst>
</file>

<file path=ppt/tags/tag296.xml><?xml version="1.0" encoding="utf-8"?>
<p:tagLst xmlns:a="http://schemas.openxmlformats.org/drawingml/2006/main" xmlns:r="http://schemas.openxmlformats.org/officeDocument/2006/relationships" xmlns:p="http://schemas.openxmlformats.org/presentationml/2006/main">
  <p:tag name="THINKCELLSHAPEDONOTDELETE" val="tGdlTgBmQzkFksHLg1Qd.vg"/>
</p:tagLst>
</file>

<file path=ppt/tags/tag297.xml><?xml version="1.0" encoding="utf-8"?>
<p:tagLst xmlns:a="http://schemas.openxmlformats.org/drawingml/2006/main" xmlns:r="http://schemas.openxmlformats.org/officeDocument/2006/relationships" xmlns:p="http://schemas.openxmlformats.org/presentationml/2006/main">
  <p:tag name="THINKCELLSHAPEDONOTDELETE" val="tYW784T1gKQXLUNlJ8LPtlw"/>
</p:tagLst>
</file>

<file path=ppt/tags/tag2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9.xml><?xml version="1.0" encoding="utf-8"?>
<p:tagLst xmlns:a="http://schemas.openxmlformats.org/drawingml/2006/main" xmlns:r="http://schemas.openxmlformats.org/officeDocument/2006/relationships" xmlns:p="http://schemas.openxmlformats.org/presentationml/2006/main">
  <p:tag name="THINKCELLSHAPEDONOTDELETE" val="t.YgJlYgkUWdO1sIb4tw.2g"/>
</p:tagLst>
</file>

<file path=ppt/tags/tag300.xml><?xml version="1.0" encoding="utf-8"?>
<p:tagLst xmlns:a="http://schemas.openxmlformats.org/drawingml/2006/main" xmlns:r="http://schemas.openxmlformats.org/officeDocument/2006/relationships" xmlns:p="http://schemas.openxmlformats.org/presentationml/2006/main">
  <p:tag name="THINKCELLSHAPEDONOTDELETE" val="tPcXZmQtI.e9nrsEJ5gX1uw"/>
</p:tagLst>
</file>

<file path=ppt/tags/tag301.xml><?xml version="1.0" encoding="utf-8"?>
<p:tagLst xmlns:a="http://schemas.openxmlformats.org/drawingml/2006/main" xmlns:r="http://schemas.openxmlformats.org/officeDocument/2006/relationships" xmlns:p="http://schemas.openxmlformats.org/presentationml/2006/main">
  <p:tag name="THINKCELLSHAPEDONOTDELETE" val="tgpHkI3PxRqI81_dm7pIqUw"/>
</p:tagLst>
</file>

<file path=ppt/tags/tag302.xml><?xml version="1.0" encoding="utf-8"?>
<p:tagLst xmlns:a="http://schemas.openxmlformats.org/drawingml/2006/main" xmlns:r="http://schemas.openxmlformats.org/officeDocument/2006/relationships" xmlns:p="http://schemas.openxmlformats.org/presentationml/2006/main">
  <p:tag name="THINKCELLSHAPEDONOTDELETE" val="tE9KhiS.Mm23Zil8UXCH7yw"/>
</p:tagLst>
</file>

<file path=ppt/tags/tag303.xml><?xml version="1.0" encoding="utf-8"?>
<p:tagLst xmlns:a="http://schemas.openxmlformats.org/drawingml/2006/main" xmlns:r="http://schemas.openxmlformats.org/officeDocument/2006/relationships" xmlns:p="http://schemas.openxmlformats.org/presentationml/2006/main">
  <p:tag name="THINKCELLSHAPEDONOTDELETE" val="tkx3bDvrekoGHGim_M9R2iw"/>
</p:tagLst>
</file>

<file path=ppt/tags/tag304.xml><?xml version="1.0" encoding="utf-8"?>
<p:tagLst xmlns:a="http://schemas.openxmlformats.org/drawingml/2006/main" xmlns:r="http://schemas.openxmlformats.org/officeDocument/2006/relationships" xmlns:p="http://schemas.openxmlformats.org/presentationml/2006/main">
  <p:tag name="THINKCELLSHAPEDONOTDELETE" val="thlUE2twxru9knzb7bPTdbg"/>
</p:tagLst>
</file>

<file path=ppt/tags/tag305.xml><?xml version="1.0" encoding="utf-8"?>
<p:tagLst xmlns:a="http://schemas.openxmlformats.org/drawingml/2006/main" xmlns:r="http://schemas.openxmlformats.org/officeDocument/2006/relationships" xmlns:p="http://schemas.openxmlformats.org/presentationml/2006/main">
  <p:tag name="THINKCELLSHAPEDONOTDELETE" val="twWC2rbKKYjsVVyrqRSHZlw"/>
</p:tagLst>
</file>

<file path=ppt/tags/tag306.xml><?xml version="1.0" encoding="utf-8"?>
<p:tagLst xmlns:a="http://schemas.openxmlformats.org/drawingml/2006/main" xmlns:r="http://schemas.openxmlformats.org/officeDocument/2006/relationships" xmlns:p="http://schemas.openxmlformats.org/presentationml/2006/main">
  <p:tag name="THINKCELLSHAPEDONOTDELETE" val="tclgYBNLZOL4tpj_4smJx1A"/>
</p:tagLst>
</file>

<file path=ppt/tags/tag307.xml><?xml version="1.0" encoding="utf-8"?>
<p:tagLst xmlns:a="http://schemas.openxmlformats.org/drawingml/2006/main" xmlns:r="http://schemas.openxmlformats.org/officeDocument/2006/relationships" xmlns:p="http://schemas.openxmlformats.org/presentationml/2006/main">
  <p:tag name="THINKCELLSHAPEDONOTDELETE" val="t2YynYEK3ZZfsaJZrwZrJNw"/>
</p:tagLst>
</file>

<file path=ppt/tags/tag308.xml><?xml version="1.0" encoding="utf-8"?>
<p:tagLst xmlns:a="http://schemas.openxmlformats.org/drawingml/2006/main" xmlns:r="http://schemas.openxmlformats.org/officeDocument/2006/relationships" xmlns:p="http://schemas.openxmlformats.org/presentationml/2006/main">
  <p:tag name="THINKCELLSHAPEDONOTDELETE" val="t2jdhCh4wf8oHdBpZUmaTBA"/>
</p:tagLst>
</file>

<file path=ppt/tags/tag309.xml><?xml version="1.0" encoding="utf-8"?>
<p:tagLst xmlns:a="http://schemas.openxmlformats.org/drawingml/2006/main" xmlns:r="http://schemas.openxmlformats.org/officeDocument/2006/relationships" xmlns:p="http://schemas.openxmlformats.org/presentationml/2006/main">
  <p:tag name="THINKCELLSHAPEDONOTDELETE" val="t2fZhrysLzs06JnGqVfDPUA"/>
</p:tagLst>
</file>

<file path=ppt/tags/tag310.xml><?xml version="1.0" encoding="utf-8"?>
<p:tagLst xmlns:a="http://schemas.openxmlformats.org/drawingml/2006/main" xmlns:r="http://schemas.openxmlformats.org/officeDocument/2006/relationships" xmlns:p="http://schemas.openxmlformats.org/presentationml/2006/main">
  <p:tag name="THINKCELLSHAPEDONOTDELETE" val="tvxm7CYGFwzKBdNFM3cpBUQ"/>
</p:tagLst>
</file>

<file path=ppt/tags/tag311.xml><?xml version="1.0" encoding="utf-8"?>
<p:tagLst xmlns:a="http://schemas.openxmlformats.org/drawingml/2006/main" xmlns:r="http://schemas.openxmlformats.org/officeDocument/2006/relationships" xmlns:p="http://schemas.openxmlformats.org/presentationml/2006/main">
  <p:tag name="THINKCELLSHAPEDONOTDELETE" val="t742AMA1I3fAQWLOfLhHmJg"/>
</p:tagLst>
</file>

<file path=ppt/tags/tag312.xml><?xml version="1.0" encoding="utf-8"?>
<p:tagLst xmlns:a="http://schemas.openxmlformats.org/drawingml/2006/main" xmlns:r="http://schemas.openxmlformats.org/officeDocument/2006/relationships" xmlns:p="http://schemas.openxmlformats.org/presentationml/2006/main">
  <p:tag name="THINKCELLSHAPEDONOTDELETE" val="tHcBmOG3feeXoOXL.5hNxOg"/>
</p:tagLst>
</file>

<file path=ppt/tags/tag313.xml><?xml version="1.0" encoding="utf-8"?>
<p:tagLst xmlns:a="http://schemas.openxmlformats.org/drawingml/2006/main" xmlns:r="http://schemas.openxmlformats.org/officeDocument/2006/relationships" xmlns:p="http://schemas.openxmlformats.org/presentationml/2006/main">
  <p:tag name="THINKCELLSHAPEDONOTDELETE" val="tpiRgatNkeCW2zyhyxDF6TA"/>
</p:tagLst>
</file>

<file path=ppt/tags/tag314.xml><?xml version="1.0" encoding="utf-8"?>
<p:tagLst xmlns:a="http://schemas.openxmlformats.org/drawingml/2006/main" xmlns:r="http://schemas.openxmlformats.org/officeDocument/2006/relationships" xmlns:p="http://schemas.openxmlformats.org/presentationml/2006/main">
  <p:tag name="THINKCELLSHAPEDONOTDELETE" val="tkTcvJTF72gxHEVe9sPxfLw"/>
</p:tagLst>
</file>

<file path=ppt/tags/tag315.xml><?xml version="1.0" encoding="utf-8"?>
<p:tagLst xmlns:a="http://schemas.openxmlformats.org/drawingml/2006/main" xmlns:r="http://schemas.openxmlformats.org/officeDocument/2006/relationships" xmlns:p="http://schemas.openxmlformats.org/presentationml/2006/main">
  <p:tag name="THINKCELLSHAPEDONOTDELETE" val="th8HAvfX2ek41O.EtLK9ckw"/>
</p:tagLst>
</file>

<file path=ppt/tags/tag316.xml><?xml version="1.0" encoding="utf-8"?>
<p:tagLst xmlns:a="http://schemas.openxmlformats.org/drawingml/2006/main" xmlns:r="http://schemas.openxmlformats.org/officeDocument/2006/relationships" xmlns:p="http://schemas.openxmlformats.org/presentationml/2006/main">
  <p:tag name="THINKCELLSHAPEDONOTDELETE" val="tbgfME5tKA93.KVB_urzAVw"/>
</p:tagLst>
</file>

<file path=ppt/tags/tag317.xml><?xml version="1.0" encoding="utf-8"?>
<p:tagLst xmlns:a="http://schemas.openxmlformats.org/drawingml/2006/main" xmlns:r="http://schemas.openxmlformats.org/officeDocument/2006/relationships" xmlns:p="http://schemas.openxmlformats.org/presentationml/2006/main">
  <p:tag name="THINKCELLSHAPEDONOTDELETE" val="t..ie_Ci7AXRy0VRfb1D.xw"/>
</p:tagLst>
</file>

<file path=ppt/tags/tag318.xml><?xml version="1.0" encoding="utf-8"?>
<p:tagLst xmlns:a="http://schemas.openxmlformats.org/drawingml/2006/main" xmlns:r="http://schemas.openxmlformats.org/officeDocument/2006/relationships" xmlns:p="http://schemas.openxmlformats.org/presentationml/2006/main">
  <p:tag name="THINKCELLSHAPEDONOTDELETE" val="tAZ6sLYw3dLCjbb9bg9Ljug"/>
</p:tagLst>
</file>

<file path=ppt/tags/tag319.xml><?xml version="1.0" encoding="utf-8"?>
<p:tagLst xmlns:a="http://schemas.openxmlformats.org/drawingml/2006/main" xmlns:r="http://schemas.openxmlformats.org/officeDocument/2006/relationships" xmlns:p="http://schemas.openxmlformats.org/presentationml/2006/main">
  <p:tag name="THINKCELLSHAPEDONOTDELETE" val="tiyri0GWD7nCVl8zMt_P42A"/>
</p:tagLst>
</file>

<file path=ppt/tags/tag320.xml><?xml version="1.0" encoding="utf-8"?>
<p:tagLst xmlns:a="http://schemas.openxmlformats.org/drawingml/2006/main" xmlns:r="http://schemas.openxmlformats.org/officeDocument/2006/relationships" xmlns:p="http://schemas.openxmlformats.org/presentationml/2006/main">
  <p:tag name="THINKCELLSHAPEDONOTDELETE" val="tCwVkI9.qAFswKeKSpnmF1g"/>
</p:tagLst>
</file>

<file path=ppt/tags/tag321.xml><?xml version="1.0" encoding="utf-8"?>
<p:tagLst xmlns:a="http://schemas.openxmlformats.org/drawingml/2006/main" xmlns:r="http://schemas.openxmlformats.org/officeDocument/2006/relationships" xmlns:p="http://schemas.openxmlformats.org/presentationml/2006/main">
  <p:tag name="THINKCELLSHAPEDONOTDELETE" val="tkDtV1.ysG_v3hL4g.Z4Xtw"/>
</p:tagLst>
</file>

<file path=ppt/tags/tag322.xml><?xml version="1.0" encoding="utf-8"?>
<p:tagLst xmlns:a="http://schemas.openxmlformats.org/drawingml/2006/main" xmlns:r="http://schemas.openxmlformats.org/officeDocument/2006/relationships" xmlns:p="http://schemas.openxmlformats.org/presentationml/2006/main">
  <p:tag name="THINKCELLSHAPEDONOTDELETE" val="t7ncAXMkWtQ6TrXKF0sSyqQ"/>
</p:tagLst>
</file>

<file path=ppt/tags/tag323.xml><?xml version="1.0" encoding="utf-8"?>
<p:tagLst xmlns:a="http://schemas.openxmlformats.org/drawingml/2006/main" xmlns:r="http://schemas.openxmlformats.org/officeDocument/2006/relationships" xmlns:p="http://schemas.openxmlformats.org/presentationml/2006/main">
  <p:tag name="THINKCELLSHAPEDONOTDELETE" val="tPuSBrJd8LA0jn04u9jxSwg"/>
</p:tagLst>
</file>

<file path=ppt/tags/tag324.xml><?xml version="1.0" encoding="utf-8"?>
<p:tagLst xmlns:a="http://schemas.openxmlformats.org/drawingml/2006/main" xmlns:r="http://schemas.openxmlformats.org/officeDocument/2006/relationships" xmlns:p="http://schemas.openxmlformats.org/presentationml/2006/main">
  <p:tag name="THINKCELLSHAPEDONOTDELETE" val="t5T.dqpieXGUxJGArwKo5cg"/>
</p:tagLst>
</file>

<file path=ppt/tags/tag325.xml><?xml version="1.0" encoding="utf-8"?>
<p:tagLst xmlns:a="http://schemas.openxmlformats.org/drawingml/2006/main" xmlns:r="http://schemas.openxmlformats.org/officeDocument/2006/relationships" xmlns:p="http://schemas.openxmlformats.org/presentationml/2006/main">
  <p:tag name="THINKCELLSHAPEDONOTDELETE" val="t6quX3f11RVzId6qxZJF_tA"/>
</p:tagLst>
</file>

<file path=ppt/tags/tag326.xml><?xml version="1.0" encoding="utf-8"?>
<p:tagLst xmlns:a="http://schemas.openxmlformats.org/drawingml/2006/main" xmlns:r="http://schemas.openxmlformats.org/officeDocument/2006/relationships" xmlns:p="http://schemas.openxmlformats.org/presentationml/2006/main">
  <p:tag name="THINKCELLSHAPEDONOTDELETE" val="tzmfVLjRqHwrEH9DPtCT5xg"/>
</p:tagLst>
</file>

<file path=ppt/tags/tag327.xml><?xml version="1.0" encoding="utf-8"?>
<p:tagLst xmlns:a="http://schemas.openxmlformats.org/drawingml/2006/main" xmlns:r="http://schemas.openxmlformats.org/officeDocument/2006/relationships" xmlns:p="http://schemas.openxmlformats.org/presentationml/2006/main">
  <p:tag name="THINKCELLSHAPEDONOTDELETE" val="tQx69OrGC_tKok6zITfykoQ"/>
</p:tagLst>
</file>

<file path=ppt/tags/tag328.xml><?xml version="1.0" encoding="utf-8"?>
<p:tagLst xmlns:a="http://schemas.openxmlformats.org/drawingml/2006/main" xmlns:r="http://schemas.openxmlformats.org/officeDocument/2006/relationships" xmlns:p="http://schemas.openxmlformats.org/presentationml/2006/main">
  <p:tag name="THINKCELLSHAPEDONOTDELETE" val="t1XK8tUhTkNuFjSumiYFcTw"/>
</p:tagLst>
</file>

<file path=ppt/tags/tag329.xml><?xml version="1.0" encoding="utf-8"?>
<p:tagLst xmlns:a="http://schemas.openxmlformats.org/drawingml/2006/main" xmlns:r="http://schemas.openxmlformats.org/officeDocument/2006/relationships" xmlns:p="http://schemas.openxmlformats.org/presentationml/2006/main">
  <p:tag name="THINKCELLSHAPEDONOTDELETE" val="t73fgRzJS53gXXJ270H9vUA"/>
</p:tagLst>
</file>

<file path=ppt/tags/tag330.xml><?xml version="1.0" encoding="utf-8"?>
<p:tagLst xmlns:a="http://schemas.openxmlformats.org/drawingml/2006/main" xmlns:r="http://schemas.openxmlformats.org/officeDocument/2006/relationships" xmlns:p="http://schemas.openxmlformats.org/presentationml/2006/main">
  <p:tag name="THINKCELLSHAPEDONOTDELETE" val="tTOMl4cAoeCCaATyUn.Sy6w"/>
</p:tagLst>
</file>

<file path=ppt/tags/tag331.xml><?xml version="1.0" encoding="utf-8"?>
<p:tagLst xmlns:a="http://schemas.openxmlformats.org/drawingml/2006/main" xmlns:r="http://schemas.openxmlformats.org/officeDocument/2006/relationships" xmlns:p="http://schemas.openxmlformats.org/presentationml/2006/main">
  <p:tag name="THINKCELLSHAPEDONOTDELETE" val="tWKeoQVVC.GcV2ysa8RJeXw"/>
</p:tagLst>
</file>

<file path=ppt/tags/tag332.xml><?xml version="1.0" encoding="utf-8"?>
<p:tagLst xmlns:a="http://schemas.openxmlformats.org/drawingml/2006/main" xmlns:r="http://schemas.openxmlformats.org/officeDocument/2006/relationships" xmlns:p="http://schemas.openxmlformats.org/presentationml/2006/main">
  <p:tag name="THINKCELLSHAPEDONOTDELETE" val="tjhHl5fxMF5ta5daSjwSWzw"/>
</p:tagLst>
</file>

<file path=ppt/tags/tag333.xml><?xml version="1.0" encoding="utf-8"?>
<p:tagLst xmlns:a="http://schemas.openxmlformats.org/drawingml/2006/main" xmlns:r="http://schemas.openxmlformats.org/officeDocument/2006/relationships" xmlns:p="http://schemas.openxmlformats.org/presentationml/2006/main">
  <p:tag name="THINKCELLSHAPEDONOTDELETE" val="tEENEIlNaXxMk5kgQleYhKA"/>
</p:tagLst>
</file>

<file path=ppt/tags/tag334.xml><?xml version="1.0" encoding="utf-8"?>
<p:tagLst xmlns:a="http://schemas.openxmlformats.org/drawingml/2006/main" xmlns:r="http://schemas.openxmlformats.org/officeDocument/2006/relationships" xmlns:p="http://schemas.openxmlformats.org/presentationml/2006/main">
  <p:tag name="THINKCELLSHAPEDONOTDELETE" val="t3jqjFyhr4PBmZzuU8hSimw"/>
</p:tagLst>
</file>

<file path=ppt/tags/tag335.xml><?xml version="1.0" encoding="utf-8"?>
<p:tagLst xmlns:a="http://schemas.openxmlformats.org/drawingml/2006/main" xmlns:r="http://schemas.openxmlformats.org/officeDocument/2006/relationships" xmlns:p="http://schemas.openxmlformats.org/presentationml/2006/main">
  <p:tag name="THINKCELLSHAPEDONOTDELETE" val="tV6sXFjnDG7nMrQ5KT7olhg"/>
</p:tagLst>
</file>

<file path=ppt/tags/tag336.xml><?xml version="1.0" encoding="utf-8"?>
<p:tagLst xmlns:a="http://schemas.openxmlformats.org/drawingml/2006/main" xmlns:r="http://schemas.openxmlformats.org/officeDocument/2006/relationships" xmlns:p="http://schemas.openxmlformats.org/presentationml/2006/main">
  <p:tag name="THINKCELLSHAPEDONOTDELETE" val="tPY_qnOWdv7nnm7a4UrUhsQ"/>
</p:tagLst>
</file>

<file path=ppt/tags/tag337.xml><?xml version="1.0" encoding="utf-8"?>
<p:tagLst xmlns:a="http://schemas.openxmlformats.org/drawingml/2006/main" xmlns:r="http://schemas.openxmlformats.org/officeDocument/2006/relationships" xmlns:p="http://schemas.openxmlformats.org/presentationml/2006/main">
  <p:tag name="THINKCELLSHAPEDONOTDELETE" val="tZY2yrSuhICnN5h_g9vXRmw"/>
</p:tagLst>
</file>

<file path=ppt/tags/tag338.xml><?xml version="1.0" encoding="utf-8"?>
<p:tagLst xmlns:a="http://schemas.openxmlformats.org/drawingml/2006/main" xmlns:r="http://schemas.openxmlformats.org/officeDocument/2006/relationships" xmlns:p="http://schemas.openxmlformats.org/presentationml/2006/main">
  <p:tag name="THINKCELLSHAPEDONOTDELETE" val="triKgkBW1k1lDKPL3.sDI_g"/>
</p:tagLst>
</file>

<file path=ppt/tags/tag339.xml><?xml version="1.0" encoding="utf-8"?>
<p:tagLst xmlns:a="http://schemas.openxmlformats.org/drawingml/2006/main" xmlns:r="http://schemas.openxmlformats.org/officeDocument/2006/relationships" xmlns:p="http://schemas.openxmlformats.org/presentationml/2006/main">
  <p:tag name="THINKCELLSHAPEDONOTDELETE" val="t6fywkz4ikNcRBQax.Fsl0g"/>
</p:tagLst>
</file>

<file path=ppt/tags/tag340.xml><?xml version="1.0" encoding="utf-8"?>
<p:tagLst xmlns:a="http://schemas.openxmlformats.org/drawingml/2006/main" xmlns:r="http://schemas.openxmlformats.org/officeDocument/2006/relationships" xmlns:p="http://schemas.openxmlformats.org/presentationml/2006/main">
  <p:tag name="THINKCELLSHAPEDONOTDELETE" val="twPYDsigKVq9UCow8FTaejA"/>
</p:tagLst>
</file>

<file path=ppt/tags/tag341.xml><?xml version="1.0" encoding="utf-8"?>
<p:tagLst xmlns:a="http://schemas.openxmlformats.org/drawingml/2006/main" xmlns:r="http://schemas.openxmlformats.org/officeDocument/2006/relationships" xmlns:p="http://schemas.openxmlformats.org/presentationml/2006/main">
  <p:tag name="THINKCELLSHAPEDONOTDELETE" val="t4xB2.hVzuR_Er0NjZMRpZw"/>
</p:tagLst>
</file>

<file path=ppt/tags/tag342.xml><?xml version="1.0" encoding="utf-8"?>
<p:tagLst xmlns:a="http://schemas.openxmlformats.org/drawingml/2006/main" xmlns:r="http://schemas.openxmlformats.org/officeDocument/2006/relationships" xmlns:p="http://schemas.openxmlformats.org/presentationml/2006/main">
  <p:tag name="THINKCELLSHAPEDONOTDELETE" val="t6O_sIEXB8JgWUUnOFtLRMA"/>
</p:tagLst>
</file>

<file path=ppt/tags/tag343.xml><?xml version="1.0" encoding="utf-8"?>
<p:tagLst xmlns:a="http://schemas.openxmlformats.org/drawingml/2006/main" xmlns:r="http://schemas.openxmlformats.org/officeDocument/2006/relationships" xmlns:p="http://schemas.openxmlformats.org/presentationml/2006/main">
  <p:tag name="THINKCELLSHAPEDONOTDELETE" val="t0Y3S8DLdbhGRT801s0IzXw"/>
</p:tagLst>
</file>

<file path=ppt/tags/tag344.xml><?xml version="1.0" encoding="utf-8"?>
<p:tagLst xmlns:a="http://schemas.openxmlformats.org/drawingml/2006/main" xmlns:r="http://schemas.openxmlformats.org/officeDocument/2006/relationships" xmlns:p="http://schemas.openxmlformats.org/presentationml/2006/main">
  <p:tag name="THINKCELLSHAPEDONOTDELETE" val="tUXEoNxJWOzJgic2dyAEBvQ"/>
</p:tagLst>
</file>

<file path=ppt/tags/tag345.xml><?xml version="1.0" encoding="utf-8"?>
<p:tagLst xmlns:a="http://schemas.openxmlformats.org/drawingml/2006/main" xmlns:r="http://schemas.openxmlformats.org/officeDocument/2006/relationships" xmlns:p="http://schemas.openxmlformats.org/presentationml/2006/main">
  <p:tag name="THINKCELLSHAPEDONOTDELETE" val="tFXJ.7__5oeIbp78UqNPx0g"/>
</p:tagLst>
</file>

<file path=ppt/tags/tag346.xml><?xml version="1.0" encoding="utf-8"?>
<p:tagLst xmlns:a="http://schemas.openxmlformats.org/drawingml/2006/main" xmlns:r="http://schemas.openxmlformats.org/officeDocument/2006/relationships" xmlns:p="http://schemas.openxmlformats.org/presentationml/2006/main">
  <p:tag name="THINKCELLSHAPEDONOTDELETE" val="tgD1mOd8ocAZ5wygvTNBA3Q"/>
</p:tagLst>
</file>

<file path=ppt/tags/tag347.xml><?xml version="1.0" encoding="utf-8"?>
<p:tagLst xmlns:a="http://schemas.openxmlformats.org/drawingml/2006/main" xmlns:r="http://schemas.openxmlformats.org/officeDocument/2006/relationships" xmlns:p="http://schemas.openxmlformats.org/presentationml/2006/main">
  <p:tag name="THINKCELLSHAPEDONOTDELETE" val="tdY9G.b60dSqexsPPJTl4EA"/>
</p:tagLst>
</file>

<file path=ppt/tags/tag348.xml><?xml version="1.0" encoding="utf-8"?>
<p:tagLst xmlns:a="http://schemas.openxmlformats.org/drawingml/2006/main" xmlns:r="http://schemas.openxmlformats.org/officeDocument/2006/relationships" xmlns:p="http://schemas.openxmlformats.org/presentationml/2006/main">
  <p:tag name="THINKCELLSHAPEDONOTDELETE" val="tFjXHlBZM24eveSq.KpWZPQ"/>
</p:tagLst>
</file>

<file path=ppt/tags/tag349.xml><?xml version="1.0" encoding="utf-8"?>
<p:tagLst xmlns:a="http://schemas.openxmlformats.org/drawingml/2006/main" xmlns:r="http://schemas.openxmlformats.org/officeDocument/2006/relationships" xmlns:p="http://schemas.openxmlformats.org/presentationml/2006/main">
  <p:tag name="THINKCELLSHAPEDONOTDELETE" val="tAgg66HNdHW0b0Qe8xZOzpA"/>
</p:tagLst>
</file>

<file path=ppt/tags/tag350.xml><?xml version="1.0" encoding="utf-8"?>
<p:tagLst xmlns:a="http://schemas.openxmlformats.org/drawingml/2006/main" xmlns:r="http://schemas.openxmlformats.org/officeDocument/2006/relationships" xmlns:p="http://schemas.openxmlformats.org/presentationml/2006/main">
  <p:tag name="THINKCELLSHAPEDONOTDELETE" val="tZTvlEWjFZxgyEotUbr3KlA"/>
</p:tagLst>
</file>

<file path=ppt/tags/tag3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2.xml><?xml version="1.0" encoding="utf-8"?>
<p:tagLst xmlns:a="http://schemas.openxmlformats.org/drawingml/2006/main" xmlns:r="http://schemas.openxmlformats.org/officeDocument/2006/relationships" xmlns:p="http://schemas.openxmlformats.org/presentationml/2006/main">
  <p:tag name="THINKCELLSHAPEDONOTDELETE" val="t.YgJlYgkUWdO1sIb4tw.2g"/>
</p:tagLst>
</file>

<file path=ppt/tags/tag353.xml><?xml version="1.0" encoding="utf-8"?>
<p:tagLst xmlns:a="http://schemas.openxmlformats.org/drawingml/2006/main" xmlns:r="http://schemas.openxmlformats.org/officeDocument/2006/relationships" xmlns:p="http://schemas.openxmlformats.org/presentationml/2006/main">
  <p:tag name="THINKCELLSHAPEDONOTDELETE" val="tgpHkI3PxRqI81_dm7pIqUw"/>
</p:tagLst>
</file>

<file path=ppt/tags/tag354.xml><?xml version="1.0" encoding="utf-8"?>
<p:tagLst xmlns:a="http://schemas.openxmlformats.org/drawingml/2006/main" xmlns:r="http://schemas.openxmlformats.org/officeDocument/2006/relationships" xmlns:p="http://schemas.openxmlformats.org/presentationml/2006/main">
  <p:tag name="THINKCELLSHAPEDONOTDELETE" val="tPcXZmQtI.e9nrsEJ5gX1uw"/>
</p:tagLst>
</file>

<file path=ppt/tags/tag355.xml><?xml version="1.0" encoding="utf-8"?>
<p:tagLst xmlns:a="http://schemas.openxmlformats.org/drawingml/2006/main" xmlns:r="http://schemas.openxmlformats.org/officeDocument/2006/relationships" xmlns:p="http://schemas.openxmlformats.org/presentationml/2006/main">
  <p:tag name="THINKCELLSHAPEDONOTDELETE" val="tE9KhiS.Mm23Zil8UXCH7yw"/>
</p:tagLst>
</file>

<file path=ppt/tags/tag356.xml><?xml version="1.0" encoding="utf-8"?>
<p:tagLst xmlns:a="http://schemas.openxmlformats.org/drawingml/2006/main" xmlns:r="http://schemas.openxmlformats.org/officeDocument/2006/relationships" xmlns:p="http://schemas.openxmlformats.org/presentationml/2006/main">
  <p:tag name="THINKCELLSHAPEDONOTDELETE" val="tkx3bDvrekoGHGim_M9R2iw"/>
</p:tagLst>
</file>

<file path=ppt/tags/tag357.xml><?xml version="1.0" encoding="utf-8"?>
<p:tagLst xmlns:a="http://schemas.openxmlformats.org/drawingml/2006/main" xmlns:r="http://schemas.openxmlformats.org/officeDocument/2006/relationships" xmlns:p="http://schemas.openxmlformats.org/presentationml/2006/main">
  <p:tag name="THINKCELLSHAPEDONOTDELETE" val="thlUE2twxru9knzb7bPTdbg"/>
</p:tagLst>
</file>

<file path=ppt/tags/tag358.xml><?xml version="1.0" encoding="utf-8"?>
<p:tagLst xmlns:a="http://schemas.openxmlformats.org/drawingml/2006/main" xmlns:r="http://schemas.openxmlformats.org/officeDocument/2006/relationships" xmlns:p="http://schemas.openxmlformats.org/presentationml/2006/main">
  <p:tag name="THINKCELLSHAPEDONOTDELETE" val="twWC2rbKKYjsVVyrqRSHZlw"/>
</p:tagLst>
</file>

<file path=ppt/tags/tag359.xml><?xml version="1.0" encoding="utf-8"?>
<p:tagLst xmlns:a="http://schemas.openxmlformats.org/drawingml/2006/main" xmlns:r="http://schemas.openxmlformats.org/officeDocument/2006/relationships" xmlns:p="http://schemas.openxmlformats.org/presentationml/2006/main">
  <p:tag name="THINKCELLSHAPEDONOTDELETE" val="tclgYBNLZOL4tpj_4smJx1A"/>
</p:tagLst>
</file>

<file path=ppt/tags/tag360.xml><?xml version="1.0" encoding="utf-8"?>
<p:tagLst xmlns:a="http://schemas.openxmlformats.org/drawingml/2006/main" xmlns:r="http://schemas.openxmlformats.org/officeDocument/2006/relationships" xmlns:p="http://schemas.openxmlformats.org/presentationml/2006/main">
  <p:tag name="THINKCELLSHAPEDONOTDELETE" val="t2YynYEK3ZZfsaJZrwZrJNw"/>
</p:tagLst>
</file>

<file path=ppt/tags/tag361.xml><?xml version="1.0" encoding="utf-8"?>
<p:tagLst xmlns:a="http://schemas.openxmlformats.org/drawingml/2006/main" xmlns:r="http://schemas.openxmlformats.org/officeDocument/2006/relationships" xmlns:p="http://schemas.openxmlformats.org/presentationml/2006/main">
  <p:tag name="THINKCELLSHAPEDONOTDELETE" val="t2jdhCh4wf8oHdBpZUmaTBA"/>
</p:tagLst>
</file>

<file path=ppt/tags/tag362.xml><?xml version="1.0" encoding="utf-8"?>
<p:tagLst xmlns:a="http://schemas.openxmlformats.org/drawingml/2006/main" xmlns:r="http://schemas.openxmlformats.org/officeDocument/2006/relationships" xmlns:p="http://schemas.openxmlformats.org/presentationml/2006/main">
  <p:tag name="THINKCELLSHAPEDONOTDELETE" val="t2fZhrysLzs06JnGqVfDPUA"/>
</p:tagLst>
</file>

<file path=ppt/tags/tag363.xml><?xml version="1.0" encoding="utf-8"?>
<p:tagLst xmlns:a="http://schemas.openxmlformats.org/drawingml/2006/main" xmlns:r="http://schemas.openxmlformats.org/officeDocument/2006/relationships" xmlns:p="http://schemas.openxmlformats.org/presentationml/2006/main">
  <p:tag name="THINKCELLSHAPEDONOTDELETE" val="tvxm7CYGFwzKBdNFM3cpBUQ"/>
</p:tagLst>
</file>

<file path=ppt/tags/tag364.xml><?xml version="1.0" encoding="utf-8"?>
<p:tagLst xmlns:a="http://schemas.openxmlformats.org/drawingml/2006/main" xmlns:r="http://schemas.openxmlformats.org/officeDocument/2006/relationships" xmlns:p="http://schemas.openxmlformats.org/presentationml/2006/main">
  <p:tag name="THINKCELLSHAPEDONOTDELETE" val="t742AMA1I3fAQWLOfLhHmJg"/>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468</TotalTime>
  <Words>1798</Words>
  <Application>Microsoft Macintosh PowerPoint</Application>
  <PresentationFormat>宽屏</PresentationFormat>
  <Paragraphs>695</Paragraphs>
  <Slides>13</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13</vt:i4>
      </vt:variant>
    </vt:vector>
  </HeadingPairs>
  <TitlesOfParts>
    <vt:vector size="22" baseType="lpstr">
      <vt:lpstr>等线</vt:lpstr>
      <vt:lpstr>等线 Light</vt:lpstr>
      <vt:lpstr>HarmonyOS Sans SC</vt:lpstr>
      <vt:lpstr>HarmonyOS Sans SC Black</vt:lpstr>
      <vt:lpstr>HarmonyOS Sans SC Light</vt:lpstr>
      <vt:lpstr>HarmonyOS Sans SC Medium</vt:lpstr>
      <vt:lpstr>Arial</vt:lpstr>
      <vt:lpstr>Office 主题​​</vt:lpstr>
      <vt:lpstr>think-cell 幻灯片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zhangbaoxu</dc:creator>
  <cp:lastModifiedBy>zhangbaoxu</cp:lastModifiedBy>
  <cp:revision>8</cp:revision>
  <dcterms:created xsi:type="dcterms:W3CDTF">2024-08-16T11:34:06Z</dcterms:created>
  <dcterms:modified xsi:type="dcterms:W3CDTF">2024-11-12T07:30:20Z</dcterms:modified>
</cp:coreProperties>
</file>