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charts/chart1.xml" ContentType="application/vnd.openxmlformats-officedocument.drawingml.chart+xml"/>
  <Override PartName="/ppt/tags/tag9.xml" ContentType="application/vnd.openxmlformats-officedocument.presentationml.tags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charts/chart6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tags/tag16.xml" ContentType="application/vnd.openxmlformats-officedocument.presentationml.tags+xml"/>
  <Override PartName="/ppt/charts/chart7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tags/tag17.xml" ContentType="application/vnd.openxmlformats-officedocument.presentationml.tags+xml"/>
  <Override PartName="/ppt/charts/chart8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drawings/drawing1.xml" ContentType="application/vnd.openxmlformats-officedocument.drawingml.chartshape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charts/chart9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10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charts/chart11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charts/chart12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ppt/charts/chart13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9.xml" ContentType="application/vnd.openxmlformats-officedocument.themeOverride+xml"/>
  <Override PartName="/ppt/charts/chart14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10.xml" ContentType="application/vnd.openxmlformats-officedocument.themeOverr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charts/chart17.xml" ContentType="application/vnd.openxmlformats-officedocument.drawingml.chart+xml"/>
  <Override PartName="/ppt/tags/tag41.xml" ContentType="application/vnd.openxmlformats-officedocument.presentationml.tags+xml"/>
  <Override PartName="/ppt/charts/chart18.xml" ContentType="application/vnd.openxmlformats-officedocument.drawingml.chart+xml"/>
  <Override PartName="/ppt/theme/themeOverride1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62" r:id="rId4"/>
    <p:sldId id="263" r:id="rId5"/>
    <p:sldId id="264" r:id="rId6"/>
    <p:sldId id="259" r:id="rId7"/>
    <p:sldId id="260" r:id="rId8"/>
    <p:sldId id="261" r:id="rId9"/>
    <p:sldId id="265" r:id="rId10"/>
    <p:sldId id="266" r:id="rId11"/>
    <p:sldId id="273" r:id="rId12"/>
    <p:sldId id="274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71"/>
    <p:restoredTop sz="97840"/>
  </p:normalViewPr>
  <p:slideViewPr>
    <p:cSldViewPr snapToGrid="0">
      <p:cViewPr varScale="1">
        <p:scale>
          <a:sx n="224" d="100"/>
          <a:sy n="224" d="100"/>
        </p:scale>
        <p:origin x="7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0" d="100"/>
        <a:sy n="1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.xlsb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___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.xlsb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___4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___5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5" Type="http://schemas.openxmlformats.org/officeDocument/2006/relationships/chartUserShapes" Target="../drawings/drawing1.xml"/><Relationship Id="rId4" Type="http://schemas.openxmlformats.org/officeDocument/2006/relationships/package" Target="../embeddings/Microsoft_Excel____6.xlsx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___7.xlsx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___8.xlsx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___9.xlsx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package" Target="../embeddings/Microsoft_Excel____10.xlsx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package" Target="../embeddings/Microsoft_Excel____11.xlsx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package" Target="../embeddings/Microsoft_Excel____12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3.xlsb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4.xlsb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5.xlsb"/></Relationships>
</file>

<file path=ppt/charts/_rels/chart18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16.xlsx"/><Relationship Id="rId1" Type="http://schemas.openxmlformats.org/officeDocument/2006/relationships/themeOverride" Target="../theme/themeOverrid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0387623848426912E-3"/>
          <c:y val="7.3394495412844041E-2"/>
          <c:w val="0.98192247523031462"/>
          <c:h val="0.8532110091743119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ACFB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310615989515072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A3F1-6A4E-A259-1B34D4BC9947}"/>
                </c:ext>
              </c:extLst>
            </c:dLbl>
            <c:dLbl>
              <c:idx val="1"/>
              <c:layout>
                <c:manualLayout>
                  <c:x val="0"/>
                  <c:y val="-1.310615989515072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A3F1-6A4E-A259-1B34D4BC9947}"/>
                </c:ext>
              </c:extLst>
            </c:dLbl>
            <c:dLbl>
              <c:idx val="2"/>
              <c:layout>
                <c:manualLayout>
                  <c:x val="0"/>
                  <c:y val="-1.310615989515072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A3F1-6A4E-A259-1B34D4BC9947}"/>
                </c:ext>
              </c:extLst>
            </c:dLbl>
            <c:dLbl>
              <c:idx val="3"/>
              <c:layout>
                <c:manualLayout>
                  <c:x val="0"/>
                  <c:y val="-1.310615989515072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A3F1-6A4E-A259-1B34D4BC9947}"/>
                </c:ext>
              </c:extLst>
            </c:dLbl>
            <c:dLbl>
              <c:idx val="4"/>
              <c:layout>
                <c:manualLayout>
                  <c:x val="0"/>
                  <c:y val="-1.310615989515072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A3F1-6A4E-A259-1B34D4BC994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69</c:v>
                </c:pt>
                <c:pt idx="1">
                  <c:v>46</c:v>
                </c:pt>
                <c:pt idx="2">
                  <c:v>42</c:v>
                </c:pt>
                <c:pt idx="3">
                  <c:v>29</c:v>
                </c:pt>
                <c:pt idx="4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3F1-6A4E-A259-1B34D4BC9947}"/>
            </c:ext>
          </c:extLst>
        </c:ser>
        <c:ser>
          <c:idx val="1"/>
          <c:order val="1"/>
          <c:spPr>
            <a:solidFill>
              <a:schemeClr val="tx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310615989515072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A3F1-6A4E-A259-1B34D4BC9947}"/>
                </c:ext>
              </c:extLst>
            </c:dLbl>
            <c:dLbl>
              <c:idx val="1"/>
              <c:layout>
                <c:manualLayout>
                  <c:x val="0"/>
                  <c:y val="1.310615989515072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A3F1-6A4E-A259-1B34D4BC9947}"/>
                </c:ext>
              </c:extLst>
            </c:dLbl>
            <c:dLbl>
              <c:idx val="2"/>
              <c:layout>
                <c:manualLayout>
                  <c:x val="0"/>
                  <c:y val="1.310615989515072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A3F1-6A4E-A259-1B34D4BC9947}"/>
                </c:ext>
              </c:extLst>
            </c:dLbl>
            <c:dLbl>
              <c:idx val="3"/>
              <c:layout>
                <c:manualLayout>
                  <c:x val="0"/>
                  <c:y val="1.310615989515072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A3F1-6A4E-A259-1B34D4BC9947}"/>
                </c:ext>
              </c:extLst>
            </c:dLbl>
            <c:dLbl>
              <c:idx val="4"/>
              <c:layout>
                <c:manualLayout>
                  <c:x val="0"/>
                  <c:y val="1.310615989515072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A3F1-6A4E-A259-1B34D4BC994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0">
                  <c:v>-7</c:v>
                </c:pt>
                <c:pt idx="1">
                  <c:v>-8</c:v>
                </c:pt>
                <c:pt idx="2">
                  <c:v>-25</c:v>
                </c:pt>
                <c:pt idx="3">
                  <c:v>-12</c:v>
                </c:pt>
                <c:pt idx="4">
                  <c:v>-20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A3F1-6A4E-A259-1B34D4BC99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1466272256"/>
        <c:axId val="1"/>
      </c:barChart>
      <c:catAx>
        <c:axId val="146627225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969696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69"/>
          <c:min val="-25"/>
        </c:scaling>
        <c:delete val="1"/>
        <c:axPos val="l"/>
        <c:numFmt formatCode="General" sourceLinked="1"/>
        <c:majorTickMark val="out"/>
        <c:minorTickMark val="none"/>
        <c:tickLblPos val="nextTo"/>
        <c:crossAx val="146627225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</a:ex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errBars>
            <c:errBarType val="minus"/>
            <c:errValType val="percentage"/>
            <c:noEndCap val="1"/>
            <c:val val="100"/>
            <c:spPr>
              <a:noFill/>
              <a:ln w="22225" cap="flat" cmpd="sng" algn="ctr">
                <a:solidFill>
                  <a:sysClr val="windowText" lastClr="000000"/>
                </a:solidFill>
                <a:round/>
                <a:headEnd type="none"/>
                <a:tailEnd type="none"/>
              </a:ln>
              <a:effectLst/>
            </c:spPr>
          </c:errBars>
          <c:val>
            <c:numRef>
              <c:f>Sheet1!$D$3:$D$7</c:f>
              <c:numCache>
                <c:formatCode>General</c:formatCode>
                <c:ptCount val="5"/>
                <c:pt idx="0">
                  <c:v>28</c:v>
                </c:pt>
                <c:pt idx="1">
                  <c:v>43</c:v>
                </c:pt>
                <c:pt idx="2">
                  <c:v>67</c:v>
                </c:pt>
                <c:pt idx="3">
                  <c:v>87</c:v>
                </c:pt>
                <c:pt idx="4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8E-4D14-833C-3C12DEE190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43270911"/>
        <c:axId val="343272831"/>
      </c:barChart>
      <c:scatterChart>
        <c:scatterStyle val="lineMarker"/>
        <c:varyColors val="0"/>
        <c:ser>
          <c:idx val="1"/>
          <c:order val="1"/>
          <c:tx>
            <c:v>tusimpleBI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9"/>
            <c:spPr>
              <a:solidFill>
                <a:sysClr val="windowText" lastClr="000000"/>
              </a:solidFill>
              <a:ln w="25400">
                <a:noFill/>
              </a:ln>
              <a:effectLst/>
            </c:spPr>
          </c:marker>
          <c:xVal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xVal>
          <c:yVal>
            <c:numRef>
              <c:f>Sheet1!$D$3:$D$7</c:f>
              <c:numCache>
                <c:formatCode>General</c:formatCode>
                <c:ptCount val="5"/>
                <c:pt idx="0">
                  <c:v>28</c:v>
                </c:pt>
                <c:pt idx="1">
                  <c:v>43</c:v>
                </c:pt>
                <c:pt idx="2">
                  <c:v>67</c:v>
                </c:pt>
                <c:pt idx="3">
                  <c:v>87</c:v>
                </c:pt>
                <c:pt idx="4">
                  <c:v>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18E-4D14-833C-3C12DEE190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43270911"/>
        <c:axId val="343272831"/>
      </c:scatterChart>
      <c:catAx>
        <c:axId val="343270911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noFill/>
          <a:ln w="9525" cap="flat" cmpd="sng" algn="ctr">
            <a:solidFill>
              <a:srgbClr val="E8E8E8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43272831"/>
        <c:crosses val="autoZero"/>
        <c:auto val="1"/>
        <c:lblAlgn val="ctr"/>
        <c:lblOffset val="100"/>
        <c:noMultiLvlLbl val="0"/>
      </c:catAx>
      <c:valAx>
        <c:axId val="34327283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432709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419324281654563E-2"/>
          <c:y val="0.15401301518438179"/>
          <c:w val="0.96716135143669091"/>
          <c:h val="0.69197396963123647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0ACFB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3.253796095444685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DAD9-5A49-B077-80EAE55984C9}"/>
                </c:ext>
              </c:extLst>
            </c:dLbl>
            <c:dLbl>
              <c:idx val="1"/>
              <c:layout>
                <c:manualLayout>
                  <c:x val="-3.1575623618566466E-4"/>
                  <c:y val="3.253796095444685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DAD9-5A49-B077-80EAE55984C9}"/>
                </c:ext>
              </c:extLst>
            </c:dLbl>
            <c:dLbl>
              <c:idx val="2"/>
              <c:layout>
                <c:manualLayout>
                  <c:x val="0"/>
                  <c:y val="3.253796095444685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DAD9-5A49-B077-80EAE55984C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58</c:v>
                </c:pt>
                <c:pt idx="1">
                  <c:v>56</c:v>
                </c:pt>
                <c:pt idx="2">
                  <c:v>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AD9-5A49-B077-80EAE55984C9}"/>
            </c:ext>
          </c:extLst>
        </c:ser>
        <c:ser>
          <c:idx val="1"/>
          <c:order val="1"/>
          <c:spPr>
            <a:solidFill>
              <a:srgbClr val="D6D7D9"/>
            </a:solidFill>
            <a:ln>
              <a:noFill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0">
                  <c:v>42</c:v>
                </c:pt>
                <c:pt idx="1">
                  <c:v>44</c:v>
                </c:pt>
                <c:pt idx="2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AD9-5A49-B077-80EAE55984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09284496"/>
        <c:axId val="1"/>
      </c:barChart>
      <c:catAx>
        <c:axId val="1609284496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60928449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419324281654563E-2"/>
          <c:y val="0.15401301518438179"/>
          <c:w val="0.96716135143669091"/>
          <c:h val="0.69197396963123647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07CB6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-3.1575623618566466E-4"/>
                  <c:y val="3.253796095444685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B164-F041-A09E-B3F283735679}"/>
                </c:ext>
              </c:extLst>
            </c:dLbl>
            <c:dLbl>
              <c:idx val="1"/>
              <c:layout>
                <c:manualLayout>
                  <c:x val="-3.1575623618566466E-4"/>
                  <c:y val="3.253796095444685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164-F041-A09E-B3F283735679}"/>
                </c:ext>
              </c:extLst>
            </c:dLbl>
            <c:dLbl>
              <c:idx val="2"/>
              <c:layout>
                <c:manualLayout>
                  <c:x val="0"/>
                  <c:y val="3.253796095444685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B164-F041-A09E-B3F28373567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43</c:v>
                </c:pt>
                <c:pt idx="1">
                  <c:v>40</c:v>
                </c:pt>
                <c:pt idx="2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164-F041-A09E-B3F283735679}"/>
            </c:ext>
          </c:extLst>
        </c:ser>
        <c:ser>
          <c:idx val="1"/>
          <c:order val="1"/>
          <c:spPr>
            <a:solidFill>
              <a:srgbClr val="D6D7D9"/>
            </a:solidFill>
            <a:ln>
              <a:noFill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0">
                  <c:v>57</c:v>
                </c:pt>
                <c:pt idx="1">
                  <c:v>60</c:v>
                </c:pt>
                <c:pt idx="2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164-F041-A09E-B3F2837356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12935376"/>
        <c:axId val="1"/>
      </c:barChart>
      <c:catAx>
        <c:axId val="1712935376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71293537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419324281654563E-2"/>
          <c:y val="0.15401301518438179"/>
          <c:w val="0.96716135143669091"/>
          <c:h val="0.69197396963123647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3.253796095444685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BDC7-8A4E-99FF-8AD1A2A22E4A}"/>
                </c:ext>
              </c:extLst>
            </c:dLbl>
            <c:dLbl>
              <c:idx val="1"/>
              <c:layout>
                <c:manualLayout>
                  <c:x val="0"/>
                  <c:y val="3.253796095444685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DC7-8A4E-99FF-8AD1A2A22E4A}"/>
                </c:ext>
              </c:extLst>
            </c:dLbl>
            <c:dLbl>
              <c:idx val="2"/>
              <c:layout>
                <c:manualLayout>
                  <c:x val="0"/>
                  <c:y val="3.253796095444685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BDC7-8A4E-99FF-8AD1A2A22E4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28</c:v>
                </c:pt>
                <c:pt idx="1">
                  <c:v>28</c:v>
                </c:pt>
                <c:pt idx="2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DC7-8A4E-99FF-8AD1A2A22E4A}"/>
            </c:ext>
          </c:extLst>
        </c:ser>
        <c:ser>
          <c:idx val="1"/>
          <c:order val="1"/>
          <c:spPr>
            <a:solidFill>
              <a:srgbClr val="D6D7D9"/>
            </a:solidFill>
            <a:ln>
              <a:noFill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0">
                  <c:v>72</c:v>
                </c:pt>
                <c:pt idx="1">
                  <c:v>72</c:v>
                </c:pt>
                <c:pt idx="2">
                  <c:v>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DC7-8A4E-99FF-8AD1A2A22E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98836816"/>
        <c:axId val="1"/>
      </c:barChart>
      <c:catAx>
        <c:axId val="1898836816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8988368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</a:ex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errBars>
            <c:errBarType val="minus"/>
            <c:errValType val="percentage"/>
            <c:noEndCap val="1"/>
            <c:val val="100"/>
            <c:spPr>
              <a:noFill/>
              <a:ln w="22225" cap="flat" cmpd="sng" algn="ctr">
                <a:solidFill>
                  <a:sysClr val="windowText" lastClr="000000"/>
                </a:solidFill>
                <a:round/>
                <a:headEnd type="none"/>
                <a:tailEnd type="none"/>
              </a:ln>
              <a:effectLst/>
            </c:spPr>
          </c:errBars>
          <c:val>
            <c:numRef>
              <c:f>Sheet1!$D$3:$D$14</c:f>
              <c:numCache>
                <c:formatCode>General</c:formatCode>
                <c:ptCount val="12"/>
                <c:pt idx="0">
                  <c:v>75</c:v>
                </c:pt>
                <c:pt idx="1">
                  <c:v>60</c:v>
                </c:pt>
                <c:pt idx="2">
                  <c:v>50</c:v>
                </c:pt>
                <c:pt idx="3">
                  <c:v>48</c:v>
                </c:pt>
                <c:pt idx="4">
                  <c:v>46</c:v>
                </c:pt>
                <c:pt idx="5">
                  <c:v>42</c:v>
                </c:pt>
                <c:pt idx="6">
                  <c:v>35</c:v>
                </c:pt>
                <c:pt idx="7">
                  <c:v>33</c:v>
                </c:pt>
                <c:pt idx="8">
                  <c:v>32</c:v>
                </c:pt>
                <c:pt idx="9">
                  <c:v>29</c:v>
                </c:pt>
                <c:pt idx="10">
                  <c:v>29</c:v>
                </c:pt>
                <c:pt idx="11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5C-4332-8B25-DCEF518739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63031264"/>
        <c:axId val="1063031744"/>
      </c:barChart>
      <c:scatterChart>
        <c:scatterStyle val="lineMarker"/>
        <c:varyColors val="0"/>
        <c:ser>
          <c:idx val="1"/>
          <c:order val="1"/>
          <c:tx>
            <c:v>tusimpleBI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10"/>
            <c:spPr>
              <a:solidFill>
                <a:sysClr val="windowText" lastClr="000000"/>
              </a:solidFill>
              <a:ln w="25400">
                <a:noFill/>
              </a:ln>
              <a:effectLst/>
            </c:spPr>
          </c:marker>
          <c:xVal>
            <c:numLit>
              <c:formatCode>General</c:formatCode>
              <c:ptCount val="12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</c:numLit>
          </c:xVal>
          <c:yVal>
            <c:numRef>
              <c:f>Sheet1!$D$3:$D$14</c:f>
              <c:numCache>
                <c:formatCode>General</c:formatCode>
                <c:ptCount val="12"/>
                <c:pt idx="0">
                  <c:v>75</c:v>
                </c:pt>
                <c:pt idx="1">
                  <c:v>60</c:v>
                </c:pt>
                <c:pt idx="2">
                  <c:v>50</c:v>
                </c:pt>
                <c:pt idx="3">
                  <c:v>48</c:v>
                </c:pt>
                <c:pt idx="4">
                  <c:v>46</c:v>
                </c:pt>
                <c:pt idx="5">
                  <c:v>42</c:v>
                </c:pt>
                <c:pt idx="6">
                  <c:v>35</c:v>
                </c:pt>
                <c:pt idx="7">
                  <c:v>33</c:v>
                </c:pt>
                <c:pt idx="8">
                  <c:v>32</c:v>
                </c:pt>
                <c:pt idx="9">
                  <c:v>29</c:v>
                </c:pt>
                <c:pt idx="10">
                  <c:v>29</c:v>
                </c:pt>
                <c:pt idx="11">
                  <c:v>22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95C-4332-8B25-DCEF518739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63031264"/>
        <c:axId val="1063031744"/>
      </c:scatterChart>
      <c:catAx>
        <c:axId val="1063031264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noFill/>
          <a:ln w="9525" cap="flat" cmpd="sng" algn="ctr">
            <a:solidFill>
              <a:srgbClr val="E8E8E8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1063031744"/>
        <c:crosses val="autoZero"/>
        <c:auto val="1"/>
        <c:lblAlgn val="ctr"/>
        <c:lblOffset val="100"/>
        <c:noMultiLvlLbl val="0"/>
      </c:catAx>
      <c:valAx>
        <c:axId val="10630317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630312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b="0" i="0">
          <a:latin typeface="HarmonyOS Sans SC" pitchFamily="2" charset="-122"/>
          <a:ea typeface="HarmonyOS Sans SC" pitchFamily="2" charset="-122"/>
        </a:defRPr>
      </a:pPr>
      <a:endParaRPr lang="zh-CN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tusimpleBI</c:v>
          </c:tx>
          <c:spPr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</a:extLst>
          </c:spPr>
          <c:invertIfNegative val="0"/>
          <c:cat>
            <c:strRef>
              <c:f>Sheet1!$D$5:$D$14</c:f>
              <c:strCache>
                <c:ptCount val="10"/>
                <c:pt idx="0">
                  <c:v>队1</c:v>
                </c:pt>
                <c:pt idx="1">
                  <c:v>队2</c:v>
                </c:pt>
                <c:pt idx="2">
                  <c:v>队3</c:v>
                </c:pt>
                <c:pt idx="3">
                  <c:v>队4</c:v>
                </c:pt>
                <c:pt idx="4">
                  <c:v>队5</c:v>
                </c:pt>
                <c:pt idx="5">
                  <c:v>队6</c:v>
                </c:pt>
                <c:pt idx="6">
                  <c:v>队7</c:v>
                </c:pt>
                <c:pt idx="7">
                  <c:v>队8</c:v>
                </c:pt>
                <c:pt idx="8">
                  <c:v>队9</c:v>
                </c:pt>
                <c:pt idx="9">
                  <c:v>队10</c:v>
                </c:pt>
              </c:strCache>
            </c:strRef>
          </c:cat>
          <c:val>
            <c:numLit>
              <c:formatCode>General</c:formatCode>
              <c:ptCount val="10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  <c:pt idx="9">
                <c:v>1</c:v>
              </c:pt>
            </c:numLit>
          </c:val>
          <c:extLst>
            <c:ext xmlns:c16="http://schemas.microsoft.com/office/drawing/2014/chart" uri="{C3380CC4-5D6E-409C-BE32-E72D297353CC}">
              <c16:uniqueId val="{00000000-1C61-4D62-89F0-BE53F065AC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0"/>
        <c:axId val="1062884448"/>
        <c:axId val="1062889728"/>
      </c:barChart>
      <c:scatterChart>
        <c:scatterStyle val="lineMarker"/>
        <c:varyColors val="0"/>
        <c:ser>
          <c:idx val="1"/>
          <c:order val="1"/>
          <c:tx>
            <c:v>tusimpleBI</c:v>
          </c:tx>
          <c:spPr>
            <a:ln w="25400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strRef>
                  <c:f>Sheet1!$E$4</c:f>
                  <c:strCache>
                    <c:ptCount val="1"/>
                    <c:pt idx="0">
                      <c:v>数值0</c:v>
                    </c:pt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{D1C0377F-96D2-5C43-984D-0D4BDF371E64}</c15:txfldGUID>
                      <c15:f>Sheet1!$E$4</c15:f>
                      <c15:dlblFieldTableCache>
                        <c:ptCount val="1"/>
                        <c:pt idx="0">
                          <c:v>数值0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1-1C61-4D62-89F0-BE53F065ACBE}"/>
                </c:ext>
              </c:extLst>
            </c:dLbl>
            <c:dLbl>
              <c:idx val="1"/>
              <c:tx>
                <c:strRef>
                  <c:f>Sheet1!$F$4</c:f>
                  <c:strCache>
                    <c:ptCount val="1"/>
                    <c:pt idx="0">
                      <c:v>数值1</c:v>
                    </c:pt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{2394DCDF-CDF8-3B45-A595-1B5171064377}</c15:txfldGUID>
                      <c15:f>Sheet1!$F$4</c15:f>
                      <c15:dlblFieldTableCache>
                        <c:ptCount val="1"/>
                        <c:pt idx="0">
                          <c:v>数值1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2-1C61-4D62-89F0-BE53F065ACB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noFill/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Sheet1!$E$5:$F$5</c:f>
              <c:numCache>
                <c:formatCode>General</c:formatCode>
                <c:ptCount val="2"/>
                <c:pt idx="0">
                  <c:v>41</c:v>
                </c:pt>
                <c:pt idx="1">
                  <c:v>51</c:v>
                </c:pt>
              </c:numCache>
            </c:numRef>
          </c:xVal>
          <c:yVal>
            <c:numLit>
              <c:formatCode>General</c:formatCode>
              <c:ptCount val="2"/>
              <c:pt idx="0">
                <c:v>1</c:v>
              </c:pt>
              <c:pt idx="1">
                <c:v>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3-1C61-4D62-89F0-BE53F065ACBE}"/>
            </c:ext>
          </c:extLst>
        </c:ser>
        <c:ser>
          <c:idx val="2"/>
          <c:order val="2"/>
          <c:tx>
            <c:strRef>
              <c:f>Sheet1!$E$4</c:f>
              <c:strCache>
                <c:ptCount val="1"/>
                <c:pt idx="0">
                  <c:v>数值0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 w="25400">
                <a:noFill/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ysClr val="window" lastClr="FFFFFF"/>
                </a:solidFill>
                <a:ln w="6350">
                  <a:solidFill>
                    <a:sysClr val="windowText" lastClr="00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3-FD25-8841-A539-B1F5B2741E2B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ysClr val="window" lastClr="FFFFFF"/>
                </a:solidFill>
                <a:ln w="6350">
                  <a:solidFill>
                    <a:sysClr val="windowText" lastClr="00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1-FD25-8841-A539-B1F5B2741E2B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ysClr val="window" lastClr="FFFFFF"/>
                </a:solidFill>
                <a:ln w="6350">
                  <a:solidFill>
                    <a:sysClr val="windowText" lastClr="00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2-FD25-8841-A539-B1F5B2741E2B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ysClr val="window" lastClr="FFFFFF"/>
                </a:solidFill>
                <a:ln w="6350">
                  <a:solidFill>
                    <a:sysClr val="windowText" lastClr="00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E-FD25-8841-A539-B1F5B2741E2B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ysClr val="window" lastClr="FFFFFF"/>
                </a:solidFill>
                <a:ln w="6350">
                  <a:solidFill>
                    <a:sysClr val="windowText" lastClr="00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FD25-8841-A539-B1F5B2741E2B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ysClr val="window" lastClr="FFFFFF"/>
                </a:solidFill>
                <a:ln w="6350">
                  <a:solidFill>
                    <a:sysClr val="windowText" lastClr="00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FD25-8841-A539-B1F5B2741E2B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257FE"/>
                </a:solidFill>
                <a:ln w="25400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D25-8841-A539-B1F5B2741E2B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ysClr val="window" lastClr="FFFFFF"/>
                </a:solidFill>
                <a:ln w="6350">
                  <a:solidFill>
                    <a:sysClr val="windowText" lastClr="00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FD25-8841-A539-B1F5B2741E2B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ysClr val="window" lastClr="FFFFFF"/>
                </a:solidFill>
                <a:ln w="6350">
                  <a:solidFill>
                    <a:sysClr val="windowText" lastClr="00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D25-8841-A539-B1F5B2741E2B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ysClr val="window" lastClr="FFFFFF"/>
                </a:solidFill>
                <a:ln w="6350">
                  <a:solidFill>
                    <a:sysClr val="windowText" lastClr="00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D25-8841-A539-B1F5B2741E2B}"/>
              </c:ext>
            </c:extLst>
          </c:dPt>
          <c:xVal>
            <c:numRef>
              <c:f>Sheet1!$E$5:$E$14</c:f>
              <c:numCache>
                <c:formatCode>General</c:formatCode>
                <c:ptCount val="10"/>
                <c:pt idx="0">
                  <c:v>41</c:v>
                </c:pt>
                <c:pt idx="1">
                  <c:v>44</c:v>
                </c:pt>
                <c:pt idx="2">
                  <c:v>34</c:v>
                </c:pt>
                <c:pt idx="3">
                  <c:v>30</c:v>
                </c:pt>
                <c:pt idx="4">
                  <c:v>23</c:v>
                </c:pt>
                <c:pt idx="5">
                  <c:v>21</c:v>
                </c:pt>
                <c:pt idx="6">
                  <c:v>35</c:v>
                </c:pt>
                <c:pt idx="7">
                  <c:v>24</c:v>
                </c:pt>
                <c:pt idx="8">
                  <c:v>30</c:v>
                </c:pt>
                <c:pt idx="9">
                  <c:v>27</c:v>
                </c:pt>
              </c:numCache>
            </c:numRef>
          </c:xVal>
          <c:yVal>
            <c:numLit>
              <c:formatCode>General</c:formatCode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4-1C61-4D62-89F0-BE53F065ACBE}"/>
            </c:ext>
          </c:extLst>
        </c:ser>
        <c:ser>
          <c:idx val="3"/>
          <c:order val="3"/>
          <c:tx>
            <c:strRef>
              <c:f>Sheet1!$F$4</c:f>
              <c:strCache>
                <c:ptCount val="1"/>
                <c:pt idx="0">
                  <c:v>数值1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accent2"/>
              </a:solidFill>
              <a:ln w="25400">
                <a:noFill/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ysClr val="windowText" lastClr="000000"/>
                </a:solidFill>
                <a:ln w="25400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4-FD25-8841-A539-B1F5B2741E2B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00ACFB"/>
                </a:solidFill>
                <a:ln w="25400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0-FD25-8841-A539-B1F5B2741E2B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00ACFB"/>
                </a:solidFill>
                <a:ln w="25400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F-FD25-8841-A539-B1F5B2741E2B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ysClr val="windowText" lastClr="000000"/>
                </a:solidFill>
                <a:ln w="25400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D-FD25-8841-A539-B1F5B2741E2B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257FE"/>
                </a:solidFill>
                <a:ln w="25400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FD25-8841-A539-B1F5B2741E2B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ysClr val="windowText" lastClr="000000"/>
                </a:solidFill>
                <a:ln w="25400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FD25-8841-A539-B1F5B2741E2B}"/>
              </c:ext>
            </c:extLst>
          </c:dPt>
          <c:dPt>
            <c:idx val="6"/>
            <c:marker>
              <c:symbol val="circle"/>
              <c:size val="6"/>
              <c:spPr>
                <a:noFill/>
                <a:ln w="6350">
                  <a:solidFill>
                    <a:sysClr val="windowText" lastClr="00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D25-8841-A539-B1F5B2741E2B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00ACFB"/>
                </a:solidFill>
                <a:ln w="25400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D25-8841-A539-B1F5B2741E2B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00ACFB"/>
                </a:solidFill>
                <a:ln w="25400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D25-8841-A539-B1F5B2741E2B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257FE"/>
                </a:solidFill>
                <a:ln w="25400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D25-8841-A539-B1F5B2741E2B}"/>
              </c:ext>
            </c:extLst>
          </c:dPt>
          <c:xVal>
            <c:numRef>
              <c:f>Sheet1!$F$5:$F$14</c:f>
              <c:numCache>
                <c:formatCode>General</c:formatCode>
                <c:ptCount val="10"/>
                <c:pt idx="0">
                  <c:v>51</c:v>
                </c:pt>
                <c:pt idx="1">
                  <c:v>50</c:v>
                </c:pt>
                <c:pt idx="2">
                  <c:v>50</c:v>
                </c:pt>
                <c:pt idx="3">
                  <c:v>40</c:v>
                </c:pt>
                <c:pt idx="4">
                  <c:v>38</c:v>
                </c:pt>
                <c:pt idx="5">
                  <c:v>38</c:v>
                </c:pt>
                <c:pt idx="6">
                  <c:v>36</c:v>
                </c:pt>
                <c:pt idx="7">
                  <c:v>32</c:v>
                </c:pt>
                <c:pt idx="8">
                  <c:v>31</c:v>
                </c:pt>
                <c:pt idx="9">
                  <c:v>30</c:v>
                </c:pt>
              </c:numCache>
            </c:numRef>
          </c:xVal>
          <c:yVal>
            <c:numLit>
              <c:formatCode>General</c:formatCode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5-1C61-4D62-89F0-BE53F065ACBE}"/>
            </c:ext>
          </c:extLst>
        </c:ser>
        <c:ser>
          <c:idx val="4"/>
          <c:order val="4"/>
          <c:tx>
            <c:v>tusimpleBI</c:v>
          </c:tx>
          <c:spPr>
            <a:ln w="25400" cap="rnd">
              <a:noFill/>
              <a:round/>
            </a:ln>
            <a:effectLst/>
          </c:spPr>
          <c:marker>
            <c:symbol val="none"/>
          </c:marker>
          <c:errBars>
            <c:errDir val="x"/>
            <c:errBarType val="plus"/>
            <c:errValType val="cust"/>
            <c:noEndCap val="1"/>
            <c:plus>
              <c:numRef>
                <c:f>Sheet1!tsD96_ACADE</c:f>
                <c:numCache>
                  <c:formatCode>General</c:formatCode>
                  <c:ptCount val="10"/>
                  <c:pt idx="0">
                    <c:v>9.6999999999999993</c:v>
                  </c:pt>
                  <c:pt idx="1">
                    <c:v>5.7</c:v>
                  </c:pt>
                  <c:pt idx="2">
                    <c:v>15.7</c:v>
                  </c:pt>
                  <c:pt idx="3">
                    <c:v>9.6999999999999993</c:v>
                  </c:pt>
                  <c:pt idx="4">
                    <c:v>14.7</c:v>
                  </c:pt>
                  <c:pt idx="5">
                    <c:v>16.7</c:v>
                  </c:pt>
                  <c:pt idx="6">
                    <c:v>0.7</c:v>
                  </c:pt>
                  <c:pt idx="7">
                    <c:v>7.7</c:v>
                  </c:pt>
                  <c:pt idx="8">
                    <c:v>0.7</c:v>
                  </c:pt>
                  <c:pt idx="9">
                    <c:v>2.7</c:v>
                  </c:pt>
                </c:numCache>
              </c:numRef>
            </c:plus>
            <c:spPr>
              <a:noFill/>
              <a:ln w="9525" cap="flat" cmpd="sng" algn="ctr">
                <a:solidFill>
                  <a:sysClr val="windowText" lastClr="000000"/>
                </a:solidFill>
                <a:prstDash val="solid"/>
                <a:round/>
                <a:tailEnd type="triangle"/>
              </a:ln>
              <a:effectLst/>
            </c:spPr>
          </c:errBars>
          <c:xVal>
            <c:numRef>
              <c:f>Sheet1!$E$5:$E$14</c:f>
              <c:numCache>
                <c:formatCode>General</c:formatCode>
                <c:ptCount val="10"/>
                <c:pt idx="0">
                  <c:v>41</c:v>
                </c:pt>
                <c:pt idx="1">
                  <c:v>44</c:v>
                </c:pt>
                <c:pt idx="2">
                  <c:v>34</c:v>
                </c:pt>
                <c:pt idx="3">
                  <c:v>30</c:v>
                </c:pt>
                <c:pt idx="4">
                  <c:v>23</c:v>
                </c:pt>
                <c:pt idx="5">
                  <c:v>21</c:v>
                </c:pt>
                <c:pt idx="6">
                  <c:v>35</c:v>
                </c:pt>
                <c:pt idx="7">
                  <c:v>24</c:v>
                </c:pt>
                <c:pt idx="8">
                  <c:v>30</c:v>
                </c:pt>
                <c:pt idx="9">
                  <c:v>27</c:v>
                </c:pt>
              </c:numCache>
            </c:numRef>
          </c:xVal>
          <c:yVal>
            <c:numLit>
              <c:formatCode>General</c:formatCode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6-1C61-4D62-89F0-BE53F065ACBE}"/>
            </c:ext>
          </c:extLst>
        </c:ser>
        <c:ser>
          <c:idx val="5"/>
          <c:order val="5"/>
          <c:tx>
            <c:v>tusimpleBI</c:v>
          </c:tx>
          <c:spPr>
            <a:ln w="25400" cap="rnd">
              <a:noFill/>
              <a:round/>
            </a:ln>
            <a:effectLst/>
          </c:spPr>
          <c:marker>
            <c:symbol val="none"/>
          </c:marker>
          <c:dPt>
            <c:idx val="6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0-FD25-8841-A539-B1F5B2741E2B}"/>
              </c:ext>
            </c:extLst>
          </c:dPt>
          <c:errBars>
            <c:errDir val="x"/>
            <c:errBarType val="both"/>
            <c:errValType val="cust"/>
            <c:noEndCap val="1"/>
            <c:plus>
              <c:numLit>
                <c:formatCode>General</c:formatCode>
                <c:ptCount val="1"/>
                <c:pt idx="0">
                  <c:v>0</c:v>
                </c:pt>
              </c:numLit>
            </c:plus>
            <c:minus>
              <c:numRef>
                <c:f>Sheet1!tsD96_A861D</c:f>
                <c:numCache>
                  <c:formatCode>General</c:formatCode>
                  <c:ptCount val="10"/>
                  <c:pt idx="0">
                    <c:v>0</c:v>
                  </c:pt>
                  <c:pt idx="1">
                    <c:v>0</c:v>
                  </c:pt>
                  <c:pt idx="2">
                    <c:v>0</c:v>
                  </c:pt>
                  <c:pt idx="3">
                    <c:v>0</c:v>
                  </c:pt>
                  <c:pt idx="4">
                    <c:v>0</c:v>
                  </c:pt>
                  <c:pt idx="5">
                    <c:v>0</c:v>
                  </c:pt>
                  <c:pt idx="6">
                    <c:v>0</c:v>
                  </c:pt>
                  <c:pt idx="7">
                    <c:v>0</c:v>
                  </c:pt>
                  <c:pt idx="8">
                    <c:v>0</c:v>
                  </c:pt>
                  <c:pt idx="9">
                    <c:v>0</c:v>
                  </c:pt>
                </c:numCache>
              </c:numRef>
            </c:minus>
            <c:spPr>
              <a:noFill/>
              <a:ln w="9525" cap="flat" cmpd="sng" algn="ctr">
                <a:solidFill>
                  <a:srgbClr val="E14D57"/>
                </a:solidFill>
                <a:prstDash val="solid"/>
                <a:round/>
                <a:tailEnd type="triangle"/>
              </a:ln>
              <a:effectLst/>
            </c:spPr>
          </c:errBars>
          <c:xVal>
            <c:numRef>
              <c:f>Sheet1!$E$5:$E$14</c:f>
              <c:numCache>
                <c:formatCode>General</c:formatCode>
                <c:ptCount val="10"/>
                <c:pt idx="0">
                  <c:v>41</c:v>
                </c:pt>
                <c:pt idx="1">
                  <c:v>44</c:v>
                </c:pt>
                <c:pt idx="2">
                  <c:v>34</c:v>
                </c:pt>
                <c:pt idx="3">
                  <c:v>30</c:v>
                </c:pt>
                <c:pt idx="4">
                  <c:v>23</c:v>
                </c:pt>
                <c:pt idx="5">
                  <c:v>21</c:v>
                </c:pt>
                <c:pt idx="6">
                  <c:v>35</c:v>
                </c:pt>
                <c:pt idx="7">
                  <c:v>24</c:v>
                </c:pt>
                <c:pt idx="8">
                  <c:v>30</c:v>
                </c:pt>
                <c:pt idx="9">
                  <c:v>27</c:v>
                </c:pt>
              </c:numCache>
            </c:numRef>
          </c:xVal>
          <c:yVal>
            <c:numLit>
              <c:formatCode>General</c:formatCode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7-1C61-4D62-89F0-BE53F065AC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62879168"/>
        <c:axId val="1062901248"/>
      </c:scatterChart>
      <c:catAx>
        <c:axId val="1062884448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062889728"/>
        <c:crosses val="autoZero"/>
        <c:auto val="1"/>
        <c:lblAlgn val="ctr"/>
        <c:lblOffset val="100"/>
        <c:tickLblSkip val="1"/>
        <c:noMultiLvlLbl val="0"/>
      </c:catAx>
      <c:valAx>
        <c:axId val="1062889728"/>
        <c:scaling>
          <c:orientation val="minMax"/>
          <c:max val="1"/>
        </c:scaling>
        <c:delete val="0"/>
        <c:axPos val="t"/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>
                <a:noFill/>
              </a14:hiddenLine>
            </a:ext>
          </a:extLst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62884448"/>
        <c:crosses val="autoZero"/>
        <c:crossBetween val="between"/>
      </c:valAx>
      <c:valAx>
        <c:axId val="1062901248"/>
        <c:scaling>
          <c:orientation val="maxMin"/>
          <c:max val="10.5"/>
          <c:min val="0.5"/>
        </c:scaling>
        <c:delete val="1"/>
        <c:axPos val="r"/>
        <c:numFmt formatCode="General" sourceLinked="1"/>
        <c:majorTickMark val="out"/>
        <c:minorTickMark val="none"/>
        <c:tickLblPos val="none"/>
        <c:crossAx val="1062879168"/>
        <c:crosses val="max"/>
        <c:crossBetween val="midCat"/>
      </c:valAx>
      <c:valAx>
        <c:axId val="10628791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rgbClr val="FEFEFE"/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1062901248"/>
        <c:crosses val="max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rgbClr val="C9CED3"/>
            </a:solidFill>
            <a:ln>
              <a:noFill/>
            </a:ln>
            <a:effectLst/>
          </c:spPr>
          <c:invertIfNegative val="0"/>
          <c:val>
            <c:numRef>
              <c:f>Sheet1!$H$5:$H$20</c:f>
              <c:numCache>
                <c:formatCode>General</c:formatCode>
                <c:ptCount val="16"/>
                <c:pt idx="0">
                  <c:v>25</c:v>
                </c:pt>
                <c:pt idx="1">
                  <c:v>36</c:v>
                </c:pt>
                <c:pt idx="2">
                  <c:v>20</c:v>
                </c:pt>
                <c:pt idx="3">
                  <c:v>23</c:v>
                </c:pt>
                <c:pt idx="4">
                  <c:v>27</c:v>
                </c:pt>
                <c:pt idx="5">
                  <c:v>23</c:v>
                </c:pt>
                <c:pt idx="6">
                  <c:v>12</c:v>
                </c:pt>
                <c:pt idx="7">
                  <c:v>28</c:v>
                </c:pt>
                <c:pt idx="8">
                  <c:v>24</c:v>
                </c:pt>
                <c:pt idx="9">
                  <c:v>16</c:v>
                </c:pt>
                <c:pt idx="10">
                  <c:v>8</c:v>
                </c:pt>
                <c:pt idx="11">
                  <c:v>19</c:v>
                </c:pt>
                <c:pt idx="12">
                  <c:v>18</c:v>
                </c:pt>
                <c:pt idx="13">
                  <c:v>16</c:v>
                </c:pt>
                <c:pt idx="14">
                  <c:v>13</c:v>
                </c:pt>
                <c:pt idx="15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2A-452C-BA97-F4D5FAE638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1063025984"/>
        <c:axId val="1063026464"/>
      </c:barChart>
      <c:barChart>
        <c:barDir val="bar"/>
        <c:grouping val="clustered"/>
        <c:varyColors val="0"/>
        <c:ser>
          <c:idx val="1"/>
          <c:order val="1"/>
          <c:spPr>
            <a:solidFill>
              <a:srgbClr val="E6E8EB"/>
            </a:solidFill>
            <a:ln>
              <a:noFill/>
            </a:ln>
            <a:effectLst/>
          </c:spPr>
          <c:invertIfNegative val="0"/>
          <c:val>
            <c:numRef>
              <c:f>Sheet1!$I$5:$I$20</c:f>
              <c:numCache>
                <c:formatCode>General</c:formatCode>
                <c:ptCount val="16"/>
                <c:pt idx="0">
                  <c:v>48</c:v>
                </c:pt>
                <c:pt idx="1">
                  <c:v>47</c:v>
                </c:pt>
                <c:pt idx="2">
                  <c:v>46</c:v>
                </c:pt>
                <c:pt idx="3">
                  <c:v>45</c:v>
                </c:pt>
                <c:pt idx="4">
                  <c:v>43</c:v>
                </c:pt>
                <c:pt idx="5">
                  <c:v>40</c:v>
                </c:pt>
                <c:pt idx="6">
                  <c:v>38</c:v>
                </c:pt>
                <c:pt idx="7">
                  <c:v>37</c:v>
                </c:pt>
                <c:pt idx="8">
                  <c:v>36</c:v>
                </c:pt>
                <c:pt idx="9">
                  <c:v>35</c:v>
                </c:pt>
                <c:pt idx="10">
                  <c:v>34</c:v>
                </c:pt>
                <c:pt idx="11">
                  <c:v>33</c:v>
                </c:pt>
                <c:pt idx="12">
                  <c:v>28</c:v>
                </c:pt>
                <c:pt idx="13">
                  <c:v>25</c:v>
                </c:pt>
                <c:pt idx="14">
                  <c:v>21</c:v>
                </c:pt>
                <c:pt idx="15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2A-452C-BA97-F4D5FAE638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0"/>
        <c:overlap val="-27"/>
        <c:axId val="822400799"/>
        <c:axId val="1062877728"/>
      </c:barChart>
      <c:catAx>
        <c:axId val="1063025984"/>
        <c:scaling>
          <c:orientation val="maxMin"/>
        </c:scaling>
        <c:delete val="0"/>
        <c:axPos val="l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63026464"/>
        <c:crosses val="autoZero"/>
        <c:auto val="1"/>
        <c:lblAlgn val="ctr"/>
        <c:lblOffset val="100"/>
        <c:noMultiLvlLbl val="0"/>
      </c:catAx>
      <c:valAx>
        <c:axId val="1063026464"/>
        <c:scaling>
          <c:orientation val="minMax"/>
          <c:max val="5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63025984"/>
        <c:crosses val="max"/>
        <c:crossBetween val="between"/>
        <c:majorUnit val="10"/>
      </c:valAx>
      <c:valAx>
        <c:axId val="10628777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22400799"/>
        <c:crosses val="max"/>
        <c:crossBetween val="between"/>
      </c:valAx>
      <c:catAx>
        <c:axId val="822400799"/>
        <c:scaling>
          <c:orientation val="maxMin"/>
        </c:scaling>
        <c:delete val="1"/>
        <c:axPos val="r"/>
        <c:majorTickMark val="out"/>
        <c:minorTickMark val="none"/>
        <c:tickLblPos val="nextTo"/>
        <c:crossAx val="1062877728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  <c:userShapes r:id="rId5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Sheet1!$E$5</c:f>
              <c:strCache>
                <c:ptCount val="1"/>
                <c:pt idx="0">
                  <c:v>项目一</c:v>
                </c:pt>
              </c:strCache>
            </c:strRef>
          </c:tx>
          <c:dPt>
            <c:idx val="0"/>
            <c:bubble3D val="0"/>
            <c:spPr>
              <a:solidFill>
                <a:sysClr val="windowText" lastClr="0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371-7E41-AE3D-73929951E2D2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371-7E41-AE3D-73929951E2D2}"/>
              </c:ext>
            </c:extLst>
          </c:dPt>
          <c:cat>
            <c:strRef>
              <c:f>Sheet1!$F$4:$G$4</c:f>
              <c:strCache>
                <c:ptCount val="2"/>
                <c:pt idx="0">
                  <c:v>数值</c:v>
                </c:pt>
                <c:pt idx="1">
                  <c:v>辅助列</c:v>
                </c:pt>
              </c:strCache>
            </c:strRef>
          </c:cat>
          <c:val>
            <c:numRef>
              <c:f>Sheet1!$F$5:$G$5</c:f>
              <c:numCache>
                <c:formatCode>General</c:formatCode>
                <c:ptCount val="2"/>
                <c:pt idx="0">
                  <c:v>37</c:v>
                </c:pt>
                <c:pt idx="1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371-7E41-AE3D-73929951E2D2}"/>
            </c:ext>
          </c:extLst>
        </c:ser>
        <c:ser>
          <c:idx val="1"/>
          <c:order val="1"/>
          <c:tx>
            <c:strRef>
              <c:f>Sheet1!$E$6</c:f>
              <c:strCache>
                <c:ptCount val="1"/>
                <c:pt idx="0">
                  <c:v>项目二</c:v>
                </c:pt>
              </c:strCache>
            </c:strRef>
          </c:tx>
          <c:dPt>
            <c:idx val="0"/>
            <c:bubble3D val="0"/>
            <c:spPr>
              <a:solidFill>
                <a:srgbClr val="00ACF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7371-7E41-AE3D-73929951E2D2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7371-7E41-AE3D-73929951E2D2}"/>
              </c:ext>
            </c:extLst>
          </c:dPt>
          <c:cat>
            <c:strRef>
              <c:f>Sheet1!$F$4:$G$4</c:f>
              <c:strCache>
                <c:ptCount val="2"/>
                <c:pt idx="0">
                  <c:v>数值</c:v>
                </c:pt>
                <c:pt idx="1">
                  <c:v>辅助列</c:v>
                </c:pt>
              </c:strCache>
            </c:strRef>
          </c:cat>
          <c:val>
            <c:numRef>
              <c:f>Sheet1!$F$6:$G$6</c:f>
              <c:numCache>
                <c:formatCode>General</c:formatCode>
                <c:ptCount val="2"/>
                <c:pt idx="0">
                  <c:v>59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7371-7E41-AE3D-73929951E2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Sheet1!$E$5</c:f>
              <c:strCache>
                <c:ptCount val="1"/>
                <c:pt idx="0">
                  <c:v>项目一</c:v>
                </c:pt>
              </c:strCache>
            </c:strRef>
          </c:tx>
          <c:dPt>
            <c:idx val="0"/>
            <c:bubble3D val="0"/>
            <c:spPr>
              <a:solidFill>
                <a:sysClr val="windowText" lastClr="0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73B-2041-A87E-1CD5B7030F8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73B-2041-A87E-1CD5B7030F86}"/>
              </c:ext>
            </c:extLst>
          </c:dPt>
          <c:cat>
            <c:strRef>
              <c:f>Sheet1!$F$4:$G$4</c:f>
              <c:strCache>
                <c:ptCount val="2"/>
                <c:pt idx="0">
                  <c:v>数值</c:v>
                </c:pt>
                <c:pt idx="1">
                  <c:v>辅助列</c:v>
                </c:pt>
              </c:strCache>
            </c:strRef>
          </c:cat>
          <c:val>
            <c:numRef>
              <c:f>Sheet1!$F$5:$G$5</c:f>
              <c:numCache>
                <c:formatCode>General</c:formatCode>
                <c:ptCount val="2"/>
                <c:pt idx="0">
                  <c:v>27</c:v>
                </c:pt>
                <c:pt idx="1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73B-2041-A87E-1CD5B7030F86}"/>
            </c:ext>
          </c:extLst>
        </c:ser>
        <c:ser>
          <c:idx val="1"/>
          <c:order val="1"/>
          <c:tx>
            <c:strRef>
              <c:f>Sheet1!$E$6</c:f>
              <c:strCache>
                <c:ptCount val="1"/>
                <c:pt idx="0">
                  <c:v>项目二</c:v>
                </c:pt>
              </c:strCache>
            </c:strRef>
          </c:tx>
          <c:dPt>
            <c:idx val="0"/>
            <c:bubble3D val="0"/>
            <c:spPr>
              <a:solidFill>
                <a:srgbClr val="00ACF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B73B-2041-A87E-1CD5B7030F8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B73B-2041-A87E-1CD5B7030F86}"/>
              </c:ext>
            </c:extLst>
          </c:dPt>
          <c:cat>
            <c:strRef>
              <c:f>Sheet1!$F$4:$G$4</c:f>
              <c:strCache>
                <c:ptCount val="2"/>
                <c:pt idx="0">
                  <c:v>数值</c:v>
                </c:pt>
                <c:pt idx="1">
                  <c:v>辅助列</c:v>
                </c:pt>
              </c:strCache>
            </c:strRef>
          </c:cat>
          <c:val>
            <c:numRef>
              <c:f>Sheet1!$F$6:$G$6</c:f>
              <c:numCache>
                <c:formatCode>General</c:formatCode>
                <c:ptCount val="2"/>
                <c:pt idx="0">
                  <c:v>44</c:v>
                </c:pt>
                <c:pt idx="1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B73B-2041-A87E-1CD5B7030F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Sheet1!$E$5</c:f>
              <c:strCache>
                <c:ptCount val="1"/>
                <c:pt idx="0">
                  <c:v>项目一</c:v>
                </c:pt>
              </c:strCache>
            </c:strRef>
          </c:tx>
          <c:dPt>
            <c:idx val="0"/>
            <c:bubble3D val="0"/>
            <c:spPr>
              <a:solidFill>
                <a:sysClr val="windowText" lastClr="0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0-144F-8261-E297C5BCAAB0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0-144F-8261-E297C5BCAAB0}"/>
              </c:ext>
            </c:extLst>
          </c:dPt>
          <c:cat>
            <c:strRef>
              <c:f>Sheet1!$F$4:$G$4</c:f>
              <c:strCache>
                <c:ptCount val="2"/>
                <c:pt idx="0">
                  <c:v>数值</c:v>
                </c:pt>
                <c:pt idx="1">
                  <c:v>辅助列</c:v>
                </c:pt>
              </c:strCache>
            </c:strRef>
          </c:cat>
          <c:val>
            <c:numRef>
              <c:f>Sheet1!$F$5:$G$5</c:f>
              <c:numCache>
                <c:formatCode>General</c:formatCode>
                <c:ptCount val="2"/>
                <c:pt idx="0">
                  <c:v>26</c:v>
                </c:pt>
                <c:pt idx="1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E10-144F-8261-E297C5BCAAB0}"/>
            </c:ext>
          </c:extLst>
        </c:ser>
        <c:ser>
          <c:idx val="1"/>
          <c:order val="1"/>
          <c:tx>
            <c:strRef>
              <c:f>Sheet1!$E$6</c:f>
              <c:strCache>
                <c:ptCount val="1"/>
                <c:pt idx="0">
                  <c:v>项目二</c:v>
                </c:pt>
              </c:strCache>
            </c:strRef>
          </c:tx>
          <c:dPt>
            <c:idx val="0"/>
            <c:bubble3D val="0"/>
            <c:spPr>
              <a:solidFill>
                <a:srgbClr val="00ACF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4E10-144F-8261-E297C5BCAAB0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4E10-144F-8261-E297C5BCAAB0}"/>
              </c:ext>
            </c:extLst>
          </c:dPt>
          <c:cat>
            <c:strRef>
              <c:f>Sheet1!$F$4:$G$4</c:f>
              <c:strCache>
                <c:ptCount val="2"/>
                <c:pt idx="0">
                  <c:v>数值</c:v>
                </c:pt>
                <c:pt idx="1">
                  <c:v>辅助列</c:v>
                </c:pt>
              </c:strCache>
            </c:strRef>
          </c:cat>
          <c:val>
            <c:numRef>
              <c:f>Sheet1!$F$6:$G$6</c:f>
              <c:numCache>
                <c:formatCode>General</c:formatCode>
                <c:ptCount val="2"/>
                <c:pt idx="0">
                  <c:v>41</c:v>
                </c:pt>
                <c:pt idx="1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4E10-144F-8261-E297C5BCAA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Sheet1!$E$5</c:f>
              <c:strCache>
                <c:ptCount val="1"/>
                <c:pt idx="0">
                  <c:v>项目一</c:v>
                </c:pt>
              </c:strCache>
            </c:strRef>
          </c:tx>
          <c:dPt>
            <c:idx val="0"/>
            <c:bubble3D val="0"/>
            <c:spPr>
              <a:solidFill>
                <a:sysClr val="windowText" lastClr="0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A66-8F47-AE21-56B02781CB3F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A66-8F47-AE21-56B02781CB3F}"/>
              </c:ext>
            </c:extLst>
          </c:dPt>
          <c:cat>
            <c:strRef>
              <c:f>Sheet1!$F$4:$G$4</c:f>
              <c:strCache>
                <c:ptCount val="2"/>
                <c:pt idx="0">
                  <c:v>数值</c:v>
                </c:pt>
                <c:pt idx="1">
                  <c:v>辅助列</c:v>
                </c:pt>
              </c:strCache>
            </c:strRef>
          </c:cat>
          <c:val>
            <c:numRef>
              <c:f>Sheet1!$F$5:$G$5</c:f>
              <c:numCache>
                <c:formatCode>General</c:formatCode>
                <c:ptCount val="2"/>
                <c:pt idx="0">
                  <c:v>16</c:v>
                </c:pt>
                <c:pt idx="1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A66-8F47-AE21-56B02781CB3F}"/>
            </c:ext>
          </c:extLst>
        </c:ser>
        <c:ser>
          <c:idx val="1"/>
          <c:order val="1"/>
          <c:tx>
            <c:strRef>
              <c:f>Sheet1!$E$6</c:f>
              <c:strCache>
                <c:ptCount val="1"/>
                <c:pt idx="0">
                  <c:v>项目二</c:v>
                </c:pt>
              </c:strCache>
            </c:strRef>
          </c:tx>
          <c:dPt>
            <c:idx val="0"/>
            <c:bubble3D val="0"/>
            <c:spPr>
              <a:solidFill>
                <a:srgbClr val="00ACF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3A66-8F47-AE21-56B02781CB3F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3A66-8F47-AE21-56B02781CB3F}"/>
              </c:ext>
            </c:extLst>
          </c:dPt>
          <c:cat>
            <c:strRef>
              <c:f>Sheet1!$F$4:$G$4</c:f>
              <c:strCache>
                <c:ptCount val="2"/>
                <c:pt idx="0">
                  <c:v>数值</c:v>
                </c:pt>
                <c:pt idx="1">
                  <c:v>辅助列</c:v>
                </c:pt>
              </c:strCache>
            </c:strRef>
          </c:cat>
          <c:val>
            <c:numRef>
              <c:f>Sheet1!$F$6:$G$6</c:f>
              <c:numCache>
                <c:formatCode>General</c:formatCode>
                <c:ptCount val="2"/>
                <c:pt idx="0">
                  <c:v>29</c:v>
                </c:pt>
                <c:pt idx="1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3A66-8F47-AE21-56B02781CB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Sheet1!$E$5</c:f>
              <c:strCache>
                <c:ptCount val="1"/>
                <c:pt idx="0">
                  <c:v>项目一</c:v>
                </c:pt>
              </c:strCache>
            </c:strRef>
          </c:tx>
          <c:dPt>
            <c:idx val="0"/>
            <c:bubble3D val="0"/>
            <c:spPr>
              <a:solidFill>
                <a:sysClr val="windowText" lastClr="0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5DE-1E42-A3D0-BB3068827103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5DE-1E42-A3D0-BB3068827103}"/>
              </c:ext>
            </c:extLst>
          </c:dPt>
          <c:cat>
            <c:strRef>
              <c:f>Sheet1!$F$4:$G$4</c:f>
              <c:strCache>
                <c:ptCount val="2"/>
                <c:pt idx="0">
                  <c:v>数值</c:v>
                </c:pt>
                <c:pt idx="1">
                  <c:v>辅助列</c:v>
                </c:pt>
              </c:strCache>
            </c:strRef>
          </c:cat>
          <c:val>
            <c:numRef>
              <c:f>Sheet1!$F$5:$G$5</c:f>
              <c:numCache>
                <c:formatCode>General</c:formatCode>
                <c:ptCount val="2"/>
                <c:pt idx="0">
                  <c:v>13</c:v>
                </c:pt>
                <c:pt idx="1">
                  <c:v>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5DE-1E42-A3D0-BB3068827103}"/>
            </c:ext>
          </c:extLst>
        </c:ser>
        <c:ser>
          <c:idx val="1"/>
          <c:order val="1"/>
          <c:tx>
            <c:strRef>
              <c:f>Sheet1!$E$6</c:f>
              <c:strCache>
                <c:ptCount val="1"/>
                <c:pt idx="0">
                  <c:v>项目二</c:v>
                </c:pt>
              </c:strCache>
            </c:strRef>
          </c:tx>
          <c:dPt>
            <c:idx val="0"/>
            <c:bubble3D val="0"/>
            <c:spPr>
              <a:solidFill>
                <a:srgbClr val="00ACF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45DE-1E42-A3D0-BB3068827103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45DE-1E42-A3D0-BB3068827103}"/>
              </c:ext>
            </c:extLst>
          </c:dPt>
          <c:cat>
            <c:strRef>
              <c:f>Sheet1!$F$4:$G$4</c:f>
              <c:strCache>
                <c:ptCount val="2"/>
                <c:pt idx="0">
                  <c:v>数值</c:v>
                </c:pt>
                <c:pt idx="1">
                  <c:v>辅助列</c:v>
                </c:pt>
              </c:strCache>
            </c:strRef>
          </c:cat>
          <c:val>
            <c:numRef>
              <c:f>Sheet1!$F$6:$G$6</c:f>
              <c:numCache>
                <c:formatCode>General</c:formatCode>
                <c:ptCount val="2"/>
                <c:pt idx="0">
                  <c:v>27</c:v>
                </c:pt>
                <c:pt idx="1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45DE-1E42-A3D0-BB30688271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Sheet1!$E$5</c:f>
              <c:strCache>
                <c:ptCount val="1"/>
                <c:pt idx="0">
                  <c:v>项目一</c:v>
                </c:pt>
              </c:strCache>
            </c:strRef>
          </c:tx>
          <c:dPt>
            <c:idx val="0"/>
            <c:bubble3D val="0"/>
            <c:spPr>
              <a:solidFill>
                <a:sysClr val="windowText" lastClr="0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FF2-F241-8422-B96E3F872C23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FF2-F241-8422-B96E3F872C23}"/>
              </c:ext>
            </c:extLst>
          </c:dPt>
          <c:cat>
            <c:strRef>
              <c:f>Sheet1!$F$4:$G$4</c:f>
              <c:strCache>
                <c:ptCount val="2"/>
                <c:pt idx="0">
                  <c:v>数值</c:v>
                </c:pt>
                <c:pt idx="1">
                  <c:v>辅助列</c:v>
                </c:pt>
              </c:strCache>
            </c:strRef>
          </c:cat>
          <c:val>
            <c:numRef>
              <c:f>Sheet1!$F$5:$G$5</c:f>
              <c:numCache>
                <c:formatCode>General</c:formatCode>
                <c:ptCount val="2"/>
                <c:pt idx="0">
                  <c:v>24</c:v>
                </c:pt>
                <c:pt idx="1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FF2-F241-8422-B96E3F872C23}"/>
            </c:ext>
          </c:extLst>
        </c:ser>
        <c:ser>
          <c:idx val="1"/>
          <c:order val="1"/>
          <c:tx>
            <c:strRef>
              <c:f>Sheet1!$E$6</c:f>
              <c:strCache>
                <c:ptCount val="1"/>
                <c:pt idx="0">
                  <c:v>项目二</c:v>
                </c:pt>
              </c:strCache>
            </c:strRef>
          </c:tx>
          <c:dPt>
            <c:idx val="0"/>
            <c:bubble3D val="0"/>
            <c:spPr>
              <a:solidFill>
                <a:srgbClr val="00ACF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2FF2-F241-8422-B96E3F872C23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2FF2-F241-8422-B96E3F872C23}"/>
              </c:ext>
            </c:extLst>
          </c:dPt>
          <c:cat>
            <c:strRef>
              <c:f>Sheet1!$F$4:$G$4</c:f>
              <c:strCache>
                <c:ptCount val="2"/>
                <c:pt idx="0">
                  <c:v>数值</c:v>
                </c:pt>
                <c:pt idx="1">
                  <c:v>辅助列</c:v>
                </c:pt>
              </c:strCache>
            </c:strRef>
          </c:cat>
          <c:val>
            <c:numRef>
              <c:f>Sheet1!$F$6:$G$6</c:f>
              <c:numCache>
                <c:formatCode>General</c:formatCode>
                <c:ptCount val="2"/>
                <c:pt idx="0">
                  <c:v>37</c:v>
                </c:pt>
                <c:pt idx="1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FF2-F241-8422-B96E3F872C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3151239251390997E-2"/>
          <c:y val="6.3320209973753275E-2"/>
          <c:w val="0.973697521497218"/>
          <c:h val="0.8733595800524934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1ACFA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9.8425196850393699E-4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1A7B-474D-87F8-AE024D777659}"/>
                </c:ext>
              </c:extLst>
            </c:dLbl>
            <c:dLbl>
              <c:idx val="1"/>
              <c:layout>
                <c:manualLayout>
                  <c:x val="0"/>
                  <c:y val="-9.8425196850393699E-4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1A7B-474D-87F8-AE024D777659}"/>
                </c:ext>
              </c:extLst>
            </c:dLbl>
            <c:dLbl>
              <c:idx val="2"/>
              <c:layout>
                <c:manualLayout>
                  <c:x val="0"/>
                  <c:y val="-9.8425196850393699E-4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1A7B-474D-87F8-AE024D777659}"/>
                </c:ext>
              </c:extLst>
            </c:dLbl>
            <c:dLbl>
              <c:idx val="3"/>
              <c:layout>
                <c:manualLayout>
                  <c:x val="0"/>
                  <c:y val="-9.8425196850393699E-4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1A7B-474D-87F8-AE024D77765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65</c:v>
                </c:pt>
                <c:pt idx="1">
                  <c:v>26</c:v>
                </c:pt>
                <c:pt idx="2">
                  <c:v>18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A7B-474D-87F8-AE024D777659}"/>
            </c:ext>
          </c:extLst>
        </c:ser>
        <c:ser>
          <c:idx val="1"/>
          <c:order val="1"/>
          <c:spPr>
            <a:solidFill>
              <a:srgbClr val="7F8E96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9.8425196850393699E-4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1A7B-474D-87F8-AE024D777659}"/>
                </c:ext>
              </c:extLst>
            </c:dLbl>
            <c:dLbl>
              <c:idx val="1"/>
              <c:layout>
                <c:manualLayout>
                  <c:x val="0"/>
                  <c:y val="1.3123359580052493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1A7B-474D-87F8-AE024D777659}"/>
                </c:ext>
              </c:extLst>
            </c:dLbl>
            <c:dLbl>
              <c:idx val="2"/>
              <c:layout>
                <c:manualLayout>
                  <c:x val="0"/>
                  <c:y val="9.8425196850393699E-4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1A7B-474D-87F8-AE024D777659}"/>
                </c:ext>
              </c:extLst>
            </c:dLbl>
            <c:dLbl>
              <c:idx val="3"/>
              <c:layout>
                <c:manualLayout>
                  <c:x val="0"/>
                  <c:y val="9.8425196850393699E-4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1A7B-474D-87F8-AE024D77765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Sheet1!$A$2:$D$2</c:f>
              <c:numCache>
                <c:formatCode>General</c:formatCode>
                <c:ptCount val="4"/>
                <c:pt idx="0">
                  <c:v>-25</c:v>
                </c:pt>
                <c:pt idx="1">
                  <c:v>-21</c:v>
                </c:pt>
                <c:pt idx="2">
                  <c:v>-38</c:v>
                </c:pt>
                <c:pt idx="3">
                  <c:v>-59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1A7B-474D-87F8-AE024D777659}"/>
            </c:ext>
          </c:extLst>
        </c:ser>
        <c:ser>
          <c:idx val="2"/>
          <c:order val="2"/>
          <c:spPr>
            <a:solidFill>
              <a:schemeClr val="tx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9.8425196850393699E-4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1A7B-474D-87F8-AE024D777659}"/>
                </c:ext>
              </c:extLst>
            </c:dLbl>
            <c:dLbl>
              <c:idx val="1"/>
              <c:layout>
                <c:manualLayout>
                  <c:x val="0"/>
                  <c:y val="1.3123359580052493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1A7B-474D-87F8-AE024D777659}"/>
                </c:ext>
              </c:extLst>
            </c:dLbl>
            <c:dLbl>
              <c:idx val="2"/>
              <c:layout>
                <c:manualLayout>
                  <c:x val="0"/>
                  <c:y val="9.8425196850393699E-4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1A7B-474D-87F8-AE024D777659}"/>
                </c:ext>
              </c:extLst>
            </c:dLbl>
            <c:dLbl>
              <c:idx val="3"/>
              <c:layout>
                <c:manualLayout>
                  <c:x val="0"/>
                  <c:y val="1.3123359580052493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1A7B-474D-87F8-AE024D77765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Sheet1!$A$3:$D$3</c:f>
              <c:numCache>
                <c:formatCode>General</c:formatCode>
                <c:ptCount val="4"/>
                <c:pt idx="0">
                  <c:v>-7</c:v>
                </c:pt>
                <c:pt idx="1">
                  <c:v>-52</c:v>
                </c:pt>
                <c:pt idx="2">
                  <c:v>-43</c:v>
                </c:pt>
                <c:pt idx="3">
                  <c:v>-29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1A7B-474D-87F8-AE024D7776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249579743"/>
        <c:axId val="1"/>
      </c:barChart>
      <c:catAx>
        <c:axId val="24957974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65"/>
          <c:min val="-88"/>
        </c:scaling>
        <c:delete val="1"/>
        <c:axPos val="l"/>
        <c:numFmt formatCode="General" sourceLinked="1"/>
        <c:majorTickMark val="out"/>
        <c:minorTickMark val="none"/>
        <c:tickLblPos val="nextTo"/>
        <c:crossAx val="24957974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5515210991167811E-2"/>
          <c:y val="7.6044129235618596E-2"/>
          <c:w val="0.94896957801766435"/>
          <c:h val="0.8479117415287628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1ACFA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820330969267139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270-E44D-A0B0-89549ACA6D02}"/>
                </c:ext>
              </c:extLst>
            </c:dLbl>
            <c:dLbl>
              <c:idx val="1"/>
              <c:layout>
                <c:manualLayout>
                  <c:x val="0"/>
                  <c:y val="-1.5760441292356187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270-E44D-A0B0-89549ACA6D0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44</c:v>
                </c:pt>
                <c:pt idx="1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270-E44D-A0B0-89549ACA6D02}"/>
            </c:ext>
          </c:extLst>
        </c:ser>
        <c:ser>
          <c:idx val="1"/>
          <c:order val="1"/>
          <c:spPr>
            <a:solidFill>
              <a:srgbClr val="7F8E96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1820330969267139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270-E44D-A0B0-89549ACA6D02}"/>
                </c:ext>
              </c:extLst>
            </c:dLbl>
            <c:dLbl>
              <c:idx val="1"/>
              <c:layout>
                <c:manualLayout>
                  <c:x val="0"/>
                  <c:y val="1.1820330969267139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270-E44D-A0B0-89549ACA6D0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-40</c:v>
                </c:pt>
                <c:pt idx="1">
                  <c:v>-35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270-E44D-A0B0-89549ACA6D02}"/>
            </c:ext>
          </c:extLst>
        </c:ser>
        <c:ser>
          <c:idx val="2"/>
          <c:order val="2"/>
          <c:spPr>
            <a:solidFill>
              <a:schemeClr val="tx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1820330969267139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E270-E44D-A0B0-89549ACA6D02}"/>
                </c:ext>
              </c:extLst>
            </c:dLbl>
            <c:dLbl>
              <c:idx val="1"/>
              <c:layout>
                <c:manualLayout>
                  <c:x val="0"/>
                  <c:y val="1.1820330969267139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E270-E44D-A0B0-89549ACA6D0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Sheet1!$A$3:$B$3</c:f>
              <c:numCache>
                <c:formatCode>General</c:formatCode>
                <c:ptCount val="2"/>
                <c:pt idx="0">
                  <c:v>-11</c:v>
                </c:pt>
                <c:pt idx="1">
                  <c:v>-43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270-E44D-A0B0-89549ACA6D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250215583"/>
        <c:axId val="1"/>
      </c:barChart>
      <c:catAx>
        <c:axId val="25021558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44"/>
          <c:min val="-78"/>
        </c:scaling>
        <c:delete val="1"/>
        <c:axPos val="l"/>
        <c:numFmt formatCode="General" sourceLinked="1"/>
        <c:majorTickMark val="out"/>
        <c:minorTickMark val="none"/>
        <c:tickLblPos val="nextTo"/>
        <c:crossAx val="25021558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7699115044247787E-2"/>
          <c:y val="4.6133853151397008E-2"/>
          <c:w val="0.96460176991150437"/>
          <c:h val="0.9077322936972059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tx1"/>
            </a:solidFill>
            <a:ln w="3175" cmpd="sng" algn="ctr">
              <a:solidFill>
                <a:schemeClr val="bg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-9.7465886939571145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A0E-9847-B457-F4DB5FB74639}"/>
                </c:ext>
              </c:extLst>
            </c:dLbl>
            <c:dLbl>
              <c:idx val="1"/>
              <c:layout>
                <c:manualLayout>
                  <c:x val="0"/>
                  <c:y val="-9.7465886939571145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FA0E-9847-B457-F4DB5FB7463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10</c:v>
                </c:pt>
                <c:pt idx="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A0E-9847-B457-F4DB5FB74639}"/>
            </c:ext>
          </c:extLst>
        </c:ser>
        <c:ser>
          <c:idx val="1"/>
          <c:order val="1"/>
          <c:spPr>
            <a:solidFill>
              <a:schemeClr val="tx1"/>
            </a:solidFill>
            <a:ln w="3175" cmpd="sng" algn="ctr">
              <a:solidFill>
                <a:schemeClr val="bg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-9.7465886939571145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FA0E-9847-B457-F4DB5FB74639}"/>
                </c:ext>
              </c:extLst>
            </c:dLbl>
            <c:dLbl>
              <c:idx val="1"/>
              <c:layout>
                <c:manualLayout>
                  <c:x val="0"/>
                  <c:y val="-9.7465886939571145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FA0E-9847-B457-F4DB5FB7463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19</c:v>
                </c:pt>
                <c:pt idx="1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A0E-9847-B457-F4DB5FB74639}"/>
            </c:ext>
          </c:extLst>
        </c:ser>
        <c:ser>
          <c:idx val="2"/>
          <c:order val="2"/>
          <c:spPr>
            <a:solidFill>
              <a:schemeClr val="tx1"/>
            </a:solidFill>
            <a:ln w="3175" cmpd="sng" algn="ctr">
              <a:solidFill>
                <a:schemeClr val="bg1"/>
              </a:solidFill>
              <a:prstDash val="solid"/>
            </a:ln>
          </c:spPr>
          <c:invertIfNegative val="0"/>
          <c:dLbls>
            <c:dLbl>
              <c:idx val="1"/>
              <c:layout>
                <c:manualLayout>
                  <c:x val="0"/>
                  <c:y val="-9.7465886939571145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FA0E-9847-B457-F4DB5FB7463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Sheet1!$A$3:$B$3</c:f>
              <c:numCache>
                <c:formatCode>General</c:formatCode>
                <c:ptCount val="2"/>
                <c:pt idx="0">
                  <c:v>2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A0E-9847-B457-F4DB5FB74639}"/>
            </c:ext>
          </c:extLst>
        </c:ser>
        <c:ser>
          <c:idx val="3"/>
          <c:order val="3"/>
          <c:spPr>
            <a:solidFill>
              <a:srgbClr val="00ACFB"/>
            </a:solidFill>
            <a:ln w="3175" cmpd="sng" algn="ctr">
              <a:solidFill>
                <a:schemeClr val="bg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-1.29954515919428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FA0E-9847-B457-F4DB5FB74639}"/>
                </c:ext>
              </c:extLst>
            </c:dLbl>
            <c:dLbl>
              <c:idx val="1"/>
              <c:layout>
                <c:manualLayout>
                  <c:x val="0"/>
                  <c:y val="-9.7465886939571145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FA0E-9847-B457-F4DB5FB7463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Sheet1!$A$4:$B$4</c:f>
              <c:numCache>
                <c:formatCode>General</c:formatCode>
                <c:ptCount val="2"/>
                <c:pt idx="0">
                  <c:v>23</c:v>
                </c:pt>
                <c:pt idx="1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A0E-9847-B457-F4DB5FB74639}"/>
            </c:ext>
          </c:extLst>
        </c:ser>
        <c:ser>
          <c:idx val="4"/>
          <c:order val="4"/>
          <c:spPr>
            <a:solidFill>
              <a:srgbClr val="00ACFB"/>
            </a:solidFill>
            <a:ln w="3175" cmpd="sng" algn="ctr">
              <a:solidFill>
                <a:schemeClr val="bg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-1.29954515919428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FA0E-9847-B457-F4DB5FB74639}"/>
                </c:ext>
              </c:extLst>
            </c:dLbl>
            <c:dLbl>
              <c:idx val="1"/>
              <c:layout>
                <c:manualLayout>
                  <c:x val="0"/>
                  <c:y val="-9.7465886939571145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FA0E-9847-B457-F4DB5FB7463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Sheet1!$A$5:$B$5</c:f>
              <c:numCache>
                <c:formatCode>General</c:formatCode>
                <c:ptCount val="2"/>
                <c:pt idx="0">
                  <c:v>46</c:v>
                </c:pt>
                <c:pt idx="1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FA0E-9847-B457-F4DB5FB746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0"/>
        <c:overlap val="100"/>
        <c:axId val="289225151"/>
        <c:axId val="1"/>
      </c:barChart>
      <c:catAx>
        <c:axId val="28922515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C0C0C0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8922515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5"/>
          <c:y val="0.20650026246719161"/>
          <c:w val="0.7"/>
          <c:h val="0.46666666666666667"/>
        </c:manualLayout>
      </c:layout>
      <c:pieChart>
        <c:varyColors val="1"/>
        <c:ser>
          <c:idx val="4"/>
          <c:order val="4"/>
          <c:tx>
            <c:v>tusimpleBI</c:v>
          </c:tx>
          <c:spPr>
            <a:noFill/>
            <a:ln w="25400"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4472C4"/>
                  </a:solidFill>
                </a14:hiddenFill>
              </a:ext>
            </a:extLst>
          </c:spPr>
          <c:extLst>
            <c:ext xmlns:c16="http://schemas.microsoft.com/office/drawing/2014/chart" uri="{C3380CC4-5D6E-409C-BE32-E72D297353CC}">
              <c16:uniqueId val="{00000000-F5AD-46A8-9953-7547CB2407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areaChart>
        <c:grouping val="standard"/>
        <c:varyColors val="0"/>
        <c:ser>
          <c:idx val="0"/>
          <c:order val="0"/>
          <c:spPr>
            <a:solidFill>
              <a:sysClr val="windowText" lastClr="000000"/>
            </a:solidFill>
          </c:spPr>
          <c:cat>
            <c:numRef>
              <c:f>Sheet1!ts6BF_98F7E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755.92894601845444</c:v>
                </c:pt>
                <c:pt idx="4">
                  <c:v>755.92894601845444</c:v>
                </c:pt>
              </c:numCache>
            </c:numRef>
          </c:cat>
          <c:val>
            <c:numRef>
              <c:f>Sheet1!ts6BF_ACB42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755.92894601845444</c:v>
                </c:pt>
                <c:pt idx="3">
                  <c:v>755.92894601845444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5AD-46A8-9953-7547CB2407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51606047"/>
        <c:axId val="451606527"/>
      </c:areaChart>
      <c:scatterChart>
        <c:scatterStyle val="lineMarker"/>
        <c:varyColors val="0"/>
        <c:ser>
          <c:idx val="1"/>
          <c:order val="1"/>
          <c:spPr>
            <a:ln w="19050">
              <a:noFill/>
            </a:ln>
          </c:spPr>
          <c:marker>
            <c:symbol val="none"/>
          </c:marker>
          <c:xVal>
            <c:numRef>
              <c:f>Sheet1!ts6BF_25F41</c:f>
              <c:numCache>
                <c:formatCode>General</c:formatCode>
                <c:ptCount val="1"/>
                <c:pt idx="0">
                  <c:v>0</c:v>
                </c:pt>
              </c:numCache>
            </c:numRef>
          </c:xVal>
          <c:yVal>
            <c:numRef>
              <c:f>Sheet1!ts6BF_25F41</c:f>
              <c:numCache>
                <c:formatCode>General</c:formatCode>
                <c:ptCount val="1"/>
                <c:pt idx="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5AD-46A8-9953-7547CB2407D8}"/>
            </c:ext>
          </c:extLst>
        </c:ser>
        <c:ser>
          <c:idx val="2"/>
          <c:order val="2"/>
          <c:tx>
            <c:v>tusimpleBI</c:v>
          </c:tx>
          <c:marker>
            <c:symbol val="none"/>
          </c:marker>
          <c:xVal>
            <c:numLit>
              <c:formatCode>General</c:formatCode>
              <c:ptCount val="1"/>
              <c:pt idx="0">
                <c:v>500</c:v>
              </c:pt>
            </c:numLit>
          </c:xVal>
          <c:yVal>
            <c:numLit>
              <c:formatCode>General</c:formatCode>
              <c:ptCount val="1"/>
              <c:pt idx="0">
                <c:v>0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4-F5AD-46A8-9953-7547CB2407D8}"/>
            </c:ext>
          </c:extLst>
        </c:ser>
        <c:ser>
          <c:idx val="3"/>
          <c:order val="3"/>
          <c:tx>
            <c:v>tusimpleBI</c:v>
          </c:tx>
          <c:spPr>
            <a:ln w="3175" cap="rnd" cmpd="sng" algn="ctr">
              <a:noFill/>
              <a:prstDash val="solid"/>
              <a:round/>
            </a:ln>
            <a:effectLst/>
            <a:extLst>
              <a:ext uri="{91240B29-F687-4F45-9708-019B960494DF}">
                <a14:hiddenLine xmlns:a14="http://schemas.microsoft.com/office/drawing/2010/main" w="3175" cap="rnd" cmpd="sng" algn="ctr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c:spPr>
          <c:marker>
            <c:symbol val="none"/>
          </c:marker>
          <c:xVal>
            <c:numLit>
              <c:formatCode>General</c:formatCode>
              <c:ptCount val="5"/>
              <c:pt idx="0">
                <c:v>0</c:v>
              </c:pt>
              <c:pt idx="1">
                <c:v>0</c:v>
              </c:pt>
              <c:pt idx="2">
                <c:v>1000</c:v>
              </c:pt>
              <c:pt idx="3">
                <c:v>1000</c:v>
              </c:pt>
              <c:pt idx="4">
                <c:v>0</c:v>
              </c:pt>
            </c:numLit>
          </c:xVal>
          <c:yVal>
            <c:numLit>
              <c:formatCode>General</c:formatCode>
              <c:ptCount val="5"/>
              <c:pt idx="0">
                <c:v>0</c:v>
              </c:pt>
              <c:pt idx="1">
                <c:v>1000</c:v>
              </c:pt>
              <c:pt idx="2">
                <c:v>1000</c:v>
              </c:pt>
              <c:pt idx="3">
                <c:v>0</c:v>
              </c:pt>
              <c:pt idx="4">
                <c:v>0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5-F5AD-46A8-9953-7547CB2407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51606047"/>
        <c:axId val="451606527"/>
      </c:scatterChart>
      <c:dateAx>
        <c:axId val="451606047"/>
        <c:scaling>
          <c:orientation val="minMax"/>
          <c:max val="1000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451606527"/>
        <c:crosses val="autoZero"/>
        <c:auto val="0"/>
        <c:lblOffset val="100"/>
        <c:baseTimeUnit val="days"/>
      </c:dateAx>
      <c:valAx>
        <c:axId val="451606527"/>
        <c:scaling>
          <c:orientation val="minMax"/>
          <c:max val="10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451606047"/>
        <c:crosses val="autoZero"/>
        <c:crossBetween val="between"/>
      </c:valAx>
      <c:spPr>
        <a:solidFill>
          <a:srgbClr val="00ACFB"/>
        </a:solidFill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ln w="6350">
      <a:noFill/>
    </a:ln>
  </c:spPr>
  <c:externalData r:id="rId2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0.68486</cdr:x>
      <cdr:y>0.55435</cdr:y>
    </cdr:from>
    <cdr:to>
      <cdr:x>0.69682</cdr:x>
      <cdr:y>0.57664</cdr:y>
    </cdr:to>
    <cdr:sp macro="" textlink="">
      <cdr:nvSpPr>
        <cdr:cNvPr id="2" name="椭圆 1">
          <a:extLst xmlns:a="http://schemas.openxmlformats.org/drawingml/2006/main">
            <a:ext uri="{FF2B5EF4-FFF2-40B4-BE49-F238E27FC236}">
              <a16:creationId xmlns:a16="http://schemas.microsoft.com/office/drawing/2014/main" id="{E51B45B3-0255-E614-481D-753F8B860C08}"/>
            </a:ext>
          </a:extLst>
        </cdr:cNvPr>
        <cdr:cNvSpPr/>
      </cdr:nvSpPr>
      <cdr:spPr>
        <a:xfrm xmlns:a="http://schemas.openxmlformats.org/drawingml/2006/main">
          <a:off x="5457928" y="2367958"/>
          <a:ext cx="95250" cy="95250"/>
        </a:xfrm>
        <a:prstGeom xmlns:a="http://schemas.openxmlformats.org/drawingml/2006/main" prst="ellipse">
          <a:avLst/>
        </a:prstGeom>
        <a:solidFill xmlns:a="http://schemas.openxmlformats.org/drawingml/2006/main">
          <a:srgbClr val="00ACFB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zh-CN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kumimoji="1" lang="zh-CN" altLang="en-US"/>
        </a:p>
      </cdr:txBody>
    </cdr:sp>
  </cdr:relSizeAnchor>
  <cdr:relSizeAnchor xmlns:cdr="http://schemas.openxmlformats.org/drawingml/2006/chartDrawing">
    <cdr:from>
      <cdr:x>0.66534</cdr:x>
      <cdr:y>0.61084</cdr:y>
    </cdr:from>
    <cdr:to>
      <cdr:x>0.6773</cdr:x>
      <cdr:y>0.63313</cdr:y>
    </cdr:to>
    <cdr:sp macro="" textlink="">
      <cdr:nvSpPr>
        <cdr:cNvPr id="3" name="椭圆 2">
          <a:extLst xmlns:a="http://schemas.openxmlformats.org/drawingml/2006/main">
            <a:ext uri="{FF2B5EF4-FFF2-40B4-BE49-F238E27FC236}">
              <a16:creationId xmlns:a16="http://schemas.microsoft.com/office/drawing/2014/main" id="{E51B45B3-0255-E614-481D-753F8B860C08}"/>
            </a:ext>
          </a:extLst>
        </cdr:cNvPr>
        <cdr:cNvSpPr/>
      </cdr:nvSpPr>
      <cdr:spPr>
        <a:xfrm xmlns:a="http://schemas.openxmlformats.org/drawingml/2006/main">
          <a:off x="5302353" y="2609258"/>
          <a:ext cx="95250" cy="95250"/>
        </a:xfrm>
        <a:prstGeom xmlns:a="http://schemas.openxmlformats.org/drawingml/2006/main" prst="ellipse">
          <a:avLst/>
        </a:prstGeom>
        <a:solidFill xmlns:a="http://schemas.openxmlformats.org/drawingml/2006/main">
          <a:srgbClr val="00ACFB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zh-CN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kumimoji="1" lang="zh-CN" altLang="en-US"/>
        </a:p>
      </cdr:txBody>
    </cdr:sp>
  </cdr:relSizeAnchor>
  <cdr:relSizeAnchor xmlns:cdr="http://schemas.openxmlformats.org/drawingml/2006/chartDrawing">
    <cdr:from>
      <cdr:x>0.64542</cdr:x>
      <cdr:y>0.66732</cdr:y>
    </cdr:from>
    <cdr:to>
      <cdr:x>0.65737</cdr:x>
      <cdr:y>0.68962</cdr:y>
    </cdr:to>
    <cdr:sp macro="" textlink="">
      <cdr:nvSpPr>
        <cdr:cNvPr id="4" name="椭圆 3">
          <a:extLst xmlns:a="http://schemas.openxmlformats.org/drawingml/2006/main">
            <a:ext uri="{FF2B5EF4-FFF2-40B4-BE49-F238E27FC236}">
              <a16:creationId xmlns:a16="http://schemas.microsoft.com/office/drawing/2014/main" id="{82A7F864-08DA-9220-D1FA-E2D9EA46729E}"/>
            </a:ext>
          </a:extLst>
        </cdr:cNvPr>
        <cdr:cNvSpPr/>
      </cdr:nvSpPr>
      <cdr:spPr>
        <a:xfrm xmlns:a="http://schemas.openxmlformats.org/drawingml/2006/main">
          <a:off x="5143603" y="2850558"/>
          <a:ext cx="95250" cy="95250"/>
        </a:xfrm>
        <a:prstGeom xmlns:a="http://schemas.openxmlformats.org/drawingml/2006/main" prst="ellipse">
          <a:avLst/>
        </a:prstGeom>
        <a:solidFill xmlns:a="http://schemas.openxmlformats.org/drawingml/2006/main">
          <a:srgbClr val="00ACFB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kumimoji="1" lang="zh-CN" altLang="en-US"/>
        </a:p>
      </cdr:txBody>
    </cdr:sp>
  </cdr:relSizeAnchor>
  <cdr:relSizeAnchor xmlns:cdr="http://schemas.openxmlformats.org/drawingml/2006/chartDrawing">
    <cdr:from>
      <cdr:x>0.55021</cdr:x>
      <cdr:y>0.72307</cdr:y>
    </cdr:from>
    <cdr:to>
      <cdr:x>0.56216</cdr:x>
      <cdr:y>0.74537</cdr:y>
    </cdr:to>
    <cdr:sp macro="" textlink="">
      <cdr:nvSpPr>
        <cdr:cNvPr id="5" name="椭圆 4">
          <a:extLst xmlns:a="http://schemas.openxmlformats.org/drawingml/2006/main">
            <a:ext uri="{FF2B5EF4-FFF2-40B4-BE49-F238E27FC236}">
              <a16:creationId xmlns:a16="http://schemas.microsoft.com/office/drawing/2014/main" id="{1904E7A7-0DBA-B27E-E6DC-C3A92FBD8B16}"/>
            </a:ext>
          </a:extLst>
        </cdr:cNvPr>
        <cdr:cNvSpPr/>
      </cdr:nvSpPr>
      <cdr:spPr>
        <a:xfrm xmlns:a="http://schemas.openxmlformats.org/drawingml/2006/main">
          <a:off x="4384778" y="3088683"/>
          <a:ext cx="95250" cy="95250"/>
        </a:xfrm>
        <a:prstGeom xmlns:a="http://schemas.openxmlformats.org/drawingml/2006/main" prst="ellipse">
          <a:avLst/>
        </a:prstGeom>
        <a:solidFill xmlns:a="http://schemas.openxmlformats.org/drawingml/2006/main">
          <a:srgbClr val="00ACFB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kumimoji="1" lang="zh-CN" altLang="en-US"/>
        </a:p>
      </cdr:txBody>
    </cdr:sp>
  </cdr:relSizeAnchor>
  <cdr:relSizeAnchor xmlns:cdr="http://schemas.openxmlformats.org/drawingml/2006/chartDrawing">
    <cdr:from>
      <cdr:x>0.49402</cdr:x>
      <cdr:y>0.77827</cdr:y>
    </cdr:from>
    <cdr:to>
      <cdr:x>0.50598</cdr:x>
      <cdr:y>0.80056</cdr:y>
    </cdr:to>
    <cdr:sp macro="" textlink="">
      <cdr:nvSpPr>
        <cdr:cNvPr id="6" name="椭圆 5">
          <a:extLst xmlns:a="http://schemas.openxmlformats.org/drawingml/2006/main">
            <a:ext uri="{FF2B5EF4-FFF2-40B4-BE49-F238E27FC236}">
              <a16:creationId xmlns:a16="http://schemas.microsoft.com/office/drawing/2014/main" id="{1904E7A7-0DBA-B27E-E6DC-C3A92FBD8B16}"/>
            </a:ext>
          </a:extLst>
        </cdr:cNvPr>
        <cdr:cNvSpPr/>
      </cdr:nvSpPr>
      <cdr:spPr>
        <a:xfrm xmlns:a="http://schemas.openxmlformats.org/drawingml/2006/main">
          <a:off x="3937051" y="3324457"/>
          <a:ext cx="95250" cy="95250"/>
        </a:xfrm>
        <a:prstGeom xmlns:a="http://schemas.openxmlformats.org/drawingml/2006/main" prst="ellipse">
          <a:avLst/>
        </a:prstGeom>
        <a:solidFill xmlns:a="http://schemas.openxmlformats.org/drawingml/2006/main">
          <a:srgbClr val="00ACFB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kumimoji="1" lang="zh-CN" altLang="en-US"/>
        </a:p>
      </cdr:txBody>
    </cdr:sp>
  </cdr:relSizeAnchor>
  <cdr:relSizeAnchor xmlns:cdr="http://schemas.openxmlformats.org/drawingml/2006/chartDrawing">
    <cdr:from>
      <cdr:x>0.41713</cdr:x>
      <cdr:y>0.83332</cdr:y>
    </cdr:from>
    <cdr:to>
      <cdr:x>0.42908</cdr:x>
      <cdr:y>0.85562</cdr:y>
    </cdr:to>
    <cdr:sp macro="" textlink="">
      <cdr:nvSpPr>
        <cdr:cNvPr id="7" name="椭圆 6">
          <a:extLst xmlns:a="http://schemas.openxmlformats.org/drawingml/2006/main">
            <a:ext uri="{FF2B5EF4-FFF2-40B4-BE49-F238E27FC236}">
              <a16:creationId xmlns:a16="http://schemas.microsoft.com/office/drawing/2014/main" id="{CF657A9D-02F2-A9E5-9A39-48DADC29E379}"/>
            </a:ext>
          </a:extLst>
        </cdr:cNvPr>
        <cdr:cNvSpPr/>
      </cdr:nvSpPr>
      <cdr:spPr>
        <a:xfrm xmlns:a="http://schemas.openxmlformats.org/drawingml/2006/main">
          <a:off x="3324276" y="3559637"/>
          <a:ext cx="95250" cy="95250"/>
        </a:xfrm>
        <a:prstGeom xmlns:a="http://schemas.openxmlformats.org/drawingml/2006/main" prst="ellipse">
          <a:avLst/>
        </a:prstGeom>
        <a:solidFill xmlns:a="http://schemas.openxmlformats.org/drawingml/2006/main">
          <a:srgbClr val="00ACFB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kumimoji="1" lang="zh-CN" altLang="en-US"/>
        </a:p>
      </cdr:txBody>
    </cdr:sp>
  </cdr:relSizeAnchor>
  <cdr:relSizeAnchor xmlns:cdr="http://schemas.openxmlformats.org/drawingml/2006/chartDrawing">
    <cdr:from>
      <cdr:x>0.77915</cdr:x>
      <cdr:y>0.89055</cdr:y>
    </cdr:from>
    <cdr:to>
      <cdr:x>0.7911</cdr:x>
      <cdr:y>0.91285</cdr:y>
    </cdr:to>
    <cdr:sp macro="" textlink="">
      <cdr:nvSpPr>
        <cdr:cNvPr id="8" name="椭圆 7">
          <a:extLst xmlns:a="http://schemas.openxmlformats.org/drawingml/2006/main">
            <a:ext uri="{FF2B5EF4-FFF2-40B4-BE49-F238E27FC236}">
              <a16:creationId xmlns:a16="http://schemas.microsoft.com/office/drawing/2014/main" id="{B6A468EB-7039-B29C-0887-A9FE3590A008}"/>
            </a:ext>
          </a:extLst>
        </cdr:cNvPr>
        <cdr:cNvSpPr/>
      </cdr:nvSpPr>
      <cdr:spPr>
        <a:xfrm xmlns:a="http://schemas.openxmlformats.org/drawingml/2006/main">
          <a:off x="6209345" y="3804112"/>
          <a:ext cx="95250" cy="95250"/>
        </a:xfrm>
        <a:prstGeom xmlns:a="http://schemas.openxmlformats.org/drawingml/2006/main" prst="ellipse">
          <a:avLst/>
        </a:prstGeom>
        <a:solidFill xmlns:a="http://schemas.openxmlformats.org/drawingml/2006/main">
          <a:srgbClr val="00ACFB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kumimoji="1" lang="zh-CN" altLang="en-US"/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17D4A6-EA9C-FEAA-A70B-794BB6DBF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E5940FD-5A83-8FE3-4DBD-CFD52540C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319C94-F88C-2C78-187C-A935C8CD5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3929A-7D83-A649-A33B-D8345984FCB2}" type="datetimeFigureOut">
              <a:rPr kumimoji="1" lang="zh-CN" altLang="en-US" smtClean="0"/>
              <a:t>2024/11/8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45AA3E-61E8-AE73-4994-878A05B32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85CF86-6EFA-E3B0-FDC4-AFC63074C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35A0F-F739-5247-BB3E-82472517DA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9651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2AA14C-FC5E-C9D9-15BF-023B71AD1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F6FFF6-F796-6E80-704D-74874D443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9B0851-A14F-ED54-2319-4468F193D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3929A-7D83-A649-A33B-D8345984FCB2}" type="datetimeFigureOut">
              <a:rPr kumimoji="1" lang="zh-CN" altLang="en-US" smtClean="0"/>
              <a:t>2024/11/8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F8DBC-04E6-7871-87A1-F109076E4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82F8DE-8418-0C27-B35B-D4F47A373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35A0F-F739-5247-BB3E-82472517DA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5108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37458D-961A-5D70-FD0B-F7E6D421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10D626-7B26-8ABA-210D-4621D4C27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7BC3F1-EF7A-1FA8-326E-D4E6201FB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3929A-7D83-A649-A33B-D8345984FCB2}" type="datetimeFigureOut">
              <a:rPr kumimoji="1" lang="zh-CN" altLang="en-US" smtClean="0"/>
              <a:t>2024/11/8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976B86-1647-E36D-FA41-46F54C48E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CC3D65-CCB3-1681-1DD5-C27E76700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35A0F-F739-5247-BB3E-82472517DA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50911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33B6D2-03FA-543B-5541-4C482A426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055BD0-6932-983F-3A04-4A2A49D074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58E2FC-284E-2D6D-2A9D-FB22ED201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8D4011-92A7-3585-2EC0-D4D381E11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3929A-7D83-A649-A33B-D8345984FCB2}" type="datetimeFigureOut">
              <a:rPr kumimoji="1" lang="zh-CN" altLang="en-US" smtClean="0"/>
              <a:t>2024/11/8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7E25F4-BC17-8960-BB00-136E26339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9871E0-FF63-D28A-105B-06FDD80BB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35A0F-F739-5247-BB3E-82472517DA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32098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E10F64-4114-2EF1-2F4D-C5DC76CBB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8485A2-F8BF-0727-9E0C-521639989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043227-269F-BE50-0DE5-B37C11417B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917426B-88E5-2B62-A438-93DDC6847E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175D283-029E-671F-6E83-B9DC0969C4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0FD769F-7C37-6873-4E03-2B225DD00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3929A-7D83-A649-A33B-D8345984FCB2}" type="datetimeFigureOut">
              <a:rPr kumimoji="1" lang="zh-CN" altLang="en-US" smtClean="0"/>
              <a:t>2024/11/8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3C38F14-B0D2-D73D-CDF3-16062DC23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B8239FD-F016-0AA5-4A8A-D2D775AE1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35A0F-F739-5247-BB3E-82472517DA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0251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C17AE6-94A1-D44E-AB4B-853BD2E24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EC58A15-47A2-05E1-FDF9-E4D65DDAD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3929A-7D83-A649-A33B-D8345984FCB2}" type="datetimeFigureOut">
              <a:rPr kumimoji="1" lang="zh-CN" altLang="en-US" smtClean="0"/>
              <a:t>2024/11/8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991AB18-9AC8-3F7C-5D36-EECAF3112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4C95B5-CC54-C38E-A866-89B33250E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35A0F-F739-5247-BB3E-82472517DA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0459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0BE4DEE-83CB-D168-EAC5-3D97D7978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3929A-7D83-A649-A33B-D8345984FCB2}" type="datetimeFigureOut">
              <a:rPr kumimoji="1" lang="zh-CN" altLang="en-US" smtClean="0"/>
              <a:t>2024/11/8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27A82E8-B410-2433-5D78-829ACA253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3C3AFB-BEDA-F26E-F37A-EB832DE5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35A0F-F739-5247-BB3E-82472517DA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8070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FE5AD2-B93C-DB41-5E1E-8F033DBD4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D049C7-FDB6-8E5A-D498-98CC9410C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C1C3153-77C9-06BF-0ACC-D7096B3E4F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5FE426-FDF2-FCAB-D161-885B9B4D2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3929A-7D83-A649-A33B-D8345984FCB2}" type="datetimeFigureOut">
              <a:rPr kumimoji="1" lang="zh-CN" altLang="en-US" smtClean="0"/>
              <a:t>2024/11/8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CB1445-A651-D8A9-BD25-8ACF8C786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1FF488-1AD6-01D9-324F-630D98FE2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35A0F-F739-5247-BB3E-82472517DA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6181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81A47E-1D6B-4677-A18B-8E75F128B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B9240EE-BA80-331D-DE43-C7E5E05D19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32362CE-62CD-0F59-EF6F-F19B4F09B5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F738BA-BE28-0140-02FE-F92F3248D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3929A-7D83-A649-A33B-D8345984FCB2}" type="datetimeFigureOut">
              <a:rPr kumimoji="1" lang="zh-CN" altLang="en-US" smtClean="0"/>
              <a:t>2024/11/8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5F143C-45C8-4E3F-1951-71CE52B3A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D6A420-157E-5773-9183-3C0516BD6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35A0F-F739-5247-BB3E-82472517DA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9979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FCBE0D-EE42-6EAD-2797-9DABF6880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25725E-85CD-D9A8-7649-5855F242B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95C5C1-4F1F-464D-CB30-81313787D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3929A-7D83-A649-A33B-D8345984FCB2}" type="datetimeFigureOut">
              <a:rPr kumimoji="1" lang="zh-CN" altLang="en-US" smtClean="0"/>
              <a:t>2024/11/8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B42658-FB5B-37A2-C345-58FD9ACF7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248F5B-046D-F24D-2C46-1565D3920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35A0F-F739-5247-BB3E-82472517DA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36677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6DD3665-CE02-B4C0-E3E9-C41DB432B1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799875F-46AF-8A39-8FEB-75D4AE85C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CACEEA-11DE-EF79-1CC8-957812238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3929A-7D83-A649-A33B-D8345984FCB2}" type="datetimeFigureOut">
              <a:rPr kumimoji="1" lang="zh-CN" altLang="en-US" smtClean="0"/>
              <a:t>2024/11/8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54DEFA-AD7E-68C2-33CD-E7DBB46AD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AA14E2-649F-ED11-1C36-71D3AEA54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35A0F-F739-5247-BB3E-82472517DA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8004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64C63E3-98BB-BC14-25AA-6A972A0C7C6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17518793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4" imgW="7772400" imgH="10058400" progId="TCLayout.ActiveDocument.1">
                  <p:embed/>
                </p:oleObj>
              </mc:Choice>
              <mc:Fallback>
                <p:oleObj name="think-cell 幻灯片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968BB25-8C5D-F7A3-5D7F-E443B0F69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594D96-3BB6-5F0E-AB90-19DE3060F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E12927-5E40-B8BC-5B90-8FBEE03ABF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C3929A-7D83-A649-A33B-D8345984FCB2}" type="datetimeFigureOut">
              <a:rPr kumimoji="1" lang="zh-CN" altLang="en-US" smtClean="0"/>
              <a:t>2024/11/8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150E16-8374-69D0-6993-385028BF0D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D7D3E7-B998-5D87-AB52-7A9B176E5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135A0F-F739-5247-BB3E-82472517DA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2759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chart" Target="../charts/chart1.xml"/><Relationship Id="rId5" Type="http://schemas.openxmlformats.org/officeDocument/2006/relationships/tags" Target="../tags/tag6.xml"/><Relationship Id="rId10" Type="http://schemas.openxmlformats.org/officeDocument/2006/relationships/image" Target="../media/image2.emf"/><Relationship Id="rId4" Type="http://schemas.openxmlformats.org/officeDocument/2006/relationships/tags" Target="../tags/tag5.xml"/><Relationship Id="rId9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5" Type="http://schemas.openxmlformats.org/officeDocument/2006/relationships/chart" Target="../charts/chart2.xml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.xml"/><Relationship Id="rId3" Type="http://schemas.openxmlformats.org/officeDocument/2006/relationships/tags" Target="../tags/tag12.xml"/><Relationship Id="rId7" Type="http://schemas.openxmlformats.org/officeDocument/2006/relationships/image" Target="../media/image2.emf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oleObject" Target="../embeddings/oleObject4.bin"/><Relationship Id="rId5" Type="http://schemas.openxmlformats.org/officeDocument/2006/relationships/slideLayout" Target="../slideLayouts/slideLayout1.xml"/><Relationship Id="rId10" Type="http://schemas.openxmlformats.org/officeDocument/2006/relationships/chart" Target="../charts/chart5.xml"/><Relationship Id="rId4" Type="http://schemas.openxmlformats.org/officeDocument/2006/relationships/tags" Target="../tags/tag13.xml"/><Relationship Id="rId9" Type="http://schemas.openxmlformats.org/officeDocument/2006/relationships/chart" Target="../charts/char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5" Type="http://schemas.openxmlformats.org/officeDocument/2006/relationships/chart" Target="../charts/chart6.x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5" Type="http://schemas.openxmlformats.org/officeDocument/2006/relationships/chart" Target="../charts/chart7.xml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Relationship Id="rId5" Type="http://schemas.openxmlformats.org/officeDocument/2006/relationships/chart" Target="../charts/chart8.xml"/><Relationship Id="rId4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Relationship Id="rId4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2.xml"/><Relationship Id="rId3" Type="http://schemas.openxmlformats.org/officeDocument/2006/relationships/oleObject" Target="../embeddings/oleObject10.bin"/><Relationship Id="rId7" Type="http://schemas.openxmlformats.org/officeDocument/2006/relationships/chart" Target="../charts/chart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10" Type="http://schemas.openxmlformats.org/officeDocument/2006/relationships/chart" Target="../charts/chart14.xml"/><Relationship Id="rId4" Type="http://schemas.openxmlformats.org/officeDocument/2006/relationships/image" Target="../media/image3.emf"/><Relationship Id="rId9" Type="http://schemas.openxmlformats.org/officeDocument/2006/relationships/chart" Target="../charts/chart1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tags" Target="../tags/tag22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chart" Target="../charts/chart16.xml"/><Relationship Id="rId5" Type="http://schemas.openxmlformats.org/officeDocument/2006/relationships/tags" Target="../tags/tag24.xml"/><Relationship Id="rId10" Type="http://schemas.openxmlformats.org/officeDocument/2006/relationships/chart" Target="../charts/chart15.xml"/><Relationship Id="rId4" Type="http://schemas.openxmlformats.org/officeDocument/2006/relationships/tags" Target="../tags/tag23.xml"/><Relationship Id="rId9" Type="http://schemas.openxmlformats.org/officeDocument/2006/relationships/image" Target="../media/image3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13" Type="http://schemas.openxmlformats.org/officeDocument/2006/relationships/tags" Target="../tags/tag38.xml"/><Relationship Id="rId18" Type="http://schemas.openxmlformats.org/officeDocument/2006/relationships/image" Target="../media/image3.emf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12" Type="http://schemas.openxmlformats.org/officeDocument/2006/relationships/tags" Target="../tags/tag37.xml"/><Relationship Id="rId17" Type="http://schemas.openxmlformats.org/officeDocument/2006/relationships/oleObject" Target="../embeddings/oleObject12.bin"/><Relationship Id="rId2" Type="http://schemas.openxmlformats.org/officeDocument/2006/relationships/tags" Target="../tags/tag27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tags" Target="../tags/tag36.xml"/><Relationship Id="rId5" Type="http://schemas.openxmlformats.org/officeDocument/2006/relationships/tags" Target="../tags/tag30.xml"/><Relationship Id="rId15" Type="http://schemas.openxmlformats.org/officeDocument/2006/relationships/tags" Target="../tags/tag40.xml"/><Relationship Id="rId10" Type="http://schemas.openxmlformats.org/officeDocument/2006/relationships/tags" Target="../tags/tag35.xml"/><Relationship Id="rId19" Type="http://schemas.openxmlformats.org/officeDocument/2006/relationships/chart" Target="../charts/chart17.xml"/><Relationship Id="rId4" Type="http://schemas.openxmlformats.org/officeDocument/2006/relationships/tags" Target="../tags/tag29.xml"/><Relationship Id="rId9" Type="http://schemas.openxmlformats.org/officeDocument/2006/relationships/tags" Target="../tags/tag34.xml"/><Relationship Id="rId14" Type="http://schemas.openxmlformats.org/officeDocument/2006/relationships/tags" Target="../tags/tag3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1.xml"/><Relationship Id="rId5" Type="http://schemas.openxmlformats.org/officeDocument/2006/relationships/chart" Target="../charts/chart18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A5149D7-1DE1-847C-E1ED-F67563DE8A8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9" imgW="7772400" imgH="10058400" progId="TCLayout.ActiveDocument.1">
                  <p:embed/>
                </p:oleObj>
              </mc:Choice>
              <mc:Fallback>
                <p:oleObj name="think-cell 幻灯片" r:id="rId9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A5149D7-1DE1-847C-E1ED-F67563DE8A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ED4C6E2D-A61C-051E-C10D-781A4A9F3E62}"/>
              </a:ext>
            </a:extLst>
          </p:cNvPr>
          <p:cNvSpPr txBox="1"/>
          <p:nvPr/>
        </p:nvSpPr>
        <p:spPr>
          <a:xfrm>
            <a:off x="513645" y="276578"/>
            <a:ext cx="11085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Sixty-nine percent of respondents report an increase in skill building during</a:t>
            </a:r>
            <a:r>
              <a:rPr kumimoji="1" lang="zh-CN" altLang="en-US" dirty="0">
                <a:latin typeface="HarmonyOS Sans SC Medium" pitchFamily="2" charset="-122"/>
                <a:ea typeface="HarmonyOS Sans SC Medium" pitchFamily="2" charset="-122"/>
              </a:rPr>
              <a:t> </a:t>
            </a:r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the pandemic, more so than for other actions to close skill gaps.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graphicFrame>
        <p:nvGraphicFramePr>
          <p:cNvPr id="97" name="Chart 3">
            <a:extLst>
              <a:ext uri="{FF2B5EF4-FFF2-40B4-BE49-F238E27FC236}">
                <a16:creationId xmlns:a16="http://schemas.microsoft.com/office/drawing/2014/main" id="{03AF380D-DB2E-BF66-3A91-9EB6232140C1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2254250" y="1524000"/>
          <a:ext cx="9132888" cy="36337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6" name="文本占位符 2">
            <a:extLst>
              <a:ext uri="{FF2B5EF4-FFF2-40B4-BE49-F238E27FC236}">
                <a16:creationId xmlns:a16="http://schemas.microsoft.com/office/drawing/2014/main" id="{8CA301D7-F7C0-80C2-216E-450314235B9E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2844800" y="1611314"/>
            <a:ext cx="7747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17C7668-B88B-4549-9C99-F0E026F0E24F}" type="datetime'B''u''il''d''i''n''g ''''''''s''''''kil''''''''''''l''''s''''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Building skills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21" name="文本占位符 2">
            <a:extLst>
              <a:ext uri="{FF2B5EF4-FFF2-40B4-BE49-F238E27FC236}">
                <a16:creationId xmlns:a16="http://schemas.microsoft.com/office/drawing/2014/main" id="{DC5F6881-41CF-EF6D-D164-505DB70481E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4664075" y="1611314"/>
            <a:ext cx="7239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284D98E-6BFF-417B-86EB-B9FF38D51D99}" type="datetime'''''''''''Re''''''''''''''d''epl''o''yi''''''n''''''''''''''g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Redeploying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24" name="文本占位符 2">
            <a:extLst>
              <a:ext uri="{FF2B5EF4-FFF2-40B4-BE49-F238E27FC236}">
                <a16:creationId xmlns:a16="http://schemas.microsoft.com/office/drawing/2014/main" id="{A861112C-6A29-F973-33BF-BF7C7EB8F551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6642100" y="1611314"/>
            <a:ext cx="3556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E321D81-0184-44FD-A68B-E571F031D424}" type="datetime'''H''''''''''''''''''''''''''''''''''''''''''i''''r''''ing''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Hiring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27" name="文本占位符 2">
            <a:extLst>
              <a:ext uri="{FF2B5EF4-FFF2-40B4-BE49-F238E27FC236}">
                <a16:creationId xmlns:a16="http://schemas.microsoft.com/office/drawing/2014/main" id="{01A9EDD8-3267-7AE0-FCA4-B7AD79201CC1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8332788" y="1611314"/>
            <a:ext cx="5588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663727E-3C6F-4F92-8E66-56AE2DC16B54}" type="datetime'''R''''''''''''''e''l''''''''''ea''''si''n''''''''''''''g''''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Releasing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30" name="文本占位符 2">
            <a:extLst>
              <a:ext uri="{FF2B5EF4-FFF2-40B4-BE49-F238E27FC236}">
                <a16:creationId xmlns:a16="http://schemas.microsoft.com/office/drawing/2014/main" id="{F8079F5B-4499-43DD-74A9-936D416600F4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0064750" y="1611314"/>
            <a:ext cx="6826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321C05D-F567-4774-91E9-D9FBA4AF48FC}" type="datetime'''Con''''''''''t''''''''''r''''''''''a''''c''''''''ting''''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Contracting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63921244-3100-5425-ADAB-FF36EAAB1D9D}"/>
              </a:ext>
            </a:extLst>
          </p:cNvPr>
          <p:cNvSpPr txBox="1"/>
          <p:nvPr/>
        </p:nvSpPr>
        <p:spPr>
          <a:xfrm>
            <a:off x="513645" y="973709"/>
            <a:ext cx="62135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Changes in actions used to close skill gaps, since the end of 2019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， </a:t>
            </a:r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% of respondents</a:t>
            </a:r>
            <a:r>
              <a:rPr kumimoji="1" lang="en-US" altLang="zh-CN" sz="12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endParaRPr kumimoji="1" lang="zh-CN" altLang="en-US" sz="1200" baseline="30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6E867A63-5D35-F092-AD32-A0ADD46EAEB9}"/>
              </a:ext>
            </a:extLst>
          </p:cNvPr>
          <p:cNvCxnSpPr/>
          <p:nvPr/>
        </p:nvCxnSpPr>
        <p:spPr>
          <a:xfrm flipH="1">
            <a:off x="723013" y="4065181"/>
            <a:ext cx="1612605" cy="0"/>
          </a:xfrm>
          <a:prstGeom prst="line">
            <a:avLst/>
          </a:prstGeom>
          <a:ln w="9525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B4EBB74E-EF16-6727-3BC6-0041312FA36E}"/>
              </a:ext>
            </a:extLst>
          </p:cNvPr>
          <p:cNvSpPr txBox="1"/>
          <p:nvPr/>
        </p:nvSpPr>
        <p:spPr>
          <a:xfrm>
            <a:off x="830085" y="3737382"/>
            <a:ext cx="6992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MORE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EFD8AD64-2C5E-E0A2-9ED9-F8B8F388C02A}"/>
              </a:ext>
            </a:extLst>
          </p:cNvPr>
          <p:cNvSpPr txBox="1"/>
          <p:nvPr/>
        </p:nvSpPr>
        <p:spPr>
          <a:xfrm>
            <a:off x="863337" y="4085204"/>
            <a:ext cx="5870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LESS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BECDFE07-0E8A-BDFA-95AC-C6C5CEB74DF6}"/>
              </a:ext>
            </a:extLst>
          </p:cNvPr>
          <p:cNvCxnSpPr>
            <a:cxnSpLocks/>
          </p:cNvCxnSpPr>
          <p:nvPr/>
        </p:nvCxnSpPr>
        <p:spPr>
          <a:xfrm flipV="1">
            <a:off x="1152848" y="1642174"/>
            <a:ext cx="0" cy="2080032"/>
          </a:xfrm>
          <a:prstGeom prst="straightConnector1">
            <a:avLst/>
          </a:prstGeom>
          <a:ln w="6350">
            <a:solidFill>
              <a:srgbClr val="9696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线箭头连接符 86">
            <a:extLst>
              <a:ext uri="{FF2B5EF4-FFF2-40B4-BE49-F238E27FC236}">
                <a16:creationId xmlns:a16="http://schemas.microsoft.com/office/drawing/2014/main" id="{C0CC68C5-6F1F-EAD6-01D7-0B50568A576D}"/>
              </a:ext>
            </a:extLst>
          </p:cNvPr>
          <p:cNvCxnSpPr/>
          <p:nvPr/>
        </p:nvCxnSpPr>
        <p:spPr>
          <a:xfrm>
            <a:off x="1142565" y="4424027"/>
            <a:ext cx="0" cy="451508"/>
          </a:xfrm>
          <a:prstGeom prst="straightConnector1">
            <a:avLst/>
          </a:prstGeom>
          <a:ln w="6350">
            <a:solidFill>
              <a:srgbClr val="9696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文本框 97">
            <a:extLst>
              <a:ext uri="{FF2B5EF4-FFF2-40B4-BE49-F238E27FC236}">
                <a16:creationId xmlns:a16="http://schemas.microsoft.com/office/drawing/2014/main" id="{CE74840A-8876-30B6-5DC8-5AEE322BB296}"/>
              </a:ext>
            </a:extLst>
          </p:cNvPr>
          <p:cNvSpPr txBox="1"/>
          <p:nvPr/>
        </p:nvSpPr>
        <p:spPr>
          <a:xfrm>
            <a:off x="2998753" y="511016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HarmonyOS Sans SC Black" pitchFamily="2" charset="-122"/>
                <a:ea typeface="HarmonyOS Sans SC Black" pitchFamily="2" charset="-122"/>
              </a:rPr>
              <a:t>62</a:t>
            </a:r>
            <a:endParaRPr kumimoji="1" lang="zh-CN" altLang="en-US" b="1" dirty="0">
              <a:latin typeface="HarmonyOS Sans SC Black" pitchFamily="2" charset="-122"/>
              <a:ea typeface="HarmonyOS Sans SC Black" pitchFamily="2" charset="-122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FFB6FDA9-B34A-4555-614D-F7FBEC9FA4D2}"/>
              </a:ext>
            </a:extLst>
          </p:cNvPr>
          <p:cNvSpPr txBox="1"/>
          <p:nvPr/>
        </p:nvSpPr>
        <p:spPr>
          <a:xfrm>
            <a:off x="4792628" y="511016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HarmonyOS Sans SC Black" pitchFamily="2" charset="-122"/>
                <a:ea typeface="HarmonyOS Sans SC Black" pitchFamily="2" charset="-122"/>
              </a:rPr>
              <a:t>38</a:t>
            </a:r>
            <a:endParaRPr kumimoji="1" lang="zh-CN" altLang="en-US" b="1" dirty="0">
              <a:latin typeface="HarmonyOS Sans SC Black" pitchFamily="2" charset="-122"/>
              <a:ea typeface="HarmonyOS Sans SC Black" pitchFamily="2" charset="-122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59BF671-0E2A-876F-F8E1-2C6EB7175A24}"/>
              </a:ext>
            </a:extLst>
          </p:cNvPr>
          <p:cNvSpPr txBox="1"/>
          <p:nvPr/>
        </p:nvSpPr>
        <p:spPr>
          <a:xfrm>
            <a:off x="6590263" y="511016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HarmonyOS Sans SC Black" pitchFamily="2" charset="-122"/>
                <a:ea typeface="HarmonyOS Sans SC Black" pitchFamily="2" charset="-122"/>
              </a:rPr>
              <a:t>17</a:t>
            </a:r>
            <a:endParaRPr kumimoji="1" lang="zh-CN" altLang="en-US" b="1" dirty="0">
              <a:latin typeface="HarmonyOS Sans SC Black" pitchFamily="2" charset="-122"/>
              <a:ea typeface="HarmonyOS Sans SC Black" pitchFamily="2" charset="-122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854B6BBA-A631-5465-289A-468777495E73}"/>
              </a:ext>
            </a:extLst>
          </p:cNvPr>
          <p:cNvSpPr txBox="1"/>
          <p:nvPr/>
        </p:nvSpPr>
        <p:spPr>
          <a:xfrm>
            <a:off x="8378791" y="511016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HarmonyOS Sans SC Black" pitchFamily="2" charset="-122"/>
                <a:ea typeface="HarmonyOS Sans SC Black" pitchFamily="2" charset="-122"/>
              </a:rPr>
              <a:t>17</a:t>
            </a:r>
            <a:endParaRPr kumimoji="1" lang="zh-CN" altLang="en-US" b="1" dirty="0">
              <a:latin typeface="HarmonyOS Sans SC Black" pitchFamily="2" charset="-122"/>
              <a:ea typeface="HarmonyOS Sans SC Black" pitchFamily="2" charset="-122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38915254-0B8F-BADC-B1E2-582A1907E171}"/>
              </a:ext>
            </a:extLst>
          </p:cNvPr>
          <p:cNvSpPr txBox="1"/>
          <p:nvPr/>
        </p:nvSpPr>
        <p:spPr>
          <a:xfrm>
            <a:off x="10172665" y="511016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HarmonyOS Sans SC Black" pitchFamily="2" charset="-122"/>
                <a:ea typeface="HarmonyOS Sans SC Black" pitchFamily="2" charset="-122"/>
              </a:rPr>
              <a:t>16</a:t>
            </a:r>
            <a:endParaRPr kumimoji="1" lang="zh-CN" altLang="en-US" b="1" dirty="0">
              <a:latin typeface="HarmonyOS Sans SC Black" pitchFamily="2" charset="-122"/>
              <a:ea typeface="HarmonyOS Sans SC Black" pitchFamily="2" charset="-122"/>
            </a:endParaRPr>
          </a:p>
        </p:txBody>
      </p:sp>
      <p:cxnSp>
        <p:nvCxnSpPr>
          <p:cNvPr id="104" name="直线连接符 103">
            <a:extLst>
              <a:ext uri="{FF2B5EF4-FFF2-40B4-BE49-F238E27FC236}">
                <a16:creationId xmlns:a16="http://schemas.microsoft.com/office/drawing/2014/main" id="{0C54F833-5B44-DA41-D74B-F595539FDFC1}"/>
              </a:ext>
            </a:extLst>
          </p:cNvPr>
          <p:cNvCxnSpPr/>
          <p:nvPr/>
        </p:nvCxnSpPr>
        <p:spPr>
          <a:xfrm>
            <a:off x="2899092" y="5547360"/>
            <a:ext cx="7841615" cy="0"/>
          </a:xfrm>
          <a:prstGeom prst="line">
            <a:avLst/>
          </a:prstGeom>
          <a:ln w="635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文本框 104">
            <a:extLst>
              <a:ext uri="{FF2B5EF4-FFF2-40B4-BE49-F238E27FC236}">
                <a16:creationId xmlns:a16="http://schemas.microsoft.com/office/drawing/2014/main" id="{EEF11A4C-1DE2-2A41-B0A6-924803F27E69}"/>
              </a:ext>
            </a:extLst>
          </p:cNvPr>
          <p:cNvSpPr txBox="1"/>
          <p:nvPr/>
        </p:nvSpPr>
        <p:spPr>
          <a:xfrm>
            <a:off x="5728093" y="5592067"/>
            <a:ext cx="21836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Percentage-point difference</a:t>
            </a:r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02D717DA-9E39-15CA-522B-D8FAA26F9D6D}"/>
              </a:ext>
            </a:extLst>
          </p:cNvPr>
          <p:cNvSpPr txBox="1"/>
          <p:nvPr/>
        </p:nvSpPr>
        <p:spPr>
          <a:xfrm>
            <a:off x="513645" y="5993436"/>
            <a:ext cx="39228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Respondents who answered “no change" or “don't know" are not shown; n =700.</a:t>
            </a:r>
            <a:endParaRPr kumimoji="1" lang="zh-CN" altLang="en-US" sz="800" dirty="0">
              <a:latin typeface="HarmonyOS Sans SC Light" pitchFamily="2" charset="-122"/>
              <a:ea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1149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577E8-CAE3-871D-5F58-85A462F9B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627BA1A-A1C3-A3F2-59D9-8E144E1B66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27BA1A-A1C3-A3F2-59D9-8E144E1B66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0B744D48-C3D2-1DE8-26B2-3315512F604B}"/>
              </a:ext>
            </a:extLst>
          </p:cNvPr>
          <p:cNvSpPr txBox="1"/>
          <p:nvPr/>
        </p:nvSpPr>
        <p:spPr>
          <a:xfrm>
            <a:off x="513645" y="276578"/>
            <a:ext cx="11085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The likelihood of a successful skill</a:t>
            </a:r>
            <a:r>
              <a:rPr kumimoji="1" lang="zh-CN" altLang="en-US" dirty="0">
                <a:latin typeface="HarmonyOS Sans SC Medium" pitchFamily="2" charset="-122"/>
                <a:ea typeface="HarmonyOS Sans SC Medium" pitchFamily="2" charset="-122"/>
              </a:rPr>
              <a:t> </a:t>
            </a:r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transformation increases dramatically when companies pursue more of nine key practices.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3CFF873A-E4E1-072C-8B49-0F8AFAB64B84}"/>
              </a:ext>
            </a:extLst>
          </p:cNvPr>
          <p:cNvSpPr txBox="1"/>
          <p:nvPr/>
        </p:nvSpPr>
        <p:spPr>
          <a:xfrm>
            <a:off x="513645" y="1027628"/>
            <a:ext cx="109392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Success rate of skill transformations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，</a:t>
            </a: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' by number of practices successfully implemented 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（</a:t>
            </a: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out of 9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），</a:t>
            </a:r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% of respondents </a:t>
            </a:r>
            <a:r>
              <a:rPr kumimoji="1" lang="zh-CN" altLang="en-US" sz="12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n =700</a:t>
            </a:r>
            <a:r>
              <a:rPr kumimoji="1" lang="zh-CN" altLang="en-US" sz="1200" dirty="0">
                <a:latin typeface="HarmonyOS Sans SC Light" pitchFamily="2" charset="-122"/>
                <a:ea typeface="HarmonyOS Sans SC Light" pitchFamily="2" charset="-122"/>
              </a:rPr>
              <a:t>）</a:t>
            </a:r>
            <a:endParaRPr kumimoji="1" lang="zh-CN" altLang="en-US" sz="1200" baseline="30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26588360-8886-5D26-02E2-A934D4955A2E}"/>
              </a:ext>
            </a:extLst>
          </p:cNvPr>
          <p:cNvSpPr txBox="1"/>
          <p:nvPr/>
        </p:nvSpPr>
        <p:spPr>
          <a:xfrm>
            <a:off x="513645" y="5993436"/>
            <a:ext cx="10939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Respondents who agree that</a:t>
            </a:r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a</a:t>
            </a:r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）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their organizations can effectively reskill and/or upskill their workforces so that they are ready for future changes in the business environment, and</a:t>
            </a:r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b</a:t>
            </a:r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）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they have a culture that supports learning and development.</a:t>
            </a:r>
            <a:endParaRPr kumimoji="1" lang="zh-CN" altLang="en-US" sz="8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2" name="tsE2A">
            <a:extLst>
              <a:ext uri="{FF2B5EF4-FFF2-40B4-BE49-F238E27FC236}">
                <a16:creationId xmlns:a16="http://schemas.microsoft.com/office/drawing/2014/main" id="{2C53DA98-742B-A97C-3EEA-74743505930B}"/>
              </a:ext>
            </a:extLst>
          </p:cNvPr>
          <p:cNvGraphicFramePr>
            <a:graphicFrameLocks/>
          </p:cNvGraphicFramePr>
          <p:nvPr/>
        </p:nvGraphicFramePr>
        <p:xfrm>
          <a:off x="513645" y="1630863"/>
          <a:ext cx="10659180" cy="3798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9D5EE671-64A1-26CE-2D93-8C713EA51EF6}"/>
              </a:ext>
            </a:extLst>
          </p:cNvPr>
          <p:cNvSpPr txBox="1"/>
          <p:nvPr/>
        </p:nvSpPr>
        <p:spPr>
          <a:xfrm>
            <a:off x="1449239" y="5416932"/>
            <a:ext cx="4187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&lt;2</a:t>
            </a:r>
            <a:endParaRPr kumimoji="1" lang="zh-CN" altLang="en-US" sz="16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11634FD-0E1A-0B00-E4E3-F333780F313C}"/>
              </a:ext>
            </a:extLst>
          </p:cNvPr>
          <p:cNvSpPr txBox="1"/>
          <p:nvPr/>
        </p:nvSpPr>
        <p:spPr>
          <a:xfrm>
            <a:off x="3499450" y="5417180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2-3</a:t>
            </a:r>
            <a:endParaRPr kumimoji="1" lang="zh-CN" altLang="en-US" sz="16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8D483C0-495B-2450-B27C-47FF09681023}"/>
              </a:ext>
            </a:extLst>
          </p:cNvPr>
          <p:cNvSpPr txBox="1"/>
          <p:nvPr/>
        </p:nvSpPr>
        <p:spPr>
          <a:xfrm>
            <a:off x="5577909" y="5421598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4-5</a:t>
            </a:r>
            <a:endParaRPr kumimoji="1" lang="zh-CN" altLang="en-US" sz="16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36D76AB-667F-6DB4-47D6-FF8666368470}"/>
              </a:ext>
            </a:extLst>
          </p:cNvPr>
          <p:cNvSpPr txBox="1"/>
          <p:nvPr/>
        </p:nvSpPr>
        <p:spPr>
          <a:xfrm>
            <a:off x="7656370" y="5416932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6-7</a:t>
            </a:r>
            <a:endParaRPr kumimoji="1" lang="zh-CN" altLang="en-US" sz="16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EE80466-3D50-A623-E7A5-A0EF8D7DAD5A}"/>
              </a:ext>
            </a:extLst>
          </p:cNvPr>
          <p:cNvSpPr txBox="1"/>
          <p:nvPr/>
        </p:nvSpPr>
        <p:spPr>
          <a:xfrm>
            <a:off x="9734829" y="5425424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8-9</a:t>
            </a:r>
            <a:endParaRPr kumimoji="1" lang="zh-CN" altLang="en-US" sz="1600" dirty="0">
              <a:latin typeface="HarmonyOS Sans SC" pitchFamily="2" charset="-122"/>
              <a:ea typeface="HarmonyOS Sans SC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1039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9827E-D48C-EFCC-026F-6CD51B7B5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CA9B678-5B67-5799-A8A1-7899285B22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6" imgW="7772400" imgH="10058400" progId="TCLayout.ActiveDocument.1">
                  <p:embed/>
                </p:oleObj>
              </mc:Choice>
              <mc:Fallback>
                <p:oleObj name="think-cell 幻灯片" r:id="rId6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CA9B678-5B67-5799-A8A1-7899285B22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03ABBB93-7D77-C486-C747-DA9BF60B56C0}"/>
              </a:ext>
            </a:extLst>
          </p:cNvPr>
          <p:cNvSpPr txBox="1"/>
          <p:nvPr/>
        </p:nvSpPr>
        <p:spPr>
          <a:xfrm>
            <a:off x="513645" y="276578"/>
            <a:ext cx="11085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The nine key practices support three different phases of a skill transformation.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11D3D838-9E98-6CA3-6004-DA7189D89809}"/>
              </a:ext>
            </a:extLst>
          </p:cNvPr>
          <p:cNvSpPr txBox="1"/>
          <p:nvPr/>
        </p:nvSpPr>
        <p:spPr>
          <a:xfrm>
            <a:off x="513644" y="809092"/>
            <a:ext cx="109392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% of respondents who say their companies have successfully implemented each practice</a:t>
            </a:r>
            <a:endParaRPr kumimoji="1" lang="zh-CN" altLang="en-US" sz="1200" baseline="30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8C2E9CC9-3409-E174-672D-0AA239722E37}"/>
              </a:ext>
            </a:extLst>
          </p:cNvPr>
          <p:cNvSpPr txBox="1"/>
          <p:nvPr/>
        </p:nvSpPr>
        <p:spPr>
          <a:xfrm>
            <a:off x="513645" y="5993436"/>
            <a:ext cx="109392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That is, specific technologies to use.</a:t>
            </a:r>
            <a:endParaRPr kumimoji="1" lang="zh-CN" altLang="en-US" sz="8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7905799-F84B-928D-D955-7EE47C1021C0}"/>
              </a:ext>
            </a:extLst>
          </p:cNvPr>
          <p:cNvSpPr txBox="1"/>
          <p:nvPr/>
        </p:nvSpPr>
        <p:spPr>
          <a:xfrm>
            <a:off x="513644" y="1322716"/>
            <a:ext cx="36150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Scout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：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Workforce planning to assess potential skill gaps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26C17097-1929-A82F-5053-49387CF091AF}"/>
              </a:ext>
            </a:extLst>
          </p:cNvPr>
          <p:cNvCxnSpPr/>
          <p:nvPr/>
        </p:nvCxnSpPr>
        <p:spPr>
          <a:xfrm>
            <a:off x="586596" y="1322716"/>
            <a:ext cx="11012737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1F8C75FD-19F6-82AB-3E4D-8B8F6C60946D}"/>
              </a:ext>
            </a:extLst>
          </p:cNvPr>
          <p:cNvCxnSpPr/>
          <p:nvPr/>
        </p:nvCxnSpPr>
        <p:spPr>
          <a:xfrm>
            <a:off x="586596" y="1784381"/>
            <a:ext cx="11012737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3" name="Chart 3">
            <a:extLst>
              <a:ext uri="{FF2B5EF4-FFF2-40B4-BE49-F238E27FC236}">
                <a16:creationId xmlns:a16="http://schemas.microsoft.com/office/drawing/2014/main" id="{FB202C35-783B-BEC1-51FF-2FC8F6EC8737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6654800" y="1558925"/>
          <a:ext cx="5027613" cy="1463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A8E63513-85AF-CDC8-76D0-15362018BB2A}"/>
              </a:ext>
            </a:extLst>
          </p:cNvPr>
          <p:cNvCxnSpPr/>
          <p:nvPr/>
        </p:nvCxnSpPr>
        <p:spPr>
          <a:xfrm>
            <a:off x="598098" y="2799422"/>
            <a:ext cx="11012737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95816366-074D-DF6F-9380-260B3EB0BBFD}"/>
              </a:ext>
            </a:extLst>
          </p:cNvPr>
          <p:cNvCxnSpPr/>
          <p:nvPr/>
        </p:nvCxnSpPr>
        <p:spPr>
          <a:xfrm>
            <a:off x="598098" y="2462992"/>
            <a:ext cx="11012737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1C30E087-5BF8-89E4-452E-843AF842878A}"/>
              </a:ext>
            </a:extLst>
          </p:cNvPr>
          <p:cNvCxnSpPr/>
          <p:nvPr/>
        </p:nvCxnSpPr>
        <p:spPr>
          <a:xfrm>
            <a:off x="598097" y="2120811"/>
            <a:ext cx="11012737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9ADBAF7A-2378-22C8-E6E0-93D10A1D0F12}"/>
              </a:ext>
            </a:extLst>
          </p:cNvPr>
          <p:cNvSpPr txBox="1"/>
          <p:nvPr/>
        </p:nvSpPr>
        <p:spPr>
          <a:xfrm>
            <a:off x="512273" y="1828099"/>
            <a:ext cx="40463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Assessing demand and/or need for specific skills in the future</a:t>
            </a:r>
            <a:endParaRPr kumimoji="1" lang="zh-CN" altLang="en-US" sz="11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2F9DEE2C-C47D-E683-82E3-8FC19BC47197}"/>
              </a:ext>
            </a:extLst>
          </p:cNvPr>
          <p:cNvSpPr txBox="1"/>
          <p:nvPr/>
        </p:nvSpPr>
        <p:spPr>
          <a:xfrm>
            <a:off x="518898" y="2141787"/>
            <a:ext cx="31550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Determining the current supply of specific skills</a:t>
            </a:r>
            <a:endParaRPr kumimoji="1" lang="zh-CN" altLang="en-US" sz="11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15D9F095-DEED-3D4A-25A0-8C8E7D25524B}"/>
              </a:ext>
            </a:extLst>
          </p:cNvPr>
          <p:cNvSpPr txBox="1"/>
          <p:nvPr/>
        </p:nvSpPr>
        <p:spPr>
          <a:xfrm>
            <a:off x="518898" y="2419274"/>
            <a:ext cx="402385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Analyzing skill gaps </a:t>
            </a:r>
            <a:r>
              <a:rPr kumimoji="1" lang="zh-CN" altLang="en-US" sz="11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including development of the business</a:t>
            </a:r>
          </a:p>
          <a:p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case to close them</a:t>
            </a:r>
            <a:r>
              <a:rPr kumimoji="1" lang="zh-CN" altLang="en-US" sz="11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graphicFrame>
        <p:nvGraphicFramePr>
          <p:cNvPr id="97" name="Chart 3">
            <a:extLst>
              <a:ext uri="{FF2B5EF4-FFF2-40B4-BE49-F238E27FC236}">
                <a16:creationId xmlns:a16="http://schemas.microsoft.com/office/drawing/2014/main" id="{C9416282-DD64-C968-666C-BE9D55BDE603}"/>
              </a:ext>
            </a:extLst>
          </p:cNvPr>
          <p:cNvGraphicFramePr/>
          <p:nvPr>
            <p:custDataLst>
              <p:tags r:id="rId3"/>
            </p:custDataLst>
          </p:nvPr>
        </p:nvGraphicFramePr>
        <p:xfrm>
          <a:off x="6657975" y="3049588"/>
          <a:ext cx="5027613" cy="1463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73" name="文本框 72">
            <a:extLst>
              <a:ext uri="{FF2B5EF4-FFF2-40B4-BE49-F238E27FC236}">
                <a16:creationId xmlns:a16="http://schemas.microsoft.com/office/drawing/2014/main" id="{4518688B-CFAB-5498-F735-5A11293F73FF}"/>
              </a:ext>
            </a:extLst>
          </p:cNvPr>
          <p:cNvSpPr txBox="1"/>
          <p:nvPr/>
        </p:nvSpPr>
        <p:spPr>
          <a:xfrm>
            <a:off x="509587" y="2812915"/>
            <a:ext cx="5522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Shape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：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Development of a skill strategy to ensure that the workforce is future-ready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74" name="直线连接符 73">
            <a:extLst>
              <a:ext uri="{FF2B5EF4-FFF2-40B4-BE49-F238E27FC236}">
                <a16:creationId xmlns:a16="http://schemas.microsoft.com/office/drawing/2014/main" id="{EDD65457-FAFE-E0CA-7B10-A2528932B548}"/>
              </a:ext>
            </a:extLst>
          </p:cNvPr>
          <p:cNvCxnSpPr/>
          <p:nvPr/>
        </p:nvCxnSpPr>
        <p:spPr>
          <a:xfrm>
            <a:off x="598097" y="3274580"/>
            <a:ext cx="11012737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DCEC6131-77B8-7565-6CEE-107B00302561}"/>
              </a:ext>
            </a:extLst>
          </p:cNvPr>
          <p:cNvCxnSpPr/>
          <p:nvPr/>
        </p:nvCxnSpPr>
        <p:spPr>
          <a:xfrm>
            <a:off x="598097" y="4301124"/>
            <a:ext cx="11012737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直线连接符 76">
            <a:extLst>
              <a:ext uri="{FF2B5EF4-FFF2-40B4-BE49-F238E27FC236}">
                <a16:creationId xmlns:a16="http://schemas.microsoft.com/office/drawing/2014/main" id="{D7A08201-71B9-D24E-AC81-8DAFC0B3B486}"/>
              </a:ext>
            </a:extLst>
          </p:cNvPr>
          <p:cNvCxnSpPr/>
          <p:nvPr/>
        </p:nvCxnSpPr>
        <p:spPr>
          <a:xfrm>
            <a:off x="598096" y="3955362"/>
            <a:ext cx="11012737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0D855A72-EE91-BC25-612B-06A48FC557A5}"/>
              </a:ext>
            </a:extLst>
          </p:cNvPr>
          <p:cNvCxnSpPr/>
          <p:nvPr/>
        </p:nvCxnSpPr>
        <p:spPr>
          <a:xfrm>
            <a:off x="598095" y="3613181"/>
            <a:ext cx="11012737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7E2BB26A-C98E-24B8-8AB1-D1BC2921F36A}"/>
              </a:ext>
            </a:extLst>
          </p:cNvPr>
          <p:cNvSpPr txBox="1"/>
          <p:nvPr/>
        </p:nvSpPr>
        <p:spPr>
          <a:xfrm>
            <a:off x="513644" y="3320637"/>
            <a:ext cx="34547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Designing a portfolio of initiatives to close skill gaps</a:t>
            </a:r>
            <a:endParaRPr kumimoji="1" lang="zh-CN" altLang="en-US" sz="11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16FF29D3-8AEC-D245-B1A8-AB8543F22527}"/>
              </a:ext>
            </a:extLst>
          </p:cNvPr>
          <p:cNvSpPr txBox="1"/>
          <p:nvPr/>
        </p:nvSpPr>
        <p:spPr>
          <a:xfrm>
            <a:off x="513644" y="3565981"/>
            <a:ext cx="38603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Designing tailored learning journeys and delivery plans for</a:t>
            </a:r>
          </a:p>
          <a:p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specific roles and/or groups of employees</a:t>
            </a:r>
            <a:endParaRPr kumimoji="1" lang="zh-CN" altLang="en-US" sz="11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AF5AC2F0-E975-B5B5-E318-87FECC871122}"/>
              </a:ext>
            </a:extLst>
          </p:cNvPr>
          <p:cNvSpPr txBox="1"/>
          <p:nvPr/>
        </p:nvSpPr>
        <p:spPr>
          <a:xfrm>
            <a:off x="513644" y="3999416"/>
            <a:ext cx="33153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Deciding on learning infrastructure and enablers</a:t>
            </a:r>
            <a:r>
              <a:rPr kumimoji="1" lang="en-US" altLang="zh-CN" sz="11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endParaRPr kumimoji="1" lang="zh-CN" altLang="en-US" sz="1100" baseline="30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FE4B9A96-FDE3-06F8-ADA2-2ADD65D376CF}"/>
              </a:ext>
            </a:extLst>
          </p:cNvPr>
          <p:cNvSpPr txBox="1"/>
          <p:nvPr/>
        </p:nvSpPr>
        <p:spPr>
          <a:xfrm>
            <a:off x="513644" y="4293088"/>
            <a:ext cx="3358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Shift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：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Reimagined infrastructure for skilling at scale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B793D1FD-F6C6-4066-0A4B-D294CB56A46B}"/>
              </a:ext>
            </a:extLst>
          </p:cNvPr>
          <p:cNvCxnSpPr/>
          <p:nvPr/>
        </p:nvCxnSpPr>
        <p:spPr>
          <a:xfrm>
            <a:off x="598095" y="4754753"/>
            <a:ext cx="11012737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8" name="Chart 3">
            <a:extLst>
              <a:ext uri="{FF2B5EF4-FFF2-40B4-BE49-F238E27FC236}">
                <a16:creationId xmlns:a16="http://schemas.microsoft.com/office/drawing/2014/main" id="{B3F54F5C-A3CA-9C06-9ABA-D4ED6ADAD418}"/>
              </a:ext>
            </a:extLst>
          </p:cNvPr>
          <p:cNvGraphicFramePr/>
          <p:nvPr>
            <p:custDataLst>
              <p:tags r:id="rId4"/>
            </p:custDataLst>
          </p:nvPr>
        </p:nvGraphicFramePr>
        <p:xfrm>
          <a:off x="6654800" y="4529138"/>
          <a:ext cx="5027613" cy="1463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DC42D10A-CA66-8FB6-FDBC-D827B71B4537}"/>
              </a:ext>
            </a:extLst>
          </p:cNvPr>
          <p:cNvCxnSpPr/>
          <p:nvPr/>
        </p:nvCxnSpPr>
        <p:spPr>
          <a:xfrm>
            <a:off x="598095" y="5782594"/>
            <a:ext cx="11012737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直线连接符 109">
            <a:extLst>
              <a:ext uri="{FF2B5EF4-FFF2-40B4-BE49-F238E27FC236}">
                <a16:creationId xmlns:a16="http://schemas.microsoft.com/office/drawing/2014/main" id="{A77FB9C5-CA69-7923-4E62-B0746CA87840}"/>
              </a:ext>
            </a:extLst>
          </p:cNvPr>
          <p:cNvCxnSpPr/>
          <p:nvPr/>
        </p:nvCxnSpPr>
        <p:spPr>
          <a:xfrm>
            <a:off x="598094" y="5436832"/>
            <a:ext cx="11012737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直线连接符 110">
            <a:extLst>
              <a:ext uri="{FF2B5EF4-FFF2-40B4-BE49-F238E27FC236}">
                <a16:creationId xmlns:a16="http://schemas.microsoft.com/office/drawing/2014/main" id="{445487C5-9903-6221-605B-8CED6128A716}"/>
              </a:ext>
            </a:extLst>
          </p:cNvPr>
          <p:cNvCxnSpPr/>
          <p:nvPr/>
        </p:nvCxnSpPr>
        <p:spPr>
          <a:xfrm>
            <a:off x="598093" y="5094651"/>
            <a:ext cx="11012737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文本框 111">
            <a:extLst>
              <a:ext uri="{FF2B5EF4-FFF2-40B4-BE49-F238E27FC236}">
                <a16:creationId xmlns:a16="http://schemas.microsoft.com/office/drawing/2014/main" id="{2C33F819-EF68-A78C-7D3A-328E054A5DF4}"/>
              </a:ext>
            </a:extLst>
          </p:cNvPr>
          <p:cNvSpPr txBox="1"/>
          <p:nvPr/>
        </p:nvSpPr>
        <p:spPr>
          <a:xfrm>
            <a:off x="520013" y="4814657"/>
            <a:ext cx="53527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Launching a "skilling hub" or other organizational structure</a:t>
            </a:r>
            <a:r>
              <a:rPr kumimoji="1" lang="en-US" altLang="zh-CN" sz="1100" baseline="30000" dirty="0">
                <a:latin typeface="HarmonyOS Sans SC Light" pitchFamily="2" charset="-122"/>
                <a:ea typeface="HarmonyOS Sans SC Light" pitchFamily="2" charset="-122"/>
              </a:rPr>
              <a:t>2</a:t>
            </a:r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 dedicated to learning</a:t>
            </a:r>
            <a:endParaRPr kumimoji="1" lang="zh-CN" altLang="en-US" sz="11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A505B50F-D5D5-2B1C-1FE1-B58DD003B03C}"/>
              </a:ext>
            </a:extLst>
          </p:cNvPr>
          <p:cNvSpPr txBox="1"/>
          <p:nvPr/>
        </p:nvSpPr>
        <p:spPr>
          <a:xfrm>
            <a:off x="520013" y="5060001"/>
            <a:ext cx="538480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Delivering a skill transformation at scale across the organization via comprehensive</a:t>
            </a:r>
          </a:p>
          <a:p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capability-building programs that address the most critical skill needs</a:t>
            </a:r>
            <a:endParaRPr kumimoji="1" lang="zh-CN" altLang="en-US" sz="11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FC3F0614-1682-4EFD-0F84-8C617450431D}"/>
              </a:ext>
            </a:extLst>
          </p:cNvPr>
          <p:cNvSpPr txBox="1"/>
          <p:nvPr/>
        </p:nvSpPr>
        <p:spPr>
          <a:xfrm>
            <a:off x="520013" y="5493436"/>
            <a:ext cx="38395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Implementing dynamic tracking of workforce and impact</a:t>
            </a:r>
            <a:r>
              <a:rPr kumimoji="1" lang="en-US" altLang="zh-CN" sz="1100" baseline="30000" dirty="0">
                <a:latin typeface="HarmonyOS Sans SC Light" pitchFamily="2" charset="-122"/>
                <a:ea typeface="HarmonyOS Sans SC Light" pitchFamily="2" charset="-122"/>
              </a:rPr>
              <a:t>3</a:t>
            </a:r>
            <a:endParaRPr kumimoji="1" lang="zh-CN" altLang="en-US" sz="1100" baseline="30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1DE630D3-BEC0-474F-E344-8D7270FD98A4}"/>
              </a:ext>
            </a:extLst>
          </p:cNvPr>
          <p:cNvSpPr txBox="1"/>
          <p:nvPr/>
        </p:nvSpPr>
        <p:spPr>
          <a:xfrm>
            <a:off x="509587" y="6168667"/>
            <a:ext cx="109392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aseline="30000" dirty="0">
                <a:latin typeface="HarmonyOS Sans SC Light" pitchFamily="2" charset="-122"/>
                <a:ea typeface="HarmonyOS Sans SC Light" pitchFamily="2" charset="-122"/>
              </a:rPr>
              <a:t>2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For example, that conducts skill and fit assessments, matches talent to new roles, and redeploys people accordingly.</a:t>
            </a:r>
            <a:endParaRPr kumimoji="1" lang="zh-CN" altLang="en-US" sz="8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E5D33CCA-D983-87CB-2767-CB1DEC826490}"/>
              </a:ext>
            </a:extLst>
          </p:cNvPr>
          <p:cNvSpPr txBox="1"/>
          <p:nvPr/>
        </p:nvSpPr>
        <p:spPr>
          <a:xfrm>
            <a:off x="509586" y="6354002"/>
            <a:ext cx="109392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aseline="30000" dirty="0">
                <a:latin typeface="HarmonyOS Sans SC Light" pitchFamily="2" charset="-122"/>
                <a:ea typeface="HarmonyOS Sans SC Light" pitchFamily="2" charset="-122"/>
              </a:rPr>
              <a:t>3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For example, return on investment and impact on business outcomes.</a:t>
            </a:r>
            <a:endParaRPr kumimoji="1" lang="zh-CN" altLang="en-US" sz="800" dirty="0">
              <a:latin typeface="HarmonyOS Sans SC Light" pitchFamily="2" charset="-122"/>
              <a:ea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4517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E2063-CBFE-8B3B-4DAE-0A95E7690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7EF189E-A272-A975-AF50-49B878FE56C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7EF189E-A272-A975-AF50-49B878FE56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椭圆 2">
            <a:extLst>
              <a:ext uri="{FF2B5EF4-FFF2-40B4-BE49-F238E27FC236}">
                <a16:creationId xmlns:a16="http://schemas.microsoft.com/office/drawing/2014/main" id="{C9993D59-6EF2-0878-814B-A650719411EB}"/>
              </a:ext>
            </a:extLst>
          </p:cNvPr>
          <p:cNvSpPr/>
          <p:nvPr/>
        </p:nvSpPr>
        <p:spPr>
          <a:xfrm>
            <a:off x="1910316" y="1307444"/>
            <a:ext cx="4382386" cy="4382386"/>
          </a:xfrm>
          <a:prstGeom prst="ellipse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EB2383E-E3C0-F348-2EC1-D58BA270A151}"/>
              </a:ext>
            </a:extLst>
          </p:cNvPr>
          <p:cNvSpPr txBox="1"/>
          <p:nvPr/>
        </p:nvSpPr>
        <p:spPr>
          <a:xfrm>
            <a:off x="513645" y="276578"/>
            <a:ext cx="11085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Effectively implementing the nine key practices nearly guarantees a successful skill transformation.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C848AC28-4449-1F61-C656-B5CE7F98A319}"/>
              </a:ext>
            </a:extLst>
          </p:cNvPr>
          <p:cNvSpPr txBox="1"/>
          <p:nvPr/>
        </p:nvSpPr>
        <p:spPr>
          <a:xfrm>
            <a:off x="513644" y="809092"/>
            <a:ext cx="109392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% of respondents reporting success in skill transformations</a:t>
            </a:r>
            <a:r>
              <a:rPr kumimoji="1" lang="en-US" altLang="zh-CN" sz="1200" baseline="30000" dirty="0">
                <a:latin typeface="HarmonyOS Sans SC" pitchFamily="2" charset="-122"/>
                <a:ea typeface="HarmonyOS Sans SC" pitchFamily="2" charset="-122"/>
              </a:rPr>
              <a:t>1</a:t>
            </a:r>
            <a:endParaRPr kumimoji="1" lang="zh-CN" altLang="en-US" sz="1200" baseline="30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5DB6C10-1F66-68E6-5775-56CA9FB26D34}"/>
              </a:ext>
            </a:extLst>
          </p:cNvPr>
          <p:cNvSpPr txBox="1"/>
          <p:nvPr/>
        </p:nvSpPr>
        <p:spPr>
          <a:xfrm>
            <a:off x="509586" y="6354002"/>
            <a:ext cx="10939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Respondents who agree that </a:t>
            </a:r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a</a:t>
            </a:r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） 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their organizations can effectively reskill and/or upskill their workforces so that they are ready for future changes in the business environment, and </a:t>
            </a:r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b</a:t>
            </a:r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） 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they have a culture that supports learning and development.</a:t>
            </a:r>
            <a:endParaRPr kumimoji="1" lang="zh-CN" altLang="en-US" sz="8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A4B4E3A8-471A-2086-8705-50902461881C}"/>
              </a:ext>
            </a:extLst>
          </p:cNvPr>
          <p:cNvSpPr/>
          <p:nvPr/>
        </p:nvSpPr>
        <p:spPr>
          <a:xfrm>
            <a:off x="861236" y="2610292"/>
            <a:ext cx="3030279" cy="303027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C449025-8266-56B6-9C2C-962A7A37CDBD}"/>
              </a:ext>
            </a:extLst>
          </p:cNvPr>
          <p:cNvSpPr txBox="1"/>
          <p:nvPr/>
        </p:nvSpPr>
        <p:spPr>
          <a:xfrm>
            <a:off x="1153925" y="3648377"/>
            <a:ext cx="24449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At organizations that</a:t>
            </a:r>
          </a:p>
          <a:p>
            <a:pPr algn="ctr"/>
            <a:r>
              <a:rPr kumimoji="1" lang="en-US" altLang="zh-CN" sz="14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were unsuccessful at</a:t>
            </a:r>
          </a:p>
          <a:p>
            <a:pPr algn="ctr"/>
            <a:r>
              <a:rPr kumimoji="1" lang="en-US" altLang="zh-CN" sz="14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implementing at</a:t>
            </a:r>
          </a:p>
          <a:p>
            <a:pPr algn="ctr"/>
            <a:r>
              <a:rPr kumimoji="1" lang="en-US" altLang="zh-CN" sz="14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least 1 practice </a:t>
            </a:r>
            <a:r>
              <a:rPr kumimoji="1" lang="zh-CN" altLang="en-US" sz="14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4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n = 311</a:t>
            </a:r>
            <a:r>
              <a:rPr kumimoji="1" lang="zh-CN" altLang="en-US" sz="14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E560FDD-FAE9-9863-3DBD-D69996CB7FF4}"/>
              </a:ext>
            </a:extLst>
          </p:cNvPr>
          <p:cNvSpPr txBox="1"/>
          <p:nvPr/>
        </p:nvSpPr>
        <p:spPr>
          <a:xfrm>
            <a:off x="2113850" y="4823837"/>
            <a:ext cx="3898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kumimoji="1" sz="140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defRPr>
            </a:lvl1pPr>
          </a:lstStyle>
          <a:p>
            <a:r>
              <a:rPr lang="en-US" altLang="zh-CN" b="1" dirty="0"/>
              <a:t>38</a:t>
            </a:r>
            <a:endParaRPr lang="zh-CN" altLang="en-US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89B1D4C-6E1A-B50C-5BB5-E89DD63BFE4D}"/>
              </a:ext>
            </a:extLst>
          </p:cNvPr>
          <p:cNvSpPr txBox="1"/>
          <p:nvPr/>
        </p:nvSpPr>
        <p:spPr>
          <a:xfrm>
            <a:off x="3437371" y="2188616"/>
            <a:ext cx="264848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At organizations that</a:t>
            </a:r>
          </a:p>
          <a:p>
            <a:pPr algn="ctr"/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successfully implemented</a:t>
            </a:r>
          </a:p>
          <a:p>
            <a:pPr algn="ctr"/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all 9 practices of a</a:t>
            </a:r>
          </a:p>
          <a:p>
            <a:pPr algn="ctr"/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Skill transformation </a:t>
            </a:r>
            <a:r>
              <a:rPr kumimoji="1" lang="zh-CN" altLang="en-US" sz="14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n = 52</a:t>
            </a:r>
            <a:r>
              <a:rPr kumimoji="1" lang="zh-CN" altLang="en-US" sz="14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6ACCE59-F7F3-41FB-93A3-D2EA0A52B1E3}"/>
              </a:ext>
            </a:extLst>
          </p:cNvPr>
          <p:cNvSpPr txBox="1"/>
          <p:nvPr/>
        </p:nvSpPr>
        <p:spPr>
          <a:xfrm>
            <a:off x="4499087" y="3364076"/>
            <a:ext cx="3898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kumimoji="1" sz="140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defRPr>
            </a:lvl1pPr>
          </a:lstStyle>
          <a:p>
            <a:r>
              <a:rPr lang="en-US" altLang="zh-CN" b="1" dirty="0">
                <a:solidFill>
                  <a:schemeClr val="tx1"/>
                </a:solidFill>
              </a:rPr>
              <a:t>94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986A170-0C6F-8083-7DD0-396DB498DF56}"/>
              </a:ext>
            </a:extLst>
          </p:cNvPr>
          <p:cNvSpPr txBox="1"/>
          <p:nvPr/>
        </p:nvSpPr>
        <p:spPr>
          <a:xfrm>
            <a:off x="6836735" y="2501377"/>
            <a:ext cx="4655442" cy="19945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the organizations that have implemented all of them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，</a:t>
            </a: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respondents report a nearly 100 percent chance</a:t>
            </a: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of having a successful skill transformation, which</a:t>
            </a: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is 2.5 times higher than the success rate for</a:t>
            </a: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organizations that have failed to implement at</a:t>
            </a: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least one of the practices.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0AB2CEBD-38C6-D3B9-3D77-36FF0D46ED3C}"/>
              </a:ext>
            </a:extLst>
          </p:cNvPr>
          <p:cNvCxnSpPr/>
          <p:nvPr/>
        </p:nvCxnSpPr>
        <p:spPr>
          <a:xfrm>
            <a:off x="2376375" y="5728455"/>
            <a:ext cx="0" cy="535533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C6457B30-5E37-05B7-1706-B5642365B2D6}"/>
              </a:ext>
            </a:extLst>
          </p:cNvPr>
          <p:cNvCxnSpPr/>
          <p:nvPr/>
        </p:nvCxnSpPr>
        <p:spPr>
          <a:xfrm>
            <a:off x="4150240" y="5718003"/>
            <a:ext cx="0" cy="535533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35DB1B52-0C3F-C559-487E-DB052CFCA698}"/>
              </a:ext>
            </a:extLst>
          </p:cNvPr>
          <p:cNvCxnSpPr>
            <a:cxnSpLocks/>
          </p:cNvCxnSpPr>
          <p:nvPr/>
        </p:nvCxnSpPr>
        <p:spPr>
          <a:xfrm flipH="1">
            <a:off x="2376375" y="6260813"/>
            <a:ext cx="177704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D4E49E9F-B840-7C33-CD63-1ACEB490F40F}"/>
              </a:ext>
            </a:extLst>
          </p:cNvPr>
          <p:cNvSpPr txBox="1"/>
          <p:nvPr/>
        </p:nvSpPr>
        <p:spPr>
          <a:xfrm>
            <a:off x="2621946" y="5752448"/>
            <a:ext cx="12827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>
                <a:latin typeface="HarmonyOS Sans SC Black" pitchFamily="2" charset="-122"/>
                <a:ea typeface="HarmonyOS Sans SC Black" pitchFamily="2" charset="-122"/>
              </a:rPr>
              <a:t>~2.5x</a:t>
            </a:r>
            <a:endParaRPr kumimoji="1" lang="zh-CN" altLang="en-US" sz="3200" b="1" dirty="0">
              <a:latin typeface="HarmonyOS Sans SC Black" pitchFamily="2" charset="-122"/>
              <a:ea typeface="HarmonyOS Sans SC Black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5214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577E8-CAE3-871D-5F58-85A462F9B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627BA1A-A1C3-A3F2-59D9-8E144E1B66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27BA1A-A1C3-A3F2-59D9-8E144E1B66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51E230A2-E876-F4D5-D402-6C66EFCB9233}"/>
              </a:ext>
            </a:extLst>
          </p:cNvPr>
          <p:cNvSpPr/>
          <p:nvPr/>
        </p:nvSpPr>
        <p:spPr>
          <a:xfrm>
            <a:off x="8136548" y="1744785"/>
            <a:ext cx="351692" cy="30653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9915F8D-0FBB-6285-F14D-C6052A1CC98A}"/>
              </a:ext>
            </a:extLst>
          </p:cNvPr>
          <p:cNvSpPr/>
          <p:nvPr/>
        </p:nvSpPr>
        <p:spPr>
          <a:xfrm>
            <a:off x="10835298" y="1744785"/>
            <a:ext cx="351692" cy="30653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51AAF7A-3658-CCCB-2A52-FC3C4FA0B832}"/>
              </a:ext>
            </a:extLst>
          </p:cNvPr>
          <p:cNvSpPr/>
          <p:nvPr/>
        </p:nvSpPr>
        <p:spPr>
          <a:xfrm>
            <a:off x="4536098" y="1744785"/>
            <a:ext cx="351692" cy="30653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95D8138-9A36-ECC3-A919-B6AFEC2F941D}"/>
              </a:ext>
            </a:extLst>
          </p:cNvPr>
          <p:cNvSpPr/>
          <p:nvPr/>
        </p:nvSpPr>
        <p:spPr>
          <a:xfrm>
            <a:off x="3631223" y="1744785"/>
            <a:ext cx="351692" cy="30653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BEEE159-2994-BCA2-DEC3-19BDB42B4821}"/>
              </a:ext>
            </a:extLst>
          </p:cNvPr>
          <p:cNvSpPr/>
          <p:nvPr/>
        </p:nvSpPr>
        <p:spPr>
          <a:xfrm>
            <a:off x="1821473" y="1744785"/>
            <a:ext cx="351692" cy="30653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2702A1D-301D-9452-716B-E0BF949C392B}"/>
              </a:ext>
            </a:extLst>
          </p:cNvPr>
          <p:cNvSpPr/>
          <p:nvPr/>
        </p:nvSpPr>
        <p:spPr>
          <a:xfrm>
            <a:off x="932473" y="1744785"/>
            <a:ext cx="351692" cy="30653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744D48-C3D2-1DE8-26B2-3315512F604B}"/>
              </a:ext>
            </a:extLst>
          </p:cNvPr>
          <p:cNvSpPr txBox="1"/>
          <p:nvPr/>
        </p:nvSpPr>
        <p:spPr>
          <a:xfrm>
            <a:off x="513645" y="276578"/>
            <a:ext cx="11085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While digital learning is the most suitable format for skill building, the survey suggests that a multichannel approach supports success.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3CFF873A-E4E1-072C-8B49-0F8AFAB64B84}"/>
              </a:ext>
            </a:extLst>
          </p:cNvPr>
          <p:cNvSpPr txBox="1"/>
          <p:nvPr/>
        </p:nvSpPr>
        <p:spPr>
          <a:xfrm>
            <a:off x="513645" y="973709"/>
            <a:ext cx="67553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Most suitable learning/skill-building formats for organization's employees,</a:t>
            </a:r>
            <a:r>
              <a:rPr kumimoji="1" lang="en-US" altLang="zh-CN" sz="1200" baseline="30000" dirty="0">
                <a:latin typeface="HarmonyOS Sans SC" pitchFamily="2" charset="-122"/>
                <a:ea typeface="HarmonyOS Sans SC" pitchFamily="2" charset="-122"/>
              </a:rPr>
              <a:t>1</a:t>
            </a: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 </a:t>
            </a:r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% of respondents</a:t>
            </a:r>
            <a:endParaRPr kumimoji="1" lang="zh-CN" altLang="en-US" sz="1200" baseline="30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26588360-8886-5D26-02E2-A934D4955A2E}"/>
              </a:ext>
            </a:extLst>
          </p:cNvPr>
          <p:cNvSpPr txBox="1"/>
          <p:nvPr/>
        </p:nvSpPr>
        <p:spPr>
          <a:xfrm>
            <a:off x="513645" y="6158536"/>
            <a:ext cx="36599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Respondents who answered "other" or "don't know" are not shown; n= 700.</a:t>
            </a:r>
            <a:endParaRPr kumimoji="1" lang="zh-CN" altLang="en-US" sz="8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3" name="ts9F4">
            <a:extLst>
              <a:ext uri="{FF2B5EF4-FFF2-40B4-BE49-F238E27FC236}">
                <a16:creationId xmlns:a16="http://schemas.microsoft.com/office/drawing/2014/main" id="{F3949F72-BCC4-6546-90A2-EA8874158457}"/>
              </a:ext>
            </a:extLst>
          </p:cNvPr>
          <p:cNvGraphicFramePr>
            <a:graphicFrameLocks/>
          </p:cNvGraphicFramePr>
          <p:nvPr/>
        </p:nvGraphicFramePr>
        <p:xfrm>
          <a:off x="513645" y="1693987"/>
          <a:ext cx="11085687" cy="32590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92A8B6F1-D3C0-14E7-BE63-5C4EBEB3E3B1}"/>
              </a:ext>
            </a:extLst>
          </p:cNvPr>
          <p:cNvSpPr/>
          <p:nvPr/>
        </p:nvSpPr>
        <p:spPr>
          <a:xfrm>
            <a:off x="597877" y="1390286"/>
            <a:ext cx="164123" cy="16412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1DF0A0B-EBF5-EF32-BC0A-8160A74E259F}"/>
              </a:ext>
            </a:extLst>
          </p:cNvPr>
          <p:cNvSpPr txBox="1"/>
          <p:nvPr/>
        </p:nvSpPr>
        <p:spPr>
          <a:xfrm>
            <a:off x="762000" y="1349461"/>
            <a:ext cx="47788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Formats that are significantly correlated with a successful skill transformation</a:t>
            </a:r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2</a:t>
            </a:r>
            <a:endParaRPr kumimoji="1" lang="zh-CN" altLang="en-US" sz="1000" baseline="30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9C96E5B3-0346-248D-A872-C3E9F5465067}"/>
              </a:ext>
            </a:extLst>
          </p:cNvPr>
          <p:cNvCxnSpPr>
            <a:cxnSpLocks/>
          </p:cNvCxnSpPr>
          <p:nvPr/>
        </p:nvCxnSpPr>
        <p:spPr>
          <a:xfrm>
            <a:off x="1100455" y="4838700"/>
            <a:ext cx="0" cy="165100"/>
          </a:xfrm>
          <a:prstGeom prst="line">
            <a:avLst/>
          </a:prstGeom>
          <a:ln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3808D4BB-F748-DE88-0787-28C22C308C40}"/>
              </a:ext>
            </a:extLst>
          </p:cNvPr>
          <p:cNvSpPr txBox="1"/>
          <p:nvPr/>
        </p:nvSpPr>
        <p:spPr>
          <a:xfrm>
            <a:off x="729850" y="5003798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Digital</a:t>
            </a:r>
          </a:p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learning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C97D8E7F-6DE2-7FC4-790F-D8971E41220F}"/>
              </a:ext>
            </a:extLst>
          </p:cNvPr>
          <p:cNvCxnSpPr>
            <a:cxnSpLocks/>
          </p:cNvCxnSpPr>
          <p:nvPr/>
        </p:nvCxnSpPr>
        <p:spPr>
          <a:xfrm>
            <a:off x="2002399" y="4838700"/>
            <a:ext cx="0" cy="626763"/>
          </a:xfrm>
          <a:prstGeom prst="line">
            <a:avLst/>
          </a:prstGeom>
          <a:ln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FA576609-C654-B069-0D21-627C27617114}"/>
              </a:ext>
            </a:extLst>
          </p:cNvPr>
          <p:cNvSpPr txBox="1"/>
          <p:nvPr/>
        </p:nvSpPr>
        <p:spPr>
          <a:xfrm>
            <a:off x="1427291" y="5465463"/>
            <a:ext cx="11400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In-person</a:t>
            </a:r>
          </a:p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and/or virtual</a:t>
            </a:r>
          </a:p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workshops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31529434-64D6-27A0-A0EB-557168D84231}"/>
              </a:ext>
            </a:extLst>
          </p:cNvPr>
          <p:cNvCxnSpPr>
            <a:cxnSpLocks/>
          </p:cNvCxnSpPr>
          <p:nvPr/>
        </p:nvCxnSpPr>
        <p:spPr>
          <a:xfrm>
            <a:off x="2900680" y="4838700"/>
            <a:ext cx="0" cy="165100"/>
          </a:xfrm>
          <a:prstGeom prst="line">
            <a:avLst/>
          </a:prstGeom>
          <a:ln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21AB55C2-5390-54CE-EDFB-85D36152B2C8}"/>
              </a:ext>
            </a:extLst>
          </p:cNvPr>
          <p:cNvSpPr txBox="1"/>
          <p:nvPr/>
        </p:nvSpPr>
        <p:spPr>
          <a:xfrm>
            <a:off x="2037841" y="5003796"/>
            <a:ext cx="1714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Individual or team assignments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A0207042-354D-AE24-671F-2DAE62F82026}"/>
              </a:ext>
            </a:extLst>
          </p:cNvPr>
          <p:cNvCxnSpPr>
            <a:cxnSpLocks/>
          </p:cNvCxnSpPr>
          <p:nvPr/>
        </p:nvCxnSpPr>
        <p:spPr>
          <a:xfrm>
            <a:off x="3802624" y="4838700"/>
            <a:ext cx="0" cy="626763"/>
          </a:xfrm>
          <a:prstGeom prst="line">
            <a:avLst/>
          </a:prstGeom>
          <a:ln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7509CC86-65ED-173D-08E6-B2E66EF7AC67}"/>
              </a:ext>
            </a:extLst>
          </p:cNvPr>
          <p:cNvSpPr txBox="1"/>
          <p:nvPr/>
        </p:nvSpPr>
        <p:spPr>
          <a:xfrm>
            <a:off x="3419075" y="5465463"/>
            <a:ext cx="756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Peer</a:t>
            </a:r>
          </a:p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learning</a:t>
            </a:r>
          </a:p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teams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18685B28-6C7D-BC2A-60C4-534725944863}"/>
              </a:ext>
            </a:extLst>
          </p:cNvPr>
          <p:cNvCxnSpPr>
            <a:cxnSpLocks/>
          </p:cNvCxnSpPr>
          <p:nvPr/>
        </p:nvCxnSpPr>
        <p:spPr>
          <a:xfrm>
            <a:off x="4706664" y="4838700"/>
            <a:ext cx="0" cy="165100"/>
          </a:xfrm>
          <a:prstGeom prst="line">
            <a:avLst/>
          </a:prstGeom>
          <a:ln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C3C3AFA0-FFF4-6A19-E71B-64C70E1782DC}"/>
              </a:ext>
            </a:extLst>
          </p:cNvPr>
          <p:cNvSpPr txBox="1"/>
          <p:nvPr/>
        </p:nvSpPr>
        <p:spPr>
          <a:xfrm>
            <a:off x="4304800" y="5003798"/>
            <a:ext cx="8194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Expert</a:t>
            </a:r>
          </a:p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coaching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26" name="直线连接符 25">
            <a:extLst>
              <a:ext uri="{FF2B5EF4-FFF2-40B4-BE49-F238E27FC236}">
                <a16:creationId xmlns:a16="http://schemas.microsoft.com/office/drawing/2014/main" id="{803ED9C1-0614-A600-6AAF-1E6654C9EB6E}"/>
              </a:ext>
            </a:extLst>
          </p:cNvPr>
          <p:cNvCxnSpPr>
            <a:cxnSpLocks/>
          </p:cNvCxnSpPr>
          <p:nvPr/>
        </p:nvCxnSpPr>
        <p:spPr>
          <a:xfrm>
            <a:off x="5608608" y="4838700"/>
            <a:ext cx="0" cy="626763"/>
          </a:xfrm>
          <a:prstGeom prst="line">
            <a:avLst/>
          </a:prstGeom>
          <a:ln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3C005265-2273-0FDD-F442-876AFCFC4948}"/>
              </a:ext>
            </a:extLst>
          </p:cNvPr>
          <p:cNvSpPr txBox="1"/>
          <p:nvPr/>
        </p:nvSpPr>
        <p:spPr>
          <a:xfrm>
            <a:off x="5124872" y="5465463"/>
            <a:ext cx="9573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Sponsor or</a:t>
            </a:r>
          </a:p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manager</a:t>
            </a:r>
          </a:p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coaching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F39FC914-4556-39F1-E74A-E00F770F8EE1}"/>
              </a:ext>
            </a:extLst>
          </p:cNvPr>
          <p:cNvCxnSpPr>
            <a:cxnSpLocks/>
          </p:cNvCxnSpPr>
          <p:nvPr/>
        </p:nvCxnSpPr>
        <p:spPr>
          <a:xfrm>
            <a:off x="6506889" y="4838700"/>
            <a:ext cx="0" cy="165100"/>
          </a:xfrm>
          <a:prstGeom prst="line">
            <a:avLst/>
          </a:prstGeom>
          <a:ln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E8CEAA26-EF15-428C-2D5F-8B1C573988CA}"/>
              </a:ext>
            </a:extLst>
          </p:cNvPr>
          <p:cNvSpPr txBox="1"/>
          <p:nvPr/>
        </p:nvSpPr>
        <p:spPr>
          <a:xfrm>
            <a:off x="5721724" y="5003797"/>
            <a:ext cx="15634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Experience-led</a:t>
            </a:r>
          </a:p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Change supports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98241EB2-ED2F-168F-405F-678B9BB0E6CD}"/>
              </a:ext>
            </a:extLst>
          </p:cNvPr>
          <p:cNvCxnSpPr>
            <a:cxnSpLocks/>
          </p:cNvCxnSpPr>
          <p:nvPr/>
        </p:nvCxnSpPr>
        <p:spPr>
          <a:xfrm>
            <a:off x="7408833" y="4838700"/>
            <a:ext cx="0" cy="626763"/>
          </a:xfrm>
          <a:prstGeom prst="line">
            <a:avLst/>
          </a:prstGeom>
          <a:ln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3D21A626-BA81-CAD5-8426-A237EB391039}"/>
              </a:ext>
            </a:extLst>
          </p:cNvPr>
          <p:cNvSpPr txBox="1"/>
          <p:nvPr/>
        </p:nvSpPr>
        <p:spPr>
          <a:xfrm>
            <a:off x="6711897" y="5465463"/>
            <a:ext cx="1383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Organization-led</a:t>
            </a:r>
          </a:p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Change</a:t>
            </a:r>
          </a:p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supports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32" name="直线连接符 31">
            <a:extLst>
              <a:ext uri="{FF2B5EF4-FFF2-40B4-BE49-F238E27FC236}">
                <a16:creationId xmlns:a16="http://schemas.microsoft.com/office/drawing/2014/main" id="{676DDC22-7331-4133-8537-972DA7A72BB2}"/>
              </a:ext>
            </a:extLst>
          </p:cNvPr>
          <p:cNvCxnSpPr>
            <a:cxnSpLocks/>
          </p:cNvCxnSpPr>
          <p:nvPr/>
        </p:nvCxnSpPr>
        <p:spPr>
          <a:xfrm>
            <a:off x="8304575" y="4838700"/>
            <a:ext cx="0" cy="165100"/>
          </a:xfrm>
          <a:prstGeom prst="line">
            <a:avLst/>
          </a:prstGeom>
          <a:ln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F8BE7F2F-C031-71D5-926C-FBADC0C237B6}"/>
              </a:ext>
            </a:extLst>
          </p:cNvPr>
          <p:cNvSpPr txBox="1"/>
          <p:nvPr/>
        </p:nvSpPr>
        <p:spPr>
          <a:xfrm>
            <a:off x="7769662" y="5003798"/>
            <a:ext cx="1085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Performance</a:t>
            </a:r>
          </a:p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support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066382CE-2ADC-BF9D-5AAA-EE544E81ACBC}"/>
              </a:ext>
            </a:extLst>
          </p:cNvPr>
          <p:cNvCxnSpPr>
            <a:cxnSpLocks/>
          </p:cNvCxnSpPr>
          <p:nvPr/>
        </p:nvCxnSpPr>
        <p:spPr>
          <a:xfrm>
            <a:off x="9206519" y="4838700"/>
            <a:ext cx="0" cy="626763"/>
          </a:xfrm>
          <a:prstGeom prst="line">
            <a:avLst/>
          </a:prstGeom>
          <a:ln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9E2C0BAF-7EC8-8941-E727-1DFBCAFA8750}"/>
              </a:ext>
            </a:extLst>
          </p:cNvPr>
          <p:cNvSpPr txBox="1"/>
          <p:nvPr/>
        </p:nvSpPr>
        <p:spPr>
          <a:xfrm>
            <a:off x="8635266" y="5465463"/>
            <a:ext cx="11320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Experiential</a:t>
            </a:r>
          </a:p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and/or</a:t>
            </a:r>
          </a:p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"go-and-see"</a:t>
            </a:r>
          </a:p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learning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36" name="直线连接符 35">
            <a:extLst>
              <a:ext uri="{FF2B5EF4-FFF2-40B4-BE49-F238E27FC236}">
                <a16:creationId xmlns:a16="http://schemas.microsoft.com/office/drawing/2014/main" id="{0F330C7A-8EE2-8936-9505-FB7B6B9DC4D8}"/>
              </a:ext>
            </a:extLst>
          </p:cNvPr>
          <p:cNvCxnSpPr>
            <a:cxnSpLocks/>
          </p:cNvCxnSpPr>
          <p:nvPr/>
        </p:nvCxnSpPr>
        <p:spPr>
          <a:xfrm>
            <a:off x="10104800" y="4838700"/>
            <a:ext cx="0" cy="165100"/>
          </a:xfrm>
          <a:prstGeom prst="line">
            <a:avLst/>
          </a:prstGeom>
          <a:ln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DDE01D86-B8BC-5912-1BBB-717391231088}"/>
              </a:ext>
            </a:extLst>
          </p:cNvPr>
          <p:cNvSpPr txBox="1"/>
          <p:nvPr/>
        </p:nvSpPr>
        <p:spPr>
          <a:xfrm>
            <a:off x="9676487" y="5003798"/>
            <a:ext cx="8723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Fieldwork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38" name="直线连接符 37">
            <a:extLst>
              <a:ext uri="{FF2B5EF4-FFF2-40B4-BE49-F238E27FC236}">
                <a16:creationId xmlns:a16="http://schemas.microsoft.com/office/drawing/2014/main" id="{C3305F56-F089-2CDF-085A-5E904EB8DFCD}"/>
              </a:ext>
            </a:extLst>
          </p:cNvPr>
          <p:cNvCxnSpPr>
            <a:cxnSpLocks/>
          </p:cNvCxnSpPr>
          <p:nvPr/>
        </p:nvCxnSpPr>
        <p:spPr>
          <a:xfrm>
            <a:off x="11006744" y="4838700"/>
            <a:ext cx="0" cy="626763"/>
          </a:xfrm>
          <a:prstGeom prst="line">
            <a:avLst/>
          </a:prstGeom>
          <a:ln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311FA44E-6E08-5811-63FC-78B2ADBDB469}"/>
              </a:ext>
            </a:extLst>
          </p:cNvPr>
          <p:cNvSpPr txBox="1"/>
          <p:nvPr/>
        </p:nvSpPr>
        <p:spPr>
          <a:xfrm>
            <a:off x="10394768" y="5465463"/>
            <a:ext cx="1213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Organizational</a:t>
            </a:r>
          </a:p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and/or</a:t>
            </a:r>
          </a:p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individual</a:t>
            </a:r>
          </a:p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diagnostics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28034E7-45B1-619C-A81C-A1D6A3BC22CE}"/>
              </a:ext>
            </a:extLst>
          </p:cNvPr>
          <p:cNvSpPr txBox="1"/>
          <p:nvPr/>
        </p:nvSpPr>
        <p:spPr>
          <a:xfrm>
            <a:off x="513645" y="6296460"/>
            <a:ext cx="1451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aseline="30000" dirty="0">
                <a:latin typeface="HarmonyOS Sans SC Light" pitchFamily="2" charset="-122"/>
                <a:ea typeface="HarmonyOS Sans SC Light" pitchFamily="2" charset="-122"/>
              </a:rPr>
              <a:t>2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Confidence interval = 0.95.</a:t>
            </a:r>
            <a:endParaRPr kumimoji="1" lang="zh-CN" altLang="en-US" sz="800" dirty="0">
              <a:latin typeface="HarmonyOS Sans SC Light" pitchFamily="2" charset="-122"/>
              <a:ea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496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577E8-CAE3-871D-5F58-85A462F9B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627BA1A-A1C3-A3F2-59D9-8E144E1B66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27BA1A-A1C3-A3F2-59D9-8E144E1B66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F6E115F1-0513-42F5-E017-3426F25D1E15}"/>
              </a:ext>
            </a:extLst>
          </p:cNvPr>
          <p:cNvSpPr/>
          <p:nvPr/>
        </p:nvSpPr>
        <p:spPr>
          <a:xfrm>
            <a:off x="3997234" y="5259590"/>
            <a:ext cx="7171509" cy="230777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9E05ED-BABF-DBFB-3F5B-2721DEA22FC0}"/>
              </a:ext>
            </a:extLst>
          </p:cNvPr>
          <p:cNvSpPr/>
          <p:nvPr/>
        </p:nvSpPr>
        <p:spPr>
          <a:xfrm>
            <a:off x="3997234" y="4870474"/>
            <a:ext cx="7171509" cy="230777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D8185D4-C06D-E961-A794-38764CD2F507}"/>
              </a:ext>
            </a:extLst>
          </p:cNvPr>
          <p:cNvSpPr/>
          <p:nvPr/>
        </p:nvSpPr>
        <p:spPr>
          <a:xfrm>
            <a:off x="3997234" y="4481358"/>
            <a:ext cx="7171509" cy="230777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47F16C2-A6A6-3BAD-D473-7512A9082FFF}"/>
              </a:ext>
            </a:extLst>
          </p:cNvPr>
          <p:cNvSpPr/>
          <p:nvPr/>
        </p:nvSpPr>
        <p:spPr>
          <a:xfrm>
            <a:off x="3997234" y="4086304"/>
            <a:ext cx="7171509" cy="230777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CED24F-3CE7-253E-A152-8213E8F4919C}"/>
              </a:ext>
            </a:extLst>
          </p:cNvPr>
          <p:cNvSpPr/>
          <p:nvPr/>
        </p:nvSpPr>
        <p:spPr>
          <a:xfrm>
            <a:off x="3997234" y="3690458"/>
            <a:ext cx="7171509" cy="230777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BCFF54D-1E9D-E3AD-1AA0-39D9BA9BC488}"/>
              </a:ext>
            </a:extLst>
          </p:cNvPr>
          <p:cNvSpPr/>
          <p:nvPr/>
        </p:nvSpPr>
        <p:spPr>
          <a:xfrm>
            <a:off x="3997234" y="3296988"/>
            <a:ext cx="7171509" cy="230777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C61FB63-37B7-2146-282B-0FFBD2516058}"/>
              </a:ext>
            </a:extLst>
          </p:cNvPr>
          <p:cNvSpPr/>
          <p:nvPr/>
        </p:nvSpPr>
        <p:spPr>
          <a:xfrm>
            <a:off x="3997234" y="2906288"/>
            <a:ext cx="7171509" cy="230777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04F4250-3F8D-BE34-4C3E-CD7283BE3C6E}"/>
              </a:ext>
            </a:extLst>
          </p:cNvPr>
          <p:cNvSpPr/>
          <p:nvPr/>
        </p:nvSpPr>
        <p:spPr>
          <a:xfrm>
            <a:off x="3997234" y="2504110"/>
            <a:ext cx="7171509" cy="230777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0D9340C-5256-358A-B36E-665E09CE99E1}"/>
              </a:ext>
            </a:extLst>
          </p:cNvPr>
          <p:cNvSpPr/>
          <p:nvPr/>
        </p:nvSpPr>
        <p:spPr>
          <a:xfrm>
            <a:off x="3997234" y="2113412"/>
            <a:ext cx="7171509" cy="230777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4C77D7-960E-67F4-4C54-3F33BD436E66}"/>
              </a:ext>
            </a:extLst>
          </p:cNvPr>
          <p:cNvSpPr/>
          <p:nvPr/>
        </p:nvSpPr>
        <p:spPr>
          <a:xfrm>
            <a:off x="3997234" y="1706880"/>
            <a:ext cx="7171509" cy="230777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744D48-C3D2-1DE8-26B2-3315512F604B}"/>
              </a:ext>
            </a:extLst>
          </p:cNvPr>
          <p:cNvSpPr txBox="1"/>
          <p:nvPr/>
        </p:nvSpPr>
        <p:spPr>
          <a:xfrm>
            <a:off x="513645" y="276578"/>
            <a:ext cx="11085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Companies are increasingly focused on developing social, emotional, and advanced cognitive skills.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3CFF873A-E4E1-072C-8B49-0F8AFAB64B84}"/>
              </a:ext>
            </a:extLst>
          </p:cNvPr>
          <p:cNvSpPr txBox="1"/>
          <p:nvPr/>
        </p:nvSpPr>
        <p:spPr>
          <a:xfrm>
            <a:off x="513645" y="726064"/>
            <a:ext cx="62135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Skills that companies have prioritized to address through reskilling,</a:t>
            </a:r>
            <a:r>
              <a:rPr kumimoji="1" lang="en-US" altLang="zh-CN" sz="1200" baseline="30000" dirty="0">
                <a:latin typeface="HarmonyOS Sans SC" pitchFamily="2" charset="-122"/>
                <a:ea typeface="HarmonyOS Sans SC" pitchFamily="2" charset="-122"/>
              </a:rPr>
              <a:t>1</a:t>
            </a: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 </a:t>
            </a:r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% of respondents</a:t>
            </a:r>
            <a:endParaRPr kumimoji="1" lang="zh-CN" altLang="en-US" sz="1200" baseline="30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26588360-8886-5D26-02E2-A934D4955A2E}"/>
              </a:ext>
            </a:extLst>
          </p:cNvPr>
          <p:cNvSpPr txBox="1"/>
          <p:nvPr/>
        </p:nvSpPr>
        <p:spPr>
          <a:xfrm>
            <a:off x="487997" y="5981945"/>
            <a:ext cx="30107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Out of 25 skills that were offered as answer choices; n = 700.</a:t>
            </a:r>
            <a:endParaRPr kumimoji="1" lang="zh-CN" altLang="en-US" sz="8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2" name="tsD96">
            <a:extLst>
              <a:ext uri="{FF2B5EF4-FFF2-40B4-BE49-F238E27FC236}">
                <a16:creationId xmlns:a16="http://schemas.microsoft.com/office/drawing/2014/main" id="{17872A39-BCB0-4FBF-41BD-04A2CC3EB14F}"/>
              </a:ext>
            </a:extLst>
          </p:cNvPr>
          <p:cNvGraphicFramePr>
            <a:graphicFrameLocks/>
          </p:cNvGraphicFramePr>
          <p:nvPr/>
        </p:nvGraphicFramePr>
        <p:xfrm>
          <a:off x="3809999" y="1496291"/>
          <a:ext cx="7559041" cy="43724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815528A2-3C50-3FC8-F00E-0CCC8A36367F}"/>
              </a:ext>
            </a:extLst>
          </p:cNvPr>
          <p:cNvSpPr txBox="1"/>
          <p:nvPr/>
        </p:nvSpPr>
        <p:spPr>
          <a:xfrm>
            <a:off x="513645" y="1676102"/>
            <a:ext cx="21210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Leadership and managing others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4061189-97C1-F4C1-6450-D2A3F9F8F388}"/>
              </a:ext>
            </a:extLst>
          </p:cNvPr>
          <p:cNvSpPr txBox="1"/>
          <p:nvPr/>
        </p:nvSpPr>
        <p:spPr>
          <a:xfrm>
            <a:off x="513645" y="2094073"/>
            <a:ext cx="23342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Critical thinking and decision making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7DFF84A-DB11-7F58-868E-F7A9C46BB49D}"/>
              </a:ext>
            </a:extLst>
          </p:cNvPr>
          <p:cNvSpPr txBox="1"/>
          <p:nvPr/>
        </p:nvSpPr>
        <p:spPr>
          <a:xfrm>
            <a:off x="513645" y="2472873"/>
            <a:ext cx="14029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Project management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EAB6EDB-D9A8-3F27-4CF5-F8E349951DE7}"/>
              </a:ext>
            </a:extLst>
          </p:cNvPr>
          <p:cNvSpPr txBox="1"/>
          <p:nvPr/>
        </p:nvSpPr>
        <p:spPr>
          <a:xfrm>
            <a:off x="513645" y="2890844"/>
            <a:ext cx="23342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Adaptability and continuous learning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EA33A10-9E17-6F2C-34D9-A0CC203A1AD9}"/>
              </a:ext>
            </a:extLst>
          </p:cNvPr>
          <p:cNvSpPr txBox="1"/>
          <p:nvPr/>
        </p:nvSpPr>
        <p:spPr>
          <a:xfrm>
            <a:off x="513645" y="3266616"/>
            <a:ext cx="11993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Basic digital skills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B97B5EA-DD07-8E3B-2DDB-40DC1B3379BB}"/>
              </a:ext>
            </a:extLst>
          </p:cNvPr>
          <p:cNvSpPr txBox="1"/>
          <p:nvPr/>
        </p:nvSpPr>
        <p:spPr>
          <a:xfrm>
            <a:off x="513645" y="3684587"/>
            <a:ext cx="20810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Interpersonal skills and empathy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4E2C3E8-F38A-4CD1-8675-57AD2CE03883}"/>
              </a:ext>
            </a:extLst>
          </p:cNvPr>
          <p:cNvSpPr txBox="1"/>
          <p:nvPr/>
        </p:nvSpPr>
        <p:spPr>
          <a:xfrm>
            <a:off x="513645" y="4063387"/>
            <a:ext cx="29851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Advanced data-analysis and mathematical skills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FB47CEF-05F8-2E43-2915-366C63454252}"/>
              </a:ext>
            </a:extLst>
          </p:cNvPr>
          <p:cNvSpPr txBox="1"/>
          <p:nvPr/>
        </p:nvSpPr>
        <p:spPr>
          <a:xfrm>
            <a:off x="513645" y="4481358"/>
            <a:ext cx="20601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Quantitative and statistical skills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08076E8-A5EC-4CDC-8B40-00D98605438F}"/>
              </a:ext>
            </a:extLst>
          </p:cNvPr>
          <p:cNvSpPr txBox="1"/>
          <p:nvPr/>
        </p:nvSpPr>
        <p:spPr>
          <a:xfrm>
            <a:off x="513645" y="4852230"/>
            <a:ext cx="31806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Complex information processing and interpretation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207C3DA-C85D-D80C-CDE9-4E3017BCD889}"/>
              </a:ext>
            </a:extLst>
          </p:cNvPr>
          <p:cNvSpPr txBox="1"/>
          <p:nvPr/>
        </p:nvSpPr>
        <p:spPr>
          <a:xfrm>
            <a:off x="513645" y="5270201"/>
            <a:ext cx="2313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Advanced IT skills and programming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AE9353F5-17B4-2870-1FF8-B2728037DF0E}"/>
              </a:ext>
            </a:extLst>
          </p:cNvPr>
          <p:cNvSpPr/>
          <p:nvPr/>
        </p:nvSpPr>
        <p:spPr>
          <a:xfrm>
            <a:off x="627017" y="1127760"/>
            <a:ext cx="139337" cy="1393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AEAEBE8-B722-C740-C861-F333BFA44242}"/>
              </a:ext>
            </a:extLst>
          </p:cNvPr>
          <p:cNvSpPr txBox="1"/>
          <p:nvPr/>
        </p:nvSpPr>
        <p:spPr>
          <a:xfrm>
            <a:off x="766354" y="1057960"/>
            <a:ext cx="20217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Social and emotional skills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EBB022F6-6012-11A5-CE66-FBD581E1D773}"/>
              </a:ext>
            </a:extLst>
          </p:cNvPr>
          <p:cNvSpPr/>
          <p:nvPr/>
        </p:nvSpPr>
        <p:spPr>
          <a:xfrm>
            <a:off x="2927398" y="1122715"/>
            <a:ext cx="139337" cy="139337"/>
          </a:xfrm>
          <a:prstGeom prst="ellipse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7629134-6656-2FEA-72F3-20B8F2E5984C}"/>
              </a:ext>
            </a:extLst>
          </p:cNvPr>
          <p:cNvSpPr txBox="1"/>
          <p:nvPr/>
        </p:nvSpPr>
        <p:spPr>
          <a:xfrm>
            <a:off x="3066735" y="1052915"/>
            <a:ext cx="19431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Advanced cognitive skills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4A8068BA-2355-689E-DF54-91A48AE85D9C}"/>
              </a:ext>
            </a:extLst>
          </p:cNvPr>
          <p:cNvSpPr/>
          <p:nvPr/>
        </p:nvSpPr>
        <p:spPr>
          <a:xfrm>
            <a:off x="5116522" y="1127760"/>
            <a:ext cx="139337" cy="139337"/>
          </a:xfrm>
          <a:prstGeom prst="ellipse">
            <a:avLst/>
          </a:prstGeom>
          <a:solidFill>
            <a:srgbClr val="1257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C1B7DEC-399E-0403-71DE-28DEA0601675}"/>
              </a:ext>
            </a:extLst>
          </p:cNvPr>
          <p:cNvSpPr txBox="1"/>
          <p:nvPr/>
        </p:nvSpPr>
        <p:spPr>
          <a:xfrm>
            <a:off x="5255859" y="1057960"/>
            <a:ext cx="1531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Technological skills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90FA1C6F-1FB9-5694-1704-16D7BE65CA6D}"/>
              </a:ext>
            </a:extLst>
          </p:cNvPr>
          <p:cNvSpPr/>
          <p:nvPr/>
        </p:nvSpPr>
        <p:spPr>
          <a:xfrm>
            <a:off x="7965373" y="1140049"/>
            <a:ext cx="139337" cy="139337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8DC10E58-C90E-591E-DE2F-B5F1C6F2F4C6}"/>
              </a:ext>
            </a:extLst>
          </p:cNvPr>
          <p:cNvSpPr/>
          <p:nvPr/>
        </p:nvSpPr>
        <p:spPr>
          <a:xfrm>
            <a:off x="8339842" y="1135207"/>
            <a:ext cx="139337" cy="139337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2E0910A6-BE25-161E-4466-E3691BE71F27}"/>
              </a:ext>
            </a:extLst>
          </p:cNvPr>
          <p:cNvCxnSpPr>
            <a:cxnSpLocks/>
            <a:endCxn id="32" idx="2"/>
          </p:cNvCxnSpPr>
          <p:nvPr/>
        </p:nvCxnSpPr>
        <p:spPr>
          <a:xfrm>
            <a:off x="8121435" y="1204875"/>
            <a:ext cx="218407" cy="1"/>
          </a:xfrm>
          <a:prstGeom prst="straightConnector1">
            <a:avLst/>
          </a:prstGeom>
          <a:ln w="635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05A00551-C74B-80A9-3E9B-13FE695764C2}"/>
              </a:ext>
            </a:extLst>
          </p:cNvPr>
          <p:cNvSpPr txBox="1"/>
          <p:nvPr/>
        </p:nvSpPr>
        <p:spPr>
          <a:xfrm>
            <a:off x="7432036" y="1060871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2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/>
              <a:t>2019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94F8F11-E026-AB2F-359D-9FC094714D43}"/>
              </a:ext>
            </a:extLst>
          </p:cNvPr>
          <p:cNvSpPr txBox="1"/>
          <p:nvPr/>
        </p:nvSpPr>
        <p:spPr>
          <a:xfrm>
            <a:off x="8493288" y="1060871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2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/>
              <a:t>2020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6598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577E8-CAE3-871D-5F58-85A462F9B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627BA1A-A1C3-A3F2-59D9-8E144E1B66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27BA1A-A1C3-A3F2-59D9-8E144E1B66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0B744D48-C3D2-1DE8-26B2-3315512F604B}"/>
              </a:ext>
            </a:extLst>
          </p:cNvPr>
          <p:cNvSpPr txBox="1"/>
          <p:nvPr/>
        </p:nvSpPr>
        <p:spPr>
          <a:xfrm>
            <a:off x="513645" y="276578"/>
            <a:ext cx="11085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Forty percent of respondents expect company sustainability programs to generate value in the next five years-nearly double the current share.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3CFF873A-E4E1-072C-8B49-0F8AFAB64B84}"/>
              </a:ext>
            </a:extLst>
          </p:cNvPr>
          <p:cNvSpPr txBox="1"/>
          <p:nvPr/>
        </p:nvSpPr>
        <p:spPr>
          <a:xfrm>
            <a:off x="513645" y="973709"/>
            <a:ext cx="107916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Share of respondents who report or expect 'modest' or 'significant’ value created from sustainability programs, by industry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，</a:t>
            </a: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' %</a:t>
            </a:r>
            <a:endParaRPr kumimoji="1" lang="zh-CN" altLang="en-US" sz="1200" baseline="30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26588360-8886-5D26-02E2-A934D4955A2E}"/>
              </a:ext>
            </a:extLst>
          </p:cNvPr>
          <p:cNvSpPr txBox="1"/>
          <p:nvPr/>
        </p:nvSpPr>
        <p:spPr>
          <a:xfrm>
            <a:off x="513645" y="5993436"/>
            <a:ext cx="79977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Total 7 answer choices presented</a:t>
            </a:r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： 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"significant cost</a:t>
            </a:r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，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" "modest cost</a:t>
            </a:r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，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" "minimal to no cost or value</a:t>
            </a:r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，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" "modest value</a:t>
            </a:r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，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" "significant value</a:t>
            </a:r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，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" and "don't know"</a:t>
            </a:r>
            <a:r>
              <a:rPr kumimoji="1" lang="zh-CN" altLang="en-US" sz="800" dirty="0">
                <a:latin typeface="HarmonyOS Sans SC Light" pitchFamily="2" charset="-122"/>
                <a:ea typeface="HarmonyOS Sans SC Light" pitchFamily="2" charset="-122"/>
              </a:rPr>
              <a:t>； 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n = 2,421.</a:t>
            </a:r>
            <a:endParaRPr kumimoji="1" lang="zh-CN" altLang="en-US" sz="8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3" name="tsB40">
            <a:extLst>
              <a:ext uri="{FF2B5EF4-FFF2-40B4-BE49-F238E27FC236}">
                <a16:creationId xmlns:a16="http://schemas.microsoft.com/office/drawing/2014/main" id="{8E929C84-3E46-551D-EFAE-75B1C77EBA0F}"/>
              </a:ext>
            </a:extLst>
          </p:cNvPr>
          <p:cNvGraphicFramePr>
            <a:graphicFrameLocks/>
          </p:cNvGraphicFramePr>
          <p:nvPr/>
        </p:nvGraphicFramePr>
        <p:xfrm>
          <a:off x="3629980" y="1612669"/>
          <a:ext cx="7969353" cy="42716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" name="椭圆 1">
            <a:extLst>
              <a:ext uri="{FF2B5EF4-FFF2-40B4-BE49-F238E27FC236}">
                <a16:creationId xmlns:a16="http://schemas.microsoft.com/office/drawing/2014/main" id="{9CBACE37-3041-CBC4-A03D-8EC39A112A53}"/>
              </a:ext>
            </a:extLst>
          </p:cNvPr>
          <p:cNvSpPr/>
          <p:nvPr/>
        </p:nvSpPr>
        <p:spPr>
          <a:xfrm>
            <a:off x="7543800" y="1825625"/>
            <a:ext cx="95250" cy="952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478EE23-0891-3A73-842E-6527554B8919}"/>
              </a:ext>
            </a:extLst>
          </p:cNvPr>
          <p:cNvSpPr/>
          <p:nvPr/>
        </p:nvSpPr>
        <p:spPr>
          <a:xfrm>
            <a:off x="11033125" y="1825625"/>
            <a:ext cx="95250" cy="95250"/>
          </a:xfrm>
          <a:prstGeom prst="ellipse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B850D200-341D-8E1C-8259-E42DE215F019}"/>
              </a:ext>
            </a:extLst>
          </p:cNvPr>
          <p:cNvSpPr/>
          <p:nvPr/>
        </p:nvSpPr>
        <p:spPr>
          <a:xfrm>
            <a:off x="9236075" y="2063750"/>
            <a:ext cx="95250" cy="952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4A35157-124F-4C94-2756-EA9517C87384}"/>
              </a:ext>
            </a:extLst>
          </p:cNvPr>
          <p:cNvSpPr/>
          <p:nvPr/>
        </p:nvSpPr>
        <p:spPr>
          <a:xfrm>
            <a:off x="10887075" y="2063750"/>
            <a:ext cx="95250" cy="95250"/>
          </a:xfrm>
          <a:prstGeom prst="ellipse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1B4E6DD3-D5CE-6F7D-3B70-CFEE537C0C12}"/>
              </a:ext>
            </a:extLst>
          </p:cNvPr>
          <p:cNvSpPr/>
          <p:nvPr/>
        </p:nvSpPr>
        <p:spPr>
          <a:xfrm>
            <a:off x="10747375" y="2301875"/>
            <a:ext cx="95250" cy="95250"/>
          </a:xfrm>
          <a:prstGeom prst="ellipse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A792B00-34B4-A70E-CAC3-445AC6A3DFE6}"/>
              </a:ext>
            </a:extLst>
          </p:cNvPr>
          <p:cNvSpPr/>
          <p:nvPr/>
        </p:nvSpPr>
        <p:spPr>
          <a:xfrm>
            <a:off x="10585450" y="2546350"/>
            <a:ext cx="95250" cy="95250"/>
          </a:xfrm>
          <a:prstGeom prst="ellipse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4853CEE-C866-E635-B618-4820DEA01614}"/>
              </a:ext>
            </a:extLst>
          </p:cNvPr>
          <p:cNvSpPr/>
          <p:nvPr/>
        </p:nvSpPr>
        <p:spPr>
          <a:xfrm>
            <a:off x="10290175" y="2781300"/>
            <a:ext cx="95250" cy="95250"/>
          </a:xfrm>
          <a:prstGeom prst="ellipse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A44B459-C70A-47FE-C201-0F4A4F39C66C}"/>
              </a:ext>
            </a:extLst>
          </p:cNvPr>
          <p:cNvSpPr/>
          <p:nvPr/>
        </p:nvSpPr>
        <p:spPr>
          <a:xfrm>
            <a:off x="9839325" y="3022600"/>
            <a:ext cx="95250" cy="95250"/>
          </a:xfrm>
          <a:prstGeom prst="ellipse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B8956F0-0995-7A69-AD9F-2ABC401F3C0F}"/>
              </a:ext>
            </a:extLst>
          </p:cNvPr>
          <p:cNvSpPr/>
          <p:nvPr/>
        </p:nvSpPr>
        <p:spPr>
          <a:xfrm>
            <a:off x="9509125" y="3265709"/>
            <a:ext cx="95250" cy="95250"/>
          </a:xfrm>
          <a:prstGeom prst="ellipse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51B45B3-0255-E614-481D-753F8B860C08}"/>
              </a:ext>
            </a:extLst>
          </p:cNvPr>
          <p:cNvSpPr/>
          <p:nvPr/>
        </p:nvSpPr>
        <p:spPr>
          <a:xfrm>
            <a:off x="9382125" y="3498258"/>
            <a:ext cx="95250" cy="95250"/>
          </a:xfrm>
          <a:prstGeom prst="ellipse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06C6E41-CF85-3D40-E1ED-1A70B1DBB6C3}"/>
              </a:ext>
            </a:extLst>
          </p:cNvPr>
          <p:cNvSpPr/>
          <p:nvPr/>
        </p:nvSpPr>
        <p:spPr>
          <a:xfrm>
            <a:off x="9236075" y="3742130"/>
            <a:ext cx="95250" cy="95250"/>
          </a:xfrm>
          <a:prstGeom prst="ellipse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626C18D1-876A-84C3-A587-0FEE1001DFC7}"/>
              </a:ext>
            </a:extLst>
          </p:cNvPr>
          <p:cNvSpPr/>
          <p:nvPr/>
        </p:nvSpPr>
        <p:spPr>
          <a:xfrm>
            <a:off x="6794500" y="2301875"/>
            <a:ext cx="95250" cy="952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5E4A799A-DFF8-38BD-8618-3B194CBB94AB}"/>
              </a:ext>
            </a:extLst>
          </p:cNvPr>
          <p:cNvSpPr/>
          <p:nvPr/>
        </p:nvSpPr>
        <p:spPr>
          <a:xfrm>
            <a:off x="7248525" y="2546350"/>
            <a:ext cx="95250" cy="952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804DC63E-5892-C5E1-CA00-F2529DC2AA72}"/>
              </a:ext>
            </a:extLst>
          </p:cNvPr>
          <p:cNvSpPr/>
          <p:nvPr/>
        </p:nvSpPr>
        <p:spPr>
          <a:xfrm>
            <a:off x="7851775" y="2781300"/>
            <a:ext cx="95250" cy="952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976D8DBF-192F-11A0-5804-75A8F47E7703}"/>
              </a:ext>
            </a:extLst>
          </p:cNvPr>
          <p:cNvSpPr/>
          <p:nvPr/>
        </p:nvSpPr>
        <p:spPr>
          <a:xfrm>
            <a:off x="7245350" y="3022600"/>
            <a:ext cx="95250" cy="952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02BE518-8B9F-F6A0-BA9C-BD233CAD94A4}"/>
              </a:ext>
            </a:extLst>
          </p:cNvPr>
          <p:cNvSpPr/>
          <p:nvPr/>
        </p:nvSpPr>
        <p:spPr>
          <a:xfrm>
            <a:off x="5578475" y="3265709"/>
            <a:ext cx="95250" cy="952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12D6C6A5-4E28-5247-9C11-208F4C7AC23E}"/>
              </a:ext>
            </a:extLst>
          </p:cNvPr>
          <p:cNvSpPr/>
          <p:nvPr/>
        </p:nvSpPr>
        <p:spPr>
          <a:xfrm>
            <a:off x="8010525" y="3498258"/>
            <a:ext cx="95250" cy="952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73DC3496-B390-EA54-CCAB-ED6D2A2A87E1}"/>
              </a:ext>
            </a:extLst>
          </p:cNvPr>
          <p:cNvSpPr/>
          <p:nvPr/>
        </p:nvSpPr>
        <p:spPr>
          <a:xfrm>
            <a:off x="7394575" y="3742130"/>
            <a:ext cx="95250" cy="952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35249DF0-0E8D-2957-CD05-C90835F2C84C}"/>
              </a:ext>
            </a:extLst>
          </p:cNvPr>
          <p:cNvSpPr/>
          <p:nvPr/>
        </p:nvSpPr>
        <p:spPr>
          <a:xfrm>
            <a:off x="6184900" y="3981450"/>
            <a:ext cx="95250" cy="952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2DCF7872-3FC2-1224-1665-0ED13EF40E40}"/>
              </a:ext>
            </a:extLst>
          </p:cNvPr>
          <p:cNvSpPr/>
          <p:nvPr/>
        </p:nvSpPr>
        <p:spPr>
          <a:xfrm>
            <a:off x="4965700" y="4225925"/>
            <a:ext cx="95250" cy="952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5B2C5B13-93D8-01FB-8FEE-D8F5F4B7CA56}"/>
              </a:ext>
            </a:extLst>
          </p:cNvPr>
          <p:cNvSpPr/>
          <p:nvPr/>
        </p:nvSpPr>
        <p:spPr>
          <a:xfrm>
            <a:off x="6642100" y="4464050"/>
            <a:ext cx="95250" cy="952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B0119051-89E0-74D1-C7A4-A022F56CA36E}"/>
              </a:ext>
            </a:extLst>
          </p:cNvPr>
          <p:cNvSpPr/>
          <p:nvPr/>
        </p:nvSpPr>
        <p:spPr>
          <a:xfrm>
            <a:off x="6480175" y="4702175"/>
            <a:ext cx="95250" cy="952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A36C0849-249B-6759-0F65-48AD396A2B4D}"/>
              </a:ext>
            </a:extLst>
          </p:cNvPr>
          <p:cNvSpPr/>
          <p:nvPr/>
        </p:nvSpPr>
        <p:spPr>
          <a:xfrm>
            <a:off x="6162675" y="4934965"/>
            <a:ext cx="95250" cy="952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EBD33F39-75AE-1A8F-3B4C-96598032AFE6}"/>
              </a:ext>
            </a:extLst>
          </p:cNvPr>
          <p:cNvSpPr/>
          <p:nvPr/>
        </p:nvSpPr>
        <p:spPr>
          <a:xfrm>
            <a:off x="5721350" y="5175250"/>
            <a:ext cx="95250" cy="952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9CA84A8D-1F93-B9FE-A08E-1581502446D0}"/>
              </a:ext>
            </a:extLst>
          </p:cNvPr>
          <p:cNvSpPr/>
          <p:nvPr/>
        </p:nvSpPr>
        <p:spPr>
          <a:xfrm>
            <a:off x="6934200" y="5422900"/>
            <a:ext cx="95250" cy="952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957B547B-4F48-CBB7-4A82-769CE9A692A9}"/>
              </a:ext>
            </a:extLst>
          </p:cNvPr>
          <p:cNvCxnSpPr>
            <a:cxnSpLocks/>
          </p:cNvCxnSpPr>
          <p:nvPr/>
        </p:nvCxnSpPr>
        <p:spPr>
          <a:xfrm>
            <a:off x="622453" y="1744871"/>
            <a:ext cx="1078551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3FA1EBDB-DC38-71F7-41EE-175C679BD3DC}"/>
              </a:ext>
            </a:extLst>
          </p:cNvPr>
          <p:cNvCxnSpPr>
            <a:cxnSpLocks/>
          </p:cNvCxnSpPr>
          <p:nvPr/>
        </p:nvCxnSpPr>
        <p:spPr>
          <a:xfrm>
            <a:off x="622453" y="1990914"/>
            <a:ext cx="1078551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F6469821-D9CC-EAE7-60B3-34E342BE3A2A}"/>
              </a:ext>
            </a:extLst>
          </p:cNvPr>
          <p:cNvCxnSpPr>
            <a:cxnSpLocks/>
          </p:cNvCxnSpPr>
          <p:nvPr/>
        </p:nvCxnSpPr>
        <p:spPr>
          <a:xfrm>
            <a:off x="622453" y="2230646"/>
            <a:ext cx="1078551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线连接符 34">
            <a:extLst>
              <a:ext uri="{FF2B5EF4-FFF2-40B4-BE49-F238E27FC236}">
                <a16:creationId xmlns:a16="http://schemas.microsoft.com/office/drawing/2014/main" id="{59FE3B10-4D20-7D2E-6C75-A53A09FBE262}"/>
              </a:ext>
            </a:extLst>
          </p:cNvPr>
          <p:cNvCxnSpPr>
            <a:cxnSpLocks/>
          </p:cNvCxnSpPr>
          <p:nvPr/>
        </p:nvCxnSpPr>
        <p:spPr>
          <a:xfrm>
            <a:off x="622453" y="2473514"/>
            <a:ext cx="1078551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线连接符 35">
            <a:extLst>
              <a:ext uri="{FF2B5EF4-FFF2-40B4-BE49-F238E27FC236}">
                <a16:creationId xmlns:a16="http://schemas.microsoft.com/office/drawing/2014/main" id="{84751E7C-3DDB-32F7-66D4-7F3B055D8283}"/>
              </a:ext>
            </a:extLst>
          </p:cNvPr>
          <p:cNvCxnSpPr>
            <a:cxnSpLocks/>
          </p:cNvCxnSpPr>
          <p:nvPr/>
        </p:nvCxnSpPr>
        <p:spPr>
          <a:xfrm>
            <a:off x="622453" y="2706707"/>
            <a:ext cx="1078551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线连接符 36">
            <a:extLst>
              <a:ext uri="{FF2B5EF4-FFF2-40B4-BE49-F238E27FC236}">
                <a16:creationId xmlns:a16="http://schemas.microsoft.com/office/drawing/2014/main" id="{ADA8A218-70D7-D0B9-82C4-62A18AD8B0A2}"/>
              </a:ext>
            </a:extLst>
          </p:cNvPr>
          <p:cNvCxnSpPr>
            <a:cxnSpLocks/>
          </p:cNvCxnSpPr>
          <p:nvPr/>
        </p:nvCxnSpPr>
        <p:spPr>
          <a:xfrm>
            <a:off x="622453" y="2946400"/>
            <a:ext cx="1078551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线连接符 37">
            <a:extLst>
              <a:ext uri="{FF2B5EF4-FFF2-40B4-BE49-F238E27FC236}">
                <a16:creationId xmlns:a16="http://schemas.microsoft.com/office/drawing/2014/main" id="{7D763A9F-ADE6-20AB-745A-F4C31411E71F}"/>
              </a:ext>
            </a:extLst>
          </p:cNvPr>
          <p:cNvCxnSpPr>
            <a:cxnSpLocks/>
          </p:cNvCxnSpPr>
          <p:nvPr/>
        </p:nvCxnSpPr>
        <p:spPr>
          <a:xfrm>
            <a:off x="622453" y="3186132"/>
            <a:ext cx="1078551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线连接符 38">
            <a:extLst>
              <a:ext uri="{FF2B5EF4-FFF2-40B4-BE49-F238E27FC236}">
                <a16:creationId xmlns:a16="http://schemas.microsoft.com/office/drawing/2014/main" id="{6CA70DDA-EE05-012B-6E20-959C855795FD}"/>
              </a:ext>
            </a:extLst>
          </p:cNvPr>
          <p:cNvCxnSpPr>
            <a:cxnSpLocks/>
          </p:cNvCxnSpPr>
          <p:nvPr/>
        </p:nvCxnSpPr>
        <p:spPr>
          <a:xfrm>
            <a:off x="622453" y="3429000"/>
            <a:ext cx="1078551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BE5413C3-F006-05B7-DEEB-A0C14BB970B3}"/>
              </a:ext>
            </a:extLst>
          </p:cNvPr>
          <p:cNvCxnSpPr>
            <a:cxnSpLocks/>
          </p:cNvCxnSpPr>
          <p:nvPr/>
        </p:nvCxnSpPr>
        <p:spPr>
          <a:xfrm>
            <a:off x="622453" y="3671907"/>
            <a:ext cx="1078551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87D3E9AD-29E6-DA94-5606-2E96AB5D47E4}"/>
              </a:ext>
            </a:extLst>
          </p:cNvPr>
          <p:cNvCxnSpPr>
            <a:cxnSpLocks/>
          </p:cNvCxnSpPr>
          <p:nvPr/>
        </p:nvCxnSpPr>
        <p:spPr>
          <a:xfrm>
            <a:off x="622453" y="3911600"/>
            <a:ext cx="1078551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线连接符 41">
            <a:extLst>
              <a:ext uri="{FF2B5EF4-FFF2-40B4-BE49-F238E27FC236}">
                <a16:creationId xmlns:a16="http://schemas.microsoft.com/office/drawing/2014/main" id="{A731AE04-672C-E481-6982-2E364392AC7D}"/>
              </a:ext>
            </a:extLst>
          </p:cNvPr>
          <p:cNvCxnSpPr>
            <a:cxnSpLocks/>
          </p:cNvCxnSpPr>
          <p:nvPr/>
        </p:nvCxnSpPr>
        <p:spPr>
          <a:xfrm>
            <a:off x="622453" y="4151332"/>
            <a:ext cx="1078551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线连接符 42">
            <a:extLst>
              <a:ext uri="{FF2B5EF4-FFF2-40B4-BE49-F238E27FC236}">
                <a16:creationId xmlns:a16="http://schemas.microsoft.com/office/drawing/2014/main" id="{8E561C33-6826-1C7F-6E1F-BB3A33EBEB85}"/>
              </a:ext>
            </a:extLst>
          </p:cNvPr>
          <p:cNvCxnSpPr>
            <a:cxnSpLocks/>
          </p:cNvCxnSpPr>
          <p:nvPr/>
        </p:nvCxnSpPr>
        <p:spPr>
          <a:xfrm>
            <a:off x="622453" y="4394200"/>
            <a:ext cx="1078551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F0971005-74C9-E55B-1279-87DB4CFA5356}"/>
              </a:ext>
            </a:extLst>
          </p:cNvPr>
          <p:cNvCxnSpPr>
            <a:cxnSpLocks/>
          </p:cNvCxnSpPr>
          <p:nvPr/>
        </p:nvCxnSpPr>
        <p:spPr>
          <a:xfrm>
            <a:off x="622453" y="4630757"/>
            <a:ext cx="1078551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D2B5C091-DA17-092A-2968-F68B4D48679C}"/>
              </a:ext>
            </a:extLst>
          </p:cNvPr>
          <p:cNvCxnSpPr>
            <a:cxnSpLocks/>
          </p:cNvCxnSpPr>
          <p:nvPr/>
        </p:nvCxnSpPr>
        <p:spPr>
          <a:xfrm>
            <a:off x="622453" y="4870450"/>
            <a:ext cx="1078551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51F38865-FF50-BD47-57CE-6D59B3E7847E}"/>
              </a:ext>
            </a:extLst>
          </p:cNvPr>
          <p:cNvCxnSpPr>
            <a:cxnSpLocks/>
          </p:cNvCxnSpPr>
          <p:nvPr/>
        </p:nvCxnSpPr>
        <p:spPr>
          <a:xfrm>
            <a:off x="622453" y="5110182"/>
            <a:ext cx="1078551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线连接符 46">
            <a:extLst>
              <a:ext uri="{FF2B5EF4-FFF2-40B4-BE49-F238E27FC236}">
                <a16:creationId xmlns:a16="http://schemas.microsoft.com/office/drawing/2014/main" id="{D59A1C54-2912-2AED-1188-D52C79E17271}"/>
              </a:ext>
            </a:extLst>
          </p:cNvPr>
          <p:cNvCxnSpPr>
            <a:cxnSpLocks/>
          </p:cNvCxnSpPr>
          <p:nvPr/>
        </p:nvCxnSpPr>
        <p:spPr>
          <a:xfrm>
            <a:off x="622453" y="5353050"/>
            <a:ext cx="1078551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线连接符 47">
            <a:extLst>
              <a:ext uri="{FF2B5EF4-FFF2-40B4-BE49-F238E27FC236}">
                <a16:creationId xmlns:a16="http://schemas.microsoft.com/office/drawing/2014/main" id="{72414802-EC36-BE53-9B45-BD6C3BEA6733}"/>
              </a:ext>
            </a:extLst>
          </p:cNvPr>
          <p:cNvCxnSpPr>
            <a:cxnSpLocks/>
          </p:cNvCxnSpPr>
          <p:nvPr/>
        </p:nvCxnSpPr>
        <p:spPr>
          <a:xfrm>
            <a:off x="622453" y="5584825"/>
            <a:ext cx="1078551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BF45211F-FB3B-5E76-166D-AB354EC7591A}"/>
              </a:ext>
            </a:extLst>
          </p:cNvPr>
          <p:cNvSpPr txBox="1"/>
          <p:nvPr/>
        </p:nvSpPr>
        <p:spPr>
          <a:xfrm>
            <a:off x="513645" y="1751233"/>
            <a:ext cx="19688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Electric power and natural gas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7201C394-650A-2023-8A17-0FFA3D4DF56E}"/>
              </a:ext>
            </a:extLst>
          </p:cNvPr>
          <p:cNvSpPr txBox="1"/>
          <p:nvPr/>
        </p:nvSpPr>
        <p:spPr>
          <a:xfrm>
            <a:off x="513645" y="1986565"/>
            <a:ext cx="19688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Travel, transport, and logistics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DA0D7323-A03A-8291-C2EC-EA3A814BF60F}"/>
              </a:ext>
            </a:extLst>
          </p:cNvPr>
          <p:cNvSpPr txBox="1"/>
          <p:nvPr/>
        </p:nvSpPr>
        <p:spPr>
          <a:xfrm>
            <a:off x="513645" y="2237135"/>
            <a:ext cx="9236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Social sector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B040E08-EF86-D1EB-3CAA-62EC845AC1A8}"/>
              </a:ext>
            </a:extLst>
          </p:cNvPr>
          <p:cNvSpPr txBox="1"/>
          <p:nvPr/>
        </p:nvSpPr>
        <p:spPr>
          <a:xfrm>
            <a:off x="513645" y="2472467"/>
            <a:ext cx="8435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Oil and gas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74A50CB1-9F5D-EED6-8AA4-F1EF90DF2874}"/>
              </a:ext>
            </a:extLst>
          </p:cNvPr>
          <p:cNvSpPr txBox="1"/>
          <p:nvPr/>
        </p:nvSpPr>
        <p:spPr>
          <a:xfrm>
            <a:off x="519758" y="2710119"/>
            <a:ext cx="25715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Business, legal, and professional services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DC54CE4F-93A2-094C-A7B6-ED8C133CA5CC}"/>
              </a:ext>
            </a:extLst>
          </p:cNvPr>
          <p:cNvSpPr txBox="1"/>
          <p:nvPr/>
        </p:nvSpPr>
        <p:spPr>
          <a:xfrm>
            <a:off x="519758" y="2945451"/>
            <a:ext cx="11977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Financial services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28D617E1-2AC5-5C1B-1803-667413EA1645}"/>
              </a:ext>
            </a:extLst>
          </p:cNvPr>
          <p:cNvSpPr txBox="1"/>
          <p:nvPr/>
        </p:nvSpPr>
        <p:spPr>
          <a:xfrm>
            <a:off x="519758" y="3196021"/>
            <a:ext cx="16979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Automotive and assembly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8502C047-B1FA-50F1-85EC-82944EC995CB}"/>
              </a:ext>
            </a:extLst>
          </p:cNvPr>
          <p:cNvSpPr txBox="1"/>
          <p:nvPr/>
        </p:nvSpPr>
        <p:spPr>
          <a:xfrm>
            <a:off x="519758" y="3431353"/>
            <a:ext cx="7521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High tech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2E87B86-E36F-EE24-F12B-0091F461639D}"/>
              </a:ext>
            </a:extLst>
          </p:cNvPr>
          <p:cNvSpPr txBox="1"/>
          <p:nvPr/>
        </p:nvSpPr>
        <p:spPr>
          <a:xfrm>
            <a:off x="513645" y="3686097"/>
            <a:ext cx="17892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Consumer packaged goods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7231A8F-9473-2721-A488-DC1C13652950}"/>
              </a:ext>
            </a:extLst>
          </p:cNvPr>
          <p:cNvSpPr txBox="1"/>
          <p:nvPr/>
        </p:nvSpPr>
        <p:spPr>
          <a:xfrm>
            <a:off x="513645" y="3921429"/>
            <a:ext cx="5148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Retail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0D67611-E01C-F6E7-BD45-F84CC2DB7C5E}"/>
              </a:ext>
            </a:extLst>
          </p:cNvPr>
          <p:cNvSpPr txBox="1"/>
          <p:nvPr/>
        </p:nvSpPr>
        <p:spPr>
          <a:xfrm>
            <a:off x="519758" y="4159081"/>
            <a:ext cx="6751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Telecom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0C43C3F-1921-8584-B246-B2230F1D63F8}"/>
              </a:ext>
            </a:extLst>
          </p:cNvPr>
          <p:cNvSpPr txBox="1"/>
          <p:nvPr/>
        </p:nvSpPr>
        <p:spPr>
          <a:xfrm>
            <a:off x="519758" y="4394413"/>
            <a:ext cx="21884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Capital projects and infrastructure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C07C6A38-FB4E-E3F5-21D8-49677E7464E0}"/>
              </a:ext>
            </a:extLst>
          </p:cNvPr>
          <p:cNvSpPr txBox="1"/>
          <p:nvPr/>
        </p:nvSpPr>
        <p:spPr>
          <a:xfrm>
            <a:off x="519758" y="4644983"/>
            <a:ext cx="13260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Healthcare systems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ED0AAE4-A537-236C-5437-93D9452FEA71}"/>
              </a:ext>
            </a:extLst>
          </p:cNvPr>
          <p:cNvSpPr txBox="1"/>
          <p:nvPr/>
        </p:nvSpPr>
        <p:spPr>
          <a:xfrm>
            <a:off x="519758" y="4880315"/>
            <a:ext cx="9332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Public sector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A0E73330-C72E-ACDC-A31F-5722FC46F827}"/>
              </a:ext>
            </a:extLst>
          </p:cNvPr>
          <p:cNvSpPr txBox="1"/>
          <p:nvPr/>
        </p:nvSpPr>
        <p:spPr>
          <a:xfrm>
            <a:off x="519758" y="5116671"/>
            <a:ext cx="24096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Pharmaceuticals and medica products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00AB13D0-3AEB-33FC-F9AE-FC4FFC72F9BB}"/>
              </a:ext>
            </a:extLst>
          </p:cNvPr>
          <p:cNvSpPr txBox="1"/>
          <p:nvPr/>
        </p:nvSpPr>
        <p:spPr>
          <a:xfrm>
            <a:off x="519758" y="5352003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b="1" dirty="0">
                <a:latin typeface="HarmonyOS Sans SC" pitchFamily="2" charset="-122"/>
                <a:ea typeface="HarmonyOS Sans SC" pitchFamily="2" charset="-122"/>
              </a:rPr>
              <a:t>All respondents</a:t>
            </a:r>
            <a:endParaRPr kumimoji="1" lang="zh-CN" altLang="en-US" sz="1000" b="1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03675B97-9F32-4D1F-6BBA-4B0F9C906362}"/>
              </a:ext>
            </a:extLst>
          </p:cNvPr>
          <p:cNvSpPr/>
          <p:nvPr/>
        </p:nvSpPr>
        <p:spPr>
          <a:xfrm>
            <a:off x="3768724" y="1511679"/>
            <a:ext cx="123685" cy="12368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49826090-D3CD-48BC-23D9-57E7108EBA4A}"/>
              </a:ext>
            </a:extLst>
          </p:cNvPr>
          <p:cNvSpPr txBox="1"/>
          <p:nvPr/>
        </p:nvSpPr>
        <p:spPr>
          <a:xfrm>
            <a:off x="3892409" y="1448582"/>
            <a:ext cx="12650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In the past 5 years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6243B382-6678-0CB4-991D-5E572305D265}"/>
              </a:ext>
            </a:extLst>
          </p:cNvPr>
          <p:cNvSpPr/>
          <p:nvPr/>
        </p:nvSpPr>
        <p:spPr>
          <a:xfrm>
            <a:off x="5281184" y="1511679"/>
            <a:ext cx="123685" cy="123685"/>
          </a:xfrm>
          <a:prstGeom prst="ellipse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498CEE9-864E-15A7-F6F9-19F5B43D5BDA}"/>
              </a:ext>
            </a:extLst>
          </p:cNvPr>
          <p:cNvSpPr txBox="1"/>
          <p:nvPr/>
        </p:nvSpPr>
        <p:spPr>
          <a:xfrm>
            <a:off x="5404869" y="1448582"/>
            <a:ext cx="12650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In the next 5 years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263D6469-4A16-437D-0E09-8539A2242F7D}"/>
              </a:ext>
            </a:extLst>
          </p:cNvPr>
          <p:cNvSpPr txBox="1"/>
          <p:nvPr/>
        </p:nvSpPr>
        <p:spPr>
          <a:xfrm>
            <a:off x="513645" y="6169372"/>
            <a:ext cx="35990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Only industries that received meaningful numbers of responses are shown.</a:t>
            </a:r>
            <a:endParaRPr kumimoji="1" lang="zh-CN" altLang="en-US" sz="800" dirty="0">
              <a:latin typeface="HarmonyOS Sans SC Light" pitchFamily="2" charset="-122"/>
              <a:ea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3489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577E8-CAE3-871D-5F58-85A462F9B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627BA1A-A1C3-A3F2-59D9-8E144E1B66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27BA1A-A1C3-A3F2-59D9-8E144E1B66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0B744D48-C3D2-1DE8-26B2-3315512F604B}"/>
              </a:ext>
            </a:extLst>
          </p:cNvPr>
          <p:cNvSpPr txBox="1"/>
          <p:nvPr/>
        </p:nvSpPr>
        <p:spPr>
          <a:xfrm>
            <a:off x="513645" y="276578"/>
            <a:ext cx="11085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Sustainability is a more significant element of corporate culture and employee engagement at value-creating companies than at others.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3CFF873A-E4E1-072C-8B49-0F8AFAB64B84}"/>
              </a:ext>
            </a:extLst>
          </p:cNvPr>
          <p:cNvSpPr txBox="1"/>
          <p:nvPr/>
        </p:nvSpPr>
        <p:spPr>
          <a:xfrm>
            <a:off x="513645" y="973709"/>
            <a:ext cx="69765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Cultural and workforce aspects of the organization's sustainability program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，</a:t>
            </a:r>
            <a:r>
              <a:rPr kumimoji="1" lang="en-US" altLang="zh-CN" sz="1200" baseline="30000" dirty="0">
                <a:latin typeface="HarmonyOS Sans SC" pitchFamily="2" charset="-122"/>
                <a:ea typeface="HarmonyOS Sans SC" pitchFamily="2" charset="-122"/>
              </a:rPr>
              <a:t>1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 </a:t>
            </a:r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% of respondents</a:t>
            </a:r>
            <a:endParaRPr kumimoji="1" lang="zh-CN" altLang="en-US" sz="1200" baseline="30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26588360-8886-5D26-02E2-A934D4955A2E}"/>
              </a:ext>
            </a:extLst>
          </p:cNvPr>
          <p:cNvSpPr txBox="1"/>
          <p:nvPr/>
        </p:nvSpPr>
        <p:spPr>
          <a:xfrm>
            <a:off x="513645" y="6081948"/>
            <a:ext cx="74783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All categories shown here represent statistically significant differences between companies that create value from sustainability and those that don't; n = 2,421.</a:t>
            </a:r>
            <a:endParaRPr kumimoji="1" lang="zh-CN" altLang="en-US" sz="8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C1FCC8F9-2713-0D4E-695E-1F297A037E6F}"/>
              </a:ext>
            </a:extLst>
          </p:cNvPr>
          <p:cNvGrpSpPr/>
          <p:nvPr/>
        </p:nvGrpSpPr>
        <p:grpSpPr>
          <a:xfrm>
            <a:off x="1092916" y="2149896"/>
            <a:ext cx="1421383" cy="1371822"/>
            <a:chOff x="1915301" y="2285778"/>
            <a:chExt cx="2694936" cy="2600969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339B907C-782B-3225-78A3-90D73EBEE37B}"/>
                </a:ext>
              </a:extLst>
            </p:cNvPr>
            <p:cNvSpPr/>
            <p:nvPr/>
          </p:nvSpPr>
          <p:spPr>
            <a:xfrm>
              <a:off x="1915301" y="2285778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8BD40DD8-6BE8-1A31-F789-226A3F150301}"/>
                </a:ext>
              </a:extLst>
            </p:cNvPr>
            <p:cNvSpPr/>
            <p:nvPr/>
          </p:nvSpPr>
          <p:spPr>
            <a:xfrm>
              <a:off x="2193289" y="2285778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852E5E50-4A1D-819D-01DE-6BD5979AB4ED}"/>
                </a:ext>
              </a:extLst>
            </p:cNvPr>
            <p:cNvSpPr/>
            <p:nvPr/>
          </p:nvSpPr>
          <p:spPr>
            <a:xfrm>
              <a:off x="2471277" y="2285778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DCD4AA10-6E99-45D5-BFFB-1470A91FCF1E}"/>
                </a:ext>
              </a:extLst>
            </p:cNvPr>
            <p:cNvSpPr/>
            <p:nvPr/>
          </p:nvSpPr>
          <p:spPr>
            <a:xfrm>
              <a:off x="2749265" y="2285778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08372CE4-19AC-A4A9-54D0-67F80EACB90A}"/>
                </a:ext>
              </a:extLst>
            </p:cNvPr>
            <p:cNvSpPr/>
            <p:nvPr/>
          </p:nvSpPr>
          <p:spPr>
            <a:xfrm>
              <a:off x="3027253" y="2285778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284D0B33-31E1-56EF-319D-4F33FCA19381}"/>
                </a:ext>
              </a:extLst>
            </p:cNvPr>
            <p:cNvSpPr/>
            <p:nvPr/>
          </p:nvSpPr>
          <p:spPr>
            <a:xfrm>
              <a:off x="3305241" y="2285778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EC4EACA6-F945-42F2-C260-3BC6B509F700}"/>
                </a:ext>
              </a:extLst>
            </p:cNvPr>
            <p:cNvSpPr/>
            <p:nvPr/>
          </p:nvSpPr>
          <p:spPr>
            <a:xfrm>
              <a:off x="3583229" y="2285778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2ABF0C77-AE15-CC55-70F1-92C23D5026DE}"/>
                </a:ext>
              </a:extLst>
            </p:cNvPr>
            <p:cNvSpPr/>
            <p:nvPr/>
          </p:nvSpPr>
          <p:spPr>
            <a:xfrm>
              <a:off x="3861217" y="2285778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1253665A-63A3-65E2-3083-5D74E2C36F01}"/>
                </a:ext>
              </a:extLst>
            </p:cNvPr>
            <p:cNvSpPr/>
            <p:nvPr/>
          </p:nvSpPr>
          <p:spPr>
            <a:xfrm>
              <a:off x="4139205" y="2285778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84CFD96C-DDA4-7359-DCC9-CAAAA33184C7}"/>
                </a:ext>
              </a:extLst>
            </p:cNvPr>
            <p:cNvSpPr/>
            <p:nvPr/>
          </p:nvSpPr>
          <p:spPr>
            <a:xfrm>
              <a:off x="4417197" y="2285778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EB66187F-68BF-53AB-7629-18D821B3E7FD}"/>
                </a:ext>
              </a:extLst>
            </p:cNvPr>
            <p:cNvSpPr/>
            <p:nvPr/>
          </p:nvSpPr>
          <p:spPr>
            <a:xfrm>
              <a:off x="1915301" y="2553326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2E5DDA12-E3A6-F847-9661-39EE25992C26}"/>
                </a:ext>
              </a:extLst>
            </p:cNvPr>
            <p:cNvSpPr/>
            <p:nvPr/>
          </p:nvSpPr>
          <p:spPr>
            <a:xfrm>
              <a:off x="2193289" y="2553326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8" name="Rectangle 30">
              <a:extLst>
                <a:ext uri="{FF2B5EF4-FFF2-40B4-BE49-F238E27FC236}">
                  <a16:creationId xmlns:a16="http://schemas.microsoft.com/office/drawing/2014/main" id="{C7D20E69-B95D-B16E-81EF-62A92DB72C1C}"/>
                </a:ext>
              </a:extLst>
            </p:cNvPr>
            <p:cNvSpPr/>
            <p:nvPr/>
          </p:nvSpPr>
          <p:spPr>
            <a:xfrm>
              <a:off x="2471277" y="2553326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9" name="Rectangle 31">
              <a:extLst>
                <a:ext uri="{FF2B5EF4-FFF2-40B4-BE49-F238E27FC236}">
                  <a16:creationId xmlns:a16="http://schemas.microsoft.com/office/drawing/2014/main" id="{25BFC53B-9489-955E-51FA-E4CB0AC8CE83}"/>
                </a:ext>
              </a:extLst>
            </p:cNvPr>
            <p:cNvSpPr/>
            <p:nvPr/>
          </p:nvSpPr>
          <p:spPr>
            <a:xfrm>
              <a:off x="2749265" y="2553326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0" name="Rectangle 32">
              <a:extLst>
                <a:ext uri="{FF2B5EF4-FFF2-40B4-BE49-F238E27FC236}">
                  <a16:creationId xmlns:a16="http://schemas.microsoft.com/office/drawing/2014/main" id="{DDF1C624-E659-F86B-75A5-D624D53F611B}"/>
                </a:ext>
              </a:extLst>
            </p:cNvPr>
            <p:cNvSpPr/>
            <p:nvPr/>
          </p:nvSpPr>
          <p:spPr>
            <a:xfrm>
              <a:off x="3027253" y="2553326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" name="Rectangle 33">
              <a:extLst>
                <a:ext uri="{FF2B5EF4-FFF2-40B4-BE49-F238E27FC236}">
                  <a16:creationId xmlns:a16="http://schemas.microsoft.com/office/drawing/2014/main" id="{D084A4EA-C58B-3569-3693-0B0C1D2B69C8}"/>
                </a:ext>
              </a:extLst>
            </p:cNvPr>
            <p:cNvSpPr/>
            <p:nvPr/>
          </p:nvSpPr>
          <p:spPr>
            <a:xfrm>
              <a:off x="3305241" y="2553326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2" name="Rectangle 34">
              <a:extLst>
                <a:ext uri="{FF2B5EF4-FFF2-40B4-BE49-F238E27FC236}">
                  <a16:creationId xmlns:a16="http://schemas.microsoft.com/office/drawing/2014/main" id="{FDB2FF65-E40C-27DB-6291-D8041C7D4D47}"/>
                </a:ext>
              </a:extLst>
            </p:cNvPr>
            <p:cNvSpPr/>
            <p:nvPr/>
          </p:nvSpPr>
          <p:spPr>
            <a:xfrm>
              <a:off x="3583229" y="2553326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3" name="Rectangle 35">
              <a:extLst>
                <a:ext uri="{FF2B5EF4-FFF2-40B4-BE49-F238E27FC236}">
                  <a16:creationId xmlns:a16="http://schemas.microsoft.com/office/drawing/2014/main" id="{1D5349D3-38C4-5EF0-C6D6-C39304C60EA2}"/>
                </a:ext>
              </a:extLst>
            </p:cNvPr>
            <p:cNvSpPr/>
            <p:nvPr/>
          </p:nvSpPr>
          <p:spPr>
            <a:xfrm>
              <a:off x="3861217" y="2553326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4" name="Rectangle 36">
              <a:extLst>
                <a:ext uri="{FF2B5EF4-FFF2-40B4-BE49-F238E27FC236}">
                  <a16:creationId xmlns:a16="http://schemas.microsoft.com/office/drawing/2014/main" id="{1D3A7148-58B4-79DF-7554-933F0CC4F012}"/>
                </a:ext>
              </a:extLst>
            </p:cNvPr>
            <p:cNvSpPr/>
            <p:nvPr/>
          </p:nvSpPr>
          <p:spPr>
            <a:xfrm>
              <a:off x="4139205" y="2553326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5" name="Rectangle 37">
              <a:extLst>
                <a:ext uri="{FF2B5EF4-FFF2-40B4-BE49-F238E27FC236}">
                  <a16:creationId xmlns:a16="http://schemas.microsoft.com/office/drawing/2014/main" id="{E627196A-0C51-06A5-D409-FE1D704A4FDE}"/>
                </a:ext>
              </a:extLst>
            </p:cNvPr>
            <p:cNvSpPr/>
            <p:nvPr/>
          </p:nvSpPr>
          <p:spPr>
            <a:xfrm>
              <a:off x="4417197" y="2553326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6" name="Rectangle 39">
              <a:extLst>
                <a:ext uri="{FF2B5EF4-FFF2-40B4-BE49-F238E27FC236}">
                  <a16:creationId xmlns:a16="http://schemas.microsoft.com/office/drawing/2014/main" id="{E797BC3B-C34D-5EEE-27C5-05A63700BB2F}"/>
                </a:ext>
              </a:extLst>
            </p:cNvPr>
            <p:cNvSpPr/>
            <p:nvPr/>
          </p:nvSpPr>
          <p:spPr>
            <a:xfrm>
              <a:off x="1915301" y="2820874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7" name="Rectangle 40">
              <a:extLst>
                <a:ext uri="{FF2B5EF4-FFF2-40B4-BE49-F238E27FC236}">
                  <a16:creationId xmlns:a16="http://schemas.microsoft.com/office/drawing/2014/main" id="{123D738B-D3F5-D40F-5D9F-60B4360528DF}"/>
                </a:ext>
              </a:extLst>
            </p:cNvPr>
            <p:cNvSpPr/>
            <p:nvPr/>
          </p:nvSpPr>
          <p:spPr>
            <a:xfrm>
              <a:off x="2193289" y="2820874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8" name="Rectangle 41">
              <a:extLst>
                <a:ext uri="{FF2B5EF4-FFF2-40B4-BE49-F238E27FC236}">
                  <a16:creationId xmlns:a16="http://schemas.microsoft.com/office/drawing/2014/main" id="{FDDDDE00-1981-E88B-EC91-BD17F585EF98}"/>
                </a:ext>
              </a:extLst>
            </p:cNvPr>
            <p:cNvSpPr/>
            <p:nvPr/>
          </p:nvSpPr>
          <p:spPr>
            <a:xfrm>
              <a:off x="2471277" y="2820874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9" name="Rectangle 42">
              <a:extLst>
                <a:ext uri="{FF2B5EF4-FFF2-40B4-BE49-F238E27FC236}">
                  <a16:creationId xmlns:a16="http://schemas.microsoft.com/office/drawing/2014/main" id="{D392A89A-169F-3164-A1FD-66BEC8A22D03}"/>
                </a:ext>
              </a:extLst>
            </p:cNvPr>
            <p:cNvSpPr/>
            <p:nvPr/>
          </p:nvSpPr>
          <p:spPr>
            <a:xfrm>
              <a:off x="2749265" y="2820874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0" name="Rectangle 43">
              <a:extLst>
                <a:ext uri="{FF2B5EF4-FFF2-40B4-BE49-F238E27FC236}">
                  <a16:creationId xmlns:a16="http://schemas.microsoft.com/office/drawing/2014/main" id="{B0CC637A-0762-2BD6-6CF1-F76FD1247E26}"/>
                </a:ext>
              </a:extLst>
            </p:cNvPr>
            <p:cNvSpPr/>
            <p:nvPr/>
          </p:nvSpPr>
          <p:spPr>
            <a:xfrm>
              <a:off x="3027253" y="2820874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1" name="Rectangle 44">
              <a:extLst>
                <a:ext uri="{FF2B5EF4-FFF2-40B4-BE49-F238E27FC236}">
                  <a16:creationId xmlns:a16="http://schemas.microsoft.com/office/drawing/2014/main" id="{6C09A68A-14B7-9D42-1C8D-B15223E15F49}"/>
                </a:ext>
              </a:extLst>
            </p:cNvPr>
            <p:cNvSpPr/>
            <p:nvPr/>
          </p:nvSpPr>
          <p:spPr>
            <a:xfrm>
              <a:off x="3305241" y="2820874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2" name="Rectangle 45">
              <a:extLst>
                <a:ext uri="{FF2B5EF4-FFF2-40B4-BE49-F238E27FC236}">
                  <a16:creationId xmlns:a16="http://schemas.microsoft.com/office/drawing/2014/main" id="{D5031680-FEEB-F93C-2116-FA7BE6A9AA88}"/>
                </a:ext>
              </a:extLst>
            </p:cNvPr>
            <p:cNvSpPr/>
            <p:nvPr/>
          </p:nvSpPr>
          <p:spPr>
            <a:xfrm>
              <a:off x="3583229" y="2820874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3" name="Rectangle 46">
              <a:extLst>
                <a:ext uri="{FF2B5EF4-FFF2-40B4-BE49-F238E27FC236}">
                  <a16:creationId xmlns:a16="http://schemas.microsoft.com/office/drawing/2014/main" id="{B74469F3-A6D8-439A-9E58-73921A1EF1B4}"/>
                </a:ext>
              </a:extLst>
            </p:cNvPr>
            <p:cNvSpPr/>
            <p:nvPr/>
          </p:nvSpPr>
          <p:spPr>
            <a:xfrm>
              <a:off x="3861217" y="2820874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4" name="Rectangle 47">
              <a:extLst>
                <a:ext uri="{FF2B5EF4-FFF2-40B4-BE49-F238E27FC236}">
                  <a16:creationId xmlns:a16="http://schemas.microsoft.com/office/drawing/2014/main" id="{E5839036-07A1-DE6A-6C4F-4DCC3C3B2176}"/>
                </a:ext>
              </a:extLst>
            </p:cNvPr>
            <p:cNvSpPr/>
            <p:nvPr/>
          </p:nvSpPr>
          <p:spPr>
            <a:xfrm>
              <a:off x="4139205" y="2820874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5" name="Rectangle 48">
              <a:extLst>
                <a:ext uri="{FF2B5EF4-FFF2-40B4-BE49-F238E27FC236}">
                  <a16:creationId xmlns:a16="http://schemas.microsoft.com/office/drawing/2014/main" id="{54DB4329-1E63-32B9-33AB-F0F276F7F01B}"/>
                </a:ext>
              </a:extLst>
            </p:cNvPr>
            <p:cNvSpPr/>
            <p:nvPr/>
          </p:nvSpPr>
          <p:spPr>
            <a:xfrm>
              <a:off x="4417197" y="2820874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6" name="Rectangle 50">
              <a:extLst>
                <a:ext uri="{FF2B5EF4-FFF2-40B4-BE49-F238E27FC236}">
                  <a16:creationId xmlns:a16="http://schemas.microsoft.com/office/drawing/2014/main" id="{CA4F5FEF-3E1E-527C-7A7E-6F608AF10F82}"/>
                </a:ext>
              </a:extLst>
            </p:cNvPr>
            <p:cNvSpPr/>
            <p:nvPr/>
          </p:nvSpPr>
          <p:spPr>
            <a:xfrm>
              <a:off x="1915301" y="3088422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7" name="Rectangle 51">
              <a:extLst>
                <a:ext uri="{FF2B5EF4-FFF2-40B4-BE49-F238E27FC236}">
                  <a16:creationId xmlns:a16="http://schemas.microsoft.com/office/drawing/2014/main" id="{F2D0AB22-5DAB-D64D-2DDB-C04ABAE4D9EE}"/>
                </a:ext>
              </a:extLst>
            </p:cNvPr>
            <p:cNvSpPr/>
            <p:nvPr/>
          </p:nvSpPr>
          <p:spPr>
            <a:xfrm>
              <a:off x="2193289" y="3088422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8" name="Rectangle 52">
              <a:extLst>
                <a:ext uri="{FF2B5EF4-FFF2-40B4-BE49-F238E27FC236}">
                  <a16:creationId xmlns:a16="http://schemas.microsoft.com/office/drawing/2014/main" id="{EE866D60-1D4E-050A-C60A-4E7B9F084E60}"/>
                </a:ext>
              </a:extLst>
            </p:cNvPr>
            <p:cNvSpPr/>
            <p:nvPr/>
          </p:nvSpPr>
          <p:spPr>
            <a:xfrm>
              <a:off x="2471277" y="3088422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9" name="Rectangle 53">
              <a:extLst>
                <a:ext uri="{FF2B5EF4-FFF2-40B4-BE49-F238E27FC236}">
                  <a16:creationId xmlns:a16="http://schemas.microsoft.com/office/drawing/2014/main" id="{D38209F7-FF1C-A221-EF50-BF49F31408A8}"/>
                </a:ext>
              </a:extLst>
            </p:cNvPr>
            <p:cNvSpPr/>
            <p:nvPr/>
          </p:nvSpPr>
          <p:spPr>
            <a:xfrm>
              <a:off x="2749265" y="3088422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0" name="Rectangle 54">
              <a:extLst>
                <a:ext uri="{FF2B5EF4-FFF2-40B4-BE49-F238E27FC236}">
                  <a16:creationId xmlns:a16="http://schemas.microsoft.com/office/drawing/2014/main" id="{08FF6581-BAF2-0237-F7AA-DCCD6D595FF7}"/>
                </a:ext>
              </a:extLst>
            </p:cNvPr>
            <p:cNvSpPr/>
            <p:nvPr/>
          </p:nvSpPr>
          <p:spPr>
            <a:xfrm>
              <a:off x="3027253" y="3088422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1" name="Rectangle 55">
              <a:extLst>
                <a:ext uri="{FF2B5EF4-FFF2-40B4-BE49-F238E27FC236}">
                  <a16:creationId xmlns:a16="http://schemas.microsoft.com/office/drawing/2014/main" id="{66492E34-3D13-F95C-9A9B-2AF5016AEC62}"/>
                </a:ext>
              </a:extLst>
            </p:cNvPr>
            <p:cNvSpPr/>
            <p:nvPr/>
          </p:nvSpPr>
          <p:spPr>
            <a:xfrm>
              <a:off x="3305241" y="3088422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2" name="Rectangle 56">
              <a:extLst>
                <a:ext uri="{FF2B5EF4-FFF2-40B4-BE49-F238E27FC236}">
                  <a16:creationId xmlns:a16="http://schemas.microsoft.com/office/drawing/2014/main" id="{B6965C05-3A77-3C91-6C6F-7446278E525B}"/>
                </a:ext>
              </a:extLst>
            </p:cNvPr>
            <p:cNvSpPr/>
            <p:nvPr/>
          </p:nvSpPr>
          <p:spPr>
            <a:xfrm>
              <a:off x="3583229" y="3088422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3" name="Rectangle 57">
              <a:extLst>
                <a:ext uri="{FF2B5EF4-FFF2-40B4-BE49-F238E27FC236}">
                  <a16:creationId xmlns:a16="http://schemas.microsoft.com/office/drawing/2014/main" id="{37E63605-5517-A636-77F6-B067D1D753BA}"/>
                </a:ext>
              </a:extLst>
            </p:cNvPr>
            <p:cNvSpPr/>
            <p:nvPr/>
          </p:nvSpPr>
          <p:spPr>
            <a:xfrm>
              <a:off x="3861217" y="3088422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4" name="Rectangle 58">
              <a:extLst>
                <a:ext uri="{FF2B5EF4-FFF2-40B4-BE49-F238E27FC236}">
                  <a16:creationId xmlns:a16="http://schemas.microsoft.com/office/drawing/2014/main" id="{7E1062B2-6CB9-48F8-6F91-4B9BCD46CF09}"/>
                </a:ext>
              </a:extLst>
            </p:cNvPr>
            <p:cNvSpPr/>
            <p:nvPr/>
          </p:nvSpPr>
          <p:spPr>
            <a:xfrm>
              <a:off x="4139205" y="3088422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5" name="Rectangle 59">
              <a:extLst>
                <a:ext uri="{FF2B5EF4-FFF2-40B4-BE49-F238E27FC236}">
                  <a16:creationId xmlns:a16="http://schemas.microsoft.com/office/drawing/2014/main" id="{5DBA7DDC-27A8-4E01-B2D9-42513F0ADCB1}"/>
                </a:ext>
              </a:extLst>
            </p:cNvPr>
            <p:cNvSpPr/>
            <p:nvPr/>
          </p:nvSpPr>
          <p:spPr>
            <a:xfrm>
              <a:off x="4417197" y="3088422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6" name="Rectangle 2090">
              <a:extLst>
                <a:ext uri="{FF2B5EF4-FFF2-40B4-BE49-F238E27FC236}">
                  <a16:creationId xmlns:a16="http://schemas.microsoft.com/office/drawing/2014/main" id="{5C77BF0E-FDD5-9486-A363-835CF877A6C6}"/>
                </a:ext>
              </a:extLst>
            </p:cNvPr>
            <p:cNvSpPr/>
            <p:nvPr/>
          </p:nvSpPr>
          <p:spPr>
            <a:xfrm>
              <a:off x="1915301" y="3355970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7" name="Rectangle 2091">
              <a:extLst>
                <a:ext uri="{FF2B5EF4-FFF2-40B4-BE49-F238E27FC236}">
                  <a16:creationId xmlns:a16="http://schemas.microsoft.com/office/drawing/2014/main" id="{12B2554B-CA56-6050-5544-16E55BC2F867}"/>
                </a:ext>
              </a:extLst>
            </p:cNvPr>
            <p:cNvSpPr/>
            <p:nvPr/>
          </p:nvSpPr>
          <p:spPr>
            <a:xfrm>
              <a:off x="2193289" y="3355970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8" name="Rectangle 2092">
              <a:extLst>
                <a:ext uri="{FF2B5EF4-FFF2-40B4-BE49-F238E27FC236}">
                  <a16:creationId xmlns:a16="http://schemas.microsoft.com/office/drawing/2014/main" id="{B315BB5C-4B9A-37F1-F3C1-172ACE9083D9}"/>
                </a:ext>
              </a:extLst>
            </p:cNvPr>
            <p:cNvSpPr/>
            <p:nvPr/>
          </p:nvSpPr>
          <p:spPr>
            <a:xfrm>
              <a:off x="2471277" y="3355970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9" name="Rectangle 2093">
              <a:extLst>
                <a:ext uri="{FF2B5EF4-FFF2-40B4-BE49-F238E27FC236}">
                  <a16:creationId xmlns:a16="http://schemas.microsoft.com/office/drawing/2014/main" id="{4E1CC99C-47A3-AEC2-F0D4-DCA74A072E0C}"/>
                </a:ext>
              </a:extLst>
            </p:cNvPr>
            <p:cNvSpPr/>
            <p:nvPr/>
          </p:nvSpPr>
          <p:spPr>
            <a:xfrm>
              <a:off x="2749265" y="3355970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0" name="Rectangle 2094">
              <a:extLst>
                <a:ext uri="{FF2B5EF4-FFF2-40B4-BE49-F238E27FC236}">
                  <a16:creationId xmlns:a16="http://schemas.microsoft.com/office/drawing/2014/main" id="{2E2FF351-10D4-1BEE-7A51-EA5EA319A4CF}"/>
                </a:ext>
              </a:extLst>
            </p:cNvPr>
            <p:cNvSpPr/>
            <p:nvPr/>
          </p:nvSpPr>
          <p:spPr>
            <a:xfrm>
              <a:off x="3027253" y="3355970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1" name="Rectangle 2095">
              <a:extLst>
                <a:ext uri="{FF2B5EF4-FFF2-40B4-BE49-F238E27FC236}">
                  <a16:creationId xmlns:a16="http://schemas.microsoft.com/office/drawing/2014/main" id="{A53EB0A2-4599-6FF3-1B89-B98677674BB7}"/>
                </a:ext>
              </a:extLst>
            </p:cNvPr>
            <p:cNvSpPr/>
            <p:nvPr/>
          </p:nvSpPr>
          <p:spPr>
            <a:xfrm>
              <a:off x="3305241" y="3355970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2" name="Rectangle 2096">
              <a:extLst>
                <a:ext uri="{FF2B5EF4-FFF2-40B4-BE49-F238E27FC236}">
                  <a16:creationId xmlns:a16="http://schemas.microsoft.com/office/drawing/2014/main" id="{9E428B20-6890-150E-EA15-9260796DFEC5}"/>
                </a:ext>
              </a:extLst>
            </p:cNvPr>
            <p:cNvSpPr/>
            <p:nvPr/>
          </p:nvSpPr>
          <p:spPr>
            <a:xfrm>
              <a:off x="3583229" y="3355970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3" name="Rectangle 2097">
              <a:extLst>
                <a:ext uri="{FF2B5EF4-FFF2-40B4-BE49-F238E27FC236}">
                  <a16:creationId xmlns:a16="http://schemas.microsoft.com/office/drawing/2014/main" id="{8E0A3838-7BA5-6379-3A27-0A29BCB59410}"/>
                </a:ext>
              </a:extLst>
            </p:cNvPr>
            <p:cNvSpPr/>
            <p:nvPr/>
          </p:nvSpPr>
          <p:spPr>
            <a:xfrm>
              <a:off x="3861217" y="3355970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4" name="Rectangle 2098">
              <a:extLst>
                <a:ext uri="{FF2B5EF4-FFF2-40B4-BE49-F238E27FC236}">
                  <a16:creationId xmlns:a16="http://schemas.microsoft.com/office/drawing/2014/main" id="{911D9F1C-5A17-704C-BA7B-FD8659F212DB}"/>
                </a:ext>
              </a:extLst>
            </p:cNvPr>
            <p:cNvSpPr/>
            <p:nvPr/>
          </p:nvSpPr>
          <p:spPr>
            <a:xfrm>
              <a:off x="4139205" y="3355970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5" name="Rectangle 2099">
              <a:extLst>
                <a:ext uri="{FF2B5EF4-FFF2-40B4-BE49-F238E27FC236}">
                  <a16:creationId xmlns:a16="http://schemas.microsoft.com/office/drawing/2014/main" id="{912CEFD4-8FEA-6C4E-09F8-2E1711FCDE85}"/>
                </a:ext>
              </a:extLst>
            </p:cNvPr>
            <p:cNvSpPr/>
            <p:nvPr/>
          </p:nvSpPr>
          <p:spPr>
            <a:xfrm>
              <a:off x="4417197" y="3355970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6" name="Rectangle 2101">
              <a:extLst>
                <a:ext uri="{FF2B5EF4-FFF2-40B4-BE49-F238E27FC236}">
                  <a16:creationId xmlns:a16="http://schemas.microsoft.com/office/drawing/2014/main" id="{3FE8A6E3-ACC3-9285-AC5F-45BC5FFA1676}"/>
                </a:ext>
              </a:extLst>
            </p:cNvPr>
            <p:cNvSpPr/>
            <p:nvPr/>
          </p:nvSpPr>
          <p:spPr>
            <a:xfrm>
              <a:off x="1915301" y="3623518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7" name="Rectangle 2102">
              <a:extLst>
                <a:ext uri="{FF2B5EF4-FFF2-40B4-BE49-F238E27FC236}">
                  <a16:creationId xmlns:a16="http://schemas.microsoft.com/office/drawing/2014/main" id="{A2664D74-737C-78F3-84E4-697BF94AE5E7}"/>
                </a:ext>
              </a:extLst>
            </p:cNvPr>
            <p:cNvSpPr/>
            <p:nvPr/>
          </p:nvSpPr>
          <p:spPr>
            <a:xfrm>
              <a:off x="2193289" y="3623518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8" name="Rectangle 2103">
              <a:extLst>
                <a:ext uri="{FF2B5EF4-FFF2-40B4-BE49-F238E27FC236}">
                  <a16:creationId xmlns:a16="http://schemas.microsoft.com/office/drawing/2014/main" id="{71FBCA63-E81D-2EF8-18A6-055C1E97DA58}"/>
                </a:ext>
              </a:extLst>
            </p:cNvPr>
            <p:cNvSpPr/>
            <p:nvPr/>
          </p:nvSpPr>
          <p:spPr>
            <a:xfrm>
              <a:off x="2471277" y="3623518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9" name="Rectangle 2104">
              <a:extLst>
                <a:ext uri="{FF2B5EF4-FFF2-40B4-BE49-F238E27FC236}">
                  <a16:creationId xmlns:a16="http://schemas.microsoft.com/office/drawing/2014/main" id="{B559B4A6-5009-2654-8E59-18A9DBA05822}"/>
                </a:ext>
              </a:extLst>
            </p:cNvPr>
            <p:cNvSpPr/>
            <p:nvPr/>
          </p:nvSpPr>
          <p:spPr>
            <a:xfrm>
              <a:off x="2749265" y="3623518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0" name="Rectangle 2105">
              <a:extLst>
                <a:ext uri="{FF2B5EF4-FFF2-40B4-BE49-F238E27FC236}">
                  <a16:creationId xmlns:a16="http://schemas.microsoft.com/office/drawing/2014/main" id="{773A8B0C-39E4-7376-2955-AF9DB110CF2E}"/>
                </a:ext>
              </a:extLst>
            </p:cNvPr>
            <p:cNvSpPr/>
            <p:nvPr/>
          </p:nvSpPr>
          <p:spPr>
            <a:xfrm>
              <a:off x="3027253" y="3623518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1" name="Rectangle 2106">
              <a:extLst>
                <a:ext uri="{FF2B5EF4-FFF2-40B4-BE49-F238E27FC236}">
                  <a16:creationId xmlns:a16="http://schemas.microsoft.com/office/drawing/2014/main" id="{1B57D2C7-1C99-F862-C502-2AC39DF7451D}"/>
                </a:ext>
              </a:extLst>
            </p:cNvPr>
            <p:cNvSpPr/>
            <p:nvPr/>
          </p:nvSpPr>
          <p:spPr>
            <a:xfrm>
              <a:off x="3305241" y="3623518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2" name="Rectangle 2107">
              <a:extLst>
                <a:ext uri="{FF2B5EF4-FFF2-40B4-BE49-F238E27FC236}">
                  <a16:creationId xmlns:a16="http://schemas.microsoft.com/office/drawing/2014/main" id="{9D65D1ED-36EA-5F2C-DCD2-06919B6E4992}"/>
                </a:ext>
              </a:extLst>
            </p:cNvPr>
            <p:cNvSpPr/>
            <p:nvPr/>
          </p:nvSpPr>
          <p:spPr>
            <a:xfrm>
              <a:off x="3583229" y="3623518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3" name="Rectangle 2108">
              <a:extLst>
                <a:ext uri="{FF2B5EF4-FFF2-40B4-BE49-F238E27FC236}">
                  <a16:creationId xmlns:a16="http://schemas.microsoft.com/office/drawing/2014/main" id="{4EA0332A-B405-93C4-91AD-F398421E886F}"/>
                </a:ext>
              </a:extLst>
            </p:cNvPr>
            <p:cNvSpPr/>
            <p:nvPr/>
          </p:nvSpPr>
          <p:spPr>
            <a:xfrm>
              <a:off x="3861217" y="3623518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4" name="Rectangle 2109">
              <a:extLst>
                <a:ext uri="{FF2B5EF4-FFF2-40B4-BE49-F238E27FC236}">
                  <a16:creationId xmlns:a16="http://schemas.microsoft.com/office/drawing/2014/main" id="{8384297E-E276-A53A-A776-6118F14C979C}"/>
                </a:ext>
              </a:extLst>
            </p:cNvPr>
            <p:cNvSpPr/>
            <p:nvPr/>
          </p:nvSpPr>
          <p:spPr>
            <a:xfrm>
              <a:off x="4139205" y="3623518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5" name="Rectangle 2110">
              <a:extLst>
                <a:ext uri="{FF2B5EF4-FFF2-40B4-BE49-F238E27FC236}">
                  <a16:creationId xmlns:a16="http://schemas.microsoft.com/office/drawing/2014/main" id="{647A78DB-661E-E9F0-54CC-FE90A9E61A6E}"/>
                </a:ext>
              </a:extLst>
            </p:cNvPr>
            <p:cNvSpPr/>
            <p:nvPr/>
          </p:nvSpPr>
          <p:spPr>
            <a:xfrm>
              <a:off x="4417197" y="3623518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6" name="Rectangle 2112">
              <a:extLst>
                <a:ext uri="{FF2B5EF4-FFF2-40B4-BE49-F238E27FC236}">
                  <a16:creationId xmlns:a16="http://schemas.microsoft.com/office/drawing/2014/main" id="{0D86F4EF-B3B5-D0F9-D27C-035FF5190365}"/>
                </a:ext>
              </a:extLst>
            </p:cNvPr>
            <p:cNvSpPr/>
            <p:nvPr/>
          </p:nvSpPr>
          <p:spPr>
            <a:xfrm>
              <a:off x="1915301" y="3891066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7" name="Rectangle 2113">
              <a:extLst>
                <a:ext uri="{FF2B5EF4-FFF2-40B4-BE49-F238E27FC236}">
                  <a16:creationId xmlns:a16="http://schemas.microsoft.com/office/drawing/2014/main" id="{AF1B21AA-B7C5-5B2D-F7C2-87FF1A93F566}"/>
                </a:ext>
              </a:extLst>
            </p:cNvPr>
            <p:cNvSpPr/>
            <p:nvPr/>
          </p:nvSpPr>
          <p:spPr>
            <a:xfrm>
              <a:off x="2193289" y="3891066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8" name="Rectangle 2114">
              <a:extLst>
                <a:ext uri="{FF2B5EF4-FFF2-40B4-BE49-F238E27FC236}">
                  <a16:creationId xmlns:a16="http://schemas.microsoft.com/office/drawing/2014/main" id="{D3EF59FF-7EDA-03FE-4C1C-E148318E0254}"/>
                </a:ext>
              </a:extLst>
            </p:cNvPr>
            <p:cNvSpPr/>
            <p:nvPr/>
          </p:nvSpPr>
          <p:spPr>
            <a:xfrm>
              <a:off x="2471277" y="3891066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9" name="Rectangle 2115">
              <a:extLst>
                <a:ext uri="{FF2B5EF4-FFF2-40B4-BE49-F238E27FC236}">
                  <a16:creationId xmlns:a16="http://schemas.microsoft.com/office/drawing/2014/main" id="{25232392-6624-B296-1DFF-7F69823B07EF}"/>
                </a:ext>
              </a:extLst>
            </p:cNvPr>
            <p:cNvSpPr/>
            <p:nvPr/>
          </p:nvSpPr>
          <p:spPr>
            <a:xfrm>
              <a:off x="2749265" y="3891066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70" name="Rectangle 2116">
              <a:extLst>
                <a:ext uri="{FF2B5EF4-FFF2-40B4-BE49-F238E27FC236}">
                  <a16:creationId xmlns:a16="http://schemas.microsoft.com/office/drawing/2014/main" id="{DA1E88FD-DA69-7FFC-278A-1AC0B2464A15}"/>
                </a:ext>
              </a:extLst>
            </p:cNvPr>
            <p:cNvSpPr/>
            <p:nvPr/>
          </p:nvSpPr>
          <p:spPr>
            <a:xfrm>
              <a:off x="3027253" y="3891066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71" name="Rectangle 2117">
              <a:extLst>
                <a:ext uri="{FF2B5EF4-FFF2-40B4-BE49-F238E27FC236}">
                  <a16:creationId xmlns:a16="http://schemas.microsoft.com/office/drawing/2014/main" id="{6977962B-A107-DB43-1A75-4B5F78F3F666}"/>
                </a:ext>
              </a:extLst>
            </p:cNvPr>
            <p:cNvSpPr/>
            <p:nvPr/>
          </p:nvSpPr>
          <p:spPr>
            <a:xfrm>
              <a:off x="3305241" y="3891066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72" name="Rectangle 2118">
              <a:extLst>
                <a:ext uri="{FF2B5EF4-FFF2-40B4-BE49-F238E27FC236}">
                  <a16:creationId xmlns:a16="http://schemas.microsoft.com/office/drawing/2014/main" id="{763F669C-B6FB-27E8-091C-DA8F155DF4CD}"/>
                </a:ext>
              </a:extLst>
            </p:cNvPr>
            <p:cNvSpPr/>
            <p:nvPr/>
          </p:nvSpPr>
          <p:spPr>
            <a:xfrm>
              <a:off x="3583229" y="3891066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73" name="Rectangle 2119">
              <a:extLst>
                <a:ext uri="{FF2B5EF4-FFF2-40B4-BE49-F238E27FC236}">
                  <a16:creationId xmlns:a16="http://schemas.microsoft.com/office/drawing/2014/main" id="{3D571CBB-AF30-830D-6C4B-899511CC41D7}"/>
                </a:ext>
              </a:extLst>
            </p:cNvPr>
            <p:cNvSpPr/>
            <p:nvPr/>
          </p:nvSpPr>
          <p:spPr>
            <a:xfrm>
              <a:off x="3861217" y="3891066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74" name="Rectangle 2120">
              <a:extLst>
                <a:ext uri="{FF2B5EF4-FFF2-40B4-BE49-F238E27FC236}">
                  <a16:creationId xmlns:a16="http://schemas.microsoft.com/office/drawing/2014/main" id="{DE3F1029-5DBD-9A7D-C51F-602B44ACAC4C}"/>
                </a:ext>
              </a:extLst>
            </p:cNvPr>
            <p:cNvSpPr/>
            <p:nvPr/>
          </p:nvSpPr>
          <p:spPr>
            <a:xfrm>
              <a:off x="4139205" y="3891066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75" name="Rectangle 2121">
              <a:extLst>
                <a:ext uri="{FF2B5EF4-FFF2-40B4-BE49-F238E27FC236}">
                  <a16:creationId xmlns:a16="http://schemas.microsoft.com/office/drawing/2014/main" id="{B0AC9C4A-F396-9C26-D5E0-FBE026E752E9}"/>
                </a:ext>
              </a:extLst>
            </p:cNvPr>
            <p:cNvSpPr/>
            <p:nvPr/>
          </p:nvSpPr>
          <p:spPr>
            <a:xfrm>
              <a:off x="4417197" y="3891066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76" name="Rectangle 2123">
              <a:extLst>
                <a:ext uri="{FF2B5EF4-FFF2-40B4-BE49-F238E27FC236}">
                  <a16:creationId xmlns:a16="http://schemas.microsoft.com/office/drawing/2014/main" id="{4F969DA3-D6B4-6AE3-ABEA-92BB8DFB347C}"/>
                </a:ext>
              </a:extLst>
            </p:cNvPr>
            <p:cNvSpPr/>
            <p:nvPr/>
          </p:nvSpPr>
          <p:spPr>
            <a:xfrm>
              <a:off x="1915301" y="4158614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77" name="Rectangle 2124">
              <a:extLst>
                <a:ext uri="{FF2B5EF4-FFF2-40B4-BE49-F238E27FC236}">
                  <a16:creationId xmlns:a16="http://schemas.microsoft.com/office/drawing/2014/main" id="{78CE3630-A3C5-AE66-CBD9-ED8152FBE470}"/>
                </a:ext>
              </a:extLst>
            </p:cNvPr>
            <p:cNvSpPr/>
            <p:nvPr/>
          </p:nvSpPr>
          <p:spPr>
            <a:xfrm>
              <a:off x="2193289" y="4158614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79" name="Rectangle 2125">
              <a:extLst>
                <a:ext uri="{FF2B5EF4-FFF2-40B4-BE49-F238E27FC236}">
                  <a16:creationId xmlns:a16="http://schemas.microsoft.com/office/drawing/2014/main" id="{5C0A52AA-73A4-3DD1-1CF7-EB7BD506E9C1}"/>
                </a:ext>
              </a:extLst>
            </p:cNvPr>
            <p:cNvSpPr/>
            <p:nvPr/>
          </p:nvSpPr>
          <p:spPr>
            <a:xfrm>
              <a:off x="2471277" y="4158614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80" name="Rectangle 2126">
              <a:extLst>
                <a:ext uri="{FF2B5EF4-FFF2-40B4-BE49-F238E27FC236}">
                  <a16:creationId xmlns:a16="http://schemas.microsoft.com/office/drawing/2014/main" id="{0E8FD1A4-D2B4-3267-182F-269154ADACC4}"/>
                </a:ext>
              </a:extLst>
            </p:cNvPr>
            <p:cNvSpPr/>
            <p:nvPr/>
          </p:nvSpPr>
          <p:spPr>
            <a:xfrm>
              <a:off x="2749265" y="4158614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81" name="Rectangle 2127">
              <a:extLst>
                <a:ext uri="{FF2B5EF4-FFF2-40B4-BE49-F238E27FC236}">
                  <a16:creationId xmlns:a16="http://schemas.microsoft.com/office/drawing/2014/main" id="{B680C91A-2BAA-C673-5300-9B80F5776DDF}"/>
                </a:ext>
              </a:extLst>
            </p:cNvPr>
            <p:cNvSpPr/>
            <p:nvPr/>
          </p:nvSpPr>
          <p:spPr>
            <a:xfrm>
              <a:off x="3027253" y="4158614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82" name="Rectangle 2128">
              <a:extLst>
                <a:ext uri="{FF2B5EF4-FFF2-40B4-BE49-F238E27FC236}">
                  <a16:creationId xmlns:a16="http://schemas.microsoft.com/office/drawing/2014/main" id="{0BF7A093-1A7C-A916-A80F-58AEE8031FD3}"/>
                </a:ext>
              </a:extLst>
            </p:cNvPr>
            <p:cNvSpPr/>
            <p:nvPr/>
          </p:nvSpPr>
          <p:spPr>
            <a:xfrm>
              <a:off x="3305241" y="4158614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83" name="Rectangle 2129">
              <a:extLst>
                <a:ext uri="{FF2B5EF4-FFF2-40B4-BE49-F238E27FC236}">
                  <a16:creationId xmlns:a16="http://schemas.microsoft.com/office/drawing/2014/main" id="{F9D72C87-3B08-8831-C0CD-B9A35D021528}"/>
                </a:ext>
              </a:extLst>
            </p:cNvPr>
            <p:cNvSpPr/>
            <p:nvPr/>
          </p:nvSpPr>
          <p:spPr>
            <a:xfrm>
              <a:off x="3583229" y="4158614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84" name="Rectangle 2130">
              <a:extLst>
                <a:ext uri="{FF2B5EF4-FFF2-40B4-BE49-F238E27FC236}">
                  <a16:creationId xmlns:a16="http://schemas.microsoft.com/office/drawing/2014/main" id="{E22F1ABA-B35E-3B51-3838-D25F517F1C80}"/>
                </a:ext>
              </a:extLst>
            </p:cNvPr>
            <p:cNvSpPr/>
            <p:nvPr/>
          </p:nvSpPr>
          <p:spPr>
            <a:xfrm>
              <a:off x="3861217" y="4158614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85" name="Rectangle 2131">
              <a:extLst>
                <a:ext uri="{FF2B5EF4-FFF2-40B4-BE49-F238E27FC236}">
                  <a16:creationId xmlns:a16="http://schemas.microsoft.com/office/drawing/2014/main" id="{F6553CA0-3525-15BB-29C4-63EF85E54C77}"/>
                </a:ext>
              </a:extLst>
            </p:cNvPr>
            <p:cNvSpPr/>
            <p:nvPr/>
          </p:nvSpPr>
          <p:spPr>
            <a:xfrm>
              <a:off x="4139205" y="4158614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86" name="Rectangle 2132">
              <a:extLst>
                <a:ext uri="{FF2B5EF4-FFF2-40B4-BE49-F238E27FC236}">
                  <a16:creationId xmlns:a16="http://schemas.microsoft.com/office/drawing/2014/main" id="{AEFC3C34-B764-E3D2-2797-04FD42942587}"/>
                </a:ext>
              </a:extLst>
            </p:cNvPr>
            <p:cNvSpPr/>
            <p:nvPr/>
          </p:nvSpPr>
          <p:spPr>
            <a:xfrm>
              <a:off x="4417197" y="4158614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87" name="Rectangle 2134">
              <a:extLst>
                <a:ext uri="{FF2B5EF4-FFF2-40B4-BE49-F238E27FC236}">
                  <a16:creationId xmlns:a16="http://schemas.microsoft.com/office/drawing/2014/main" id="{3E08C85E-EEB8-11F4-0FA5-DBB80A2A4DE3}"/>
                </a:ext>
              </a:extLst>
            </p:cNvPr>
            <p:cNvSpPr/>
            <p:nvPr/>
          </p:nvSpPr>
          <p:spPr>
            <a:xfrm>
              <a:off x="1915301" y="4426162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88" name="Rectangle 2135">
              <a:extLst>
                <a:ext uri="{FF2B5EF4-FFF2-40B4-BE49-F238E27FC236}">
                  <a16:creationId xmlns:a16="http://schemas.microsoft.com/office/drawing/2014/main" id="{5A1A890D-67BC-537E-0CF6-CA158AB57A37}"/>
                </a:ext>
              </a:extLst>
            </p:cNvPr>
            <p:cNvSpPr/>
            <p:nvPr/>
          </p:nvSpPr>
          <p:spPr>
            <a:xfrm>
              <a:off x="2193289" y="4426162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89" name="Rectangle 2136">
              <a:extLst>
                <a:ext uri="{FF2B5EF4-FFF2-40B4-BE49-F238E27FC236}">
                  <a16:creationId xmlns:a16="http://schemas.microsoft.com/office/drawing/2014/main" id="{607B3652-C915-B94B-2CE1-81AB0E3375EB}"/>
                </a:ext>
              </a:extLst>
            </p:cNvPr>
            <p:cNvSpPr/>
            <p:nvPr/>
          </p:nvSpPr>
          <p:spPr>
            <a:xfrm>
              <a:off x="2471277" y="4426162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90" name="Rectangle 2137">
              <a:extLst>
                <a:ext uri="{FF2B5EF4-FFF2-40B4-BE49-F238E27FC236}">
                  <a16:creationId xmlns:a16="http://schemas.microsoft.com/office/drawing/2014/main" id="{126142ED-5DED-C7D6-6999-89DB7DA45EFB}"/>
                </a:ext>
              </a:extLst>
            </p:cNvPr>
            <p:cNvSpPr/>
            <p:nvPr/>
          </p:nvSpPr>
          <p:spPr>
            <a:xfrm>
              <a:off x="2749265" y="4426162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91" name="Rectangle 2138">
              <a:extLst>
                <a:ext uri="{FF2B5EF4-FFF2-40B4-BE49-F238E27FC236}">
                  <a16:creationId xmlns:a16="http://schemas.microsoft.com/office/drawing/2014/main" id="{B48B595B-D534-3214-55BE-CCAB53B2CC86}"/>
                </a:ext>
              </a:extLst>
            </p:cNvPr>
            <p:cNvSpPr/>
            <p:nvPr/>
          </p:nvSpPr>
          <p:spPr>
            <a:xfrm>
              <a:off x="3027253" y="4426162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92" name="Rectangle 2139">
              <a:extLst>
                <a:ext uri="{FF2B5EF4-FFF2-40B4-BE49-F238E27FC236}">
                  <a16:creationId xmlns:a16="http://schemas.microsoft.com/office/drawing/2014/main" id="{07B6FA26-1670-1099-0921-779ECDD89D71}"/>
                </a:ext>
              </a:extLst>
            </p:cNvPr>
            <p:cNvSpPr/>
            <p:nvPr/>
          </p:nvSpPr>
          <p:spPr>
            <a:xfrm>
              <a:off x="3305241" y="4426162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93" name="Rectangle 2140">
              <a:extLst>
                <a:ext uri="{FF2B5EF4-FFF2-40B4-BE49-F238E27FC236}">
                  <a16:creationId xmlns:a16="http://schemas.microsoft.com/office/drawing/2014/main" id="{F9332DFF-9B5E-74C4-F37E-684D1EB3F573}"/>
                </a:ext>
              </a:extLst>
            </p:cNvPr>
            <p:cNvSpPr/>
            <p:nvPr/>
          </p:nvSpPr>
          <p:spPr>
            <a:xfrm>
              <a:off x="3583229" y="4426162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94" name="Rectangle 2141">
              <a:extLst>
                <a:ext uri="{FF2B5EF4-FFF2-40B4-BE49-F238E27FC236}">
                  <a16:creationId xmlns:a16="http://schemas.microsoft.com/office/drawing/2014/main" id="{D81743FC-7494-B3FE-E851-3A1D6F83F38C}"/>
                </a:ext>
              </a:extLst>
            </p:cNvPr>
            <p:cNvSpPr/>
            <p:nvPr/>
          </p:nvSpPr>
          <p:spPr>
            <a:xfrm>
              <a:off x="3861217" y="4426162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95" name="Rectangle 2142">
              <a:extLst>
                <a:ext uri="{FF2B5EF4-FFF2-40B4-BE49-F238E27FC236}">
                  <a16:creationId xmlns:a16="http://schemas.microsoft.com/office/drawing/2014/main" id="{9B0D1DAF-C574-0E12-95D6-9B0868C8A61E}"/>
                </a:ext>
              </a:extLst>
            </p:cNvPr>
            <p:cNvSpPr/>
            <p:nvPr/>
          </p:nvSpPr>
          <p:spPr>
            <a:xfrm>
              <a:off x="4139205" y="4426162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96" name="Rectangle 2143">
              <a:extLst>
                <a:ext uri="{FF2B5EF4-FFF2-40B4-BE49-F238E27FC236}">
                  <a16:creationId xmlns:a16="http://schemas.microsoft.com/office/drawing/2014/main" id="{B7B414E4-ADAB-95FB-3AB1-400B5A6FD5A7}"/>
                </a:ext>
              </a:extLst>
            </p:cNvPr>
            <p:cNvSpPr/>
            <p:nvPr/>
          </p:nvSpPr>
          <p:spPr>
            <a:xfrm>
              <a:off x="4417197" y="4426162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97" name="Rectangle 2145">
              <a:extLst>
                <a:ext uri="{FF2B5EF4-FFF2-40B4-BE49-F238E27FC236}">
                  <a16:creationId xmlns:a16="http://schemas.microsoft.com/office/drawing/2014/main" id="{53FD9AB5-5F94-F720-2AEB-3733D3EC279A}"/>
                </a:ext>
              </a:extLst>
            </p:cNvPr>
            <p:cNvSpPr/>
            <p:nvPr/>
          </p:nvSpPr>
          <p:spPr>
            <a:xfrm>
              <a:off x="1915301" y="4693707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98" name="Rectangle 2146">
              <a:extLst>
                <a:ext uri="{FF2B5EF4-FFF2-40B4-BE49-F238E27FC236}">
                  <a16:creationId xmlns:a16="http://schemas.microsoft.com/office/drawing/2014/main" id="{8C8B33EF-C936-AAAA-8CC2-046E00C23324}"/>
                </a:ext>
              </a:extLst>
            </p:cNvPr>
            <p:cNvSpPr/>
            <p:nvPr/>
          </p:nvSpPr>
          <p:spPr>
            <a:xfrm>
              <a:off x="2193289" y="4693707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99" name="Rectangle 2147">
              <a:extLst>
                <a:ext uri="{FF2B5EF4-FFF2-40B4-BE49-F238E27FC236}">
                  <a16:creationId xmlns:a16="http://schemas.microsoft.com/office/drawing/2014/main" id="{441AB03E-5EC0-91AB-84F3-871AFD1210A9}"/>
                </a:ext>
              </a:extLst>
            </p:cNvPr>
            <p:cNvSpPr/>
            <p:nvPr/>
          </p:nvSpPr>
          <p:spPr>
            <a:xfrm>
              <a:off x="2471277" y="4693707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00" name="Rectangle 2148">
              <a:extLst>
                <a:ext uri="{FF2B5EF4-FFF2-40B4-BE49-F238E27FC236}">
                  <a16:creationId xmlns:a16="http://schemas.microsoft.com/office/drawing/2014/main" id="{79C45FC4-5161-6502-6749-186C7559B1DA}"/>
                </a:ext>
              </a:extLst>
            </p:cNvPr>
            <p:cNvSpPr/>
            <p:nvPr/>
          </p:nvSpPr>
          <p:spPr>
            <a:xfrm>
              <a:off x="2749265" y="4693707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01" name="Rectangle 2149">
              <a:extLst>
                <a:ext uri="{FF2B5EF4-FFF2-40B4-BE49-F238E27FC236}">
                  <a16:creationId xmlns:a16="http://schemas.microsoft.com/office/drawing/2014/main" id="{FFB0C755-A53D-0996-81D2-E5F8E73646BB}"/>
                </a:ext>
              </a:extLst>
            </p:cNvPr>
            <p:cNvSpPr/>
            <p:nvPr/>
          </p:nvSpPr>
          <p:spPr>
            <a:xfrm>
              <a:off x="3027253" y="4693707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02" name="Rectangle 2150">
              <a:extLst>
                <a:ext uri="{FF2B5EF4-FFF2-40B4-BE49-F238E27FC236}">
                  <a16:creationId xmlns:a16="http://schemas.microsoft.com/office/drawing/2014/main" id="{EC6381A4-A84D-C398-6326-E6BD632F2910}"/>
                </a:ext>
              </a:extLst>
            </p:cNvPr>
            <p:cNvSpPr/>
            <p:nvPr/>
          </p:nvSpPr>
          <p:spPr>
            <a:xfrm>
              <a:off x="3305241" y="4693707"/>
              <a:ext cx="193040" cy="193040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03" name="Rectangle 2151">
              <a:extLst>
                <a:ext uri="{FF2B5EF4-FFF2-40B4-BE49-F238E27FC236}">
                  <a16:creationId xmlns:a16="http://schemas.microsoft.com/office/drawing/2014/main" id="{4660C8CE-6405-AB39-DA7F-5D0018E54180}"/>
                </a:ext>
              </a:extLst>
            </p:cNvPr>
            <p:cNvSpPr/>
            <p:nvPr/>
          </p:nvSpPr>
          <p:spPr>
            <a:xfrm>
              <a:off x="3583229" y="4693707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04" name="Rectangle 2152">
              <a:extLst>
                <a:ext uri="{FF2B5EF4-FFF2-40B4-BE49-F238E27FC236}">
                  <a16:creationId xmlns:a16="http://schemas.microsoft.com/office/drawing/2014/main" id="{9F74C715-E310-4A5A-3E05-2F0E85F07DDD}"/>
                </a:ext>
              </a:extLst>
            </p:cNvPr>
            <p:cNvSpPr/>
            <p:nvPr/>
          </p:nvSpPr>
          <p:spPr>
            <a:xfrm>
              <a:off x="3861217" y="4693707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05" name="Rectangle 2153">
              <a:extLst>
                <a:ext uri="{FF2B5EF4-FFF2-40B4-BE49-F238E27FC236}">
                  <a16:creationId xmlns:a16="http://schemas.microsoft.com/office/drawing/2014/main" id="{AE4ABFD0-FAE0-2DFB-05D7-273FF9FB8452}"/>
                </a:ext>
              </a:extLst>
            </p:cNvPr>
            <p:cNvSpPr/>
            <p:nvPr/>
          </p:nvSpPr>
          <p:spPr>
            <a:xfrm>
              <a:off x="4139205" y="4693707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07" name="Rectangle 2154">
              <a:extLst>
                <a:ext uri="{FF2B5EF4-FFF2-40B4-BE49-F238E27FC236}">
                  <a16:creationId xmlns:a16="http://schemas.microsoft.com/office/drawing/2014/main" id="{07047633-DE37-F79E-DAD6-1A00477B3054}"/>
                </a:ext>
              </a:extLst>
            </p:cNvPr>
            <p:cNvSpPr/>
            <p:nvPr/>
          </p:nvSpPr>
          <p:spPr>
            <a:xfrm>
              <a:off x="4417197" y="4693707"/>
              <a:ext cx="193040" cy="193040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</p:grpSp>
      <p:sp>
        <p:nvSpPr>
          <p:cNvPr id="111" name="文本框 110">
            <a:extLst>
              <a:ext uri="{FF2B5EF4-FFF2-40B4-BE49-F238E27FC236}">
                <a16:creationId xmlns:a16="http://schemas.microsoft.com/office/drawing/2014/main" id="{96E8DBC2-F7F2-616D-CA95-0283929901A9}"/>
              </a:ext>
            </a:extLst>
          </p:cNvPr>
          <p:cNvSpPr txBox="1"/>
          <p:nvPr/>
        </p:nvSpPr>
        <p:spPr>
          <a:xfrm>
            <a:off x="772756" y="1324583"/>
            <a:ext cx="20168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Sustainability is part of the</a:t>
            </a:r>
          </a:p>
          <a:p>
            <a:pPr algn="ctr"/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corporate culture</a:t>
            </a:r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36C2E0A1-D533-C947-36A3-DBC6076B43A6}"/>
              </a:ext>
            </a:extLst>
          </p:cNvPr>
          <p:cNvSpPr txBox="1"/>
          <p:nvPr/>
        </p:nvSpPr>
        <p:spPr>
          <a:xfrm>
            <a:off x="1618340" y="1915517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57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D6B33191-CE98-C574-820F-84B3ADC91FB6}"/>
              </a:ext>
            </a:extLst>
          </p:cNvPr>
          <p:cNvSpPr txBox="1"/>
          <p:nvPr/>
        </p:nvSpPr>
        <p:spPr>
          <a:xfrm>
            <a:off x="1276098" y="3574016"/>
            <a:ext cx="10102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000">
                <a:latin typeface="HarmonyOS Sans SC Light" pitchFamily="2" charset="-122"/>
                <a:ea typeface="HarmonyOS Sans SC Light" pitchFamily="2" charset="-122"/>
              </a:defRPr>
            </a:lvl1pPr>
          </a:lstStyle>
          <a:p>
            <a:r>
              <a:rPr lang="en-US" altLang="zh-CN" dirty="0"/>
              <a:t>Value creators</a:t>
            </a:r>
            <a:endParaRPr lang="zh-CN" altLang="en-US" dirty="0"/>
          </a:p>
        </p:txBody>
      </p:sp>
      <p:grpSp>
        <p:nvGrpSpPr>
          <p:cNvPr id="639" name="组合 638">
            <a:extLst>
              <a:ext uri="{FF2B5EF4-FFF2-40B4-BE49-F238E27FC236}">
                <a16:creationId xmlns:a16="http://schemas.microsoft.com/office/drawing/2014/main" id="{DB0E2BAC-0CAF-663E-79C4-D764CF335F59}"/>
              </a:ext>
            </a:extLst>
          </p:cNvPr>
          <p:cNvGrpSpPr/>
          <p:nvPr/>
        </p:nvGrpSpPr>
        <p:grpSpPr>
          <a:xfrm>
            <a:off x="1092916" y="4292531"/>
            <a:ext cx="1421383" cy="1371822"/>
            <a:chOff x="1092916" y="4660595"/>
            <a:chExt cx="1421383" cy="1371822"/>
          </a:xfrm>
        </p:grpSpPr>
        <p:sp>
          <p:nvSpPr>
            <p:cNvPr id="324" name="Rectangle 6">
              <a:extLst>
                <a:ext uri="{FF2B5EF4-FFF2-40B4-BE49-F238E27FC236}">
                  <a16:creationId xmlns:a16="http://schemas.microsoft.com/office/drawing/2014/main" id="{52F1B61C-D1F5-BBC6-8FF4-01DC41CDDA81}"/>
                </a:ext>
              </a:extLst>
            </p:cNvPr>
            <p:cNvSpPr/>
            <p:nvPr/>
          </p:nvSpPr>
          <p:spPr>
            <a:xfrm>
              <a:off x="1092916" y="4660595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25" name="Rectangle 7">
              <a:extLst>
                <a:ext uri="{FF2B5EF4-FFF2-40B4-BE49-F238E27FC236}">
                  <a16:creationId xmlns:a16="http://schemas.microsoft.com/office/drawing/2014/main" id="{DB792ABC-8050-43B3-2180-194246ABCD9E}"/>
                </a:ext>
              </a:extLst>
            </p:cNvPr>
            <p:cNvSpPr/>
            <p:nvPr/>
          </p:nvSpPr>
          <p:spPr>
            <a:xfrm>
              <a:off x="1239534" y="4660595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26" name="Rectangle 8">
              <a:extLst>
                <a:ext uri="{FF2B5EF4-FFF2-40B4-BE49-F238E27FC236}">
                  <a16:creationId xmlns:a16="http://schemas.microsoft.com/office/drawing/2014/main" id="{4BF96046-43F3-E485-C94A-A508DC601459}"/>
                </a:ext>
              </a:extLst>
            </p:cNvPr>
            <p:cNvSpPr/>
            <p:nvPr/>
          </p:nvSpPr>
          <p:spPr>
            <a:xfrm>
              <a:off x="1386153" y="4660595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27" name="Rectangle 9">
              <a:extLst>
                <a:ext uri="{FF2B5EF4-FFF2-40B4-BE49-F238E27FC236}">
                  <a16:creationId xmlns:a16="http://schemas.microsoft.com/office/drawing/2014/main" id="{91B5EB34-ABB8-A9CA-4E90-643724E37AB5}"/>
                </a:ext>
              </a:extLst>
            </p:cNvPr>
            <p:cNvSpPr/>
            <p:nvPr/>
          </p:nvSpPr>
          <p:spPr>
            <a:xfrm>
              <a:off x="1532771" y="4660595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28" name="Rectangle 10">
              <a:extLst>
                <a:ext uri="{FF2B5EF4-FFF2-40B4-BE49-F238E27FC236}">
                  <a16:creationId xmlns:a16="http://schemas.microsoft.com/office/drawing/2014/main" id="{1FEE3493-B798-A496-A4E7-7699960EEB40}"/>
                </a:ext>
              </a:extLst>
            </p:cNvPr>
            <p:cNvSpPr/>
            <p:nvPr/>
          </p:nvSpPr>
          <p:spPr>
            <a:xfrm>
              <a:off x="1679390" y="4660595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29" name="Rectangle 11">
              <a:extLst>
                <a:ext uri="{FF2B5EF4-FFF2-40B4-BE49-F238E27FC236}">
                  <a16:creationId xmlns:a16="http://schemas.microsoft.com/office/drawing/2014/main" id="{360A98A6-C408-F88B-EAE0-F55BC257D9FC}"/>
                </a:ext>
              </a:extLst>
            </p:cNvPr>
            <p:cNvSpPr/>
            <p:nvPr/>
          </p:nvSpPr>
          <p:spPr>
            <a:xfrm>
              <a:off x="1826008" y="4660595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30" name="Rectangle 12">
              <a:extLst>
                <a:ext uri="{FF2B5EF4-FFF2-40B4-BE49-F238E27FC236}">
                  <a16:creationId xmlns:a16="http://schemas.microsoft.com/office/drawing/2014/main" id="{A4482BE1-4411-E8C6-2A37-08AB98C7DE9C}"/>
                </a:ext>
              </a:extLst>
            </p:cNvPr>
            <p:cNvSpPr/>
            <p:nvPr/>
          </p:nvSpPr>
          <p:spPr>
            <a:xfrm>
              <a:off x="1972627" y="4660595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31" name="Rectangle 13">
              <a:extLst>
                <a:ext uri="{FF2B5EF4-FFF2-40B4-BE49-F238E27FC236}">
                  <a16:creationId xmlns:a16="http://schemas.microsoft.com/office/drawing/2014/main" id="{C4E0ADBE-2A29-B543-1026-E7DF3B4FBDAC}"/>
                </a:ext>
              </a:extLst>
            </p:cNvPr>
            <p:cNvSpPr/>
            <p:nvPr/>
          </p:nvSpPr>
          <p:spPr>
            <a:xfrm>
              <a:off x="2119245" y="4660595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32" name="Rectangle 14">
              <a:extLst>
                <a:ext uri="{FF2B5EF4-FFF2-40B4-BE49-F238E27FC236}">
                  <a16:creationId xmlns:a16="http://schemas.microsoft.com/office/drawing/2014/main" id="{E6CDBE2A-129B-92C1-5790-DBC013B81F52}"/>
                </a:ext>
              </a:extLst>
            </p:cNvPr>
            <p:cNvSpPr/>
            <p:nvPr/>
          </p:nvSpPr>
          <p:spPr>
            <a:xfrm>
              <a:off x="2265864" y="4660595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33" name="Rectangle 15">
              <a:extLst>
                <a:ext uri="{FF2B5EF4-FFF2-40B4-BE49-F238E27FC236}">
                  <a16:creationId xmlns:a16="http://schemas.microsoft.com/office/drawing/2014/main" id="{0CDA1F67-7E00-C59E-CFDB-EBE5462BE2FA}"/>
                </a:ext>
              </a:extLst>
            </p:cNvPr>
            <p:cNvSpPr/>
            <p:nvPr/>
          </p:nvSpPr>
          <p:spPr>
            <a:xfrm>
              <a:off x="2412484" y="4660595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34" name="Rectangle 28">
              <a:extLst>
                <a:ext uri="{FF2B5EF4-FFF2-40B4-BE49-F238E27FC236}">
                  <a16:creationId xmlns:a16="http://schemas.microsoft.com/office/drawing/2014/main" id="{B259A7B7-9DED-C966-EDC7-1B071D07AD56}"/>
                </a:ext>
              </a:extLst>
            </p:cNvPr>
            <p:cNvSpPr/>
            <p:nvPr/>
          </p:nvSpPr>
          <p:spPr>
            <a:xfrm>
              <a:off x="1092916" y="4801707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35" name="Rectangle 29">
              <a:extLst>
                <a:ext uri="{FF2B5EF4-FFF2-40B4-BE49-F238E27FC236}">
                  <a16:creationId xmlns:a16="http://schemas.microsoft.com/office/drawing/2014/main" id="{42671EE9-0138-271E-D4DC-21617C7248F2}"/>
                </a:ext>
              </a:extLst>
            </p:cNvPr>
            <p:cNvSpPr/>
            <p:nvPr/>
          </p:nvSpPr>
          <p:spPr>
            <a:xfrm>
              <a:off x="1239534" y="4801707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36" name="Rectangle 30">
              <a:extLst>
                <a:ext uri="{FF2B5EF4-FFF2-40B4-BE49-F238E27FC236}">
                  <a16:creationId xmlns:a16="http://schemas.microsoft.com/office/drawing/2014/main" id="{09C3D6FF-94C2-95F7-A0E6-569D238FF707}"/>
                </a:ext>
              </a:extLst>
            </p:cNvPr>
            <p:cNvSpPr/>
            <p:nvPr/>
          </p:nvSpPr>
          <p:spPr>
            <a:xfrm>
              <a:off x="1386153" y="4801707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37" name="Rectangle 31">
              <a:extLst>
                <a:ext uri="{FF2B5EF4-FFF2-40B4-BE49-F238E27FC236}">
                  <a16:creationId xmlns:a16="http://schemas.microsoft.com/office/drawing/2014/main" id="{EFB7DA2A-9563-66C1-B1CD-B96F6228B272}"/>
                </a:ext>
              </a:extLst>
            </p:cNvPr>
            <p:cNvSpPr/>
            <p:nvPr/>
          </p:nvSpPr>
          <p:spPr>
            <a:xfrm>
              <a:off x="1532771" y="4801707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38" name="Rectangle 32">
              <a:extLst>
                <a:ext uri="{FF2B5EF4-FFF2-40B4-BE49-F238E27FC236}">
                  <a16:creationId xmlns:a16="http://schemas.microsoft.com/office/drawing/2014/main" id="{EB35788C-52A2-BADC-549E-406C1A06A0FC}"/>
                </a:ext>
              </a:extLst>
            </p:cNvPr>
            <p:cNvSpPr/>
            <p:nvPr/>
          </p:nvSpPr>
          <p:spPr>
            <a:xfrm>
              <a:off x="1679390" y="480170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39" name="Rectangle 33">
              <a:extLst>
                <a:ext uri="{FF2B5EF4-FFF2-40B4-BE49-F238E27FC236}">
                  <a16:creationId xmlns:a16="http://schemas.microsoft.com/office/drawing/2014/main" id="{4BCB8C92-4F2F-21E4-8836-EB8D9E6B43A8}"/>
                </a:ext>
              </a:extLst>
            </p:cNvPr>
            <p:cNvSpPr/>
            <p:nvPr/>
          </p:nvSpPr>
          <p:spPr>
            <a:xfrm>
              <a:off x="1826008" y="480170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40" name="Rectangle 34">
              <a:extLst>
                <a:ext uri="{FF2B5EF4-FFF2-40B4-BE49-F238E27FC236}">
                  <a16:creationId xmlns:a16="http://schemas.microsoft.com/office/drawing/2014/main" id="{68E0668B-88FF-7CD6-9034-B5F28E32C4FD}"/>
                </a:ext>
              </a:extLst>
            </p:cNvPr>
            <p:cNvSpPr/>
            <p:nvPr/>
          </p:nvSpPr>
          <p:spPr>
            <a:xfrm>
              <a:off x="1972627" y="480170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41" name="Rectangle 35">
              <a:extLst>
                <a:ext uri="{FF2B5EF4-FFF2-40B4-BE49-F238E27FC236}">
                  <a16:creationId xmlns:a16="http://schemas.microsoft.com/office/drawing/2014/main" id="{6CFAD2D5-B344-3445-9339-2DDFDD1B4B54}"/>
                </a:ext>
              </a:extLst>
            </p:cNvPr>
            <p:cNvSpPr/>
            <p:nvPr/>
          </p:nvSpPr>
          <p:spPr>
            <a:xfrm>
              <a:off x="2119245" y="480170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42" name="Rectangle 36">
              <a:extLst>
                <a:ext uri="{FF2B5EF4-FFF2-40B4-BE49-F238E27FC236}">
                  <a16:creationId xmlns:a16="http://schemas.microsoft.com/office/drawing/2014/main" id="{D87B8121-BC06-6808-A6C8-60014A60AADC}"/>
                </a:ext>
              </a:extLst>
            </p:cNvPr>
            <p:cNvSpPr/>
            <p:nvPr/>
          </p:nvSpPr>
          <p:spPr>
            <a:xfrm>
              <a:off x="2265864" y="480170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43" name="Rectangle 37">
              <a:extLst>
                <a:ext uri="{FF2B5EF4-FFF2-40B4-BE49-F238E27FC236}">
                  <a16:creationId xmlns:a16="http://schemas.microsoft.com/office/drawing/2014/main" id="{6830FFD3-D087-1706-BE56-7340BD4D420E}"/>
                </a:ext>
              </a:extLst>
            </p:cNvPr>
            <p:cNvSpPr/>
            <p:nvPr/>
          </p:nvSpPr>
          <p:spPr>
            <a:xfrm>
              <a:off x="2412484" y="480170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44" name="Rectangle 39">
              <a:extLst>
                <a:ext uri="{FF2B5EF4-FFF2-40B4-BE49-F238E27FC236}">
                  <a16:creationId xmlns:a16="http://schemas.microsoft.com/office/drawing/2014/main" id="{61A0C781-7AEB-314D-6145-A0A65170FC7A}"/>
                </a:ext>
              </a:extLst>
            </p:cNvPr>
            <p:cNvSpPr/>
            <p:nvPr/>
          </p:nvSpPr>
          <p:spPr>
            <a:xfrm>
              <a:off x="1092916" y="4942819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45" name="Rectangle 40">
              <a:extLst>
                <a:ext uri="{FF2B5EF4-FFF2-40B4-BE49-F238E27FC236}">
                  <a16:creationId xmlns:a16="http://schemas.microsoft.com/office/drawing/2014/main" id="{1AB64268-AC19-D81E-634C-2DEDE547E840}"/>
                </a:ext>
              </a:extLst>
            </p:cNvPr>
            <p:cNvSpPr/>
            <p:nvPr/>
          </p:nvSpPr>
          <p:spPr>
            <a:xfrm>
              <a:off x="1239534" y="4942819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46" name="Rectangle 41">
              <a:extLst>
                <a:ext uri="{FF2B5EF4-FFF2-40B4-BE49-F238E27FC236}">
                  <a16:creationId xmlns:a16="http://schemas.microsoft.com/office/drawing/2014/main" id="{5E04AB07-F3FF-D299-9EF5-545184704069}"/>
                </a:ext>
              </a:extLst>
            </p:cNvPr>
            <p:cNvSpPr/>
            <p:nvPr/>
          </p:nvSpPr>
          <p:spPr>
            <a:xfrm>
              <a:off x="1386153" y="4942819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47" name="Rectangle 42">
              <a:extLst>
                <a:ext uri="{FF2B5EF4-FFF2-40B4-BE49-F238E27FC236}">
                  <a16:creationId xmlns:a16="http://schemas.microsoft.com/office/drawing/2014/main" id="{36EE4B38-6F7E-5637-B003-431C257BC772}"/>
                </a:ext>
              </a:extLst>
            </p:cNvPr>
            <p:cNvSpPr/>
            <p:nvPr/>
          </p:nvSpPr>
          <p:spPr>
            <a:xfrm>
              <a:off x="1532771" y="4942819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48" name="Rectangle 43">
              <a:extLst>
                <a:ext uri="{FF2B5EF4-FFF2-40B4-BE49-F238E27FC236}">
                  <a16:creationId xmlns:a16="http://schemas.microsoft.com/office/drawing/2014/main" id="{A1FB0E48-55B8-73F0-D76C-8B12DA02CE84}"/>
                </a:ext>
              </a:extLst>
            </p:cNvPr>
            <p:cNvSpPr/>
            <p:nvPr/>
          </p:nvSpPr>
          <p:spPr>
            <a:xfrm>
              <a:off x="1679390" y="4942819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49" name="Rectangle 44">
              <a:extLst>
                <a:ext uri="{FF2B5EF4-FFF2-40B4-BE49-F238E27FC236}">
                  <a16:creationId xmlns:a16="http://schemas.microsoft.com/office/drawing/2014/main" id="{085DCF8B-8503-C190-1734-BA18C7A189EB}"/>
                </a:ext>
              </a:extLst>
            </p:cNvPr>
            <p:cNvSpPr/>
            <p:nvPr/>
          </p:nvSpPr>
          <p:spPr>
            <a:xfrm>
              <a:off x="1826008" y="4942819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50" name="Rectangle 45">
              <a:extLst>
                <a:ext uri="{FF2B5EF4-FFF2-40B4-BE49-F238E27FC236}">
                  <a16:creationId xmlns:a16="http://schemas.microsoft.com/office/drawing/2014/main" id="{C83D63D7-7404-6B93-8A36-23380B4C3A22}"/>
                </a:ext>
              </a:extLst>
            </p:cNvPr>
            <p:cNvSpPr/>
            <p:nvPr/>
          </p:nvSpPr>
          <p:spPr>
            <a:xfrm>
              <a:off x="1972627" y="4942819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51" name="Rectangle 46">
              <a:extLst>
                <a:ext uri="{FF2B5EF4-FFF2-40B4-BE49-F238E27FC236}">
                  <a16:creationId xmlns:a16="http://schemas.microsoft.com/office/drawing/2014/main" id="{CB2E7E7E-80C1-E8A5-CD81-A306CF18ACEE}"/>
                </a:ext>
              </a:extLst>
            </p:cNvPr>
            <p:cNvSpPr/>
            <p:nvPr/>
          </p:nvSpPr>
          <p:spPr>
            <a:xfrm>
              <a:off x="2119245" y="4942819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52" name="Rectangle 47">
              <a:extLst>
                <a:ext uri="{FF2B5EF4-FFF2-40B4-BE49-F238E27FC236}">
                  <a16:creationId xmlns:a16="http://schemas.microsoft.com/office/drawing/2014/main" id="{C1EE0AD4-5418-F6A9-7FC7-155E12885A00}"/>
                </a:ext>
              </a:extLst>
            </p:cNvPr>
            <p:cNvSpPr/>
            <p:nvPr/>
          </p:nvSpPr>
          <p:spPr>
            <a:xfrm>
              <a:off x="2265864" y="4942819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53" name="Rectangle 48">
              <a:extLst>
                <a:ext uri="{FF2B5EF4-FFF2-40B4-BE49-F238E27FC236}">
                  <a16:creationId xmlns:a16="http://schemas.microsoft.com/office/drawing/2014/main" id="{43318C9E-9EA6-6A77-FCD2-9D00C05986B7}"/>
                </a:ext>
              </a:extLst>
            </p:cNvPr>
            <p:cNvSpPr/>
            <p:nvPr/>
          </p:nvSpPr>
          <p:spPr>
            <a:xfrm>
              <a:off x="2412484" y="4942819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54" name="Rectangle 50">
              <a:extLst>
                <a:ext uri="{FF2B5EF4-FFF2-40B4-BE49-F238E27FC236}">
                  <a16:creationId xmlns:a16="http://schemas.microsoft.com/office/drawing/2014/main" id="{89FB26A2-863C-4DF0-5179-FDFF2C04BC37}"/>
                </a:ext>
              </a:extLst>
            </p:cNvPr>
            <p:cNvSpPr/>
            <p:nvPr/>
          </p:nvSpPr>
          <p:spPr>
            <a:xfrm>
              <a:off x="1092916" y="5083931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55" name="Rectangle 51">
              <a:extLst>
                <a:ext uri="{FF2B5EF4-FFF2-40B4-BE49-F238E27FC236}">
                  <a16:creationId xmlns:a16="http://schemas.microsoft.com/office/drawing/2014/main" id="{CC20B597-70E2-D6E4-CFA9-D29256522584}"/>
                </a:ext>
              </a:extLst>
            </p:cNvPr>
            <p:cNvSpPr/>
            <p:nvPr/>
          </p:nvSpPr>
          <p:spPr>
            <a:xfrm>
              <a:off x="1239534" y="5083931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56" name="Rectangle 52">
              <a:extLst>
                <a:ext uri="{FF2B5EF4-FFF2-40B4-BE49-F238E27FC236}">
                  <a16:creationId xmlns:a16="http://schemas.microsoft.com/office/drawing/2014/main" id="{625AD7A6-EA19-9716-A895-AE7165F08F1F}"/>
                </a:ext>
              </a:extLst>
            </p:cNvPr>
            <p:cNvSpPr/>
            <p:nvPr/>
          </p:nvSpPr>
          <p:spPr>
            <a:xfrm>
              <a:off x="1386153" y="5083931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57" name="Rectangle 53">
              <a:extLst>
                <a:ext uri="{FF2B5EF4-FFF2-40B4-BE49-F238E27FC236}">
                  <a16:creationId xmlns:a16="http://schemas.microsoft.com/office/drawing/2014/main" id="{4F76825E-D4B8-7F3F-85A5-6BB781FCDF28}"/>
                </a:ext>
              </a:extLst>
            </p:cNvPr>
            <p:cNvSpPr/>
            <p:nvPr/>
          </p:nvSpPr>
          <p:spPr>
            <a:xfrm>
              <a:off x="1532771" y="5083931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58" name="Rectangle 54">
              <a:extLst>
                <a:ext uri="{FF2B5EF4-FFF2-40B4-BE49-F238E27FC236}">
                  <a16:creationId xmlns:a16="http://schemas.microsoft.com/office/drawing/2014/main" id="{49C1ECAE-E703-339C-D78A-1E44BED8F000}"/>
                </a:ext>
              </a:extLst>
            </p:cNvPr>
            <p:cNvSpPr/>
            <p:nvPr/>
          </p:nvSpPr>
          <p:spPr>
            <a:xfrm>
              <a:off x="1679390" y="5083931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59" name="Rectangle 55">
              <a:extLst>
                <a:ext uri="{FF2B5EF4-FFF2-40B4-BE49-F238E27FC236}">
                  <a16:creationId xmlns:a16="http://schemas.microsoft.com/office/drawing/2014/main" id="{045B0135-3819-18AF-FC49-C33516BC080B}"/>
                </a:ext>
              </a:extLst>
            </p:cNvPr>
            <p:cNvSpPr/>
            <p:nvPr/>
          </p:nvSpPr>
          <p:spPr>
            <a:xfrm>
              <a:off x="1826008" y="5083931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60" name="Rectangle 56">
              <a:extLst>
                <a:ext uri="{FF2B5EF4-FFF2-40B4-BE49-F238E27FC236}">
                  <a16:creationId xmlns:a16="http://schemas.microsoft.com/office/drawing/2014/main" id="{E8AC00B4-572C-359A-09C6-60485B057AF0}"/>
                </a:ext>
              </a:extLst>
            </p:cNvPr>
            <p:cNvSpPr/>
            <p:nvPr/>
          </p:nvSpPr>
          <p:spPr>
            <a:xfrm>
              <a:off x="1972627" y="5083931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61" name="Rectangle 57">
              <a:extLst>
                <a:ext uri="{FF2B5EF4-FFF2-40B4-BE49-F238E27FC236}">
                  <a16:creationId xmlns:a16="http://schemas.microsoft.com/office/drawing/2014/main" id="{5C6A93F1-081D-8D53-8D37-2CAF6E1CF350}"/>
                </a:ext>
              </a:extLst>
            </p:cNvPr>
            <p:cNvSpPr/>
            <p:nvPr/>
          </p:nvSpPr>
          <p:spPr>
            <a:xfrm>
              <a:off x="2119245" y="5083931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62" name="Rectangle 58">
              <a:extLst>
                <a:ext uri="{FF2B5EF4-FFF2-40B4-BE49-F238E27FC236}">
                  <a16:creationId xmlns:a16="http://schemas.microsoft.com/office/drawing/2014/main" id="{431871E4-BFA0-7854-EB85-04BF072825FE}"/>
                </a:ext>
              </a:extLst>
            </p:cNvPr>
            <p:cNvSpPr/>
            <p:nvPr/>
          </p:nvSpPr>
          <p:spPr>
            <a:xfrm>
              <a:off x="2265864" y="5083931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63" name="Rectangle 59">
              <a:extLst>
                <a:ext uri="{FF2B5EF4-FFF2-40B4-BE49-F238E27FC236}">
                  <a16:creationId xmlns:a16="http://schemas.microsoft.com/office/drawing/2014/main" id="{1B06D493-C196-DBF8-D82A-EAA8D44FC1EB}"/>
                </a:ext>
              </a:extLst>
            </p:cNvPr>
            <p:cNvSpPr/>
            <p:nvPr/>
          </p:nvSpPr>
          <p:spPr>
            <a:xfrm>
              <a:off x="2412484" y="5083931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64" name="Rectangle 2090">
              <a:extLst>
                <a:ext uri="{FF2B5EF4-FFF2-40B4-BE49-F238E27FC236}">
                  <a16:creationId xmlns:a16="http://schemas.microsoft.com/office/drawing/2014/main" id="{E006B132-6504-4548-D68B-94C31DEEB6B5}"/>
                </a:ext>
              </a:extLst>
            </p:cNvPr>
            <p:cNvSpPr/>
            <p:nvPr/>
          </p:nvSpPr>
          <p:spPr>
            <a:xfrm>
              <a:off x="1092916" y="5225043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65" name="Rectangle 2091">
              <a:extLst>
                <a:ext uri="{FF2B5EF4-FFF2-40B4-BE49-F238E27FC236}">
                  <a16:creationId xmlns:a16="http://schemas.microsoft.com/office/drawing/2014/main" id="{3A29465A-B2E5-D284-01E2-4A720B9E243A}"/>
                </a:ext>
              </a:extLst>
            </p:cNvPr>
            <p:cNvSpPr/>
            <p:nvPr/>
          </p:nvSpPr>
          <p:spPr>
            <a:xfrm>
              <a:off x="1239534" y="5225043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66" name="Rectangle 2092">
              <a:extLst>
                <a:ext uri="{FF2B5EF4-FFF2-40B4-BE49-F238E27FC236}">
                  <a16:creationId xmlns:a16="http://schemas.microsoft.com/office/drawing/2014/main" id="{24133194-CBB9-5E80-2C6A-150A2CFA05EF}"/>
                </a:ext>
              </a:extLst>
            </p:cNvPr>
            <p:cNvSpPr/>
            <p:nvPr/>
          </p:nvSpPr>
          <p:spPr>
            <a:xfrm>
              <a:off x="1386153" y="5225043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67" name="Rectangle 2093">
              <a:extLst>
                <a:ext uri="{FF2B5EF4-FFF2-40B4-BE49-F238E27FC236}">
                  <a16:creationId xmlns:a16="http://schemas.microsoft.com/office/drawing/2014/main" id="{FED9868C-8117-CB4D-0B57-EDF298F78713}"/>
                </a:ext>
              </a:extLst>
            </p:cNvPr>
            <p:cNvSpPr/>
            <p:nvPr/>
          </p:nvSpPr>
          <p:spPr>
            <a:xfrm>
              <a:off x="1532771" y="5225043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68" name="Rectangle 2094">
              <a:extLst>
                <a:ext uri="{FF2B5EF4-FFF2-40B4-BE49-F238E27FC236}">
                  <a16:creationId xmlns:a16="http://schemas.microsoft.com/office/drawing/2014/main" id="{579B9E8E-9A68-F675-E081-F9F237D1178A}"/>
                </a:ext>
              </a:extLst>
            </p:cNvPr>
            <p:cNvSpPr/>
            <p:nvPr/>
          </p:nvSpPr>
          <p:spPr>
            <a:xfrm>
              <a:off x="1679390" y="522504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69" name="Rectangle 2095">
              <a:extLst>
                <a:ext uri="{FF2B5EF4-FFF2-40B4-BE49-F238E27FC236}">
                  <a16:creationId xmlns:a16="http://schemas.microsoft.com/office/drawing/2014/main" id="{0E0FE6A0-930A-8671-40BF-0D0570C6AF68}"/>
                </a:ext>
              </a:extLst>
            </p:cNvPr>
            <p:cNvSpPr/>
            <p:nvPr/>
          </p:nvSpPr>
          <p:spPr>
            <a:xfrm>
              <a:off x="1826008" y="522504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70" name="Rectangle 2096">
              <a:extLst>
                <a:ext uri="{FF2B5EF4-FFF2-40B4-BE49-F238E27FC236}">
                  <a16:creationId xmlns:a16="http://schemas.microsoft.com/office/drawing/2014/main" id="{1B2AB2D7-DB2E-1972-232A-9624D691D567}"/>
                </a:ext>
              </a:extLst>
            </p:cNvPr>
            <p:cNvSpPr/>
            <p:nvPr/>
          </p:nvSpPr>
          <p:spPr>
            <a:xfrm>
              <a:off x="1972627" y="522504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71" name="Rectangle 2097">
              <a:extLst>
                <a:ext uri="{FF2B5EF4-FFF2-40B4-BE49-F238E27FC236}">
                  <a16:creationId xmlns:a16="http://schemas.microsoft.com/office/drawing/2014/main" id="{E02651F4-ECC8-BB81-C659-70D23F4BA3A7}"/>
                </a:ext>
              </a:extLst>
            </p:cNvPr>
            <p:cNvSpPr/>
            <p:nvPr/>
          </p:nvSpPr>
          <p:spPr>
            <a:xfrm>
              <a:off x="2119245" y="522504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72" name="Rectangle 2098">
              <a:extLst>
                <a:ext uri="{FF2B5EF4-FFF2-40B4-BE49-F238E27FC236}">
                  <a16:creationId xmlns:a16="http://schemas.microsoft.com/office/drawing/2014/main" id="{1A08B671-BC18-5276-CC8B-F07544DAF727}"/>
                </a:ext>
              </a:extLst>
            </p:cNvPr>
            <p:cNvSpPr/>
            <p:nvPr/>
          </p:nvSpPr>
          <p:spPr>
            <a:xfrm>
              <a:off x="2265864" y="522504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73" name="Rectangle 2099">
              <a:extLst>
                <a:ext uri="{FF2B5EF4-FFF2-40B4-BE49-F238E27FC236}">
                  <a16:creationId xmlns:a16="http://schemas.microsoft.com/office/drawing/2014/main" id="{FF35A305-CD4B-18C2-AE85-FCB084F46D24}"/>
                </a:ext>
              </a:extLst>
            </p:cNvPr>
            <p:cNvSpPr/>
            <p:nvPr/>
          </p:nvSpPr>
          <p:spPr>
            <a:xfrm>
              <a:off x="2412484" y="522504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74" name="Rectangle 2101">
              <a:extLst>
                <a:ext uri="{FF2B5EF4-FFF2-40B4-BE49-F238E27FC236}">
                  <a16:creationId xmlns:a16="http://schemas.microsoft.com/office/drawing/2014/main" id="{8BFA556E-3913-BE18-1B2D-7710BE0E742F}"/>
                </a:ext>
              </a:extLst>
            </p:cNvPr>
            <p:cNvSpPr/>
            <p:nvPr/>
          </p:nvSpPr>
          <p:spPr>
            <a:xfrm>
              <a:off x="1092916" y="5366156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75" name="Rectangle 2102">
              <a:extLst>
                <a:ext uri="{FF2B5EF4-FFF2-40B4-BE49-F238E27FC236}">
                  <a16:creationId xmlns:a16="http://schemas.microsoft.com/office/drawing/2014/main" id="{D4F629ED-B46D-3F84-23AA-F1EA93EA1AD6}"/>
                </a:ext>
              </a:extLst>
            </p:cNvPr>
            <p:cNvSpPr/>
            <p:nvPr/>
          </p:nvSpPr>
          <p:spPr>
            <a:xfrm>
              <a:off x="1239534" y="5366156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76" name="Rectangle 2103">
              <a:extLst>
                <a:ext uri="{FF2B5EF4-FFF2-40B4-BE49-F238E27FC236}">
                  <a16:creationId xmlns:a16="http://schemas.microsoft.com/office/drawing/2014/main" id="{3ED41F26-B9D4-1B26-F952-2B2760F24F38}"/>
                </a:ext>
              </a:extLst>
            </p:cNvPr>
            <p:cNvSpPr/>
            <p:nvPr/>
          </p:nvSpPr>
          <p:spPr>
            <a:xfrm>
              <a:off x="1386153" y="5366156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77" name="Rectangle 2104">
              <a:extLst>
                <a:ext uri="{FF2B5EF4-FFF2-40B4-BE49-F238E27FC236}">
                  <a16:creationId xmlns:a16="http://schemas.microsoft.com/office/drawing/2014/main" id="{6915C9E5-89D5-19CF-9EE0-877D048CECA8}"/>
                </a:ext>
              </a:extLst>
            </p:cNvPr>
            <p:cNvSpPr/>
            <p:nvPr/>
          </p:nvSpPr>
          <p:spPr>
            <a:xfrm>
              <a:off x="1532771" y="5366156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78" name="Rectangle 2105">
              <a:extLst>
                <a:ext uri="{FF2B5EF4-FFF2-40B4-BE49-F238E27FC236}">
                  <a16:creationId xmlns:a16="http://schemas.microsoft.com/office/drawing/2014/main" id="{C52CB888-B3A7-1808-A015-DB0CCADFF8C7}"/>
                </a:ext>
              </a:extLst>
            </p:cNvPr>
            <p:cNvSpPr/>
            <p:nvPr/>
          </p:nvSpPr>
          <p:spPr>
            <a:xfrm>
              <a:off x="1679390" y="536615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79" name="Rectangle 2106">
              <a:extLst>
                <a:ext uri="{FF2B5EF4-FFF2-40B4-BE49-F238E27FC236}">
                  <a16:creationId xmlns:a16="http://schemas.microsoft.com/office/drawing/2014/main" id="{881B2B0C-2649-51E9-7216-96F9B433C718}"/>
                </a:ext>
              </a:extLst>
            </p:cNvPr>
            <p:cNvSpPr/>
            <p:nvPr/>
          </p:nvSpPr>
          <p:spPr>
            <a:xfrm>
              <a:off x="1826008" y="536615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80" name="Rectangle 2107">
              <a:extLst>
                <a:ext uri="{FF2B5EF4-FFF2-40B4-BE49-F238E27FC236}">
                  <a16:creationId xmlns:a16="http://schemas.microsoft.com/office/drawing/2014/main" id="{A83DADB8-0A73-CE5E-0255-8FADE2A265B8}"/>
                </a:ext>
              </a:extLst>
            </p:cNvPr>
            <p:cNvSpPr/>
            <p:nvPr/>
          </p:nvSpPr>
          <p:spPr>
            <a:xfrm>
              <a:off x="1972627" y="536615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81" name="Rectangle 2108">
              <a:extLst>
                <a:ext uri="{FF2B5EF4-FFF2-40B4-BE49-F238E27FC236}">
                  <a16:creationId xmlns:a16="http://schemas.microsoft.com/office/drawing/2014/main" id="{50B6EA6F-C40B-7741-63B4-40C52937256F}"/>
                </a:ext>
              </a:extLst>
            </p:cNvPr>
            <p:cNvSpPr/>
            <p:nvPr/>
          </p:nvSpPr>
          <p:spPr>
            <a:xfrm>
              <a:off x="2119245" y="536615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82" name="Rectangle 2109">
              <a:extLst>
                <a:ext uri="{FF2B5EF4-FFF2-40B4-BE49-F238E27FC236}">
                  <a16:creationId xmlns:a16="http://schemas.microsoft.com/office/drawing/2014/main" id="{2685B786-81A3-DBB9-747B-DE59105B1FDD}"/>
                </a:ext>
              </a:extLst>
            </p:cNvPr>
            <p:cNvSpPr/>
            <p:nvPr/>
          </p:nvSpPr>
          <p:spPr>
            <a:xfrm>
              <a:off x="2265864" y="536615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83" name="Rectangle 2110">
              <a:extLst>
                <a:ext uri="{FF2B5EF4-FFF2-40B4-BE49-F238E27FC236}">
                  <a16:creationId xmlns:a16="http://schemas.microsoft.com/office/drawing/2014/main" id="{CAE3FC32-6A0F-7A1B-6F4E-AB8D5BBAB7FE}"/>
                </a:ext>
              </a:extLst>
            </p:cNvPr>
            <p:cNvSpPr/>
            <p:nvPr/>
          </p:nvSpPr>
          <p:spPr>
            <a:xfrm>
              <a:off x="2412484" y="536615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84" name="Rectangle 2112">
              <a:extLst>
                <a:ext uri="{FF2B5EF4-FFF2-40B4-BE49-F238E27FC236}">
                  <a16:creationId xmlns:a16="http://schemas.microsoft.com/office/drawing/2014/main" id="{CABCE67D-F91A-BB5F-E7C1-3321D5B29324}"/>
                </a:ext>
              </a:extLst>
            </p:cNvPr>
            <p:cNvSpPr/>
            <p:nvPr/>
          </p:nvSpPr>
          <p:spPr>
            <a:xfrm>
              <a:off x="1092916" y="5507268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85" name="Rectangle 2113">
              <a:extLst>
                <a:ext uri="{FF2B5EF4-FFF2-40B4-BE49-F238E27FC236}">
                  <a16:creationId xmlns:a16="http://schemas.microsoft.com/office/drawing/2014/main" id="{8FF039A9-4EC7-E04C-B188-5CB59C0CCB3C}"/>
                </a:ext>
              </a:extLst>
            </p:cNvPr>
            <p:cNvSpPr/>
            <p:nvPr/>
          </p:nvSpPr>
          <p:spPr>
            <a:xfrm>
              <a:off x="1239534" y="5507268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86" name="Rectangle 2114">
              <a:extLst>
                <a:ext uri="{FF2B5EF4-FFF2-40B4-BE49-F238E27FC236}">
                  <a16:creationId xmlns:a16="http://schemas.microsoft.com/office/drawing/2014/main" id="{79E481CC-3255-5335-B296-7087F905A2A4}"/>
                </a:ext>
              </a:extLst>
            </p:cNvPr>
            <p:cNvSpPr/>
            <p:nvPr/>
          </p:nvSpPr>
          <p:spPr>
            <a:xfrm>
              <a:off x="1386153" y="5507268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87" name="Rectangle 2115">
              <a:extLst>
                <a:ext uri="{FF2B5EF4-FFF2-40B4-BE49-F238E27FC236}">
                  <a16:creationId xmlns:a16="http://schemas.microsoft.com/office/drawing/2014/main" id="{76B35D34-74D2-A9A3-D2F9-E22475A087D6}"/>
                </a:ext>
              </a:extLst>
            </p:cNvPr>
            <p:cNvSpPr/>
            <p:nvPr/>
          </p:nvSpPr>
          <p:spPr>
            <a:xfrm>
              <a:off x="1532771" y="5507268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88" name="Rectangle 2116">
              <a:extLst>
                <a:ext uri="{FF2B5EF4-FFF2-40B4-BE49-F238E27FC236}">
                  <a16:creationId xmlns:a16="http://schemas.microsoft.com/office/drawing/2014/main" id="{EAB5F42F-EBA9-B1A1-B2E5-C14B6553AA80}"/>
                </a:ext>
              </a:extLst>
            </p:cNvPr>
            <p:cNvSpPr/>
            <p:nvPr/>
          </p:nvSpPr>
          <p:spPr>
            <a:xfrm>
              <a:off x="1679390" y="550726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89" name="Rectangle 2117">
              <a:extLst>
                <a:ext uri="{FF2B5EF4-FFF2-40B4-BE49-F238E27FC236}">
                  <a16:creationId xmlns:a16="http://schemas.microsoft.com/office/drawing/2014/main" id="{E45B687E-D6D4-EE46-07D5-5232C076B109}"/>
                </a:ext>
              </a:extLst>
            </p:cNvPr>
            <p:cNvSpPr/>
            <p:nvPr/>
          </p:nvSpPr>
          <p:spPr>
            <a:xfrm>
              <a:off x="1826008" y="550726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90" name="Rectangle 2118">
              <a:extLst>
                <a:ext uri="{FF2B5EF4-FFF2-40B4-BE49-F238E27FC236}">
                  <a16:creationId xmlns:a16="http://schemas.microsoft.com/office/drawing/2014/main" id="{130255C0-314D-6B25-70D8-8F0216D4F391}"/>
                </a:ext>
              </a:extLst>
            </p:cNvPr>
            <p:cNvSpPr/>
            <p:nvPr/>
          </p:nvSpPr>
          <p:spPr>
            <a:xfrm>
              <a:off x="1972627" y="550726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91" name="Rectangle 2119">
              <a:extLst>
                <a:ext uri="{FF2B5EF4-FFF2-40B4-BE49-F238E27FC236}">
                  <a16:creationId xmlns:a16="http://schemas.microsoft.com/office/drawing/2014/main" id="{0C5C490C-2FCA-DEE3-C5BA-9CFDA021999B}"/>
                </a:ext>
              </a:extLst>
            </p:cNvPr>
            <p:cNvSpPr/>
            <p:nvPr/>
          </p:nvSpPr>
          <p:spPr>
            <a:xfrm>
              <a:off x="2119245" y="550726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92" name="Rectangle 2120">
              <a:extLst>
                <a:ext uri="{FF2B5EF4-FFF2-40B4-BE49-F238E27FC236}">
                  <a16:creationId xmlns:a16="http://schemas.microsoft.com/office/drawing/2014/main" id="{31D62581-7EF7-A4F1-67EF-E667B2AE4249}"/>
                </a:ext>
              </a:extLst>
            </p:cNvPr>
            <p:cNvSpPr/>
            <p:nvPr/>
          </p:nvSpPr>
          <p:spPr>
            <a:xfrm>
              <a:off x="2265864" y="550726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93" name="Rectangle 2121">
              <a:extLst>
                <a:ext uri="{FF2B5EF4-FFF2-40B4-BE49-F238E27FC236}">
                  <a16:creationId xmlns:a16="http://schemas.microsoft.com/office/drawing/2014/main" id="{30F5FAD7-D81A-FB34-AE0F-3A79010AB1B4}"/>
                </a:ext>
              </a:extLst>
            </p:cNvPr>
            <p:cNvSpPr/>
            <p:nvPr/>
          </p:nvSpPr>
          <p:spPr>
            <a:xfrm>
              <a:off x="2412484" y="550726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94" name="Rectangle 2123">
              <a:extLst>
                <a:ext uri="{FF2B5EF4-FFF2-40B4-BE49-F238E27FC236}">
                  <a16:creationId xmlns:a16="http://schemas.microsoft.com/office/drawing/2014/main" id="{D216F2FC-C3DD-E251-443B-377E40337101}"/>
                </a:ext>
              </a:extLst>
            </p:cNvPr>
            <p:cNvSpPr/>
            <p:nvPr/>
          </p:nvSpPr>
          <p:spPr>
            <a:xfrm>
              <a:off x="1092916" y="5648380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95" name="Rectangle 2124">
              <a:extLst>
                <a:ext uri="{FF2B5EF4-FFF2-40B4-BE49-F238E27FC236}">
                  <a16:creationId xmlns:a16="http://schemas.microsoft.com/office/drawing/2014/main" id="{A3C8F5AE-74C6-A5FB-D26C-EAB8282DCF79}"/>
                </a:ext>
              </a:extLst>
            </p:cNvPr>
            <p:cNvSpPr/>
            <p:nvPr/>
          </p:nvSpPr>
          <p:spPr>
            <a:xfrm>
              <a:off x="1239534" y="5648380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96" name="Rectangle 2125">
              <a:extLst>
                <a:ext uri="{FF2B5EF4-FFF2-40B4-BE49-F238E27FC236}">
                  <a16:creationId xmlns:a16="http://schemas.microsoft.com/office/drawing/2014/main" id="{94086E15-2045-C2E8-471A-9BD94FE47EA2}"/>
                </a:ext>
              </a:extLst>
            </p:cNvPr>
            <p:cNvSpPr/>
            <p:nvPr/>
          </p:nvSpPr>
          <p:spPr>
            <a:xfrm>
              <a:off x="1386153" y="5648380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97" name="Rectangle 2126">
              <a:extLst>
                <a:ext uri="{FF2B5EF4-FFF2-40B4-BE49-F238E27FC236}">
                  <a16:creationId xmlns:a16="http://schemas.microsoft.com/office/drawing/2014/main" id="{F2756039-C598-58F3-5DE4-CE10F131B77E}"/>
                </a:ext>
              </a:extLst>
            </p:cNvPr>
            <p:cNvSpPr/>
            <p:nvPr/>
          </p:nvSpPr>
          <p:spPr>
            <a:xfrm>
              <a:off x="1532771" y="5648380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98" name="Rectangle 2127">
              <a:extLst>
                <a:ext uri="{FF2B5EF4-FFF2-40B4-BE49-F238E27FC236}">
                  <a16:creationId xmlns:a16="http://schemas.microsoft.com/office/drawing/2014/main" id="{E512383D-9D0E-D359-C01D-2CB5DCF496AB}"/>
                </a:ext>
              </a:extLst>
            </p:cNvPr>
            <p:cNvSpPr/>
            <p:nvPr/>
          </p:nvSpPr>
          <p:spPr>
            <a:xfrm>
              <a:off x="1679390" y="564838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99" name="Rectangle 2128">
              <a:extLst>
                <a:ext uri="{FF2B5EF4-FFF2-40B4-BE49-F238E27FC236}">
                  <a16:creationId xmlns:a16="http://schemas.microsoft.com/office/drawing/2014/main" id="{B0671AE6-A9C9-C5DE-7D7A-72EB73CD54A9}"/>
                </a:ext>
              </a:extLst>
            </p:cNvPr>
            <p:cNvSpPr/>
            <p:nvPr/>
          </p:nvSpPr>
          <p:spPr>
            <a:xfrm>
              <a:off x="1826008" y="564838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00" name="Rectangle 2129">
              <a:extLst>
                <a:ext uri="{FF2B5EF4-FFF2-40B4-BE49-F238E27FC236}">
                  <a16:creationId xmlns:a16="http://schemas.microsoft.com/office/drawing/2014/main" id="{AC68A188-21D1-CC2E-B45D-3132F9A731F7}"/>
                </a:ext>
              </a:extLst>
            </p:cNvPr>
            <p:cNvSpPr/>
            <p:nvPr/>
          </p:nvSpPr>
          <p:spPr>
            <a:xfrm>
              <a:off x="1972627" y="564838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01" name="Rectangle 2130">
              <a:extLst>
                <a:ext uri="{FF2B5EF4-FFF2-40B4-BE49-F238E27FC236}">
                  <a16:creationId xmlns:a16="http://schemas.microsoft.com/office/drawing/2014/main" id="{F83C9BAD-831B-3162-EB09-D455D9FB62DD}"/>
                </a:ext>
              </a:extLst>
            </p:cNvPr>
            <p:cNvSpPr/>
            <p:nvPr/>
          </p:nvSpPr>
          <p:spPr>
            <a:xfrm>
              <a:off x="2119245" y="564838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02" name="Rectangle 2131">
              <a:extLst>
                <a:ext uri="{FF2B5EF4-FFF2-40B4-BE49-F238E27FC236}">
                  <a16:creationId xmlns:a16="http://schemas.microsoft.com/office/drawing/2014/main" id="{26BE5341-4901-2885-C9B3-9F36F9516F86}"/>
                </a:ext>
              </a:extLst>
            </p:cNvPr>
            <p:cNvSpPr/>
            <p:nvPr/>
          </p:nvSpPr>
          <p:spPr>
            <a:xfrm>
              <a:off x="2265864" y="564838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03" name="Rectangle 2132">
              <a:extLst>
                <a:ext uri="{FF2B5EF4-FFF2-40B4-BE49-F238E27FC236}">
                  <a16:creationId xmlns:a16="http://schemas.microsoft.com/office/drawing/2014/main" id="{42C394FD-D48E-4534-EBF8-FC91309A6759}"/>
                </a:ext>
              </a:extLst>
            </p:cNvPr>
            <p:cNvSpPr/>
            <p:nvPr/>
          </p:nvSpPr>
          <p:spPr>
            <a:xfrm>
              <a:off x="2412484" y="564838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04" name="Rectangle 2134">
              <a:extLst>
                <a:ext uri="{FF2B5EF4-FFF2-40B4-BE49-F238E27FC236}">
                  <a16:creationId xmlns:a16="http://schemas.microsoft.com/office/drawing/2014/main" id="{66AF987D-483A-259A-2CEE-FB5A252FFCB9}"/>
                </a:ext>
              </a:extLst>
            </p:cNvPr>
            <p:cNvSpPr/>
            <p:nvPr/>
          </p:nvSpPr>
          <p:spPr>
            <a:xfrm>
              <a:off x="1092916" y="5789492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05" name="Rectangle 2135">
              <a:extLst>
                <a:ext uri="{FF2B5EF4-FFF2-40B4-BE49-F238E27FC236}">
                  <a16:creationId xmlns:a16="http://schemas.microsoft.com/office/drawing/2014/main" id="{0CE5035A-B3C7-9642-0F28-50E6808661AA}"/>
                </a:ext>
              </a:extLst>
            </p:cNvPr>
            <p:cNvSpPr/>
            <p:nvPr/>
          </p:nvSpPr>
          <p:spPr>
            <a:xfrm>
              <a:off x="1239534" y="5789492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06" name="Rectangle 2136">
              <a:extLst>
                <a:ext uri="{FF2B5EF4-FFF2-40B4-BE49-F238E27FC236}">
                  <a16:creationId xmlns:a16="http://schemas.microsoft.com/office/drawing/2014/main" id="{B19601AF-78B5-C544-0084-69997F577538}"/>
                </a:ext>
              </a:extLst>
            </p:cNvPr>
            <p:cNvSpPr/>
            <p:nvPr/>
          </p:nvSpPr>
          <p:spPr>
            <a:xfrm>
              <a:off x="1386153" y="5789492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07" name="Rectangle 2137">
              <a:extLst>
                <a:ext uri="{FF2B5EF4-FFF2-40B4-BE49-F238E27FC236}">
                  <a16:creationId xmlns:a16="http://schemas.microsoft.com/office/drawing/2014/main" id="{BB4F9594-0ECD-0710-6B3D-A2A58EDDDE11}"/>
                </a:ext>
              </a:extLst>
            </p:cNvPr>
            <p:cNvSpPr/>
            <p:nvPr/>
          </p:nvSpPr>
          <p:spPr>
            <a:xfrm>
              <a:off x="1532771" y="5789492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08" name="Rectangle 2138">
              <a:extLst>
                <a:ext uri="{FF2B5EF4-FFF2-40B4-BE49-F238E27FC236}">
                  <a16:creationId xmlns:a16="http://schemas.microsoft.com/office/drawing/2014/main" id="{437678E8-1298-A479-DB39-A8140E5BA855}"/>
                </a:ext>
              </a:extLst>
            </p:cNvPr>
            <p:cNvSpPr/>
            <p:nvPr/>
          </p:nvSpPr>
          <p:spPr>
            <a:xfrm>
              <a:off x="1679390" y="578949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09" name="Rectangle 2139">
              <a:extLst>
                <a:ext uri="{FF2B5EF4-FFF2-40B4-BE49-F238E27FC236}">
                  <a16:creationId xmlns:a16="http://schemas.microsoft.com/office/drawing/2014/main" id="{A76EEE0C-C368-DF18-EB90-8AD02B3E9FC6}"/>
                </a:ext>
              </a:extLst>
            </p:cNvPr>
            <p:cNvSpPr/>
            <p:nvPr/>
          </p:nvSpPr>
          <p:spPr>
            <a:xfrm>
              <a:off x="1826008" y="578949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10" name="Rectangle 2140">
              <a:extLst>
                <a:ext uri="{FF2B5EF4-FFF2-40B4-BE49-F238E27FC236}">
                  <a16:creationId xmlns:a16="http://schemas.microsoft.com/office/drawing/2014/main" id="{D37029C6-6BB9-8EAE-C460-A0385BB90633}"/>
                </a:ext>
              </a:extLst>
            </p:cNvPr>
            <p:cNvSpPr/>
            <p:nvPr/>
          </p:nvSpPr>
          <p:spPr>
            <a:xfrm>
              <a:off x="1972627" y="578949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11" name="Rectangle 2141">
              <a:extLst>
                <a:ext uri="{FF2B5EF4-FFF2-40B4-BE49-F238E27FC236}">
                  <a16:creationId xmlns:a16="http://schemas.microsoft.com/office/drawing/2014/main" id="{0B2E7029-E263-92A9-A940-C8A02C85C0EA}"/>
                </a:ext>
              </a:extLst>
            </p:cNvPr>
            <p:cNvSpPr/>
            <p:nvPr/>
          </p:nvSpPr>
          <p:spPr>
            <a:xfrm>
              <a:off x="2119245" y="578949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12" name="Rectangle 2142">
              <a:extLst>
                <a:ext uri="{FF2B5EF4-FFF2-40B4-BE49-F238E27FC236}">
                  <a16:creationId xmlns:a16="http://schemas.microsoft.com/office/drawing/2014/main" id="{089F4BBB-64CB-CE38-44DD-98AAA139A62B}"/>
                </a:ext>
              </a:extLst>
            </p:cNvPr>
            <p:cNvSpPr/>
            <p:nvPr/>
          </p:nvSpPr>
          <p:spPr>
            <a:xfrm>
              <a:off x="2265864" y="578949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13" name="Rectangle 2143">
              <a:extLst>
                <a:ext uri="{FF2B5EF4-FFF2-40B4-BE49-F238E27FC236}">
                  <a16:creationId xmlns:a16="http://schemas.microsoft.com/office/drawing/2014/main" id="{82AEDED4-E2F4-680E-CBFC-BA66BD28696C}"/>
                </a:ext>
              </a:extLst>
            </p:cNvPr>
            <p:cNvSpPr/>
            <p:nvPr/>
          </p:nvSpPr>
          <p:spPr>
            <a:xfrm>
              <a:off x="2412484" y="578949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14" name="Rectangle 2145">
              <a:extLst>
                <a:ext uri="{FF2B5EF4-FFF2-40B4-BE49-F238E27FC236}">
                  <a16:creationId xmlns:a16="http://schemas.microsoft.com/office/drawing/2014/main" id="{DFE24009-9BDC-AFAA-349B-23EBA3467FF6}"/>
                </a:ext>
              </a:extLst>
            </p:cNvPr>
            <p:cNvSpPr/>
            <p:nvPr/>
          </p:nvSpPr>
          <p:spPr>
            <a:xfrm>
              <a:off x="1092916" y="5930602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15" name="Rectangle 2146">
              <a:extLst>
                <a:ext uri="{FF2B5EF4-FFF2-40B4-BE49-F238E27FC236}">
                  <a16:creationId xmlns:a16="http://schemas.microsoft.com/office/drawing/2014/main" id="{E70152E3-5F57-F21A-0CEE-2E13D7BA3FB0}"/>
                </a:ext>
              </a:extLst>
            </p:cNvPr>
            <p:cNvSpPr/>
            <p:nvPr/>
          </p:nvSpPr>
          <p:spPr>
            <a:xfrm>
              <a:off x="1239534" y="5930602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16" name="Rectangle 2147">
              <a:extLst>
                <a:ext uri="{FF2B5EF4-FFF2-40B4-BE49-F238E27FC236}">
                  <a16:creationId xmlns:a16="http://schemas.microsoft.com/office/drawing/2014/main" id="{BC0527B7-DE9F-8140-E82A-BC553EFF6C2D}"/>
                </a:ext>
              </a:extLst>
            </p:cNvPr>
            <p:cNvSpPr/>
            <p:nvPr/>
          </p:nvSpPr>
          <p:spPr>
            <a:xfrm>
              <a:off x="1386153" y="5930602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17" name="Rectangle 2148">
              <a:extLst>
                <a:ext uri="{FF2B5EF4-FFF2-40B4-BE49-F238E27FC236}">
                  <a16:creationId xmlns:a16="http://schemas.microsoft.com/office/drawing/2014/main" id="{B654A40B-1AB0-41D3-45B5-E70CA393558C}"/>
                </a:ext>
              </a:extLst>
            </p:cNvPr>
            <p:cNvSpPr/>
            <p:nvPr/>
          </p:nvSpPr>
          <p:spPr>
            <a:xfrm>
              <a:off x="1532771" y="5930602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18" name="Rectangle 2149">
              <a:extLst>
                <a:ext uri="{FF2B5EF4-FFF2-40B4-BE49-F238E27FC236}">
                  <a16:creationId xmlns:a16="http://schemas.microsoft.com/office/drawing/2014/main" id="{8093CE5D-1F7E-692A-F161-5E0271B545EA}"/>
                </a:ext>
              </a:extLst>
            </p:cNvPr>
            <p:cNvSpPr/>
            <p:nvPr/>
          </p:nvSpPr>
          <p:spPr>
            <a:xfrm>
              <a:off x="1679390" y="593060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19" name="Rectangle 2150">
              <a:extLst>
                <a:ext uri="{FF2B5EF4-FFF2-40B4-BE49-F238E27FC236}">
                  <a16:creationId xmlns:a16="http://schemas.microsoft.com/office/drawing/2014/main" id="{954FB1AC-1D65-66D9-2F96-2F050C0C0482}"/>
                </a:ext>
              </a:extLst>
            </p:cNvPr>
            <p:cNvSpPr/>
            <p:nvPr/>
          </p:nvSpPr>
          <p:spPr>
            <a:xfrm>
              <a:off x="1826008" y="593060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20" name="Rectangle 2151">
              <a:extLst>
                <a:ext uri="{FF2B5EF4-FFF2-40B4-BE49-F238E27FC236}">
                  <a16:creationId xmlns:a16="http://schemas.microsoft.com/office/drawing/2014/main" id="{67E82779-B7E4-B259-3365-41D87C1566C7}"/>
                </a:ext>
              </a:extLst>
            </p:cNvPr>
            <p:cNvSpPr/>
            <p:nvPr/>
          </p:nvSpPr>
          <p:spPr>
            <a:xfrm>
              <a:off x="1972627" y="593060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21" name="Rectangle 2152">
              <a:extLst>
                <a:ext uri="{FF2B5EF4-FFF2-40B4-BE49-F238E27FC236}">
                  <a16:creationId xmlns:a16="http://schemas.microsoft.com/office/drawing/2014/main" id="{2EF5F3D8-4727-8E54-0C12-B6C03CC2862C}"/>
                </a:ext>
              </a:extLst>
            </p:cNvPr>
            <p:cNvSpPr/>
            <p:nvPr/>
          </p:nvSpPr>
          <p:spPr>
            <a:xfrm>
              <a:off x="2119245" y="593060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22" name="Rectangle 2153">
              <a:extLst>
                <a:ext uri="{FF2B5EF4-FFF2-40B4-BE49-F238E27FC236}">
                  <a16:creationId xmlns:a16="http://schemas.microsoft.com/office/drawing/2014/main" id="{34DD32CB-008F-C62B-9C54-7854919282A1}"/>
                </a:ext>
              </a:extLst>
            </p:cNvPr>
            <p:cNvSpPr/>
            <p:nvPr/>
          </p:nvSpPr>
          <p:spPr>
            <a:xfrm>
              <a:off x="2265864" y="593060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23" name="Rectangle 2154">
              <a:extLst>
                <a:ext uri="{FF2B5EF4-FFF2-40B4-BE49-F238E27FC236}">
                  <a16:creationId xmlns:a16="http://schemas.microsoft.com/office/drawing/2014/main" id="{5DB0BD2E-D65F-E5E8-B2E4-C83C480BDBA1}"/>
                </a:ext>
              </a:extLst>
            </p:cNvPr>
            <p:cNvSpPr/>
            <p:nvPr/>
          </p:nvSpPr>
          <p:spPr>
            <a:xfrm>
              <a:off x="2412484" y="593060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</p:grpSp>
      <p:sp>
        <p:nvSpPr>
          <p:cNvPr id="425" name="文本框 424">
            <a:extLst>
              <a:ext uri="{FF2B5EF4-FFF2-40B4-BE49-F238E27FC236}">
                <a16:creationId xmlns:a16="http://schemas.microsoft.com/office/drawing/2014/main" id="{32433EBC-3903-50B5-46E2-1A8A76CEF638}"/>
              </a:ext>
            </a:extLst>
          </p:cNvPr>
          <p:cNvSpPr txBox="1"/>
          <p:nvPr/>
        </p:nvSpPr>
        <p:spPr>
          <a:xfrm>
            <a:off x="1618340" y="4058152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39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426" name="文本框 425">
            <a:extLst>
              <a:ext uri="{FF2B5EF4-FFF2-40B4-BE49-F238E27FC236}">
                <a16:creationId xmlns:a16="http://schemas.microsoft.com/office/drawing/2014/main" id="{CF4BF0EB-95BC-325A-C788-90C69ECE84FF}"/>
              </a:ext>
            </a:extLst>
          </p:cNvPr>
          <p:cNvSpPr txBox="1"/>
          <p:nvPr/>
        </p:nvSpPr>
        <p:spPr>
          <a:xfrm>
            <a:off x="1400614" y="5716651"/>
            <a:ext cx="7264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000">
                <a:latin typeface="HarmonyOS Sans SC Light" pitchFamily="2" charset="-122"/>
                <a:ea typeface="HarmonyOS Sans SC Light" pitchFamily="2" charset="-122"/>
              </a:defRPr>
            </a:lvl1pPr>
          </a:lstStyle>
          <a:p>
            <a:r>
              <a:rPr lang="en-US" altLang="zh-CN" dirty="0"/>
              <a:t>All others</a:t>
            </a:r>
            <a:endParaRPr lang="zh-CN" altLang="en-US" dirty="0"/>
          </a:p>
        </p:txBody>
      </p:sp>
      <p:grpSp>
        <p:nvGrpSpPr>
          <p:cNvPr id="635" name="组合 634">
            <a:extLst>
              <a:ext uri="{FF2B5EF4-FFF2-40B4-BE49-F238E27FC236}">
                <a16:creationId xmlns:a16="http://schemas.microsoft.com/office/drawing/2014/main" id="{045116C1-5583-7C5B-3678-17605B835517}"/>
              </a:ext>
            </a:extLst>
          </p:cNvPr>
          <p:cNvGrpSpPr/>
          <p:nvPr/>
        </p:nvGrpSpPr>
        <p:grpSpPr>
          <a:xfrm>
            <a:off x="4756403" y="2149896"/>
            <a:ext cx="1421383" cy="1371822"/>
            <a:chOff x="4534855" y="2149896"/>
            <a:chExt cx="1421383" cy="1371822"/>
          </a:xfrm>
        </p:grpSpPr>
        <p:sp>
          <p:nvSpPr>
            <p:cNvPr id="116" name="Rectangle 6">
              <a:extLst>
                <a:ext uri="{FF2B5EF4-FFF2-40B4-BE49-F238E27FC236}">
                  <a16:creationId xmlns:a16="http://schemas.microsoft.com/office/drawing/2014/main" id="{1FBFFB88-A568-E60E-6EC5-14D51211105C}"/>
                </a:ext>
              </a:extLst>
            </p:cNvPr>
            <p:cNvSpPr/>
            <p:nvPr/>
          </p:nvSpPr>
          <p:spPr>
            <a:xfrm>
              <a:off x="4534855" y="2149896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17" name="Rectangle 7">
              <a:extLst>
                <a:ext uri="{FF2B5EF4-FFF2-40B4-BE49-F238E27FC236}">
                  <a16:creationId xmlns:a16="http://schemas.microsoft.com/office/drawing/2014/main" id="{B7B8FDF8-460A-5D95-28FC-D36DA0F8145D}"/>
                </a:ext>
              </a:extLst>
            </p:cNvPr>
            <p:cNvSpPr/>
            <p:nvPr/>
          </p:nvSpPr>
          <p:spPr>
            <a:xfrm>
              <a:off x="4681473" y="2149896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18" name="Rectangle 8">
              <a:extLst>
                <a:ext uri="{FF2B5EF4-FFF2-40B4-BE49-F238E27FC236}">
                  <a16:creationId xmlns:a16="http://schemas.microsoft.com/office/drawing/2014/main" id="{887E3B8C-B402-D53E-F61C-191BB1CA2273}"/>
                </a:ext>
              </a:extLst>
            </p:cNvPr>
            <p:cNvSpPr/>
            <p:nvPr/>
          </p:nvSpPr>
          <p:spPr>
            <a:xfrm>
              <a:off x="4828092" y="214989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19" name="Rectangle 9">
              <a:extLst>
                <a:ext uri="{FF2B5EF4-FFF2-40B4-BE49-F238E27FC236}">
                  <a16:creationId xmlns:a16="http://schemas.microsoft.com/office/drawing/2014/main" id="{ECE7B481-99DD-C33C-BB0C-0C55253DB8B4}"/>
                </a:ext>
              </a:extLst>
            </p:cNvPr>
            <p:cNvSpPr/>
            <p:nvPr/>
          </p:nvSpPr>
          <p:spPr>
            <a:xfrm>
              <a:off x="4974710" y="214989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20" name="Rectangle 10">
              <a:extLst>
                <a:ext uri="{FF2B5EF4-FFF2-40B4-BE49-F238E27FC236}">
                  <a16:creationId xmlns:a16="http://schemas.microsoft.com/office/drawing/2014/main" id="{35277324-4912-BA05-450B-E291725D55B9}"/>
                </a:ext>
              </a:extLst>
            </p:cNvPr>
            <p:cNvSpPr/>
            <p:nvPr/>
          </p:nvSpPr>
          <p:spPr>
            <a:xfrm>
              <a:off x="5121329" y="214989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21" name="Rectangle 11">
              <a:extLst>
                <a:ext uri="{FF2B5EF4-FFF2-40B4-BE49-F238E27FC236}">
                  <a16:creationId xmlns:a16="http://schemas.microsoft.com/office/drawing/2014/main" id="{E3B689FF-1C9E-0CC6-F7BF-190F6A259EF5}"/>
                </a:ext>
              </a:extLst>
            </p:cNvPr>
            <p:cNvSpPr/>
            <p:nvPr/>
          </p:nvSpPr>
          <p:spPr>
            <a:xfrm>
              <a:off x="5267947" y="214989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22" name="Rectangle 12">
              <a:extLst>
                <a:ext uri="{FF2B5EF4-FFF2-40B4-BE49-F238E27FC236}">
                  <a16:creationId xmlns:a16="http://schemas.microsoft.com/office/drawing/2014/main" id="{8601B74A-2B00-D4F8-6C6E-9DFEB6C0CCA0}"/>
                </a:ext>
              </a:extLst>
            </p:cNvPr>
            <p:cNvSpPr/>
            <p:nvPr/>
          </p:nvSpPr>
          <p:spPr>
            <a:xfrm>
              <a:off x="5414566" y="214989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23" name="Rectangle 13">
              <a:extLst>
                <a:ext uri="{FF2B5EF4-FFF2-40B4-BE49-F238E27FC236}">
                  <a16:creationId xmlns:a16="http://schemas.microsoft.com/office/drawing/2014/main" id="{749D15A2-C32C-6732-C6B4-1DDDF0D40447}"/>
                </a:ext>
              </a:extLst>
            </p:cNvPr>
            <p:cNvSpPr/>
            <p:nvPr/>
          </p:nvSpPr>
          <p:spPr>
            <a:xfrm>
              <a:off x="5561184" y="214989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24" name="Rectangle 14">
              <a:extLst>
                <a:ext uri="{FF2B5EF4-FFF2-40B4-BE49-F238E27FC236}">
                  <a16:creationId xmlns:a16="http://schemas.microsoft.com/office/drawing/2014/main" id="{421A82DD-2A75-C79C-42CF-6B826FC8AE4A}"/>
                </a:ext>
              </a:extLst>
            </p:cNvPr>
            <p:cNvSpPr/>
            <p:nvPr/>
          </p:nvSpPr>
          <p:spPr>
            <a:xfrm>
              <a:off x="5707803" y="214989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25" name="Rectangle 15">
              <a:extLst>
                <a:ext uri="{FF2B5EF4-FFF2-40B4-BE49-F238E27FC236}">
                  <a16:creationId xmlns:a16="http://schemas.microsoft.com/office/drawing/2014/main" id="{0CD3AB0D-2D8A-32D6-A414-465751DD4752}"/>
                </a:ext>
              </a:extLst>
            </p:cNvPr>
            <p:cNvSpPr/>
            <p:nvPr/>
          </p:nvSpPr>
          <p:spPr>
            <a:xfrm>
              <a:off x="5854423" y="214989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26" name="Rectangle 28">
              <a:extLst>
                <a:ext uri="{FF2B5EF4-FFF2-40B4-BE49-F238E27FC236}">
                  <a16:creationId xmlns:a16="http://schemas.microsoft.com/office/drawing/2014/main" id="{A97E8B43-3123-02C9-8280-64691A450C54}"/>
                </a:ext>
              </a:extLst>
            </p:cNvPr>
            <p:cNvSpPr/>
            <p:nvPr/>
          </p:nvSpPr>
          <p:spPr>
            <a:xfrm>
              <a:off x="4534855" y="2291008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27" name="Rectangle 29">
              <a:extLst>
                <a:ext uri="{FF2B5EF4-FFF2-40B4-BE49-F238E27FC236}">
                  <a16:creationId xmlns:a16="http://schemas.microsoft.com/office/drawing/2014/main" id="{8C4F99BD-125E-41F0-75A4-0770FBF0FE9E}"/>
                </a:ext>
              </a:extLst>
            </p:cNvPr>
            <p:cNvSpPr/>
            <p:nvPr/>
          </p:nvSpPr>
          <p:spPr>
            <a:xfrm>
              <a:off x="4681473" y="2291008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28" name="Rectangle 30">
              <a:extLst>
                <a:ext uri="{FF2B5EF4-FFF2-40B4-BE49-F238E27FC236}">
                  <a16:creationId xmlns:a16="http://schemas.microsoft.com/office/drawing/2014/main" id="{206EBC21-4D96-47CA-8539-E33EF8EA770D}"/>
                </a:ext>
              </a:extLst>
            </p:cNvPr>
            <p:cNvSpPr/>
            <p:nvPr/>
          </p:nvSpPr>
          <p:spPr>
            <a:xfrm>
              <a:off x="4828092" y="229100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29" name="Rectangle 31">
              <a:extLst>
                <a:ext uri="{FF2B5EF4-FFF2-40B4-BE49-F238E27FC236}">
                  <a16:creationId xmlns:a16="http://schemas.microsoft.com/office/drawing/2014/main" id="{2ADF7D5D-041E-4FF5-3505-3D122ECACBD3}"/>
                </a:ext>
              </a:extLst>
            </p:cNvPr>
            <p:cNvSpPr/>
            <p:nvPr/>
          </p:nvSpPr>
          <p:spPr>
            <a:xfrm>
              <a:off x="4974710" y="229100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30" name="Rectangle 32">
              <a:extLst>
                <a:ext uri="{FF2B5EF4-FFF2-40B4-BE49-F238E27FC236}">
                  <a16:creationId xmlns:a16="http://schemas.microsoft.com/office/drawing/2014/main" id="{D25A84CA-7A37-6FB2-FE82-B64ABAB68701}"/>
                </a:ext>
              </a:extLst>
            </p:cNvPr>
            <p:cNvSpPr/>
            <p:nvPr/>
          </p:nvSpPr>
          <p:spPr>
            <a:xfrm>
              <a:off x="5121329" y="229100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31" name="Rectangle 33">
              <a:extLst>
                <a:ext uri="{FF2B5EF4-FFF2-40B4-BE49-F238E27FC236}">
                  <a16:creationId xmlns:a16="http://schemas.microsoft.com/office/drawing/2014/main" id="{8C5904B8-CDA1-7AF8-6E0B-185487756351}"/>
                </a:ext>
              </a:extLst>
            </p:cNvPr>
            <p:cNvSpPr/>
            <p:nvPr/>
          </p:nvSpPr>
          <p:spPr>
            <a:xfrm>
              <a:off x="5267947" y="229100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32" name="Rectangle 34">
              <a:extLst>
                <a:ext uri="{FF2B5EF4-FFF2-40B4-BE49-F238E27FC236}">
                  <a16:creationId xmlns:a16="http://schemas.microsoft.com/office/drawing/2014/main" id="{4EFFA585-AC08-F801-AAD6-E9D936E73C8F}"/>
                </a:ext>
              </a:extLst>
            </p:cNvPr>
            <p:cNvSpPr/>
            <p:nvPr/>
          </p:nvSpPr>
          <p:spPr>
            <a:xfrm>
              <a:off x="5414566" y="229100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33" name="Rectangle 35">
              <a:extLst>
                <a:ext uri="{FF2B5EF4-FFF2-40B4-BE49-F238E27FC236}">
                  <a16:creationId xmlns:a16="http://schemas.microsoft.com/office/drawing/2014/main" id="{740A2672-D6B3-C354-22D1-E8C1F376A1C5}"/>
                </a:ext>
              </a:extLst>
            </p:cNvPr>
            <p:cNvSpPr/>
            <p:nvPr/>
          </p:nvSpPr>
          <p:spPr>
            <a:xfrm>
              <a:off x="5561184" y="229100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34" name="Rectangle 36">
              <a:extLst>
                <a:ext uri="{FF2B5EF4-FFF2-40B4-BE49-F238E27FC236}">
                  <a16:creationId xmlns:a16="http://schemas.microsoft.com/office/drawing/2014/main" id="{907B9A8D-7EF0-4A6E-2D03-97FAE3C54365}"/>
                </a:ext>
              </a:extLst>
            </p:cNvPr>
            <p:cNvSpPr/>
            <p:nvPr/>
          </p:nvSpPr>
          <p:spPr>
            <a:xfrm>
              <a:off x="5707803" y="229100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35" name="Rectangle 37">
              <a:extLst>
                <a:ext uri="{FF2B5EF4-FFF2-40B4-BE49-F238E27FC236}">
                  <a16:creationId xmlns:a16="http://schemas.microsoft.com/office/drawing/2014/main" id="{ACBE8165-E6C7-C4E8-E13E-D183914A1465}"/>
                </a:ext>
              </a:extLst>
            </p:cNvPr>
            <p:cNvSpPr/>
            <p:nvPr/>
          </p:nvSpPr>
          <p:spPr>
            <a:xfrm>
              <a:off x="5854423" y="229100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36" name="Rectangle 39">
              <a:extLst>
                <a:ext uri="{FF2B5EF4-FFF2-40B4-BE49-F238E27FC236}">
                  <a16:creationId xmlns:a16="http://schemas.microsoft.com/office/drawing/2014/main" id="{BEA75F85-16B2-3CBE-C1E4-746C523D24D6}"/>
                </a:ext>
              </a:extLst>
            </p:cNvPr>
            <p:cNvSpPr/>
            <p:nvPr/>
          </p:nvSpPr>
          <p:spPr>
            <a:xfrm>
              <a:off x="4534855" y="2432120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37" name="Rectangle 40">
              <a:extLst>
                <a:ext uri="{FF2B5EF4-FFF2-40B4-BE49-F238E27FC236}">
                  <a16:creationId xmlns:a16="http://schemas.microsoft.com/office/drawing/2014/main" id="{612CE95D-103C-A0D4-CCAB-A6DDFB52F169}"/>
                </a:ext>
              </a:extLst>
            </p:cNvPr>
            <p:cNvSpPr/>
            <p:nvPr/>
          </p:nvSpPr>
          <p:spPr>
            <a:xfrm>
              <a:off x="4681473" y="2432120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38" name="Rectangle 41">
              <a:extLst>
                <a:ext uri="{FF2B5EF4-FFF2-40B4-BE49-F238E27FC236}">
                  <a16:creationId xmlns:a16="http://schemas.microsoft.com/office/drawing/2014/main" id="{408F0A13-8E4B-F3AA-AA83-31949C64584E}"/>
                </a:ext>
              </a:extLst>
            </p:cNvPr>
            <p:cNvSpPr/>
            <p:nvPr/>
          </p:nvSpPr>
          <p:spPr>
            <a:xfrm>
              <a:off x="4828092" y="243212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39" name="Rectangle 42">
              <a:extLst>
                <a:ext uri="{FF2B5EF4-FFF2-40B4-BE49-F238E27FC236}">
                  <a16:creationId xmlns:a16="http://schemas.microsoft.com/office/drawing/2014/main" id="{003495BA-6AFA-01F3-4E34-6374C746E9B2}"/>
                </a:ext>
              </a:extLst>
            </p:cNvPr>
            <p:cNvSpPr/>
            <p:nvPr/>
          </p:nvSpPr>
          <p:spPr>
            <a:xfrm>
              <a:off x="4974710" y="243212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40" name="Rectangle 43">
              <a:extLst>
                <a:ext uri="{FF2B5EF4-FFF2-40B4-BE49-F238E27FC236}">
                  <a16:creationId xmlns:a16="http://schemas.microsoft.com/office/drawing/2014/main" id="{664E9ECB-4CC3-8728-0D80-47897725A377}"/>
                </a:ext>
              </a:extLst>
            </p:cNvPr>
            <p:cNvSpPr/>
            <p:nvPr/>
          </p:nvSpPr>
          <p:spPr>
            <a:xfrm>
              <a:off x="5121329" y="243212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41" name="Rectangle 44">
              <a:extLst>
                <a:ext uri="{FF2B5EF4-FFF2-40B4-BE49-F238E27FC236}">
                  <a16:creationId xmlns:a16="http://schemas.microsoft.com/office/drawing/2014/main" id="{19B8FF97-FC42-B3E0-4DDE-23E2C931C9D8}"/>
                </a:ext>
              </a:extLst>
            </p:cNvPr>
            <p:cNvSpPr/>
            <p:nvPr/>
          </p:nvSpPr>
          <p:spPr>
            <a:xfrm>
              <a:off x="5267947" y="243212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42" name="Rectangle 45">
              <a:extLst>
                <a:ext uri="{FF2B5EF4-FFF2-40B4-BE49-F238E27FC236}">
                  <a16:creationId xmlns:a16="http://schemas.microsoft.com/office/drawing/2014/main" id="{54C91E4A-EB08-7386-6F24-17460398DE2D}"/>
                </a:ext>
              </a:extLst>
            </p:cNvPr>
            <p:cNvSpPr/>
            <p:nvPr/>
          </p:nvSpPr>
          <p:spPr>
            <a:xfrm>
              <a:off x="5414566" y="243212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43" name="Rectangle 46">
              <a:extLst>
                <a:ext uri="{FF2B5EF4-FFF2-40B4-BE49-F238E27FC236}">
                  <a16:creationId xmlns:a16="http://schemas.microsoft.com/office/drawing/2014/main" id="{1A8D673E-C9EF-9A7D-12E2-5BA3E7E92E71}"/>
                </a:ext>
              </a:extLst>
            </p:cNvPr>
            <p:cNvSpPr/>
            <p:nvPr/>
          </p:nvSpPr>
          <p:spPr>
            <a:xfrm>
              <a:off x="5561184" y="243212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44" name="Rectangle 47">
              <a:extLst>
                <a:ext uri="{FF2B5EF4-FFF2-40B4-BE49-F238E27FC236}">
                  <a16:creationId xmlns:a16="http://schemas.microsoft.com/office/drawing/2014/main" id="{EAB394F4-15C4-DC0E-93E6-20DC8E2A312D}"/>
                </a:ext>
              </a:extLst>
            </p:cNvPr>
            <p:cNvSpPr/>
            <p:nvPr/>
          </p:nvSpPr>
          <p:spPr>
            <a:xfrm>
              <a:off x="5707803" y="243212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45" name="Rectangle 48">
              <a:extLst>
                <a:ext uri="{FF2B5EF4-FFF2-40B4-BE49-F238E27FC236}">
                  <a16:creationId xmlns:a16="http://schemas.microsoft.com/office/drawing/2014/main" id="{C4EFC51C-B757-CE7F-63F0-2C073BB4AD14}"/>
                </a:ext>
              </a:extLst>
            </p:cNvPr>
            <p:cNvSpPr/>
            <p:nvPr/>
          </p:nvSpPr>
          <p:spPr>
            <a:xfrm>
              <a:off x="5854423" y="243212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46" name="Rectangle 50">
              <a:extLst>
                <a:ext uri="{FF2B5EF4-FFF2-40B4-BE49-F238E27FC236}">
                  <a16:creationId xmlns:a16="http://schemas.microsoft.com/office/drawing/2014/main" id="{03EDBEFB-AEF0-3A9D-47D1-E29EEE2BF210}"/>
                </a:ext>
              </a:extLst>
            </p:cNvPr>
            <p:cNvSpPr/>
            <p:nvPr/>
          </p:nvSpPr>
          <p:spPr>
            <a:xfrm>
              <a:off x="4534855" y="2573232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47" name="Rectangle 51">
              <a:extLst>
                <a:ext uri="{FF2B5EF4-FFF2-40B4-BE49-F238E27FC236}">
                  <a16:creationId xmlns:a16="http://schemas.microsoft.com/office/drawing/2014/main" id="{4A4E5B19-ED61-4845-4581-27959047271B}"/>
                </a:ext>
              </a:extLst>
            </p:cNvPr>
            <p:cNvSpPr/>
            <p:nvPr/>
          </p:nvSpPr>
          <p:spPr>
            <a:xfrm>
              <a:off x="4681473" y="2573232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48" name="Rectangle 52">
              <a:extLst>
                <a:ext uri="{FF2B5EF4-FFF2-40B4-BE49-F238E27FC236}">
                  <a16:creationId xmlns:a16="http://schemas.microsoft.com/office/drawing/2014/main" id="{B1EBA0B3-7458-A37B-A0FD-BA784F749230}"/>
                </a:ext>
              </a:extLst>
            </p:cNvPr>
            <p:cNvSpPr/>
            <p:nvPr/>
          </p:nvSpPr>
          <p:spPr>
            <a:xfrm>
              <a:off x="4828092" y="2573232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49" name="Rectangle 53">
              <a:extLst>
                <a:ext uri="{FF2B5EF4-FFF2-40B4-BE49-F238E27FC236}">
                  <a16:creationId xmlns:a16="http://schemas.microsoft.com/office/drawing/2014/main" id="{280078A6-2476-4DD6-F946-542236EDEC83}"/>
                </a:ext>
              </a:extLst>
            </p:cNvPr>
            <p:cNvSpPr/>
            <p:nvPr/>
          </p:nvSpPr>
          <p:spPr>
            <a:xfrm>
              <a:off x="4974710" y="257323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50" name="Rectangle 54">
              <a:extLst>
                <a:ext uri="{FF2B5EF4-FFF2-40B4-BE49-F238E27FC236}">
                  <a16:creationId xmlns:a16="http://schemas.microsoft.com/office/drawing/2014/main" id="{3F57896E-0192-DDB7-FFB0-35BCFAD5E91D}"/>
                </a:ext>
              </a:extLst>
            </p:cNvPr>
            <p:cNvSpPr/>
            <p:nvPr/>
          </p:nvSpPr>
          <p:spPr>
            <a:xfrm>
              <a:off x="5121329" y="257323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51" name="Rectangle 55">
              <a:extLst>
                <a:ext uri="{FF2B5EF4-FFF2-40B4-BE49-F238E27FC236}">
                  <a16:creationId xmlns:a16="http://schemas.microsoft.com/office/drawing/2014/main" id="{BBED1FF3-4B8B-9118-41F3-59FAEA8B8D4E}"/>
                </a:ext>
              </a:extLst>
            </p:cNvPr>
            <p:cNvSpPr/>
            <p:nvPr/>
          </p:nvSpPr>
          <p:spPr>
            <a:xfrm>
              <a:off x="5267947" y="257323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52" name="Rectangle 56">
              <a:extLst>
                <a:ext uri="{FF2B5EF4-FFF2-40B4-BE49-F238E27FC236}">
                  <a16:creationId xmlns:a16="http://schemas.microsoft.com/office/drawing/2014/main" id="{9B02EFB4-A699-2DF2-5F50-C3DAAC9F070F}"/>
                </a:ext>
              </a:extLst>
            </p:cNvPr>
            <p:cNvSpPr/>
            <p:nvPr/>
          </p:nvSpPr>
          <p:spPr>
            <a:xfrm>
              <a:off x="5414566" y="257323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53" name="Rectangle 57">
              <a:extLst>
                <a:ext uri="{FF2B5EF4-FFF2-40B4-BE49-F238E27FC236}">
                  <a16:creationId xmlns:a16="http://schemas.microsoft.com/office/drawing/2014/main" id="{2B93DE76-1267-B518-78FE-9756AA1FF879}"/>
                </a:ext>
              </a:extLst>
            </p:cNvPr>
            <p:cNvSpPr/>
            <p:nvPr/>
          </p:nvSpPr>
          <p:spPr>
            <a:xfrm>
              <a:off x="5561184" y="257323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54" name="Rectangle 58">
              <a:extLst>
                <a:ext uri="{FF2B5EF4-FFF2-40B4-BE49-F238E27FC236}">
                  <a16:creationId xmlns:a16="http://schemas.microsoft.com/office/drawing/2014/main" id="{4BC0EA89-1683-397F-D28C-F94EF87E229D}"/>
                </a:ext>
              </a:extLst>
            </p:cNvPr>
            <p:cNvSpPr/>
            <p:nvPr/>
          </p:nvSpPr>
          <p:spPr>
            <a:xfrm>
              <a:off x="5707803" y="257323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55" name="Rectangle 59">
              <a:extLst>
                <a:ext uri="{FF2B5EF4-FFF2-40B4-BE49-F238E27FC236}">
                  <a16:creationId xmlns:a16="http://schemas.microsoft.com/office/drawing/2014/main" id="{2797A1E0-3B4E-581E-0801-8B779EEE4398}"/>
                </a:ext>
              </a:extLst>
            </p:cNvPr>
            <p:cNvSpPr/>
            <p:nvPr/>
          </p:nvSpPr>
          <p:spPr>
            <a:xfrm>
              <a:off x="5854423" y="257323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56" name="Rectangle 2090">
              <a:extLst>
                <a:ext uri="{FF2B5EF4-FFF2-40B4-BE49-F238E27FC236}">
                  <a16:creationId xmlns:a16="http://schemas.microsoft.com/office/drawing/2014/main" id="{DAFFFD9F-F329-9470-4499-4398796A01C8}"/>
                </a:ext>
              </a:extLst>
            </p:cNvPr>
            <p:cNvSpPr/>
            <p:nvPr/>
          </p:nvSpPr>
          <p:spPr>
            <a:xfrm>
              <a:off x="4534855" y="2714344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57" name="Rectangle 2091">
              <a:extLst>
                <a:ext uri="{FF2B5EF4-FFF2-40B4-BE49-F238E27FC236}">
                  <a16:creationId xmlns:a16="http://schemas.microsoft.com/office/drawing/2014/main" id="{30C80C0C-DABD-49DC-B372-C72E4C01A5C0}"/>
                </a:ext>
              </a:extLst>
            </p:cNvPr>
            <p:cNvSpPr/>
            <p:nvPr/>
          </p:nvSpPr>
          <p:spPr>
            <a:xfrm>
              <a:off x="4681473" y="2714344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58" name="Rectangle 2092">
              <a:extLst>
                <a:ext uri="{FF2B5EF4-FFF2-40B4-BE49-F238E27FC236}">
                  <a16:creationId xmlns:a16="http://schemas.microsoft.com/office/drawing/2014/main" id="{3EED5E64-DB3E-82B8-6651-63FF42E77F30}"/>
                </a:ext>
              </a:extLst>
            </p:cNvPr>
            <p:cNvSpPr/>
            <p:nvPr/>
          </p:nvSpPr>
          <p:spPr>
            <a:xfrm>
              <a:off x="4828092" y="2714344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59" name="Rectangle 2093">
              <a:extLst>
                <a:ext uri="{FF2B5EF4-FFF2-40B4-BE49-F238E27FC236}">
                  <a16:creationId xmlns:a16="http://schemas.microsoft.com/office/drawing/2014/main" id="{C1990461-F28C-8F49-D631-CE603A18F1E3}"/>
                </a:ext>
              </a:extLst>
            </p:cNvPr>
            <p:cNvSpPr/>
            <p:nvPr/>
          </p:nvSpPr>
          <p:spPr>
            <a:xfrm>
              <a:off x="4974710" y="2714344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60" name="Rectangle 2094">
              <a:extLst>
                <a:ext uri="{FF2B5EF4-FFF2-40B4-BE49-F238E27FC236}">
                  <a16:creationId xmlns:a16="http://schemas.microsoft.com/office/drawing/2014/main" id="{79A6CFDA-8349-14D8-BEDA-571D34C1DEFA}"/>
                </a:ext>
              </a:extLst>
            </p:cNvPr>
            <p:cNvSpPr/>
            <p:nvPr/>
          </p:nvSpPr>
          <p:spPr>
            <a:xfrm>
              <a:off x="5121329" y="2714344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61" name="Rectangle 2095">
              <a:extLst>
                <a:ext uri="{FF2B5EF4-FFF2-40B4-BE49-F238E27FC236}">
                  <a16:creationId xmlns:a16="http://schemas.microsoft.com/office/drawing/2014/main" id="{8498A8CA-9543-6EE7-793B-0E553F9D2B8B}"/>
                </a:ext>
              </a:extLst>
            </p:cNvPr>
            <p:cNvSpPr/>
            <p:nvPr/>
          </p:nvSpPr>
          <p:spPr>
            <a:xfrm>
              <a:off x="5267947" y="2714344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62" name="Rectangle 2096">
              <a:extLst>
                <a:ext uri="{FF2B5EF4-FFF2-40B4-BE49-F238E27FC236}">
                  <a16:creationId xmlns:a16="http://schemas.microsoft.com/office/drawing/2014/main" id="{9D401E79-E8E8-005D-EA44-874745311A0C}"/>
                </a:ext>
              </a:extLst>
            </p:cNvPr>
            <p:cNvSpPr/>
            <p:nvPr/>
          </p:nvSpPr>
          <p:spPr>
            <a:xfrm>
              <a:off x="5414566" y="2714344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63" name="Rectangle 2097">
              <a:extLst>
                <a:ext uri="{FF2B5EF4-FFF2-40B4-BE49-F238E27FC236}">
                  <a16:creationId xmlns:a16="http://schemas.microsoft.com/office/drawing/2014/main" id="{E57CEF81-FFFD-0872-022F-92EA78F74F9A}"/>
                </a:ext>
              </a:extLst>
            </p:cNvPr>
            <p:cNvSpPr/>
            <p:nvPr/>
          </p:nvSpPr>
          <p:spPr>
            <a:xfrm>
              <a:off x="5561184" y="2714344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64" name="Rectangle 2098">
              <a:extLst>
                <a:ext uri="{FF2B5EF4-FFF2-40B4-BE49-F238E27FC236}">
                  <a16:creationId xmlns:a16="http://schemas.microsoft.com/office/drawing/2014/main" id="{CF750FD5-CE2A-0E0B-2C9E-FF98FE9D6377}"/>
                </a:ext>
              </a:extLst>
            </p:cNvPr>
            <p:cNvSpPr/>
            <p:nvPr/>
          </p:nvSpPr>
          <p:spPr>
            <a:xfrm>
              <a:off x="5707803" y="2714344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65" name="Rectangle 2099">
              <a:extLst>
                <a:ext uri="{FF2B5EF4-FFF2-40B4-BE49-F238E27FC236}">
                  <a16:creationId xmlns:a16="http://schemas.microsoft.com/office/drawing/2014/main" id="{1EF6EBE2-8EA5-558F-AE6C-DF45F2D068BE}"/>
                </a:ext>
              </a:extLst>
            </p:cNvPr>
            <p:cNvSpPr/>
            <p:nvPr/>
          </p:nvSpPr>
          <p:spPr>
            <a:xfrm>
              <a:off x="5854423" y="2714344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66" name="Rectangle 2101">
              <a:extLst>
                <a:ext uri="{FF2B5EF4-FFF2-40B4-BE49-F238E27FC236}">
                  <a16:creationId xmlns:a16="http://schemas.microsoft.com/office/drawing/2014/main" id="{D22DB97E-6B30-CC73-CE45-1C0DD3FAEA49}"/>
                </a:ext>
              </a:extLst>
            </p:cNvPr>
            <p:cNvSpPr/>
            <p:nvPr/>
          </p:nvSpPr>
          <p:spPr>
            <a:xfrm>
              <a:off x="4534855" y="2855457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67" name="Rectangle 2102">
              <a:extLst>
                <a:ext uri="{FF2B5EF4-FFF2-40B4-BE49-F238E27FC236}">
                  <a16:creationId xmlns:a16="http://schemas.microsoft.com/office/drawing/2014/main" id="{BD10830E-E175-F6BA-9316-58B03204085D}"/>
                </a:ext>
              </a:extLst>
            </p:cNvPr>
            <p:cNvSpPr/>
            <p:nvPr/>
          </p:nvSpPr>
          <p:spPr>
            <a:xfrm>
              <a:off x="4681473" y="2855457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68" name="Rectangle 2103">
              <a:extLst>
                <a:ext uri="{FF2B5EF4-FFF2-40B4-BE49-F238E27FC236}">
                  <a16:creationId xmlns:a16="http://schemas.microsoft.com/office/drawing/2014/main" id="{98B6A8EE-3F38-272E-A1D3-D4D42AC658C2}"/>
                </a:ext>
              </a:extLst>
            </p:cNvPr>
            <p:cNvSpPr/>
            <p:nvPr/>
          </p:nvSpPr>
          <p:spPr>
            <a:xfrm>
              <a:off x="4828092" y="2855457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69" name="Rectangle 2104">
              <a:extLst>
                <a:ext uri="{FF2B5EF4-FFF2-40B4-BE49-F238E27FC236}">
                  <a16:creationId xmlns:a16="http://schemas.microsoft.com/office/drawing/2014/main" id="{B83D1A0F-F59F-60B8-C677-F93E5C780AE6}"/>
                </a:ext>
              </a:extLst>
            </p:cNvPr>
            <p:cNvSpPr/>
            <p:nvPr/>
          </p:nvSpPr>
          <p:spPr>
            <a:xfrm>
              <a:off x="4974710" y="285545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70" name="Rectangle 2105">
              <a:extLst>
                <a:ext uri="{FF2B5EF4-FFF2-40B4-BE49-F238E27FC236}">
                  <a16:creationId xmlns:a16="http://schemas.microsoft.com/office/drawing/2014/main" id="{E668C4BD-E6F9-E6AD-02C4-E3D9D67DDDB6}"/>
                </a:ext>
              </a:extLst>
            </p:cNvPr>
            <p:cNvSpPr/>
            <p:nvPr/>
          </p:nvSpPr>
          <p:spPr>
            <a:xfrm>
              <a:off x="5121329" y="285545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71" name="Rectangle 2106">
              <a:extLst>
                <a:ext uri="{FF2B5EF4-FFF2-40B4-BE49-F238E27FC236}">
                  <a16:creationId xmlns:a16="http://schemas.microsoft.com/office/drawing/2014/main" id="{12E816B4-69D3-BFD3-B1CA-B97614D560F0}"/>
                </a:ext>
              </a:extLst>
            </p:cNvPr>
            <p:cNvSpPr/>
            <p:nvPr/>
          </p:nvSpPr>
          <p:spPr>
            <a:xfrm>
              <a:off x="5267947" y="285545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72" name="Rectangle 2107">
              <a:extLst>
                <a:ext uri="{FF2B5EF4-FFF2-40B4-BE49-F238E27FC236}">
                  <a16:creationId xmlns:a16="http://schemas.microsoft.com/office/drawing/2014/main" id="{1AE0AD71-58AB-4D94-35A1-006AA5FA45FA}"/>
                </a:ext>
              </a:extLst>
            </p:cNvPr>
            <p:cNvSpPr/>
            <p:nvPr/>
          </p:nvSpPr>
          <p:spPr>
            <a:xfrm>
              <a:off x="5414566" y="285545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73" name="Rectangle 2108">
              <a:extLst>
                <a:ext uri="{FF2B5EF4-FFF2-40B4-BE49-F238E27FC236}">
                  <a16:creationId xmlns:a16="http://schemas.microsoft.com/office/drawing/2014/main" id="{19C258D6-E8B2-0BA3-E882-8CB0B724D0DC}"/>
                </a:ext>
              </a:extLst>
            </p:cNvPr>
            <p:cNvSpPr/>
            <p:nvPr/>
          </p:nvSpPr>
          <p:spPr>
            <a:xfrm>
              <a:off x="5561184" y="285545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74" name="Rectangle 2109">
              <a:extLst>
                <a:ext uri="{FF2B5EF4-FFF2-40B4-BE49-F238E27FC236}">
                  <a16:creationId xmlns:a16="http://schemas.microsoft.com/office/drawing/2014/main" id="{DCEFA09D-0EBD-1BEA-5DEA-3BBEB899ECCD}"/>
                </a:ext>
              </a:extLst>
            </p:cNvPr>
            <p:cNvSpPr/>
            <p:nvPr/>
          </p:nvSpPr>
          <p:spPr>
            <a:xfrm>
              <a:off x="5707803" y="285545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75" name="Rectangle 2110">
              <a:extLst>
                <a:ext uri="{FF2B5EF4-FFF2-40B4-BE49-F238E27FC236}">
                  <a16:creationId xmlns:a16="http://schemas.microsoft.com/office/drawing/2014/main" id="{3EE709A6-342A-BD2C-EEDA-CF1DEAD7CCE8}"/>
                </a:ext>
              </a:extLst>
            </p:cNvPr>
            <p:cNvSpPr/>
            <p:nvPr/>
          </p:nvSpPr>
          <p:spPr>
            <a:xfrm>
              <a:off x="5854423" y="285545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76" name="Rectangle 2112">
              <a:extLst>
                <a:ext uri="{FF2B5EF4-FFF2-40B4-BE49-F238E27FC236}">
                  <a16:creationId xmlns:a16="http://schemas.microsoft.com/office/drawing/2014/main" id="{6B9C9D02-4EBF-E4DE-00C0-C527DF335BFB}"/>
                </a:ext>
              </a:extLst>
            </p:cNvPr>
            <p:cNvSpPr/>
            <p:nvPr/>
          </p:nvSpPr>
          <p:spPr>
            <a:xfrm>
              <a:off x="4534855" y="2996569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77" name="Rectangle 2113">
              <a:extLst>
                <a:ext uri="{FF2B5EF4-FFF2-40B4-BE49-F238E27FC236}">
                  <a16:creationId xmlns:a16="http://schemas.microsoft.com/office/drawing/2014/main" id="{4041AF78-6833-7A3D-426C-00CCB8E88D0C}"/>
                </a:ext>
              </a:extLst>
            </p:cNvPr>
            <p:cNvSpPr/>
            <p:nvPr/>
          </p:nvSpPr>
          <p:spPr>
            <a:xfrm>
              <a:off x="4681473" y="2996569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78" name="Rectangle 2114">
              <a:extLst>
                <a:ext uri="{FF2B5EF4-FFF2-40B4-BE49-F238E27FC236}">
                  <a16:creationId xmlns:a16="http://schemas.microsoft.com/office/drawing/2014/main" id="{E9DB18B3-5E16-F0E9-F487-F6B62CDF9193}"/>
                </a:ext>
              </a:extLst>
            </p:cNvPr>
            <p:cNvSpPr/>
            <p:nvPr/>
          </p:nvSpPr>
          <p:spPr>
            <a:xfrm>
              <a:off x="4828092" y="2996569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79" name="Rectangle 2115">
              <a:extLst>
                <a:ext uri="{FF2B5EF4-FFF2-40B4-BE49-F238E27FC236}">
                  <a16:creationId xmlns:a16="http://schemas.microsoft.com/office/drawing/2014/main" id="{0BA99009-E6B7-53CE-D43C-2524CBC4F078}"/>
                </a:ext>
              </a:extLst>
            </p:cNvPr>
            <p:cNvSpPr/>
            <p:nvPr/>
          </p:nvSpPr>
          <p:spPr>
            <a:xfrm>
              <a:off x="4974710" y="2996569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80" name="Rectangle 2116">
              <a:extLst>
                <a:ext uri="{FF2B5EF4-FFF2-40B4-BE49-F238E27FC236}">
                  <a16:creationId xmlns:a16="http://schemas.microsoft.com/office/drawing/2014/main" id="{5D563D34-45D8-ADB5-E410-B6D736B308CA}"/>
                </a:ext>
              </a:extLst>
            </p:cNvPr>
            <p:cNvSpPr/>
            <p:nvPr/>
          </p:nvSpPr>
          <p:spPr>
            <a:xfrm>
              <a:off x="5121329" y="2996569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81" name="Rectangle 2117">
              <a:extLst>
                <a:ext uri="{FF2B5EF4-FFF2-40B4-BE49-F238E27FC236}">
                  <a16:creationId xmlns:a16="http://schemas.microsoft.com/office/drawing/2014/main" id="{676BB562-E8C1-1271-4A27-08AB6DE324A6}"/>
                </a:ext>
              </a:extLst>
            </p:cNvPr>
            <p:cNvSpPr/>
            <p:nvPr/>
          </p:nvSpPr>
          <p:spPr>
            <a:xfrm>
              <a:off x="5267947" y="2996569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82" name="Rectangle 2118">
              <a:extLst>
                <a:ext uri="{FF2B5EF4-FFF2-40B4-BE49-F238E27FC236}">
                  <a16:creationId xmlns:a16="http://schemas.microsoft.com/office/drawing/2014/main" id="{1C39878C-8887-7B60-4BB7-F6A7B7FE2954}"/>
                </a:ext>
              </a:extLst>
            </p:cNvPr>
            <p:cNvSpPr/>
            <p:nvPr/>
          </p:nvSpPr>
          <p:spPr>
            <a:xfrm>
              <a:off x="5414566" y="2996569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83" name="Rectangle 2119">
              <a:extLst>
                <a:ext uri="{FF2B5EF4-FFF2-40B4-BE49-F238E27FC236}">
                  <a16:creationId xmlns:a16="http://schemas.microsoft.com/office/drawing/2014/main" id="{86F0B399-3B86-2D75-535B-CC7EF7FBEBD3}"/>
                </a:ext>
              </a:extLst>
            </p:cNvPr>
            <p:cNvSpPr/>
            <p:nvPr/>
          </p:nvSpPr>
          <p:spPr>
            <a:xfrm>
              <a:off x="5561184" y="2996569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84" name="Rectangle 2120">
              <a:extLst>
                <a:ext uri="{FF2B5EF4-FFF2-40B4-BE49-F238E27FC236}">
                  <a16:creationId xmlns:a16="http://schemas.microsoft.com/office/drawing/2014/main" id="{345DB125-05E5-C288-6740-8F1C5A4AE913}"/>
                </a:ext>
              </a:extLst>
            </p:cNvPr>
            <p:cNvSpPr/>
            <p:nvPr/>
          </p:nvSpPr>
          <p:spPr>
            <a:xfrm>
              <a:off x="5707803" y="2996569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85" name="Rectangle 2121">
              <a:extLst>
                <a:ext uri="{FF2B5EF4-FFF2-40B4-BE49-F238E27FC236}">
                  <a16:creationId xmlns:a16="http://schemas.microsoft.com/office/drawing/2014/main" id="{80B3ABBE-36F8-65C5-371E-1EF3486B0BAA}"/>
                </a:ext>
              </a:extLst>
            </p:cNvPr>
            <p:cNvSpPr/>
            <p:nvPr/>
          </p:nvSpPr>
          <p:spPr>
            <a:xfrm>
              <a:off x="5854423" y="2996569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86" name="Rectangle 2123">
              <a:extLst>
                <a:ext uri="{FF2B5EF4-FFF2-40B4-BE49-F238E27FC236}">
                  <a16:creationId xmlns:a16="http://schemas.microsoft.com/office/drawing/2014/main" id="{97CC916E-FEEA-8F7A-E2B6-1F1883DB8B02}"/>
                </a:ext>
              </a:extLst>
            </p:cNvPr>
            <p:cNvSpPr/>
            <p:nvPr/>
          </p:nvSpPr>
          <p:spPr>
            <a:xfrm>
              <a:off x="4534855" y="3137681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87" name="Rectangle 2124">
              <a:extLst>
                <a:ext uri="{FF2B5EF4-FFF2-40B4-BE49-F238E27FC236}">
                  <a16:creationId xmlns:a16="http://schemas.microsoft.com/office/drawing/2014/main" id="{FBD2FBA1-A671-7620-278D-5CAC06EA7E14}"/>
                </a:ext>
              </a:extLst>
            </p:cNvPr>
            <p:cNvSpPr/>
            <p:nvPr/>
          </p:nvSpPr>
          <p:spPr>
            <a:xfrm>
              <a:off x="4681473" y="3137681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88" name="Rectangle 2125">
              <a:extLst>
                <a:ext uri="{FF2B5EF4-FFF2-40B4-BE49-F238E27FC236}">
                  <a16:creationId xmlns:a16="http://schemas.microsoft.com/office/drawing/2014/main" id="{1D962D12-8335-5F6C-E78D-C17F56693785}"/>
                </a:ext>
              </a:extLst>
            </p:cNvPr>
            <p:cNvSpPr/>
            <p:nvPr/>
          </p:nvSpPr>
          <p:spPr>
            <a:xfrm>
              <a:off x="4828092" y="3137681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89" name="Rectangle 2126">
              <a:extLst>
                <a:ext uri="{FF2B5EF4-FFF2-40B4-BE49-F238E27FC236}">
                  <a16:creationId xmlns:a16="http://schemas.microsoft.com/office/drawing/2014/main" id="{81A71713-B340-8E85-C846-33BE8942BA70}"/>
                </a:ext>
              </a:extLst>
            </p:cNvPr>
            <p:cNvSpPr/>
            <p:nvPr/>
          </p:nvSpPr>
          <p:spPr>
            <a:xfrm>
              <a:off x="4974710" y="3137681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90" name="Rectangle 2127">
              <a:extLst>
                <a:ext uri="{FF2B5EF4-FFF2-40B4-BE49-F238E27FC236}">
                  <a16:creationId xmlns:a16="http://schemas.microsoft.com/office/drawing/2014/main" id="{CFD2355E-3145-1848-7EB9-790FA34052E6}"/>
                </a:ext>
              </a:extLst>
            </p:cNvPr>
            <p:cNvSpPr/>
            <p:nvPr/>
          </p:nvSpPr>
          <p:spPr>
            <a:xfrm>
              <a:off x="5121329" y="3137681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91" name="Rectangle 2128">
              <a:extLst>
                <a:ext uri="{FF2B5EF4-FFF2-40B4-BE49-F238E27FC236}">
                  <a16:creationId xmlns:a16="http://schemas.microsoft.com/office/drawing/2014/main" id="{1E35C665-6A5C-FF6C-E6C1-0F75E1BBD978}"/>
                </a:ext>
              </a:extLst>
            </p:cNvPr>
            <p:cNvSpPr/>
            <p:nvPr/>
          </p:nvSpPr>
          <p:spPr>
            <a:xfrm>
              <a:off x="5267947" y="3137681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92" name="Rectangle 2129">
              <a:extLst>
                <a:ext uri="{FF2B5EF4-FFF2-40B4-BE49-F238E27FC236}">
                  <a16:creationId xmlns:a16="http://schemas.microsoft.com/office/drawing/2014/main" id="{6D5A2735-1671-C145-1D61-CA9003E99418}"/>
                </a:ext>
              </a:extLst>
            </p:cNvPr>
            <p:cNvSpPr/>
            <p:nvPr/>
          </p:nvSpPr>
          <p:spPr>
            <a:xfrm>
              <a:off x="5414566" y="3137681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93" name="Rectangle 2130">
              <a:extLst>
                <a:ext uri="{FF2B5EF4-FFF2-40B4-BE49-F238E27FC236}">
                  <a16:creationId xmlns:a16="http://schemas.microsoft.com/office/drawing/2014/main" id="{B1F1B1EE-B227-16EF-A650-A0E6E097E61E}"/>
                </a:ext>
              </a:extLst>
            </p:cNvPr>
            <p:cNvSpPr/>
            <p:nvPr/>
          </p:nvSpPr>
          <p:spPr>
            <a:xfrm>
              <a:off x="5561184" y="3137681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94" name="Rectangle 2131">
              <a:extLst>
                <a:ext uri="{FF2B5EF4-FFF2-40B4-BE49-F238E27FC236}">
                  <a16:creationId xmlns:a16="http://schemas.microsoft.com/office/drawing/2014/main" id="{33614A14-4C19-56C0-7871-51131524AAA1}"/>
                </a:ext>
              </a:extLst>
            </p:cNvPr>
            <p:cNvSpPr/>
            <p:nvPr/>
          </p:nvSpPr>
          <p:spPr>
            <a:xfrm>
              <a:off x="5707803" y="3137681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95" name="Rectangle 2132">
              <a:extLst>
                <a:ext uri="{FF2B5EF4-FFF2-40B4-BE49-F238E27FC236}">
                  <a16:creationId xmlns:a16="http://schemas.microsoft.com/office/drawing/2014/main" id="{FECB59D9-8D83-E442-7811-29D92A256861}"/>
                </a:ext>
              </a:extLst>
            </p:cNvPr>
            <p:cNvSpPr/>
            <p:nvPr/>
          </p:nvSpPr>
          <p:spPr>
            <a:xfrm>
              <a:off x="5854423" y="3137681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96" name="Rectangle 2134">
              <a:extLst>
                <a:ext uri="{FF2B5EF4-FFF2-40B4-BE49-F238E27FC236}">
                  <a16:creationId xmlns:a16="http://schemas.microsoft.com/office/drawing/2014/main" id="{A78B1574-D64E-9AF0-FCA4-6BD8197AFC1E}"/>
                </a:ext>
              </a:extLst>
            </p:cNvPr>
            <p:cNvSpPr/>
            <p:nvPr/>
          </p:nvSpPr>
          <p:spPr>
            <a:xfrm>
              <a:off x="4534855" y="3278793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97" name="Rectangle 2135">
              <a:extLst>
                <a:ext uri="{FF2B5EF4-FFF2-40B4-BE49-F238E27FC236}">
                  <a16:creationId xmlns:a16="http://schemas.microsoft.com/office/drawing/2014/main" id="{DA6A2BEF-2684-25C7-E131-061820A58FC3}"/>
                </a:ext>
              </a:extLst>
            </p:cNvPr>
            <p:cNvSpPr/>
            <p:nvPr/>
          </p:nvSpPr>
          <p:spPr>
            <a:xfrm>
              <a:off x="4681473" y="3278793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98" name="Rectangle 2136">
              <a:extLst>
                <a:ext uri="{FF2B5EF4-FFF2-40B4-BE49-F238E27FC236}">
                  <a16:creationId xmlns:a16="http://schemas.microsoft.com/office/drawing/2014/main" id="{00742FB1-B90B-769A-3436-B04FFF0B48BC}"/>
                </a:ext>
              </a:extLst>
            </p:cNvPr>
            <p:cNvSpPr/>
            <p:nvPr/>
          </p:nvSpPr>
          <p:spPr>
            <a:xfrm>
              <a:off x="4828092" y="3278793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99" name="Rectangle 2137">
              <a:extLst>
                <a:ext uri="{FF2B5EF4-FFF2-40B4-BE49-F238E27FC236}">
                  <a16:creationId xmlns:a16="http://schemas.microsoft.com/office/drawing/2014/main" id="{954EC295-3253-4FFB-658E-B83EB2778114}"/>
                </a:ext>
              </a:extLst>
            </p:cNvPr>
            <p:cNvSpPr/>
            <p:nvPr/>
          </p:nvSpPr>
          <p:spPr>
            <a:xfrm>
              <a:off x="4974710" y="327879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00" name="Rectangle 2138">
              <a:extLst>
                <a:ext uri="{FF2B5EF4-FFF2-40B4-BE49-F238E27FC236}">
                  <a16:creationId xmlns:a16="http://schemas.microsoft.com/office/drawing/2014/main" id="{DD69BD75-5E2A-73D4-30B2-06205FDA73B4}"/>
                </a:ext>
              </a:extLst>
            </p:cNvPr>
            <p:cNvSpPr/>
            <p:nvPr/>
          </p:nvSpPr>
          <p:spPr>
            <a:xfrm>
              <a:off x="5121329" y="327879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01" name="Rectangle 2139">
              <a:extLst>
                <a:ext uri="{FF2B5EF4-FFF2-40B4-BE49-F238E27FC236}">
                  <a16:creationId xmlns:a16="http://schemas.microsoft.com/office/drawing/2014/main" id="{D2ABD00C-A604-0935-A5BB-4C62573CB747}"/>
                </a:ext>
              </a:extLst>
            </p:cNvPr>
            <p:cNvSpPr/>
            <p:nvPr/>
          </p:nvSpPr>
          <p:spPr>
            <a:xfrm>
              <a:off x="5267947" y="327879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02" name="Rectangle 2140">
              <a:extLst>
                <a:ext uri="{FF2B5EF4-FFF2-40B4-BE49-F238E27FC236}">
                  <a16:creationId xmlns:a16="http://schemas.microsoft.com/office/drawing/2014/main" id="{227B6156-8E8E-80D5-A777-EDCF39BFAF59}"/>
                </a:ext>
              </a:extLst>
            </p:cNvPr>
            <p:cNvSpPr/>
            <p:nvPr/>
          </p:nvSpPr>
          <p:spPr>
            <a:xfrm>
              <a:off x="5414566" y="327879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03" name="Rectangle 2141">
              <a:extLst>
                <a:ext uri="{FF2B5EF4-FFF2-40B4-BE49-F238E27FC236}">
                  <a16:creationId xmlns:a16="http://schemas.microsoft.com/office/drawing/2014/main" id="{A019A10C-D193-EE1A-1BE9-E77C0570B59B}"/>
                </a:ext>
              </a:extLst>
            </p:cNvPr>
            <p:cNvSpPr/>
            <p:nvPr/>
          </p:nvSpPr>
          <p:spPr>
            <a:xfrm>
              <a:off x="5561184" y="327879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04" name="Rectangle 2142">
              <a:extLst>
                <a:ext uri="{FF2B5EF4-FFF2-40B4-BE49-F238E27FC236}">
                  <a16:creationId xmlns:a16="http://schemas.microsoft.com/office/drawing/2014/main" id="{0CFC6845-4126-3531-B680-C06098E49B6C}"/>
                </a:ext>
              </a:extLst>
            </p:cNvPr>
            <p:cNvSpPr/>
            <p:nvPr/>
          </p:nvSpPr>
          <p:spPr>
            <a:xfrm>
              <a:off x="5707803" y="327879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05" name="Rectangle 2143">
              <a:extLst>
                <a:ext uri="{FF2B5EF4-FFF2-40B4-BE49-F238E27FC236}">
                  <a16:creationId xmlns:a16="http://schemas.microsoft.com/office/drawing/2014/main" id="{5A989678-B448-ECF3-7B5B-03EBCAB72897}"/>
                </a:ext>
              </a:extLst>
            </p:cNvPr>
            <p:cNvSpPr/>
            <p:nvPr/>
          </p:nvSpPr>
          <p:spPr>
            <a:xfrm>
              <a:off x="5854423" y="327879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06" name="Rectangle 2145">
              <a:extLst>
                <a:ext uri="{FF2B5EF4-FFF2-40B4-BE49-F238E27FC236}">
                  <a16:creationId xmlns:a16="http://schemas.microsoft.com/office/drawing/2014/main" id="{DAC3E6E8-D91C-E756-FBCD-0031BAABF58D}"/>
                </a:ext>
              </a:extLst>
            </p:cNvPr>
            <p:cNvSpPr/>
            <p:nvPr/>
          </p:nvSpPr>
          <p:spPr>
            <a:xfrm>
              <a:off x="4534855" y="3419903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07" name="Rectangle 2146">
              <a:extLst>
                <a:ext uri="{FF2B5EF4-FFF2-40B4-BE49-F238E27FC236}">
                  <a16:creationId xmlns:a16="http://schemas.microsoft.com/office/drawing/2014/main" id="{5ED413C7-AF32-7EB9-93CF-D7EFBB6BA06F}"/>
                </a:ext>
              </a:extLst>
            </p:cNvPr>
            <p:cNvSpPr/>
            <p:nvPr/>
          </p:nvSpPr>
          <p:spPr>
            <a:xfrm>
              <a:off x="4681473" y="3419903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08" name="Rectangle 2147">
              <a:extLst>
                <a:ext uri="{FF2B5EF4-FFF2-40B4-BE49-F238E27FC236}">
                  <a16:creationId xmlns:a16="http://schemas.microsoft.com/office/drawing/2014/main" id="{FA9A3AA8-3DB7-6F3C-96B6-DB47489727AB}"/>
                </a:ext>
              </a:extLst>
            </p:cNvPr>
            <p:cNvSpPr/>
            <p:nvPr/>
          </p:nvSpPr>
          <p:spPr>
            <a:xfrm>
              <a:off x="4828092" y="3419903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09" name="Rectangle 2148">
              <a:extLst>
                <a:ext uri="{FF2B5EF4-FFF2-40B4-BE49-F238E27FC236}">
                  <a16:creationId xmlns:a16="http://schemas.microsoft.com/office/drawing/2014/main" id="{41AF9327-B43B-F323-C676-06A7DF3FF025}"/>
                </a:ext>
              </a:extLst>
            </p:cNvPr>
            <p:cNvSpPr/>
            <p:nvPr/>
          </p:nvSpPr>
          <p:spPr>
            <a:xfrm>
              <a:off x="4974710" y="341990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0" name="Rectangle 2149">
              <a:extLst>
                <a:ext uri="{FF2B5EF4-FFF2-40B4-BE49-F238E27FC236}">
                  <a16:creationId xmlns:a16="http://schemas.microsoft.com/office/drawing/2014/main" id="{BBF6CAE2-6E64-A0DF-F2C4-0024387025C0}"/>
                </a:ext>
              </a:extLst>
            </p:cNvPr>
            <p:cNvSpPr/>
            <p:nvPr/>
          </p:nvSpPr>
          <p:spPr>
            <a:xfrm>
              <a:off x="5121329" y="341990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1" name="Rectangle 2150">
              <a:extLst>
                <a:ext uri="{FF2B5EF4-FFF2-40B4-BE49-F238E27FC236}">
                  <a16:creationId xmlns:a16="http://schemas.microsoft.com/office/drawing/2014/main" id="{496E57F4-A1E9-2A25-E339-B4502044AE62}"/>
                </a:ext>
              </a:extLst>
            </p:cNvPr>
            <p:cNvSpPr/>
            <p:nvPr/>
          </p:nvSpPr>
          <p:spPr>
            <a:xfrm>
              <a:off x="5267947" y="341990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2" name="Rectangle 2151">
              <a:extLst>
                <a:ext uri="{FF2B5EF4-FFF2-40B4-BE49-F238E27FC236}">
                  <a16:creationId xmlns:a16="http://schemas.microsoft.com/office/drawing/2014/main" id="{744B1754-044F-C591-EA6B-776FE3FF9D2F}"/>
                </a:ext>
              </a:extLst>
            </p:cNvPr>
            <p:cNvSpPr/>
            <p:nvPr/>
          </p:nvSpPr>
          <p:spPr>
            <a:xfrm>
              <a:off x="5414566" y="341990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3" name="Rectangle 2152">
              <a:extLst>
                <a:ext uri="{FF2B5EF4-FFF2-40B4-BE49-F238E27FC236}">
                  <a16:creationId xmlns:a16="http://schemas.microsoft.com/office/drawing/2014/main" id="{4E8E19ED-330B-61F6-1654-0AF0AA6C438A}"/>
                </a:ext>
              </a:extLst>
            </p:cNvPr>
            <p:cNvSpPr/>
            <p:nvPr/>
          </p:nvSpPr>
          <p:spPr>
            <a:xfrm>
              <a:off x="5561184" y="341990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4" name="Rectangle 2153">
              <a:extLst>
                <a:ext uri="{FF2B5EF4-FFF2-40B4-BE49-F238E27FC236}">
                  <a16:creationId xmlns:a16="http://schemas.microsoft.com/office/drawing/2014/main" id="{6ECD32E3-5EF2-075B-1F9F-7C35166FF1AD}"/>
                </a:ext>
              </a:extLst>
            </p:cNvPr>
            <p:cNvSpPr/>
            <p:nvPr/>
          </p:nvSpPr>
          <p:spPr>
            <a:xfrm>
              <a:off x="5707803" y="341990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5" name="Rectangle 2154">
              <a:extLst>
                <a:ext uri="{FF2B5EF4-FFF2-40B4-BE49-F238E27FC236}">
                  <a16:creationId xmlns:a16="http://schemas.microsoft.com/office/drawing/2014/main" id="{3B973496-EEA8-23E3-8866-4CC9D0C3C829}"/>
                </a:ext>
              </a:extLst>
            </p:cNvPr>
            <p:cNvSpPr/>
            <p:nvPr/>
          </p:nvSpPr>
          <p:spPr>
            <a:xfrm>
              <a:off x="5854423" y="341990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</p:grpSp>
      <p:sp>
        <p:nvSpPr>
          <p:cNvPr id="216" name="文本框 215">
            <a:extLst>
              <a:ext uri="{FF2B5EF4-FFF2-40B4-BE49-F238E27FC236}">
                <a16:creationId xmlns:a16="http://schemas.microsoft.com/office/drawing/2014/main" id="{E9DC2BFE-BCE5-83D5-E237-68C101AC17FC}"/>
              </a:ext>
            </a:extLst>
          </p:cNvPr>
          <p:cNvSpPr txBox="1"/>
          <p:nvPr/>
        </p:nvSpPr>
        <p:spPr>
          <a:xfrm>
            <a:off x="4212624" y="1324583"/>
            <a:ext cx="24641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All employees receive training on</a:t>
            </a:r>
          </a:p>
          <a:p>
            <a:pPr algn="ctr"/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how to integrate sustainability</a:t>
            </a:r>
          </a:p>
          <a:p>
            <a:pPr algn="ctr"/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practices into their work</a:t>
            </a:r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0448AB24-31FF-CE18-9864-1209986F97A5}"/>
              </a:ext>
            </a:extLst>
          </p:cNvPr>
          <p:cNvSpPr txBox="1"/>
          <p:nvPr/>
        </p:nvSpPr>
        <p:spPr>
          <a:xfrm>
            <a:off x="5281827" y="1915517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27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2CB4440E-9168-54B2-8B93-B0D1ADCDCC34}"/>
              </a:ext>
            </a:extLst>
          </p:cNvPr>
          <p:cNvSpPr txBox="1"/>
          <p:nvPr/>
        </p:nvSpPr>
        <p:spPr>
          <a:xfrm>
            <a:off x="4939585" y="3574016"/>
            <a:ext cx="10102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000">
                <a:latin typeface="HarmonyOS Sans SC Light" pitchFamily="2" charset="-122"/>
                <a:ea typeface="HarmonyOS Sans SC Light" pitchFamily="2" charset="-122"/>
              </a:defRPr>
            </a:lvl1pPr>
          </a:lstStyle>
          <a:p>
            <a:r>
              <a:rPr lang="en-US" altLang="zh-CN" dirty="0"/>
              <a:t>Value creators</a:t>
            </a:r>
            <a:endParaRPr lang="zh-CN" altLang="en-US" dirty="0"/>
          </a:p>
        </p:txBody>
      </p:sp>
      <p:grpSp>
        <p:nvGrpSpPr>
          <p:cNvPr id="638" name="组合 637">
            <a:extLst>
              <a:ext uri="{FF2B5EF4-FFF2-40B4-BE49-F238E27FC236}">
                <a16:creationId xmlns:a16="http://schemas.microsoft.com/office/drawing/2014/main" id="{AC784322-236B-5F49-AB6E-3E7419F634CE}"/>
              </a:ext>
            </a:extLst>
          </p:cNvPr>
          <p:cNvGrpSpPr/>
          <p:nvPr/>
        </p:nvGrpSpPr>
        <p:grpSpPr>
          <a:xfrm>
            <a:off x="4756403" y="4292531"/>
            <a:ext cx="1421383" cy="1371822"/>
            <a:chOff x="4534855" y="4660595"/>
            <a:chExt cx="1421383" cy="1371822"/>
          </a:xfrm>
        </p:grpSpPr>
        <p:sp>
          <p:nvSpPr>
            <p:cNvPr id="428" name="Rectangle 6">
              <a:extLst>
                <a:ext uri="{FF2B5EF4-FFF2-40B4-BE49-F238E27FC236}">
                  <a16:creationId xmlns:a16="http://schemas.microsoft.com/office/drawing/2014/main" id="{C20E68F9-41A5-968A-EE5D-10969DDAD952}"/>
                </a:ext>
              </a:extLst>
            </p:cNvPr>
            <p:cNvSpPr/>
            <p:nvPr/>
          </p:nvSpPr>
          <p:spPr>
            <a:xfrm>
              <a:off x="4534855" y="4660595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29" name="Rectangle 7">
              <a:extLst>
                <a:ext uri="{FF2B5EF4-FFF2-40B4-BE49-F238E27FC236}">
                  <a16:creationId xmlns:a16="http://schemas.microsoft.com/office/drawing/2014/main" id="{C9F19648-1ACA-BDA6-AEB5-9539F8C3E233}"/>
                </a:ext>
              </a:extLst>
            </p:cNvPr>
            <p:cNvSpPr/>
            <p:nvPr/>
          </p:nvSpPr>
          <p:spPr>
            <a:xfrm>
              <a:off x="4681473" y="4660595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30" name="Rectangle 8">
              <a:extLst>
                <a:ext uri="{FF2B5EF4-FFF2-40B4-BE49-F238E27FC236}">
                  <a16:creationId xmlns:a16="http://schemas.microsoft.com/office/drawing/2014/main" id="{CF852F9D-AFE7-5F14-D1DB-B16198DAE7C7}"/>
                </a:ext>
              </a:extLst>
            </p:cNvPr>
            <p:cNvSpPr/>
            <p:nvPr/>
          </p:nvSpPr>
          <p:spPr>
            <a:xfrm>
              <a:off x="4828092" y="4660595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31" name="Rectangle 9">
              <a:extLst>
                <a:ext uri="{FF2B5EF4-FFF2-40B4-BE49-F238E27FC236}">
                  <a16:creationId xmlns:a16="http://schemas.microsoft.com/office/drawing/2014/main" id="{7A7C11EB-B7AA-358A-37F6-A4DC88B921BF}"/>
                </a:ext>
              </a:extLst>
            </p:cNvPr>
            <p:cNvSpPr/>
            <p:nvPr/>
          </p:nvSpPr>
          <p:spPr>
            <a:xfrm>
              <a:off x="4974710" y="4660595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32" name="Rectangle 10">
              <a:extLst>
                <a:ext uri="{FF2B5EF4-FFF2-40B4-BE49-F238E27FC236}">
                  <a16:creationId xmlns:a16="http://schemas.microsoft.com/office/drawing/2014/main" id="{E22C0C22-FD90-649D-28E9-E627DDD558DE}"/>
                </a:ext>
              </a:extLst>
            </p:cNvPr>
            <p:cNvSpPr/>
            <p:nvPr/>
          </p:nvSpPr>
          <p:spPr>
            <a:xfrm>
              <a:off x="5121329" y="4660595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33" name="Rectangle 11">
              <a:extLst>
                <a:ext uri="{FF2B5EF4-FFF2-40B4-BE49-F238E27FC236}">
                  <a16:creationId xmlns:a16="http://schemas.microsoft.com/office/drawing/2014/main" id="{A0DF784A-A339-7BB7-12DB-9DF4AF2BD12B}"/>
                </a:ext>
              </a:extLst>
            </p:cNvPr>
            <p:cNvSpPr/>
            <p:nvPr/>
          </p:nvSpPr>
          <p:spPr>
            <a:xfrm>
              <a:off x="5267947" y="4660595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34" name="Rectangle 12">
              <a:extLst>
                <a:ext uri="{FF2B5EF4-FFF2-40B4-BE49-F238E27FC236}">
                  <a16:creationId xmlns:a16="http://schemas.microsoft.com/office/drawing/2014/main" id="{DD10A708-E6B2-7AA5-5E32-9E405B0ABC77}"/>
                </a:ext>
              </a:extLst>
            </p:cNvPr>
            <p:cNvSpPr/>
            <p:nvPr/>
          </p:nvSpPr>
          <p:spPr>
            <a:xfrm>
              <a:off x="5414566" y="4660595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35" name="Rectangle 13">
              <a:extLst>
                <a:ext uri="{FF2B5EF4-FFF2-40B4-BE49-F238E27FC236}">
                  <a16:creationId xmlns:a16="http://schemas.microsoft.com/office/drawing/2014/main" id="{3DB19D04-546D-081F-956C-B35BFF54C4F9}"/>
                </a:ext>
              </a:extLst>
            </p:cNvPr>
            <p:cNvSpPr/>
            <p:nvPr/>
          </p:nvSpPr>
          <p:spPr>
            <a:xfrm>
              <a:off x="5561184" y="4660595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36" name="Rectangle 14">
              <a:extLst>
                <a:ext uri="{FF2B5EF4-FFF2-40B4-BE49-F238E27FC236}">
                  <a16:creationId xmlns:a16="http://schemas.microsoft.com/office/drawing/2014/main" id="{636E37AF-066A-BF83-2032-9B82DEF85ED3}"/>
                </a:ext>
              </a:extLst>
            </p:cNvPr>
            <p:cNvSpPr/>
            <p:nvPr/>
          </p:nvSpPr>
          <p:spPr>
            <a:xfrm>
              <a:off x="5707803" y="4660595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37" name="Rectangle 15">
              <a:extLst>
                <a:ext uri="{FF2B5EF4-FFF2-40B4-BE49-F238E27FC236}">
                  <a16:creationId xmlns:a16="http://schemas.microsoft.com/office/drawing/2014/main" id="{BA10BE09-1548-1BA4-6EC0-3BD69FEC3388}"/>
                </a:ext>
              </a:extLst>
            </p:cNvPr>
            <p:cNvSpPr/>
            <p:nvPr/>
          </p:nvSpPr>
          <p:spPr>
            <a:xfrm>
              <a:off x="5854423" y="4660595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38" name="Rectangle 28">
              <a:extLst>
                <a:ext uri="{FF2B5EF4-FFF2-40B4-BE49-F238E27FC236}">
                  <a16:creationId xmlns:a16="http://schemas.microsoft.com/office/drawing/2014/main" id="{B4B6131A-D272-911A-3300-54BEB066214F}"/>
                </a:ext>
              </a:extLst>
            </p:cNvPr>
            <p:cNvSpPr/>
            <p:nvPr/>
          </p:nvSpPr>
          <p:spPr>
            <a:xfrm>
              <a:off x="4534855" y="480170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39" name="Rectangle 29">
              <a:extLst>
                <a:ext uri="{FF2B5EF4-FFF2-40B4-BE49-F238E27FC236}">
                  <a16:creationId xmlns:a16="http://schemas.microsoft.com/office/drawing/2014/main" id="{C7A3A239-D4E4-2B10-5F7E-620F41DB85D2}"/>
                </a:ext>
              </a:extLst>
            </p:cNvPr>
            <p:cNvSpPr/>
            <p:nvPr/>
          </p:nvSpPr>
          <p:spPr>
            <a:xfrm>
              <a:off x="4681473" y="480170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40" name="Rectangle 30">
              <a:extLst>
                <a:ext uri="{FF2B5EF4-FFF2-40B4-BE49-F238E27FC236}">
                  <a16:creationId xmlns:a16="http://schemas.microsoft.com/office/drawing/2014/main" id="{C7DEB4EC-FE08-7781-0498-9058CE1E4BC2}"/>
                </a:ext>
              </a:extLst>
            </p:cNvPr>
            <p:cNvSpPr/>
            <p:nvPr/>
          </p:nvSpPr>
          <p:spPr>
            <a:xfrm>
              <a:off x="4828092" y="480170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41" name="Rectangle 31">
              <a:extLst>
                <a:ext uri="{FF2B5EF4-FFF2-40B4-BE49-F238E27FC236}">
                  <a16:creationId xmlns:a16="http://schemas.microsoft.com/office/drawing/2014/main" id="{9261B6C2-ACD9-E58E-EEC5-40D364263EDC}"/>
                </a:ext>
              </a:extLst>
            </p:cNvPr>
            <p:cNvSpPr/>
            <p:nvPr/>
          </p:nvSpPr>
          <p:spPr>
            <a:xfrm>
              <a:off x="4974710" y="480170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42" name="Rectangle 32">
              <a:extLst>
                <a:ext uri="{FF2B5EF4-FFF2-40B4-BE49-F238E27FC236}">
                  <a16:creationId xmlns:a16="http://schemas.microsoft.com/office/drawing/2014/main" id="{6901E16A-AF60-130C-C336-83E75DF85EFB}"/>
                </a:ext>
              </a:extLst>
            </p:cNvPr>
            <p:cNvSpPr/>
            <p:nvPr/>
          </p:nvSpPr>
          <p:spPr>
            <a:xfrm>
              <a:off x="5121329" y="480170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43" name="Rectangle 33">
              <a:extLst>
                <a:ext uri="{FF2B5EF4-FFF2-40B4-BE49-F238E27FC236}">
                  <a16:creationId xmlns:a16="http://schemas.microsoft.com/office/drawing/2014/main" id="{1B5769AF-5B97-A851-78DA-61499E74A8B6}"/>
                </a:ext>
              </a:extLst>
            </p:cNvPr>
            <p:cNvSpPr/>
            <p:nvPr/>
          </p:nvSpPr>
          <p:spPr>
            <a:xfrm>
              <a:off x="5267947" y="480170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44" name="Rectangle 34">
              <a:extLst>
                <a:ext uri="{FF2B5EF4-FFF2-40B4-BE49-F238E27FC236}">
                  <a16:creationId xmlns:a16="http://schemas.microsoft.com/office/drawing/2014/main" id="{8A9D2767-4F21-E2D1-823D-660F584FFB74}"/>
                </a:ext>
              </a:extLst>
            </p:cNvPr>
            <p:cNvSpPr/>
            <p:nvPr/>
          </p:nvSpPr>
          <p:spPr>
            <a:xfrm>
              <a:off x="5414566" y="480170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45" name="Rectangle 35">
              <a:extLst>
                <a:ext uri="{FF2B5EF4-FFF2-40B4-BE49-F238E27FC236}">
                  <a16:creationId xmlns:a16="http://schemas.microsoft.com/office/drawing/2014/main" id="{26981228-0DCE-C991-0471-410449747439}"/>
                </a:ext>
              </a:extLst>
            </p:cNvPr>
            <p:cNvSpPr/>
            <p:nvPr/>
          </p:nvSpPr>
          <p:spPr>
            <a:xfrm>
              <a:off x="5561184" y="480170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46" name="Rectangle 36">
              <a:extLst>
                <a:ext uri="{FF2B5EF4-FFF2-40B4-BE49-F238E27FC236}">
                  <a16:creationId xmlns:a16="http://schemas.microsoft.com/office/drawing/2014/main" id="{0718682B-6557-D668-D760-A18E6786AEDB}"/>
                </a:ext>
              </a:extLst>
            </p:cNvPr>
            <p:cNvSpPr/>
            <p:nvPr/>
          </p:nvSpPr>
          <p:spPr>
            <a:xfrm>
              <a:off x="5707803" y="480170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47" name="Rectangle 37">
              <a:extLst>
                <a:ext uri="{FF2B5EF4-FFF2-40B4-BE49-F238E27FC236}">
                  <a16:creationId xmlns:a16="http://schemas.microsoft.com/office/drawing/2014/main" id="{9BF47DE3-F0FC-A87A-0DFE-8F1424B3AFD7}"/>
                </a:ext>
              </a:extLst>
            </p:cNvPr>
            <p:cNvSpPr/>
            <p:nvPr/>
          </p:nvSpPr>
          <p:spPr>
            <a:xfrm>
              <a:off x="5854423" y="480170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48" name="Rectangle 39">
              <a:extLst>
                <a:ext uri="{FF2B5EF4-FFF2-40B4-BE49-F238E27FC236}">
                  <a16:creationId xmlns:a16="http://schemas.microsoft.com/office/drawing/2014/main" id="{915D7ECF-1E79-3AA5-937F-6275F7D9F93C}"/>
                </a:ext>
              </a:extLst>
            </p:cNvPr>
            <p:cNvSpPr/>
            <p:nvPr/>
          </p:nvSpPr>
          <p:spPr>
            <a:xfrm>
              <a:off x="4534855" y="4942819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49" name="Rectangle 40">
              <a:extLst>
                <a:ext uri="{FF2B5EF4-FFF2-40B4-BE49-F238E27FC236}">
                  <a16:creationId xmlns:a16="http://schemas.microsoft.com/office/drawing/2014/main" id="{6A79DDF6-FFCC-A154-CE85-05EEBB995B93}"/>
                </a:ext>
              </a:extLst>
            </p:cNvPr>
            <p:cNvSpPr/>
            <p:nvPr/>
          </p:nvSpPr>
          <p:spPr>
            <a:xfrm>
              <a:off x="4681473" y="4942819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50" name="Rectangle 41">
              <a:extLst>
                <a:ext uri="{FF2B5EF4-FFF2-40B4-BE49-F238E27FC236}">
                  <a16:creationId xmlns:a16="http://schemas.microsoft.com/office/drawing/2014/main" id="{6FD6070D-F5A8-BC51-64E8-7A359382DC5C}"/>
                </a:ext>
              </a:extLst>
            </p:cNvPr>
            <p:cNvSpPr/>
            <p:nvPr/>
          </p:nvSpPr>
          <p:spPr>
            <a:xfrm>
              <a:off x="4828092" y="4942819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51" name="Rectangle 42">
              <a:extLst>
                <a:ext uri="{FF2B5EF4-FFF2-40B4-BE49-F238E27FC236}">
                  <a16:creationId xmlns:a16="http://schemas.microsoft.com/office/drawing/2014/main" id="{76D63DC6-D1ED-C325-F2A9-358E0E679C07}"/>
                </a:ext>
              </a:extLst>
            </p:cNvPr>
            <p:cNvSpPr/>
            <p:nvPr/>
          </p:nvSpPr>
          <p:spPr>
            <a:xfrm>
              <a:off x="4974710" y="4942819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52" name="Rectangle 43">
              <a:extLst>
                <a:ext uri="{FF2B5EF4-FFF2-40B4-BE49-F238E27FC236}">
                  <a16:creationId xmlns:a16="http://schemas.microsoft.com/office/drawing/2014/main" id="{4826D887-FF17-3643-FAA1-542A8AA65FE9}"/>
                </a:ext>
              </a:extLst>
            </p:cNvPr>
            <p:cNvSpPr/>
            <p:nvPr/>
          </p:nvSpPr>
          <p:spPr>
            <a:xfrm>
              <a:off x="5121329" y="4942819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53" name="Rectangle 44">
              <a:extLst>
                <a:ext uri="{FF2B5EF4-FFF2-40B4-BE49-F238E27FC236}">
                  <a16:creationId xmlns:a16="http://schemas.microsoft.com/office/drawing/2014/main" id="{F4EACFA7-4A54-2F0F-18A1-A8E4BD817B97}"/>
                </a:ext>
              </a:extLst>
            </p:cNvPr>
            <p:cNvSpPr/>
            <p:nvPr/>
          </p:nvSpPr>
          <p:spPr>
            <a:xfrm>
              <a:off x="5267947" y="4942819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54" name="Rectangle 45">
              <a:extLst>
                <a:ext uri="{FF2B5EF4-FFF2-40B4-BE49-F238E27FC236}">
                  <a16:creationId xmlns:a16="http://schemas.microsoft.com/office/drawing/2014/main" id="{EC99DEE7-66E1-EED4-8505-80082C693AE9}"/>
                </a:ext>
              </a:extLst>
            </p:cNvPr>
            <p:cNvSpPr/>
            <p:nvPr/>
          </p:nvSpPr>
          <p:spPr>
            <a:xfrm>
              <a:off x="5414566" y="4942819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55" name="Rectangle 46">
              <a:extLst>
                <a:ext uri="{FF2B5EF4-FFF2-40B4-BE49-F238E27FC236}">
                  <a16:creationId xmlns:a16="http://schemas.microsoft.com/office/drawing/2014/main" id="{9F787EBC-D846-48ED-4717-E206BA55E51F}"/>
                </a:ext>
              </a:extLst>
            </p:cNvPr>
            <p:cNvSpPr/>
            <p:nvPr/>
          </p:nvSpPr>
          <p:spPr>
            <a:xfrm>
              <a:off x="5561184" y="4942819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56" name="Rectangle 47">
              <a:extLst>
                <a:ext uri="{FF2B5EF4-FFF2-40B4-BE49-F238E27FC236}">
                  <a16:creationId xmlns:a16="http://schemas.microsoft.com/office/drawing/2014/main" id="{ED290BBC-9E06-0D09-A721-A17A5717B4B2}"/>
                </a:ext>
              </a:extLst>
            </p:cNvPr>
            <p:cNvSpPr/>
            <p:nvPr/>
          </p:nvSpPr>
          <p:spPr>
            <a:xfrm>
              <a:off x="5707803" y="4942819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57" name="Rectangle 48">
              <a:extLst>
                <a:ext uri="{FF2B5EF4-FFF2-40B4-BE49-F238E27FC236}">
                  <a16:creationId xmlns:a16="http://schemas.microsoft.com/office/drawing/2014/main" id="{CD385BF7-2956-8A13-41B9-2EA1DA39E537}"/>
                </a:ext>
              </a:extLst>
            </p:cNvPr>
            <p:cNvSpPr/>
            <p:nvPr/>
          </p:nvSpPr>
          <p:spPr>
            <a:xfrm>
              <a:off x="5854423" y="4942819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58" name="Rectangle 50">
              <a:extLst>
                <a:ext uri="{FF2B5EF4-FFF2-40B4-BE49-F238E27FC236}">
                  <a16:creationId xmlns:a16="http://schemas.microsoft.com/office/drawing/2014/main" id="{379073D3-6020-47D5-1C17-BD3B4CF2AC13}"/>
                </a:ext>
              </a:extLst>
            </p:cNvPr>
            <p:cNvSpPr/>
            <p:nvPr/>
          </p:nvSpPr>
          <p:spPr>
            <a:xfrm>
              <a:off x="4534855" y="5083931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59" name="Rectangle 51">
              <a:extLst>
                <a:ext uri="{FF2B5EF4-FFF2-40B4-BE49-F238E27FC236}">
                  <a16:creationId xmlns:a16="http://schemas.microsoft.com/office/drawing/2014/main" id="{C7004156-3ECD-03ED-54EF-405FCC9E29BE}"/>
                </a:ext>
              </a:extLst>
            </p:cNvPr>
            <p:cNvSpPr/>
            <p:nvPr/>
          </p:nvSpPr>
          <p:spPr>
            <a:xfrm>
              <a:off x="4681473" y="5083931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60" name="Rectangle 52">
              <a:extLst>
                <a:ext uri="{FF2B5EF4-FFF2-40B4-BE49-F238E27FC236}">
                  <a16:creationId xmlns:a16="http://schemas.microsoft.com/office/drawing/2014/main" id="{6C6DA6DD-18CC-1EFA-99B3-1306454D1F47}"/>
                </a:ext>
              </a:extLst>
            </p:cNvPr>
            <p:cNvSpPr/>
            <p:nvPr/>
          </p:nvSpPr>
          <p:spPr>
            <a:xfrm>
              <a:off x="4828092" y="5083931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61" name="Rectangle 53">
              <a:extLst>
                <a:ext uri="{FF2B5EF4-FFF2-40B4-BE49-F238E27FC236}">
                  <a16:creationId xmlns:a16="http://schemas.microsoft.com/office/drawing/2014/main" id="{C6573E0B-F8F8-CC8D-E386-DC8DE82D273A}"/>
                </a:ext>
              </a:extLst>
            </p:cNvPr>
            <p:cNvSpPr/>
            <p:nvPr/>
          </p:nvSpPr>
          <p:spPr>
            <a:xfrm>
              <a:off x="4974710" y="5083931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62" name="Rectangle 54">
              <a:extLst>
                <a:ext uri="{FF2B5EF4-FFF2-40B4-BE49-F238E27FC236}">
                  <a16:creationId xmlns:a16="http://schemas.microsoft.com/office/drawing/2014/main" id="{BC233338-10D5-F71E-68FD-CD94930008CF}"/>
                </a:ext>
              </a:extLst>
            </p:cNvPr>
            <p:cNvSpPr/>
            <p:nvPr/>
          </p:nvSpPr>
          <p:spPr>
            <a:xfrm>
              <a:off x="5121329" y="5083931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63" name="Rectangle 55">
              <a:extLst>
                <a:ext uri="{FF2B5EF4-FFF2-40B4-BE49-F238E27FC236}">
                  <a16:creationId xmlns:a16="http://schemas.microsoft.com/office/drawing/2014/main" id="{08FE38E5-FBBB-CA43-8879-74C55929F3C0}"/>
                </a:ext>
              </a:extLst>
            </p:cNvPr>
            <p:cNvSpPr/>
            <p:nvPr/>
          </p:nvSpPr>
          <p:spPr>
            <a:xfrm>
              <a:off x="5267947" y="5083931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64" name="Rectangle 56">
              <a:extLst>
                <a:ext uri="{FF2B5EF4-FFF2-40B4-BE49-F238E27FC236}">
                  <a16:creationId xmlns:a16="http://schemas.microsoft.com/office/drawing/2014/main" id="{3802346A-F25F-C67A-FD4B-C7B592044986}"/>
                </a:ext>
              </a:extLst>
            </p:cNvPr>
            <p:cNvSpPr/>
            <p:nvPr/>
          </p:nvSpPr>
          <p:spPr>
            <a:xfrm>
              <a:off x="5414566" y="5083931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65" name="Rectangle 57">
              <a:extLst>
                <a:ext uri="{FF2B5EF4-FFF2-40B4-BE49-F238E27FC236}">
                  <a16:creationId xmlns:a16="http://schemas.microsoft.com/office/drawing/2014/main" id="{73F50E22-8013-1BA6-C26E-A898A8E58B22}"/>
                </a:ext>
              </a:extLst>
            </p:cNvPr>
            <p:cNvSpPr/>
            <p:nvPr/>
          </p:nvSpPr>
          <p:spPr>
            <a:xfrm>
              <a:off x="5561184" y="5083931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66" name="Rectangle 58">
              <a:extLst>
                <a:ext uri="{FF2B5EF4-FFF2-40B4-BE49-F238E27FC236}">
                  <a16:creationId xmlns:a16="http://schemas.microsoft.com/office/drawing/2014/main" id="{B5CD305B-DE0F-50C5-2F3E-2927A501C91A}"/>
                </a:ext>
              </a:extLst>
            </p:cNvPr>
            <p:cNvSpPr/>
            <p:nvPr/>
          </p:nvSpPr>
          <p:spPr>
            <a:xfrm>
              <a:off x="5707803" y="5083931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67" name="Rectangle 59">
              <a:extLst>
                <a:ext uri="{FF2B5EF4-FFF2-40B4-BE49-F238E27FC236}">
                  <a16:creationId xmlns:a16="http://schemas.microsoft.com/office/drawing/2014/main" id="{8FB9D747-E368-B6D0-2ECB-42A8FA706774}"/>
                </a:ext>
              </a:extLst>
            </p:cNvPr>
            <p:cNvSpPr/>
            <p:nvPr/>
          </p:nvSpPr>
          <p:spPr>
            <a:xfrm>
              <a:off x="5854423" y="5083931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68" name="Rectangle 2090">
              <a:extLst>
                <a:ext uri="{FF2B5EF4-FFF2-40B4-BE49-F238E27FC236}">
                  <a16:creationId xmlns:a16="http://schemas.microsoft.com/office/drawing/2014/main" id="{966B5F5D-29DE-CC4C-15EC-EE4987910E72}"/>
                </a:ext>
              </a:extLst>
            </p:cNvPr>
            <p:cNvSpPr/>
            <p:nvPr/>
          </p:nvSpPr>
          <p:spPr>
            <a:xfrm>
              <a:off x="4534855" y="5225043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69" name="Rectangle 2091">
              <a:extLst>
                <a:ext uri="{FF2B5EF4-FFF2-40B4-BE49-F238E27FC236}">
                  <a16:creationId xmlns:a16="http://schemas.microsoft.com/office/drawing/2014/main" id="{6094BBE2-BBD9-9DB1-17BC-34D41035BB1F}"/>
                </a:ext>
              </a:extLst>
            </p:cNvPr>
            <p:cNvSpPr/>
            <p:nvPr/>
          </p:nvSpPr>
          <p:spPr>
            <a:xfrm>
              <a:off x="4681473" y="522504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70" name="Rectangle 2092">
              <a:extLst>
                <a:ext uri="{FF2B5EF4-FFF2-40B4-BE49-F238E27FC236}">
                  <a16:creationId xmlns:a16="http://schemas.microsoft.com/office/drawing/2014/main" id="{B5D7EFAF-08CB-30C6-B572-210A788F2A4D}"/>
                </a:ext>
              </a:extLst>
            </p:cNvPr>
            <p:cNvSpPr/>
            <p:nvPr/>
          </p:nvSpPr>
          <p:spPr>
            <a:xfrm>
              <a:off x="4828092" y="522504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71" name="Rectangle 2093">
              <a:extLst>
                <a:ext uri="{FF2B5EF4-FFF2-40B4-BE49-F238E27FC236}">
                  <a16:creationId xmlns:a16="http://schemas.microsoft.com/office/drawing/2014/main" id="{98B0524F-7278-466A-4401-5CB440754FD9}"/>
                </a:ext>
              </a:extLst>
            </p:cNvPr>
            <p:cNvSpPr/>
            <p:nvPr/>
          </p:nvSpPr>
          <p:spPr>
            <a:xfrm>
              <a:off x="4974710" y="522504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72" name="Rectangle 2094">
              <a:extLst>
                <a:ext uri="{FF2B5EF4-FFF2-40B4-BE49-F238E27FC236}">
                  <a16:creationId xmlns:a16="http://schemas.microsoft.com/office/drawing/2014/main" id="{3CA3FF7C-4F7D-DCE7-3C94-144F4101A9CB}"/>
                </a:ext>
              </a:extLst>
            </p:cNvPr>
            <p:cNvSpPr/>
            <p:nvPr/>
          </p:nvSpPr>
          <p:spPr>
            <a:xfrm>
              <a:off x="5121329" y="522504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73" name="Rectangle 2095">
              <a:extLst>
                <a:ext uri="{FF2B5EF4-FFF2-40B4-BE49-F238E27FC236}">
                  <a16:creationId xmlns:a16="http://schemas.microsoft.com/office/drawing/2014/main" id="{AACB1BDD-BD7A-6CA6-D364-4834C71C7D48}"/>
                </a:ext>
              </a:extLst>
            </p:cNvPr>
            <p:cNvSpPr/>
            <p:nvPr/>
          </p:nvSpPr>
          <p:spPr>
            <a:xfrm>
              <a:off x="5267947" y="522504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74" name="Rectangle 2096">
              <a:extLst>
                <a:ext uri="{FF2B5EF4-FFF2-40B4-BE49-F238E27FC236}">
                  <a16:creationId xmlns:a16="http://schemas.microsoft.com/office/drawing/2014/main" id="{E3656B8A-87EC-0DE5-1F55-7A4D259431E4}"/>
                </a:ext>
              </a:extLst>
            </p:cNvPr>
            <p:cNvSpPr/>
            <p:nvPr/>
          </p:nvSpPr>
          <p:spPr>
            <a:xfrm>
              <a:off x="5414566" y="522504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75" name="Rectangle 2097">
              <a:extLst>
                <a:ext uri="{FF2B5EF4-FFF2-40B4-BE49-F238E27FC236}">
                  <a16:creationId xmlns:a16="http://schemas.microsoft.com/office/drawing/2014/main" id="{5903CF9D-5D75-16E5-BE08-61376473E9B1}"/>
                </a:ext>
              </a:extLst>
            </p:cNvPr>
            <p:cNvSpPr/>
            <p:nvPr/>
          </p:nvSpPr>
          <p:spPr>
            <a:xfrm>
              <a:off x="5561184" y="522504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76" name="Rectangle 2098">
              <a:extLst>
                <a:ext uri="{FF2B5EF4-FFF2-40B4-BE49-F238E27FC236}">
                  <a16:creationId xmlns:a16="http://schemas.microsoft.com/office/drawing/2014/main" id="{0CF60F91-9337-8A1B-6788-6110E2C0176B}"/>
                </a:ext>
              </a:extLst>
            </p:cNvPr>
            <p:cNvSpPr/>
            <p:nvPr/>
          </p:nvSpPr>
          <p:spPr>
            <a:xfrm>
              <a:off x="5707803" y="522504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77" name="Rectangle 2099">
              <a:extLst>
                <a:ext uri="{FF2B5EF4-FFF2-40B4-BE49-F238E27FC236}">
                  <a16:creationId xmlns:a16="http://schemas.microsoft.com/office/drawing/2014/main" id="{B2B80F92-7628-EEAE-A09F-92E27995A286}"/>
                </a:ext>
              </a:extLst>
            </p:cNvPr>
            <p:cNvSpPr/>
            <p:nvPr/>
          </p:nvSpPr>
          <p:spPr>
            <a:xfrm>
              <a:off x="5854423" y="522504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78" name="Rectangle 2101">
              <a:extLst>
                <a:ext uri="{FF2B5EF4-FFF2-40B4-BE49-F238E27FC236}">
                  <a16:creationId xmlns:a16="http://schemas.microsoft.com/office/drawing/2014/main" id="{027F29EF-91EF-804B-ADC0-5E8B34C03C32}"/>
                </a:ext>
              </a:extLst>
            </p:cNvPr>
            <p:cNvSpPr/>
            <p:nvPr/>
          </p:nvSpPr>
          <p:spPr>
            <a:xfrm>
              <a:off x="4534855" y="5366156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79" name="Rectangle 2102">
              <a:extLst>
                <a:ext uri="{FF2B5EF4-FFF2-40B4-BE49-F238E27FC236}">
                  <a16:creationId xmlns:a16="http://schemas.microsoft.com/office/drawing/2014/main" id="{998FAE8A-F9B2-7D49-1D33-3B3A9AB780DC}"/>
                </a:ext>
              </a:extLst>
            </p:cNvPr>
            <p:cNvSpPr/>
            <p:nvPr/>
          </p:nvSpPr>
          <p:spPr>
            <a:xfrm>
              <a:off x="4681473" y="536615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80" name="Rectangle 2103">
              <a:extLst>
                <a:ext uri="{FF2B5EF4-FFF2-40B4-BE49-F238E27FC236}">
                  <a16:creationId xmlns:a16="http://schemas.microsoft.com/office/drawing/2014/main" id="{3D5EADC9-C3E3-DC34-2E86-37E31E695104}"/>
                </a:ext>
              </a:extLst>
            </p:cNvPr>
            <p:cNvSpPr/>
            <p:nvPr/>
          </p:nvSpPr>
          <p:spPr>
            <a:xfrm>
              <a:off x="4828092" y="536615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81" name="Rectangle 2104">
              <a:extLst>
                <a:ext uri="{FF2B5EF4-FFF2-40B4-BE49-F238E27FC236}">
                  <a16:creationId xmlns:a16="http://schemas.microsoft.com/office/drawing/2014/main" id="{CB01421C-BB02-7261-0C26-2E8E17BD7487}"/>
                </a:ext>
              </a:extLst>
            </p:cNvPr>
            <p:cNvSpPr/>
            <p:nvPr/>
          </p:nvSpPr>
          <p:spPr>
            <a:xfrm>
              <a:off x="4974710" y="536615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82" name="Rectangle 2105">
              <a:extLst>
                <a:ext uri="{FF2B5EF4-FFF2-40B4-BE49-F238E27FC236}">
                  <a16:creationId xmlns:a16="http://schemas.microsoft.com/office/drawing/2014/main" id="{1730158C-7353-2202-2C2E-73B73522DC49}"/>
                </a:ext>
              </a:extLst>
            </p:cNvPr>
            <p:cNvSpPr/>
            <p:nvPr/>
          </p:nvSpPr>
          <p:spPr>
            <a:xfrm>
              <a:off x="5121329" y="536615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83" name="Rectangle 2106">
              <a:extLst>
                <a:ext uri="{FF2B5EF4-FFF2-40B4-BE49-F238E27FC236}">
                  <a16:creationId xmlns:a16="http://schemas.microsoft.com/office/drawing/2014/main" id="{5F1E51E3-3010-708A-A55F-E704784ED816}"/>
                </a:ext>
              </a:extLst>
            </p:cNvPr>
            <p:cNvSpPr/>
            <p:nvPr/>
          </p:nvSpPr>
          <p:spPr>
            <a:xfrm>
              <a:off x="5267947" y="536615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84" name="Rectangle 2107">
              <a:extLst>
                <a:ext uri="{FF2B5EF4-FFF2-40B4-BE49-F238E27FC236}">
                  <a16:creationId xmlns:a16="http://schemas.microsoft.com/office/drawing/2014/main" id="{E8816C4A-4E6A-F09F-44B8-B0A3C3E6E332}"/>
                </a:ext>
              </a:extLst>
            </p:cNvPr>
            <p:cNvSpPr/>
            <p:nvPr/>
          </p:nvSpPr>
          <p:spPr>
            <a:xfrm>
              <a:off x="5414566" y="536615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85" name="Rectangle 2108">
              <a:extLst>
                <a:ext uri="{FF2B5EF4-FFF2-40B4-BE49-F238E27FC236}">
                  <a16:creationId xmlns:a16="http://schemas.microsoft.com/office/drawing/2014/main" id="{AF2E95F0-FE48-D2B2-0E00-B6E61082E331}"/>
                </a:ext>
              </a:extLst>
            </p:cNvPr>
            <p:cNvSpPr/>
            <p:nvPr/>
          </p:nvSpPr>
          <p:spPr>
            <a:xfrm>
              <a:off x="5561184" y="536615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86" name="Rectangle 2109">
              <a:extLst>
                <a:ext uri="{FF2B5EF4-FFF2-40B4-BE49-F238E27FC236}">
                  <a16:creationId xmlns:a16="http://schemas.microsoft.com/office/drawing/2014/main" id="{D55DC49B-8E67-29EB-4356-A5899C29B594}"/>
                </a:ext>
              </a:extLst>
            </p:cNvPr>
            <p:cNvSpPr/>
            <p:nvPr/>
          </p:nvSpPr>
          <p:spPr>
            <a:xfrm>
              <a:off x="5707803" y="536615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87" name="Rectangle 2110">
              <a:extLst>
                <a:ext uri="{FF2B5EF4-FFF2-40B4-BE49-F238E27FC236}">
                  <a16:creationId xmlns:a16="http://schemas.microsoft.com/office/drawing/2014/main" id="{F46DA243-D1E5-527F-5464-CB9AA86565B8}"/>
                </a:ext>
              </a:extLst>
            </p:cNvPr>
            <p:cNvSpPr/>
            <p:nvPr/>
          </p:nvSpPr>
          <p:spPr>
            <a:xfrm>
              <a:off x="5854423" y="536615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88" name="Rectangle 2112">
              <a:extLst>
                <a:ext uri="{FF2B5EF4-FFF2-40B4-BE49-F238E27FC236}">
                  <a16:creationId xmlns:a16="http://schemas.microsoft.com/office/drawing/2014/main" id="{878A61A1-4DAD-2038-6A50-F19C1D4E8B3A}"/>
                </a:ext>
              </a:extLst>
            </p:cNvPr>
            <p:cNvSpPr/>
            <p:nvPr/>
          </p:nvSpPr>
          <p:spPr>
            <a:xfrm>
              <a:off x="4534855" y="5507268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89" name="Rectangle 2113">
              <a:extLst>
                <a:ext uri="{FF2B5EF4-FFF2-40B4-BE49-F238E27FC236}">
                  <a16:creationId xmlns:a16="http://schemas.microsoft.com/office/drawing/2014/main" id="{34A14487-09FB-66B6-820C-E00E3BE16AE1}"/>
                </a:ext>
              </a:extLst>
            </p:cNvPr>
            <p:cNvSpPr/>
            <p:nvPr/>
          </p:nvSpPr>
          <p:spPr>
            <a:xfrm>
              <a:off x="4681473" y="550726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90" name="Rectangle 2114">
              <a:extLst>
                <a:ext uri="{FF2B5EF4-FFF2-40B4-BE49-F238E27FC236}">
                  <a16:creationId xmlns:a16="http://schemas.microsoft.com/office/drawing/2014/main" id="{4AA2E2E0-3E80-F83E-B8BC-6CC55AB08C7D}"/>
                </a:ext>
              </a:extLst>
            </p:cNvPr>
            <p:cNvSpPr/>
            <p:nvPr/>
          </p:nvSpPr>
          <p:spPr>
            <a:xfrm>
              <a:off x="4828092" y="550726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91" name="Rectangle 2115">
              <a:extLst>
                <a:ext uri="{FF2B5EF4-FFF2-40B4-BE49-F238E27FC236}">
                  <a16:creationId xmlns:a16="http://schemas.microsoft.com/office/drawing/2014/main" id="{D9574F32-7A72-36DE-D757-E7E16E2A4DA3}"/>
                </a:ext>
              </a:extLst>
            </p:cNvPr>
            <p:cNvSpPr/>
            <p:nvPr/>
          </p:nvSpPr>
          <p:spPr>
            <a:xfrm>
              <a:off x="4974710" y="550726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92" name="Rectangle 2116">
              <a:extLst>
                <a:ext uri="{FF2B5EF4-FFF2-40B4-BE49-F238E27FC236}">
                  <a16:creationId xmlns:a16="http://schemas.microsoft.com/office/drawing/2014/main" id="{7C57B7F9-6C45-FB40-A247-17B3FD3CB228}"/>
                </a:ext>
              </a:extLst>
            </p:cNvPr>
            <p:cNvSpPr/>
            <p:nvPr/>
          </p:nvSpPr>
          <p:spPr>
            <a:xfrm>
              <a:off x="5121329" y="550726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93" name="Rectangle 2117">
              <a:extLst>
                <a:ext uri="{FF2B5EF4-FFF2-40B4-BE49-F238E27FC236}">
                  <a16:creationId xmlns:a16="http://schemas.microsoft.com/office/drawing/2014/main" id="{545CB182-80A6-5B3D-32EC-E4FCBBD69D04}"/>
                </a:ext>
              </a:extLst>
            </p:cNvPr>
            <p:cNvSpPr/>
            <p:nvPr/>
          </p:nvSpPr>
          <p:spPr>
            <a:xfrm>
              <a:off x="5267947" y="550726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94" name="Rectangle 2118">
              <a:extLst>
                <a:ext uri="{FF2B5EF4-FFF2-40B4-BE49-F238E27FC236}">
                  <a16:creationId xmlns:a16="http://schemas.microsoft.com/office/drawing/2014/main" id="{4191F832-5AF0-755E-69F3-80CB99032B00}"/>
                </a:ext>
              </a:extLst>
            </p:cNvPr>
            <p:cNvSpPr/>
            <p:nvPr/>
          </p:nvSpPr>
          <p:spPr>
            <a:xfrm>
              <a:off x="5414566" y="550726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95" name="Rectangle 2119">
              <a:extLst>
                <a:ext uri="{FF2B5EF4-FFF2-40B4-BE49-F238E27FC236}">
                  <a16:creationId xmlns:a16="http://schemas.microsoft.com/office/drawing/2014/main" id="{FCA00578-A7B1-02C9-33E6-B1ABD1CD47A1}"/>
                </a:ext>
              </a:extLst>
            </p:cNvPr>
            <p:cNvSpPr/>
            <p:nvPr/>
          </p:nvSpPr>
          <p:spPr>
            <a:xfrm>
              <a:off x="5561184" y="550726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96" name="Rectangle 2120">
              <a:extLst>
                <a:ext uri="{FF2B5EF4-FFF2-40B4-BE49-F238E27FC236}">
                  <a16:creationId xmlns:a16="http://schemas.microsoft.com/office/drawing/2014/main" id="{0D37ECCB-F9D8-B273-634F-28FB91A43F28}"/>
                </a:ext>
              </a:extLst>
            </p:cNvPr>
            <p:cNvSpPr/>
            <p:nvPr/>
          </p:nvSpPr>
          <p:spPr>
            <a:xfrm>
              <a:off x="5707803" y="550726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97" name="Rectangle 2121">
              <a:extLst>
                <a:ext uri="{FF2B5EF4-FFF2-40B4-BE49-F238E27FC236}">
                  <a16:creationId xmlns:a16="http://schemas.microsoft.com/office/drawing/2014/main" id="{CF97CFEC-4CEF-546A-3A9D-B09B87C21A99}"/>
                </a:ext>
              </a:extLst>
            </p:cNvPr>
            <p:cNvSpPr/>
            <p:nvPr/>
          </p:nvSpPr>
          <p:spPr>
            <a:xfrm>
              <a:off x="5854423" y="550726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98" name="Rectangle 2123">
              <a:extLst>
                <a:ext uri="{FF2B5EF4-FFF2-40B4-BE49-F238E27FC236}">
                  <a16:creationId xmlns:a16="http://schemas.microsoft.com/office/drawing/2014/main" id="{3C5D61CD-547F-9B9E-7D96-3DDDBC43F4D3}"/>
                </a:ext>
              </a:extLst>
            </p:cNvPr>
            <p:cNvSpPr/>
            <p:nvPr/>
          </p:nvSpPr>
          <p:spPr>
            <a:xfrm>
              <a:off x="4534855" y="5648380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99" name="Rectangle 2124">
              <a:extLst>
                <a:ext uri="{FF2B5EF4-FFF2-40B4-BE49-F238E27FC236}">
                  <a16:creationId xmlns:a16="http://schemas.microsoft.com/office/drawing/2014/main" id="{5533CF5E-7D6C-EA37-BD36-A14AF9EB004E}"/>
                </a:ext>
              </a:extLst>
            </p:cNvPr>
            <p:cNvSpPr/>
            <p:nvPr/>
          </p:nvSpPr>
          <p:spPr>
            <a:xfrm>
              <a:off x="4681473" y="564838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00" name="Rectangle 2125">
              <a:extLst>
                <a:ext uri="{FF2B5EF4-FFF2-40B4-BE49-F238E27FC236}">
                  <a16:creationId xmlns:a16="http://schemas.microsoft.com/office/drawing/2014/main" id="{E8C2BB50-B323-7CBE-8150-D917F7EDA396}"/>
                </a:ext>
              </a:extLst>
            </p:cNvPr>
            <p:cNvSpPr/>
            <p:nvPr/>
          </p:nvSpPr>
          <p:spPr>
            <a:xfrm>
              <a:off x="4828092" y="564838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01" name="Rectangle 2126">
              <a:extLst>
                <a:ext uri="{FF2B5EF4-FFF2-40B4-BE49-F238E27FC236}">
                  <a16:creationId xmlns:a16="http://schemas.microsoft.com/office/drawing/2014/main" id="{17978B97-47D9-29E2-ADC5-8F975B23229E}"/>
                </a:ext>
              </a:extLst>
            </p:cNvPr>
            <p:cNvSpPr/>
            <p:nvPr/>
          </p:nvSpPr>
          <p:spPr>
            <a:xfrm>
              <a:off x="4974710" y="564838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02" name="Rectangle 2127">
              <a:extLst>
                <a:ext uri="{FF2B5EF4-FFF2-40B4-BE49-F238E27FC236}">
                  <a16:creationId xmlns:a16="http://schemas.microsoft.com/office/drawing/2014/main" id="{AB4EC356-EFB6-06F3-76E6-3AB6E229EA66}"/>
                </a:ext>
              </a:extLst>
            </p:cNvPr>
            <p:cNvSpPr/>
            <p:nvPr/>
          </p:nvSpPr>
          <p:spPr>
            <a:xfrm>
              <a:off x="5121329" y="564838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03" name="Rectangle 2128">
              <a:extLst>
                <a:ext uri="{FF2B5EF4-FFF2-40B4-BE49-F238E27FC236}">
                  <a16:creationId xmlns:a16="http://schemas.microsoft.com/office/drawing/2014/main" id="{95A0EB92-49FB-67F5-0D9E-FF4C9774F514}"/>
                </a:ext>
              </a:extLst>
            </p:cNvPr>
            <p:cNvSpPr/>
            <p:nvPr/>
          </p:nvSpPr>
          <p:spPr>
            <a:xfrm>
              <a:off x="5267947" y="564838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04" name="Rectangle 2129">
              <a:extLst>
                <a:ext uri="{FF2B5EF4-FFF2-40B4-BE49-F238E27FC236}">
                  <a16:creationId xmlns:a16="http://schemas.microsoft.com/office/drawing/2014/main" id="{955478FB-8268-A045-25A3-2C7C3C216584}"/>
                </a:ext>
              </a:extLst>
            </p:cNvPr>
            <p:cNvSpPr/>
            <p:nvPr/>
          </p:nvSpPr>
          <p:spPr>
            <a:xfrm>
              <a:off x="5414566" y="564838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05" name="Rectangle 2130">
              <a:extLst>
                <a:ext uri="{FF2B5EF4-FFF2-40B4-BE49-F238E27FC236}">
                  <a16:creationId xmlns:a16="http://schemas.microsoft.com/office/drawing/2014/main" id="{CCD6586C-5BFF-3677-0CB2-C34FA3D827C3}"/>
                </a:ext>
              </a:extLst>
            </p:cNvPr>
            <p:cNvSpPr/>
            <p:nvPr/>
          </p:nvSpPr>
          <p:spPr>
            <a:xfrm>
              <a:off x="5561184" y="564838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06" name="Rectangle 2131">
              <a:extLst>
                <a:ext uri="{FF2B5EF4-FFF2-40B4-BE49-F238E27FC236}">
                  <a16:creationId xmlns:a16="http://schemas.microsoft.com/office/drawing/2014/main" id="{B970555A-AD70-B00F-2AA4-1EB822114952}"/>
                </a:ext>
              </a:extLst>
            </p:cNvPr>
            <p:cNvSpPr/>
            <p:nvPr/>
          </p:nvSpPr>
          <p:spPr>
            <a:xfrm>
              <a:off x="5707803" y="564838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07" name="Rectangle 2132">
              <a:extLst>
                <a:ext uri="{FF2B5EF4-FFF2-40B4-BE49-F238E27FC236}">
                  <a16:creationId xmlns:a16="http://schemas.microsoft.com/office/drawing/2014/main" id="{7C264C22-CAC2-0A0C-95D1-8B257B01A90F}"/>
                </a:ext>
              </a:extLst>
            </p:cNvPr>
            <p:cNvSpPr/>
            <p:nvPr/>
          </p:nvSpPr>
          <p:spPr>
            <a:xfrm>
              <a:off x="5854423" y="564838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08" name="Rectangle 2134">
              <a:extLst>
                <a:ext uri="{FF2B5EF4-FFF2-40B4-BE49-F238E27FC236}">
                  <a16:creationId xmlns:a16="http://schemas.microsoft.com/office/drawing/2014/main" id="{887C9092-6282-4D59-B18E-6D07DF64212D}"/>
                </a:ext>
              </a:extLst>
            </p:cNvPr>
            <p:cNvSpPr/>
            <p:nvPr/>
          </p:nvSpPr>
          <p:spPr>
            <a:xfrm>
              <a:off x="4534855" y="5789492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09" name="Rectangle 2135">
              <a:extLst>
                <a:ext uri="{FF2B5EF4-FFF2-40B4-BE49-F238E27FC236}">
                  <a16:creationId xmlns:a16="http://schemas.microsoft.com/office/drawing/2014/main" id="{65CAE776-0175-1F07-7C31-715CA4A05C55}"/>
                </a:ext>
              </a:extLst>
            </p:cNvPr>
            <p:cNvSpPr/>
            <p:nvPr/>
          </p:nvSpPr>
          <p:spPr>
            <a:xfrm>
              <a:off x="4681473" y="578949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10" name="Rectangle 2136">
              <a:extLst>
                <a:ext uri="{FF2B5EF4-FFF2-40B4-BE49-F238E27FC236}">
                  <a16:creationId xmlns:a16="http://schemas.microsoft.com/office/drawing/2014/main" id="{1CB563F4-81BA-5125-CB47-8A973A16052C}"/>
                </a:ext>
              </a:extLst>
            </p:cNvPr>
            <p:cNvSpPr/>
            <p:nvPr/>
          </p:nvSpPr>
          <p:spPr>
            <a:xfrm>
              <a:off x="4828092" y="578949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11" name="Rectangle 2137">
              <a:extLst>
                <a:ext uri="{FF2B5EF4-FFF2-40B4-BE49-F238E27FC236}">
                  <a16:creationId xmlns:a16="http://schemas.microsoft.com/office/drawing/2014/main" id="{F4A51EEA-C3FA-F874-76C0-661D10407E76}"/>
                </a:ext>
              </a:extLst>
            </p:cNvPr>
            <p:cNvSpPr/>
            <p:nvPr/>
          </p:nvSpPr>
          <p:spPr>
            <a:xfrm>
              <a:off x="4974710" y="578949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12" name="Rectangle 2138">
              <a:extLst>
                <a:ext uri="{FF2B5EF4-FFF2-40B4-BE49-F238E27FC236}">
                  <a16:creationId xmlns:a16="http://schemas.microsoft.com/office/drawing/2014/main" id="{F9839A90-74F6-EDF0-C9EA-A90575F6CE87}"/>
                </a:ext>
              </a:extLst>
            </p:cNvPr>
            <p:cNvSpPr/>
            <p:nvPr/>
          </p:nvSpPr>
          <p:spPr>
            <a:xfrm>
              <a:off x="5121329" y="578949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13" name="Rectangle 2139">
              <a:extLst>
                <a:ext uri="{FF2B5EF4-FFF2-40B4-BE49-F238E27FC236}">
                  <a16:creationId xmlns:a16="http://schemas.microsoft.com/office/drawing/2014/main" id="{7C44FD20-D21B-B1E4-1A1C-A49A1D7035FF}"/>
                </a:ext>
              </a:extLst>
            </p:cNvPr>
            <p:cNvSpPr/>
            <p:nvPr/>
          </p:nvSpPr>
          <p:spPr>
            <a:xfrm>
              <a:off x="5267947" y="578949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14" name="Rectangle 2140">
              <a:extLst>
                <a:ext uri="{FF2B5EF4-FFF2-40B4-BE49-F238E27FC236}">
                  <a16:creationId xmlns:a16="http://schemas.microsoft.com/office/drawing/2014/main" id="{B4012821-33C2-573F-F8EA-B798BD78F4F0}"/>
                </a:ext>
              </a:extLst>
            </p:cNvPr>
            <p:cNvSpPr/>
            <p:nvPr/>
          </p:nvSpPr>
          <p:spPr>
            <a:xfrm>
              <a:off x="5414566" y="578949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15" name="Rectangle 2141">
              <a:extLst>
                <a:ext uri="{FF2B5EF4-FFF2-40B4-BE49-F238E27FC236}">
                  <a16:creationId xmlns:a16="http://schemas.microsoft.com/office/drawing/2014/main" id="{6093C402-D006-0F74-06A1-E1EEF4263CB9}"/>
                </a:ext>
              </a:extLst>
            </p:cNvPr>
            <p:cNvSpPr/>
            <p:nvPr/>
          </p:nvSpPr>
          <p:spPr>
            <a:xfrm>
              <a:off x="5561184" y="578949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16" name="Rectangle 2142">
              <a:extLst>
                <a:ext uri="{FF2B5EF4-FFF2-40B4-BE49-F238E27FC236}">
                  <a16:creationId xmlns:a16="http://schemas.microsoft.com/office/drawing/2014/main" id="{4593EE32-ECC8-90A3-656E-05ADA9A394CD}"/>
                </a:ext>
              </a:extLst>
            </p:cNvPr>
            <p:cNvSpPr/>
            <p:nvPr/>
          </p:nvSpPr>
          <p:spPr>
            <a:xfrm>
              <a:off x="5707803" y="578949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17" name="Rectangle 2143">
              <a:extLst>
                <a:ext uri="{FF2B5EF4-FFF2-40B4-BE49-F238E27FC236}">
                  <a16:creationId xmlns:a16="http://schemas.microsoft.com/office/drawing/2014/main" id="{0297D9A5-24BB-3E12-9345-CBDB24EACBD8}"/>
                </a:ext>
              </a:extLst>
            </p:cNvPr>
            <p:cNvSpPr/>
            <p:nvPr/>
          </p:nvSpPr>
          <p:spPr>
            <a:xfrm>
              <a:off x="5854423" y="578949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18" name="Rectangle 2145">
              <a:extLst>
                <a:ext uri="{FF2B5EF4-FFF2-40B4-BE49-F238E27FC236}">
                  <a16:creationId xmlns:a16="http://schemas.microsoft.com/office/drawing/2014/main" id="{7D5EC28D-4105-ECD2-CCEC-EFE389EEB0B8}"/>
                </a:ext>
              </a:extLst>
            </p:cNvPr>
            <p:cNvSpPr/>
            <p:nvPr/>
          </p:nvSpPr>
          <p:spPr>
            <a:xfrm>
              <a:off x="4534855" y="5930602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19" name="Rectangle 2146">
              <a:extLst>
                <a:ext uri="{FF2B5EF4-FFF2-40B4-BE49-F238E27FC236}">
                  <a16:creationId xmlns:a16="http://schemas.microsoft.com/office/drawing/2014/main" id="{E75AE9DD-1439-6B77-0F6B-1511E912C395}"/>
                </a:ext>
              </a:extLst>
            </p:cNvPr>
            <p:cNvSpPr/>
            <p:nvPr/>
          </p:nvSpPr>
          <p:spPr>
            <a:xfrm>
              <a:off x="4681473" y="593060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20" name="Rectangle 2147">
              <a:extLst>
                <a:ext uri="{FF2B5EF4-FFF2-40B4-BE49-F238E27FC236}">
                  <a16:creationId xmlns:a16="http://schemas.microsoft.com/office/drawing/2014/main" id="{FD470B6F-FC9A-4FEB-2350-C5B866D14DE9}"/>
                </a:ext>
              </a:extLst>
            </p:cNvPr>
            <p:cNvSpPr/>
            <p:nvPr/>
          </p:nvSpPr>
          <p:spPr>
            <a:xfrm>
              <a:off x="4828092" y="593060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21" name="Rectangle 2148">
              <a:extLst>
                <a:ext uri="{FF2B5EF4-FFF2-40B4-BE49-F238E27FC236}">
                  <a16:creationId xmlns:a16="http://schemas.microsoft.com/office/drawing/2014/main" id="{8D332537-ACCC-9B3E-2C02-EA67B9C68E03}"/>
                </a:ext>
              </a:extLst>
            </p:cNvPr>
            <p:cNvSpPr/>
            <p:nvPr/>
          </p:nvSpPr>
          <p:spPr>
            <a:xfrm>
              <a:off x="4974710" y="593060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22" name="Rectangle 2149">
              <a:extLst>
                <a:ext uri="{FF2B5EF4-FFF2-40B4-BE49-F238E27FC236}">
                  <a16:creationId xmlns:a16="http://schemas.microsoft.com/office/drawing/2014/main" id="{C7051243-6991-4F49-F1B0-6174030BF55A}"/>
                </a:ext>
              </a:extLst>
            </p:cNvPr>
            <p:cNvSpPr/>
            <p:nvPr/>
          </p:nvSpPr>
          <p:spPr>
            <a:xfrm>
              <a:off x="5121329" y="593060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23" name="Rectangle 2150">
              <a:extLst>
                <a:ext uri="{FF2B5EF4-FFF2-40B4-BE49-F238E27FC236}">
                  <a16:creationId xmlns:a16="http://schemas.microsoft.com/office/drawing/2014/main" id="{6D1417FD-99B8-CAD3-04C8-0990FCA1F1B9}"/>
                </a:ext>
              </a:extLst>
            </p:cNvPr>
            <p:cNvSpPr/>
            <p:nvPr/>
          </p:nvSpPr>
          <p:spPr>
            <a:xfrm>
              <a:off x="5267947" y="593060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24" name="Rectangle 2151">
              <a:extLst>
                <a:ext uri="{FF2B5EF4-FFF2-40B4-BE49-F238E27FC236}">
                  <a16:creationId xmlns:a16="http://schemas.microsoft.com/office/drawing/2014/main" id="{C36ECDAF-FAFC-FD1D-BB36-B582399AF874}"/>
                </a:ext>
              </a:extLst>
            </p:cNvPr>
            <p:cNvSpPr/>
            <p:nvPr/>
          </p:nvSpPr>
          <p:spPr>
            <a:xfrm>
              <a:off x="5414566" y="593060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25" name="Rectangle 2152">
              <a:extLst>
                <a:ext uri="{FF2B5EF4-FFF2-40B4-BE49-F238E27FC236}">
                  <a16:creationId xmlns:a16="http://schemas.microsoft.com/office/drawing/2014/main" id="{B065E055-8620-9C28-284C-E7EA9B655A04}"/>
                </a:ext>
              </a:extLst>
            </p:cNvPr>
            <p:cNvSpPr/>
            <p:nvPr/>
          </p:nvSpPr>
          <p:spPr>
            <a:xfrm>
              <a:off x="5561184" y="593060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26" name="Rectangle 2153">
              <a:extLst>
                <a:ext uri="{FF2B5EF4-FFF2-40B4-BE49-F238E27FC236}">
                  <a16:creationId xmlns:a16="http://schemas.microsoft.com/office/drawing/2014/main" id="{871611A3-28EA-710B-083E-287793BF6691}"/>
                </a:ext>
              </a:extLst>
            </p:cNvPr>
            <p:cNvSpPr/>
            <p:nvPr/>
          </p:nvSpPr>
          <p:spPr>
            <a:xfrm>
              <a:off x="5707803" y="593060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27" name="Rectangle 2154">
              <a:extLst>
                <a:ext uri="{FF2B5EF4-FFF2-40B4-BE49-F238E27FC236}">
                  <a16:creationId xmlns:a16="http://schemas.microsoft.com/office/drawing/2014/main" id="{B3573A4C-2A7B-6F43-B1A8-8BDAEA052089}"/>
                </a:ext>
              </a:extLst>
            </p:cNvPr>
            <p:cNvSpPr/>
            <p:nvPr/>
          </p:nvSpPr>
          <p:spPr>
            <a:xfrm>
              <a:off x="5854423" y="593060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</p:grpSp>
      <p:sp>
        <p:nvSpPr>
          <p:cNvPr id="529" name="文本框 528">
            <a:extLst>
              <a:ext uri="{FF2B5EF4-FFF2-40B4-BE49-F238E27FC236}">
                <a16:creationId xmlns:a16="http://schemas.microsoft.com/office/drawing/2014/main" id="{2EBA28F9-B85C-EE0B-6E40-B40C3FE5210E}"/>
              </a:ext>
            </a:extLst>
          </p:cNvPr>
          <p:cNvSpPr txBox="1"/>
          <p:nvPr/>
        </p:nvSpPr>
        <p:spPr>
          <a:xfrm>
            <a:off x="5281827" y="4058152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8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530" name="文本框 529">
            <a:extLst>
              <a:ext uri="{FF2B5EF4-FFF2-40B4-BE49-F238E27FC236}">
                <a16:creationId xmlns:a16="http://schemas.microsoft.com/office/drawing/2014/main" id="{D7AF2428-EBBC-C458-17E7-0C717E52EBE4}"/>
              </a:ext>
            </a:extLst>
          </p:cNvPr>
          <p:cNvSpPr txBox="1"/>
          <p:nvPr/>
        </p:nvSpPr>
        <p:spPr>
          <a:xfrm>
            <a:off x="5081450" y="5721549"/>
            <a:ext cx="7264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000">
                <a:latin typeface="HarmonyOS Sans SC Light" pitchFamily="2" charset="-122"/>
                <a:ea typeface="HarmonyOS Sans SC Light" pitchFamily="2" charset="-122"/>
              </a:defRPr>
            </a:lvl1pPr>
          </a:lstStyle>
          <a:p>
            <a:r>
              <a:rPr lang="en-US" altLang="zh-CN" dirty="0"/>
              <a:t>All others</a:t>
            </a:r>
            <a:endParaRPr lang="zh-CN" altLang="en-US" dirty="0"/>
          </a:p>
        </p:txBody>
      </p:sp>
      <p:grpSp>
        <p:nvGrpSpPr>
          <p:cNvPr id="636" name="组合 635">
            <a:extLst>
              <a:ext uri="{FF2B5EF4-FFF2-40B4-BE49-F238E27FC236}">
                <a16:creationId xmlns:a16="http://schemas.microsoft.com/office/drawing/2014/main" id="{A462F17F-13DE-98C9-E860-0C5769000E9B}"/>
              </a:ext>
            </a:extLst>
          </p:cNvPr>
          <p:cNvGrpSpPr/>
          <p:nvPr/>
        </p:nvGrpSpPr>
        <p:grpSpPr>
          <a:xfrm>
            <a:off x="8706829" y="2149896"/>
            <a:ext cx="1421383" cy="1371822"/>
            <a:chOff x="8706829" y="2149896"/>
            <a:chExt cx="1421383" cy="1371822"/>
          </a:xfrm>
        </p:grpSpPr>
        <p:sp>
          <p:nvSpPr>
            <p:cNvPr id="220" name="Rectangle 6">
              <a:extLst>
                <a:ext uri="{FF2B5EF4-FFF2-40B4-BE49-F238E27FC236}">
                  <a16:creationId xmlns:a16="http://schemas.microsoft.com/office/drawing/2014/main" id="{60D6344B-EDCE-49B6-B7B5-3407A79AC4C3}"/>
                </a:ext>
              </a:extLst>
            </p:cNvPr>
            <p:cNvSpPr/>
            <p:nvPr/>
          </p:nvSpPr>
          <p:spPr>
            <a:xfrm>
              <a:off x="8706829" y="2149896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21" name="Rectangle 7">
              <a:extLst>
                <a:ext uri="{FF2B5EF4-FFF2-40B4-BE49-F238E27FC236}">
                  <a16:creationId xmlns:a16="http://schemas.microsoft.com/office/drawing/2014/main" id="{A8354D6D-5F47-0411-2C79-DFABE56BE77F}"/>
                </a:ext>
              </a:extLst>
            </p:cNvPr>
            <p:cNvSpPr/>
            <p:nvPr/>
          </p:nvSpPr>
          <p:spPr>
            <a:xfrm>
              <a:off x="8853447" y="2149896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22" name="Rectangle 8">
              <a:extLst>
                <a:ext uri="{FF2B5EF4-FFF2-40B4-BE49-F238E27FC236}">
                  <a16:creationId xmlns:a16="http://schemas.microsoft.com/office/drawing/2014/main" id="{78D9E079-C9F2-CFF5-8DEF-F2B8469BA0FA}"/>
                </a:ext>
              </a:extLst>
            </p:cNvPr>
            <p:cNvSpPr/>
            <p:nvPr/>
          </p:nvSpPr>
          <p:spPr>
            <a:xfrm>
              <a:off x="9000066" y="2149896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23" name="Rectangle 9">
              <a:extLst>
                <a:ext uri="{FF2B5EF4-FFF2-40B4-BE49-F238E27FC236}">
                  <a16:creationId xmlns:a16="http://schemas.microsoft.com/office/drawing/2014/main" id="{F00189CD-4D0C-540A-0A0F-54C2060DF9A7}"/>
                </a:ext>
              </a:extLst>
            </p:cNvPr>
            <p:cNvSpPr/>
            <p:nvPr/>
          </p:nvSpPr>
          <p:spPr>
            <a:xfrm>
              <a:off x="9146684" y="2149896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24" name="Rectangle 10">
              <a:extLst>
                <a:ext uri="{FF2B5EF4-FFF2-40B4-BE49-F238E27FC236}">
                  <a16:creationId xmlns:a16="http://schemas.microsoft.com/office/drawing/2014/main" id="{8097577B-1D7D-81C5-B51E-6A2DD8EF2015}"/>
                </a:ext>
              </a:extLst>
            </p:cNvPr>
            <p:cNvSpPr/>
            <p:nvPr/>
          </p:nvSpPr>
          <p:spPr>
            <a:xfrm>
              <a:off x="9293303" y="214989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25" name="Rectangle 11">
              <a:extLst>
                <a:ext uri="{FF2B5EF4-FFF2-40B4-BE49-F238E27FC236}">
                  <a16:creationId xmlns:a16="http://schemas.microsoft.com/office/drawing/2014/main" id="{1474603D-C2DB-736B-402D-007DE74D07D4}"/>
                </a:ext>
              </a:extLst>
            </p:cNvPr>
            <p:cNvSpPr/>
            <p:nvPr/>
          </p:nvSpPr>
          <p:spPr>
            <a:xfrm>
              <a:off x="9439921" y="214989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26" name="Rectangle 12">
              <a:extLst>
                <a:ext uri="{FF2B5EF4-FFF2-40B4-BE49-F238E27FC236}">
                  <a16:creationId xmlns:a16="http://schemas.microsoft.com/office/drawing/2014/main" id="{DDA3E62D-4E34-F181-28F7-B52F4FE060F2}"/>
                </a:ext>
              </a:extLst>
            </p:cNvPr>
            <p:cNvSpPr/>
            <p:nvPr/>
          </p:nvSpPr>
          <p:spPr>
            <a:xfrm>
              <a:off x="9586540" y="214989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27" name="Rectangle 13">
              <a:extLst>
                <a:ext uri="{FF2B5EF4-FFF2-40B4-BE49-F238E27FC236}">
                  <a16:creationId xmlns:a16="http://schemas.microsoft.com/office/drawing/2014/main" id="{6F73E6AB-5E4C-B5A1-9DD4-F40783E890B3}"/>
                </a:ext>
              </a:extLst>
            </p:cNvPr>
            <p:cNvSpPr/>
            <p:nvPr/>
          </p:nvSpPr>
          <p:spPr>
            <a:xfrm>
              <a:off x="9733158" y="214989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28" name="Rectangle 14">
              <a:extLst>
                <a:ext uri="{FF2B5EF4-FFF2-40B4-BE49-F238E27FC236}">
                  <a16:creationId xmlns:a16="http://schemas.microsoft.com/office/drawing/2014/main" id="{0B646F22-FEEB-6B47-B87E-579371319FF3}"/>
                </a:ext>
              </a:extLst>
            </p:cNvPr>
            <p:cNvSpPr/>
            <p:nvPr/>
          </p:nvSpPr>
          <p:spPr>
            <a:xfrm>
              <a:off x="9879777" y="214989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29" name="Rectangle 15">
              <a:extLst>
                <a:ext uri="{FF2B5EF4-FFF2-40B4-BE49-F238E27FC236}">
                  <a16:creationId xmlns:a16="http://schemas.microsoft.com/office/drawing/2014/main" id="{A3C591A5-B601-6FE8-D115-B38FA5F23D2A}"/>
                </a:ext>
              </a:extLst>
            </p:cNvPr>
            <p:cNvSpPr/>
            <p:nvPr/>
          </p:nvSpPr>
          <p:spPr>
            <a:xfrm>
              <a:off x="10026397" y="214989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30" name="Rectangle 28">
              <a:extLst>
                <a:ext uri="{FF2B5EF4-FFF2-40B4-BE49-F238E27FC236}">
                  <a16:creationId xmlns:a16="http://schemas.microsoft.com/office/drawing/2014/main" id="{C8BB1BCC-ACE5-A4C2-5E95-1D51BD3BC177}"/>
                </a:ext>
              </a:extLst>
            </p:cNvPr>
            <p:cNvSpPr/>
            <p:nvPr/>
          </p:nvSpPr>
          <p:spPr>
            <a:xfrm>
              <a:off x="8706829" y="2291008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31" name="Rectangle 29">
              <a:extLst>
                <a:ext uri="{FF2B5EF4-FFF2-40B4-BE49-F238E27FC236}">
                  <a16:creationId xmlns:a16="http://schemas.microsoft.com/office/drawing/2014/main" id="{23A216A3-94DE-51AF-EE98-A628729CE5D9}"/>
                </a:ext>
              </a:extLst>
            </p:cNvPr>
            <p:cNvSpPr/>
            <p:nvPr/>
          </p:nvSpPr>
          <p:spPr>
            <a:xfrm>
              <a:off x="8853447" y="2291008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32" name="Rectangle 30">
              <a:extLst>
                <a:ext uri="{FF2B5EF4-FFF2-40B4-BE49-F238E27FC236}">
                  <a16:creationId xmlns:a16="http://schemas.microsoft.com/office/drawing/2014/main" id="{5DBF5600-E9C6-A8FD-68B7-6E1468895FEF}"/>
                </a:ext>
              </a:extLst>
            </p:cNvPr>
            <p:cNvSpPr/>
            <p:nvPr/>
          </p:nvSpPr>
          <p:spPr>
            <a:xfrm>
              <a:off x="9000066" y="2291008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33" name="Rectangle 31">
              <a:extLst>
                <a:ext uri="{FF2B5EF4-FFF2-40B4-BE49-F238E27FC236}">
                  <a16:creationId xmlns:a16="http://schemas.microsoft.com/office/drawing/2014/main" id="{1EB26C18-78C2-C19F-30D0-2B5CCD3B2B4D}"/>
                </a:ext>
              </a:extLst>
            </p:cNvPr>
            <p:cNvSpPr/>
            <p:nvPr/>
          </p:nvSpPr>
          <p:spPr>
            <a:xfrm>
              <a:off x="9146684" y="2291008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34" name="Rectangle 32">
              <a:extLst>
                <a:ext uri="{FF2B5EF4-FFF2-40B4-BE49-F238E27FC236}">
                  <a16:creationId xmlns:a16="http://schemas.microsoft.com/office/drawing/2014/main" id="{79EC1512-E6F9-EECB-451D-3B892D61A095}"/>
                </a:ext>
              </a:extLst>
            </p:cNvPr>
            <p:cNvSpPr/>
            <p:nvPr/>
          </p:nvSpPr>
          <p:spPr>
            <a:xfrm>
              <a:off x="9293303" y="229100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35" name="Rectangle 33">
              <a:extLst>
                <a:ext uri="{FF2B5EF4-FFF2-40B4-BE49-F238E27FC236}">
                  <a16:creationId xmlns:a16="http://schemas.microsoft.com/office/drawing/2014/main" id="{C4925435-2113-B9D6-757D-B3D848C32EB9}"/>
                </a:ext>
              </a:extLst>
            </p:cNvPr>
            <p:cNvSpPr/>
            <p:nvPr/>
          </p:nvSpPr>
          <p:spPr>
            <a:xfrm>
              <a:off x="9439921" y="229100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36" name="Rectangle 34">
              <a:extLst>
                <a:ext uri="{FF2B5EF4-FFF2-40B4-BE49-F238E27FC236}">
                  <a16:creationId xmlns:a16="http://schemas.microsoft.com/office/drawing/2014/main" id="{AEF0512C-F8A3-23FE-1215-93A09D9663CD}"/>
                </a:ext>
              </a:extLst>
            </p:cNvPr>
            <p:cNvSpPr/>
            <p:nvPr/>
          </p:nvSpPr>
          <p:spPr>
            <a:xfrm>
              <a:off x="9586540" y="229100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37" name="Rectangle 35">
              <a:extLst>
                <a:ext uri="{FF2B5EF4-FFF2-40B4-BE49-F238E27FC236}">
                  <a16:creationId xmlns:a16="http://schemas.microsoft.com/office/drawing/2014/main" id="{1A889C17-7DD4-D0B7-28BD-E8C12BEE1DBA}"/>
                </a:ext>
              </a:extLst>
            </p:cNvPr>
            <p:cNvSpPr/>
            <p:nvPr/>
          </p:nvSpPr>
          <p:spPr>
            <a:xfrm>
              <a:off x="9733158" y="229100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38" name="Rectangle 36">
              <a:extLst>
                <a:ext uri="{FF2B5EF4-FFF2-40B4-BE49-F238E27FC236}">
                  <a16:creationId xmlns:a16="http://schemas.microsoft.com/office/drawing/2014/main" id="{64884F1A-5E02-F2F1-3805-BCCA645DDA8E}"/>
                </a:ext>
              </a:extLst>
            </p:cNvPr>
            <p:cNvSpPr/>
            <p:nvPr/>
          </p:nvSpPr>
          <p:spPr>
            <a:xfrm>
              <a:off x="9879777" y="229100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39" name="Rectangle 37">
              <a:extLst>
                <a:ext uri="{FF2B5EF4-FFF2-40B4-BE49-F238E27FC236}">
                  <a16:creationId xmlns:a16="http://schemas.microsoft.com/office/drawing/2014/main" id="{FB4D6CD4-350D-0122-9F3A-586F56245616}"/>
                </a:ext>
              </a:extLst>
            </p:cNvPr>
            <p:cNvSpPr/>
            <p:nvPr/>
          </p:nvSpPr>
          <p:spPr>
            <a:xfrm>
              <a:off x="10026397" y="229100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40" name="Rectangle 39">
              <a:extLst>
                <a:ext uri="{FF2B5EF4-FFF2-40B4-BE49-F238E27FC236}">
                  <a16:creationId xmlns:a16="http://schemas.microsoft.com/office/drawing/2014/main" id="{63C85BAB-3398-5C77-469A-420985386B84}"/>
                </a:ext>
              </a:extLst>
            </p:cNvPr>
            <p:cNvSpPr/>
            <p:nvPr/>
          </p:nvSpPr>
          <p:spPr>
            <a:xfrm>
              <a:off x="8706829" y="2432120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41" name="Rectangle 40">
              <a:extLst>
                <a:ext uri="{FF2B5EF4-FFF2-40B4-BE49-F238E27FC236}">
                  <a16:creationId xmlns:a16="http://schemas.microsoft.com/office/drawing/2014/main" id="{01FBD276-4381-EE22-3ADF-6A4B80A17E00}"/>
                </a:ext>
              </a:extLst>
            </p:cNvPr>
            <p:cNvSpPr/>
            <p:nvPr/>
          </p:nvSpPr>
          <p:spPr>
            <a:xfrm>
              <a:off x="8853447" y="2432120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42" name="Rectangle 41">
              <a:extLst>
                <a:ext uri="{FF2B5EF4-FFF2-40B4-BE49-F238E27FC236}">
                  <a16:creationId xmlns:a16="http://schemas.microsoft.com/office/drawing/2014/main" id="{E09796D7-AEAF-FB10-8F2E-BBC71FB28091}"/>
                </a:ext>
              </a:extLst>
            </p:cNvPr>
            <p:cNvSpPr/>
            <p:nvPr/>
          </p:nvSpPr>
          <p:spPr>
            <a:xfrm>
              <a:off x="9000066" y="2432120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43" name="Rectangle 42">
              <a:extLst>
                <a:ext uri="{FF2B5EF4-FFF2-40B4-BE49-F238E27FC236}">
                  <a16:creationId xmlns:a16="http://schemas.microsoft.com/office/drawing/2014/main" id="{80FE1344-A0B6-BF83-CC5D-87C6233BE9C4}"/>
                </a:ext>
              </a:extLst>
            </p:cNvPr>
            <p:cNvSpPr/>
            <p:nvPr/>
          </p:nvSpPr>
          <p:spPr>
            <a:xfrm>
              <a:off x="9146684" y="2432120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44" name="Rectangle 43">
              <a:extLst>
                <a:ext uri="{FF2B5EF4-FFF2-40B4-BE49-F238E27FC236}">
                  <a16:creationId xmlns:a16="http://schemas.microsoft.com/office/drawing/2014/main" id="{3345DB10-75EC-934F-A537-4F093B7D4110}"/>
                </a:ext>
              </a:extLst>
            </p:cNvPr>
            <p:cNvSpPr/>
            <p:nvPr/>
          </p:nvSpPr>
          <p:spPr>
            <a:xfrm>
              <a:off x="9293303" y="243212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45" name="Rectangle 44">
              <a:extLst>
                <a:ext uri="{FF2B5EF4-FFF2-40B4-BE49-F238E27FC236}">
                  <a16:creationId xmlns:a16="http://schemas.microsoft.com/office/drawing/2014/main" id="{37BEDD1D-4594-7385-CD56-377361C59118}"/>
                </a:ext>
              </a:extLst>
            </p:cNvPr>
            <p:cNvSpPr/>
            <p:nvPr/>
          </p:nvSpPr>
          <p:spPr>
            <a:xfrm>
              <a:off x="9439921" y="243212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46" name="Rectangle 45">
              <a:extLst>
                <a:ext uri="{FF2B5EF4-FFF2-40B4-BE49-F238E27FC236}">
                  <a16:creationId xmlns:a16="http://schemas.microsoft.com/office/drawing/2014/main" id="{EDC82A58-17B1-A4AE-BEC8-3AFD2704FF07}"/>
                </a:ext>
              </a:extLst>
            </p:cNvPr>
            <p:cNvSpPr/>
            <p:nvPr/>
          </p:nvSpPr>
          <p:spPr>
            <a:xfrm>
              <a:off x="9586540" y="243212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47" name="Rectangle 46">
              <a:extLst>
                <a:ext uri="{FF2B5EF4-FFF2-40B4-BE49-F238E27FC236}">
                  <a16:creationId xmlns:a16="http://schemas.microsoft.com/office/drawing/2014/main" id="{55AC7C7D-BD0F-34C8-2ECB-32090FB95393}"/>
                </a:ext>
              </a:extLst>
            </p:cNvPr>
            <p:cNvSpPr/>
            <p:nvPr/>
          </p:nvSpPr>
          <p:spPr>
            <a:xfrm>
              <a:off x="9733158" y="243212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48" name="Rectangle 47">
              <a:extLst>
                <a:ext uri="{FF2B5EF4-FFF2-40B4-BE49-F238E27FC236}">
                  <a16:creationId xmlns:a16="http://schemas.microsoft.com/office/drawing/2014/main" id="{EFC81870-5D61-F0F7-7728-FABB0D1792A7}"/>
                </a:ext>
              </a:extLst>
            </p:cNvPr>
            <p:cNvSpPr/>
            <p:nvPr/>
          </p:nvSpPr>
          <p:spPr>
            <a:xfrm>
              <a:off x="9879777" y="243212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49" name="Rectangle 48">
              <a:extLst>
                <a:ext uri="{FF2B5EF4-FFF2-40B4-BE49-F238E27FC236}">
                  <a16:creationId xmlns:a16="http://schemas.microsoft.com/office/drawing/2014/main" id="{65BC6E14-CAE1-533E-6835-5FAD21ACD83B}"/>
                </a:ext>
              </a:extLst>
            </p:cNvPr>
            <p:cNvSpPr/>
            <p:nvPr/>
          </p:nvSpPr>
          <p:spPr>
            <a:xfrm>
              <a:off x="10026397" y="243212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50" name="Rectangle 50">
              <a:extLst>
                <a:ext uri="{FF2B5EF4-FFF2-40B4-BE49-F238E27FC236}">
                  <a16:creationId xmlns:a16="http://schemas.microsoft.com/office/drawing/2014/main" id="{E11477EE-0EFD-1A00-D589-BBADA17AECAC}"/>
                </a:ext>
              </a:extLst>
            </p:cNvPr>
            <p:cNvSpPr/>
            <p:nvPr/>
          </p:nvSpPr>
          <p:spPr>
            <a:xfrm>
              <a:off x="8706829" y="2573232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51" name="Rectangle 51">
              <a:extLst>
                <a:ext uri="{FF2B5EF4-FFF2-40B4-BE49-F238E27FC236}">
                  <a16:creationId xmlns:a16="http://schemas.microsoft.com/office/drawing/2014/main" id="{E6C49395-329C-7870-D725-526E2DB38474}"/>
                </a:ext>
              </a:extLst>
            </p:cNvPr>
            <p:cNvSpPr/>
            <p:nvPr/>
          </p:nvSpPr>
          <p:spPr>
            <a:xfrm>
              <a:off x="8853447" y="2573232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52" name="Rectangle 52">
              <a:extLst>
                <a:ext uri="{FF2B5EF4-FFF2-40B4-BE49-F238E27FC236}">
                  <a16:creationId xmlns:a16="http://schemas.microsoft.com/office/drawing/2014/main" id="{DECD5049-3D44-264F-4974-86EBB8605BE8}"/>
                </a:ext>
              </a:extLst>
            </p:cNvPr>
            <p:cNvSpPr/>
            <p:nvPr/>
          </p:nvSpPr>
          <p:spPr>
            <a:xfrm>
              <a:off x="9000066" y="2573232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53" name="Rectangle 53">
              <a:extLst>
                <a:ext uri="{FF2B5EF4-FFF2-40B4-BE49-F238E27FC236}">
                  <a16:creationId xmlns:a16="http://schemas.microsoft.com/office/drawing/2014/main" id="{5D269F67-23BF-C4DF-A385-A9990E88E362}"/>
                </a:ext>
              </a:extLst>
            </p:cNvPr>
            <p:cNvSpPr/>
            <p:nvPr/>
          </p:nvSpPr>
          <p:spPr>
            <a:xfrm>
              <a:off x="9146684" y="2573232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54" name="Rectangle 54">
              <a:extLst>
                <a:ext uri="{FF2B5EF4-FFF2-40B4-BE49-F238E27FC236}">
                  <a16:creationId xmlns:a16="http://schemas.microsoft.com/office/drawing/2014/main" id="{407F9894-213B-80C3-0867-6DCCF1A630FE}"/>
                </a:ext>
              </a:extLst>
            </p:cNvPr>
            <p:cNvSpPr/>
            <p:nvPr/>
          </p:nvSpPr>
          <p:spPr>
            <a:xfrm>
              <a:off x="9293303" y="2573232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55" name="Rectangle 55">
              <a:extLst>
                <a:ext uri="{FF2B5EF4-FFF2-40B4-BE49-F238E27FC236}">
                  <a16:creationId xmlns:a16="http://schemas.microsoft.com/office/drawing/2014/main" id="{FF83CAD5-AAFE-24E1-1D5D-A2087E516DE4}"/>
                </a:ext>
              </a:extLst>
            </p:cNvPr>
            <p:cNvSpPr/>
            <p:nvPr/>
          </p:nvSpPr>
          <p:spPr>
            <a:xfrm>
              <a:off x="9439921" y="257323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56" name="Rectangle 56">
              <a:extLst>
                <a:ext uri="{FF2B5EF4-FFF2-40B4-BE49-F238E27FC236}">
                  <a16:creationId xmlns:a16="http://schemas.microsoft.com/office/drawing/2014/main" id="{3D48E48E-4065-2EA2-5FCF-43EDF8E4209B}"/>
                </a:ext>
              </a:extLst>
            </p:cNvPr>
            <p:cNvSpPr/>
            <p:nvPr/>
          </p:nvSpPr>
          <p:spPr>
            <a:xfrm>
              <a:off x="9586540" y="257323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57" name="Rectangle 57">
              <a:extLst>
                <a:ext uri="{FF2B5EF4-FFF2-40B4-BE49-F238E27FC236}">
                  <a16:creationId xmlns:a16="http://schemas.microsoft.com/office/drawing/2014/main" id="{57C0C1E4-C258-7550-6BB5-62D4FEED661A}"/>
                </a:ext>
              </a:extLst>
            </p:cNvPr>
            <p:cNvSpPr/>
            <p:nvPr/>
          </p:nvSpPr>
          <p:spPr>
            <a:xfrm>
              <a:off x="9733158" y="257323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58" name="Rectangle 58">
              <a:extLst>
                <a:ext uri="{FF2B5EF4-FFF2-40B4-BE49-F238E27FC236}">
                  <a16:creationId xmlns:a16="http://schemas.microsoft.com/office/drawing/2014/main" id="{71E0897E-FE93-BE94-8188-CA743DFA9FCD}"/>
                </a:ext>
              </a:extLst>
            </p:cNvPr>
            <p:cNvSpPr/>
            <p:nvPr/>
          </p:nvSpPr>
          <p:spPr>
            <a:xfrm>
              <a:off x="9879777" y="257323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59" name="Rectangle 59">
              <a:extLst>
                <a:ext uri="{FF2B5EF4-FFF2-40B4-BE49-F238E27FC236}">
                  <a16:creationId xmlns:a16="http://schemas.microsoft.com/office/drawing/2014/main" id="{D6C319F8-94A6-4446-0AF7-909079D9CD3C}"/>
                </a:ext>
              </a:extLst>
            </p:cNvPr>
            <p:cNvSpPr/>
            <p:nvPr/>
          </p:nvSpPr>
          <p:spPr>
            <a:xfrm>
              <a:off x="10026397" y="257323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60" name="Rectangle 2090">
              <a:extLst>
                <a:ext uri="{FF2B5EF4-FFF2-40B4-BE49-F238E27FC236}">
                  <a16:creationId xmlns:a16="http://schemas.microsoft.com/office/drawing/2014/main" id="{06CE743B-1430-F307-32B9-C156179B9428}"/>
                </a:ext>
              </a:extLst>
            </p:cNvPr>
            <p:cNvSpPr/>
            <p:nvPr/>
          </p:nvSpPr>
          <p:spPr>
            <a:xfrm>
              <a:off x="8706829" y="2714344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61" name="Rectangle 2091">
              <a:extLst>
                <a:ext uri="{FF2B5EF4-FFF2-40B4-BE49-F238E27FC236}">
                  <a16:creationId xmlns:a16="http://schemas.microsoft.com/office/drawing/2014/main" id="{B4E83B66-B9F4-A789-6EF2-07DA8491A3E1}"/>
                </a:ext>
              </a:extLst>
            </p:cNvPr>
            <p:cNvSpPr/>
            <p:nvPr/>
          </p:nvSpPr>
          <p:spPr>
            <a:xfrm>
              <a:off x="8853447" y="2714344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62" name="Rectangle 2092">
              <a:extLst>
                <a:ext uri="{FF2B5EF4-FFF2-40B4-BE49-F238E27FC236}">
                  <a16:creationId xmlns:a16="http://schemas.microsoft.com/office/drawing/2014/main" id="{7B512EAC-62A2-E86A-45C7-E387F5C7D5A3}"/>
                </a:ext>
              </a:extLst>
            </p:cNvPr>
            <p:cNvSpPr/>
            <p:nvPr/>
          </p:nvSpPr>
          <p:spPr>
            <a:xfrm>
              <a:off x="9000066" y="2714344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63" name="Rectangle 2093">
              <a:extLst>
                <a:ext uri="{FF2B5EF4-FFF2-40B4-BE49-F238E27FC236}">
                  <a16:creationId xmlns:a16="http://schemas.microsoft.com/office/drawing/2014/main" id="{1476938B-1F3A-DBE9-F9DD-C6F7ABF4F0EA}"/>
                </a:ext>
              </a:extLst>
            </p:cNvPr>
            <p:cNvSpPr/>
            <p:nvPr/>
          </p:nvSpPr>
          <p:spPr>
            <a:xfrm>
              <a:off x="9146684" y="2714344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64" name="Rectangle 2094">
              <a:extLst>
                <a:ext uri="{FF2B5EF4-FFF2-40B4-BE49-F238E27FC236}">
                  <a16:creationId xmlns:a16="http://schemas.microsoft.com/office/drawing/2014/main" id="{A514217D-6BAB-EFAD-28D1-EFDB85296D7F}"/>
                </a:ext>
              </a:extLst>
            </p:cNvPr>
            <p:cNvSpPr/>
            <p:nvPr/>
          </p:nvSpPr>
          <p:spPr>
            <a:xfrm>
              <a:off x="9293303" y="2714344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65" name="Rectangle 2095">
              <a:extLst>
                <a:ext uri="{FF2B5EF4-FFF2-40B4-BE49-F238E27FC236}">
                  <a16:creationId xmlns:a16="http://schemas.microsoft.com/office/drawing/2014/main" id="{66B4FA07-0BD4-DA8F-E1B6-6C29732A1735}"/>
                </a:ext>
              </a:extLst>
            </p:cNvPr>
            <p:cNvSpPr/>
            <p:nvPr/>
          </p:nvSpPr>
          <p:spPr>
            <a:xfrm>
              <a:off x="9439921" y="2714344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66" name="Rectangle 2096">
              <a:extLst>
                <a:ext uri="{FF2B5EF4-FFF2-40B4-BE49-F238E27FC236}">
                  <a16:creationId xmlns:a16="http://schemas.microsoft.com/office/drawing/2014/main" id="{ABE2C9D1-A4CC-44FE-E2BE-6BB26FF48932}"/>
                </a:ext>
              </a:extLst>
            </p:cNvPr>
            <p:cNvSpPr/>
            <p:nvPr/>
          </p:nvSpPr>
          <p:spPr>
            <a:xfrm>
              <a:off x="9586540" y="2714344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67" name="Rectangle 2097">
              <a:extLst>
                <a:ext uri="{FF2B5EF4-FFF2-40B4-BE49-F238E27FC236}">
                  <a16:creationId xmlns:a16="http://schemas.microsoft.com/office/drawing/2014/main" id="{2052F627-0108-E1DF-FDF7-83950921E56D}"/>
                </a:ext>
              </a:extLst>
            </p:cNvPr>
            <p:cNvSpPr/>
            <p:nvPr/>
          </p:nvSpPr>
          <p:spPr>
            <a:xfrm>
              <a:off x="9733158" y="2714344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68" name="Rectangle 2098">
              <a:extLst>
                <a:ext uri="{FF2B5EF4-FFF2-40B4-BE49-F238E27FC236}">
                  <a16:creationId xmlns:a16="http://schemas.microsoft.com/office/drawing/2014/main" id="{73063E1C-68D2-18D4-FA0F-FDE6F65AAEB4}"/>
                </a:ext>
              </a:extLst>
            </p:cNvPr>
            <p:cNvSpPr/>
            <p:nvPr/>
          </p:nvSpPr>
          <p:spPr>
            <a:xfrm>
              <a:off x="9879777" y="2714344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69" name="Rectangle 2099">
              <a:extLst>
                <a:ext uri="{FF2B5EF4-FFF2-40B4-BE49-F238E27FC236}">
                  <a16:creationId xmlns:a16="http://schemas.microsoft.com/office/drawing/2014/main" id="{945BA7FD-DFE7-DA2B-F623-2489C975F481}"/>
                </a:ext>
              </a:extLst>
            </p:cNvPr>
            <p:cNvSpPr/>
            <p:nvPr/>
          </p:nvSpPr>
          <p:spPr>
            <a:xfrm>
              <a:off x="10026397" y="2714344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70" name="Rectangle 2101">
              <a:extLst>
                <a:ext uri="{FF2B5EF4-FFF2-40B4-BE49-F238E27FC236}">
                  <a16:creationId xmlns:a16="http://schemas.microsoft.com/office/drawing/2014/main" id="{88E11F75-98E9-F512-CC11-9C862225379B}"/>
                </a:ext>
              </a:extLst>
            </p:cNvPr>
            <p:cNvSpPr/>
            <p:nvPr/>
          </p:nvSpPr>
          <p:spPr>
            <a:xfrm>
              <a:off x="8706829" y="2855457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71" name="Rectangle 2102">
              <a:extLst>
                <a:ext uri="{FF2B5EF4-FFF2-40B4-BE49-F238E27FC236}">
                  <a16:creationId xmlns:a16="http://schemas.microsoft.com/office/drawing/2014/main" id="{15C7DED8-2D7E-613F-5FB3-C6F451BAFF0B}"/>
                </a:ext>
              </a:extLst>
            </p:cNvPr>
            <p:cNvSpPr/>
            <p:nvPr/>
          </p:nvSpPr>
          <p:spPr>
            <a:xfrm>
              <a:off x="8853447" y="2855457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72" name="Rectangle 2103">
              <a:extLst>
                <a:ext uri="{FF2B5EF4-FFF2-40B4-BE49-F238E27FC236}">
                  <a16:creationId xmlns:a16="http://schemas.microsoft.com/office/drawing/2014/main" id="{85F2B406-1755-C0D7-9236-ADD73590DF7E}"/>
                </a:ext>
              </a:extLst>
            </p:cNvPr>
            <p:cNvSpPr/>
            <p:nvPr/>
          </p:nvSpPr>
          <p:spPr>
            <a:xfrm>
              <a:off x="9000066" y="2855457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73" name="Rectangle 2104">
              <a:extLst>
                <a:ext uri="{FF2B5EF4-FFF2-40B4-BE49-F238E27FC236}">
                  <a16:creationId xmlns:a16="http://schemas.microsoft.com/office/drawing/2014/main" id="{ADF37361-718D-C1B8-831D-383ADBBF6AAD}"/>
                </a:ext>
              </a:extLst>
            </p:cNvPr>
            <p:cNvSpPr/>
            <p:nvPr/>
          </p:nvSpPr>
          <p:spPr>
            <a:xfrm>
              <a:off x="9146684" y="2855457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74" name="Rectangle 2105">
              <a:extLst>
                <a:ext uri="{FF2B5EF4-FFF2-40B4-BE49-F238E27FC236}">
                  <a16:creationId xmlns:a16="http://schemas.microsoft.com/office/drawing/2014/main" id="{346FCCC0-4729-DA8A-3D33-0E59E758F708}"/>
                </a:ext>
              </a:extLst>
            </p:cNvPr>
            <p:cNvSpPr/>
            <p:nvPr/>
          </p:nvSpPr>
          <p:spPr>
            <a:xfrm>
              <a:off x="9293303" y="2855457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75" name="Rectangle 2106">
              <a:extLst>
                <a:ext uri="{FF2B5EF4-FFF2-40B4-BE49-F238E27FC236}">
                  <a16:creationId xmlns:a16="http://schemas.microsoft.com/office/drawing/2014/main" id="{F6F57262-03B8-E2AF-2912-741C3FF7DC9F}"/>
                </a:ext>
              </a:extLst>
            </p:cNvPr>
            <p:cNvSpPr/>
            <p:nvPr/>
          </p:nvSpPr>
          <p:spPr>
            <a:xfrm>
              <a:off x="9439921" y="285545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76" name="Rectangle 2107">
              <a:extLst>
                <a:ext uri="{FF2B5EF4-FFF2-40B4-BE49-F238E27FC236}">
                  <a16:creationId xmlns:a16="http://schemas.microsoft.com/office/drawing/2014/main" id="{7400B15C-1D21-B4FF-93C9-74A197DC1156}"/>
                </a:ext>
              </a:extLst>
            </p:cNvPr>
            <p:cNvSpPr/>
            <p:nvPr/>
          </p:nvSpPr>
          <p:spPr>
            <a:xfrm>
              <a:off x="9586540" y="285545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77" name="Rectangle 2108">
              <a:extLst>
                <a:ext uri="{FF2B5EF4-FFF2-40B4-BE49-F238E27FC236}">
                  <a16:creationId xmlns:a16="http://schemas.microsoft.com/office/drawing/2014/main" id="{399F7E89-F1C3-9E84-5CC6-16A1A19E1B79}"/>
                </a:ext>
              </a:extLst>
            </p:cNvPr>
            <p:cNvSpPr/>
            <p:nvPr/>
          </p:nvSpPr>
          <p:spPr>
            <a:xfrm>
              <a:off x="9733158" y="285545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78" name="Rectangle 2109">
              <a:extLst>
                <a:ext uri="{FF2B5EF4-FFF2-40B4-BE49-F238E27FC236}">
                  <a16:creationId xmlns:a16="http://schemas.microsoft.com/office/drawing/2014/main" id="{E30C0EE0-DD73-3C8F-A3EF-22AC186D2065}"/>
                </a:ext>
              </a:extLst>
            </p:cNvPr>
            <p:cNvSpPr/>
            <p:nvPr/>
          </p:nvSpPr>
          <p:spPr>
            <a:xfrm>
              <a:off x="9879777" y="285545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79" name="Rectangle 2110">
              <a:extLst>
                <a:ext uri="{FF2B5EF4-FFF2-40B4-BE49-F238E27FC236}">
                  <a16:creationId xmlns:a16="http://schemas.microsoft.com/office/drawing/2014/main" id="{64544027-DDDC-E669-E981-E10F05B8CE82}"/>
                </a:ext>
              </a:extLst>
            </p:cNvPr>
            <p:cNvSpPr/>
            <p:nvPr/>
          </p:nvSpPr>
          <p:spPr>
            <a:xfrm>
              <a:off x="10026397" y="285545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80" name="Rectangle 2112">
              <a:extLst>
                <a:ext uri="{FF2B5EF4-FFF2-40B4-BE49-F238E27FC236}">
                  <a16:creationId xmlns:a16="http://schemas.microsoft.com/office/drawing/2014/main" id="{ADFA19A0-1423-9044-3D67-9B6A847682FC}"/>
                </a:ext>
              </a:extLst>
            </p:cNvPr>
            <p:cNvSpPr/>
            <p:nvPr/>
          </p:nvSpPr>
          <p:spPr>
            <a:xfrm>
              <a:off x="8706829" y="2996569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81" name="Rectangle 2113">
              <a:extLst>
                <a:ext uri="{FF2B5EF4-FFF2-40B4-BE49-F238E27FC236}">
                  <a16:creationId xmlns:a16="http://schemas.microsoft.com/office/drawing/2014/main" id="{B4D7A162-C553-753C-E66A-23848DE159F9}"/>
                </a:ext>
              </a:extLst>
            </p:cNvPr>
            <p:cNvSpPr/>
            <p:nvPr/>
          </p:nvSpPr>
          <p:spPr>
            <a:xfrm>
              <a:off x="8853447" y="2996569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82" name="Rectangle 2114">
              <a:extLst>
                <a:ext uri="{FF2B5EF4-FFF2-40B4-BE49-F238E27FC236}">
                  <a16:creationId xmlns:a16="http://schemas.microsoft.com/office/drawing/2014/main" id="{33853FED-19EB-D868-919F-3D83F3F352B8}"/>
                </a:ext>
              </a:extLst>
            </p:cNvPr>
            <p:cNvSpPr/>
            <p:nvPr/>
          </p:nvSpPr>
          <p:spPr>
            <a:xfrm>
              <a:off x="9000066" y="2996569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83" name="Rectangle 2115">
              <a:extLst>
                <a:ext uri="{FF2B5EF4-FFF2-40B4-BE49-F238E27FC236}">
                  <a16:creationId xmlns:a16="http://schemas.microsoft.com/office/drawing/2014/main" id="{AA49EF8B-282D-26D5-3F73-A46D5D5EF40A}"/>
                </a:ext>
              </a:extLst>
            </p:cNvPr>
            <p:cNvSpPr/>
            <p:nvPr/>
          </p:nvSpPr>
          <p:spPr>
            <a:xfrm>
              <a:off x="9146684" y="2996569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84" name="Rectangle 2116">
              <a:extLst>
                <a:ext uri="{FF2B5EF4-FFF2-40B4-BE49-F238E27FC236}">
                  <a16:creationId xmlns:a16="http://schemas.microsoft.com/office/drawing/2014/main" id="{D85C6E29-517A-58B1-0A22-87B540F2F8F4}"/>
                </a:ext>
              </a:extLst>
            </p:cNvPr>
            <p:cNvSpPr/>
            <p:nvPr/>
          </p:nvSpPr>
          <p:spPr>
            <a:xfrm>
              <a:off x="9293303" y="2996569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85" name="Rectangle 2117">
              <a:extLst>
                <a:ext uri="{FF2B5EF4-FFF2-40B4-BE49-F238E27FC236}">
                  <a16:creationId xmlns:a16="http://schemas.microsoft.com/office/drawing/2014/main" id="{E86C94BC-6717-8681-CC0C-6FFD0F128E50}"/>
                </a:ext>
              </a:extLst>
            </p:cNvPr>
            <p:cNvSpPr/>
            <p:nvPr/>
          </p:nvSpPr>
          <p:spPr>
            <a:xfrm>
              <a:off x="9439921" y="2996569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86" name="Rectangle 2118">
              <a:extLst>
                <a:ext uri="{FF2B5EF4-FFF2-40B4-BE49-F238E27FC236}">
                  <a16:creationId xmlns:a16="http://schemas.microsoft.com/office/drawing/2014/main" id="{5ED08CDD-2754-AB4A-A841-D5D9C366EFF5}"/>
                </a:ext>
              </a:extLst>
            </p:cNvPr>
            <p:cNvSpPr/>
            <p:nvPr/>
          </p:nvSpPr>
          <p:spPr>
            <a:xfrm>
              <a:off x="9586540" y="2996569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87" name="Rectangle 2119">
              <a:extLst>
                <a:ext uri="{FF2B5EF4-FFF2-40B4-BE49-F238E27FC236}">
                  <a16:creationId xmlns:a16="http://schemas.microsoft.com/office/drawing/2014/main" id="{E98A41B1-3E50-BDFE-A467-59DE6E3D32D0}"/>
                </a:ext>
              </a:extLst>
            </p:cNvPr>
            <p:cNvSpPr/>
            <p:nvPr/>
          </p:nvSpPr>
          <p:spPr>
            <a:xfrm>
              <a:off x="9733158" y="2996569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88" name="Rectangle 2120">
              <a:extLst>
                <a:ext uri="{FF2B5EF4-FFF2-40B4-BE49-F238E27FC236}">
                  <a16:creationId xmlns:a16="http://schemas.microsoft.com/office/drawing/2014/main" id="{444DE7E3-9B97-9B9A-9209-85C6275853E1}"/>
                </a:ext>
              </a:extLst>
            </p:cNvPr>
            <p:cNvSpPr/>
            <p:nvPr/>
          </p:nvSpPr>
          <p:spPr>
            <a:xfrm>
              <a:off x="9879777" y="2996569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89" name="Rectangle 2121">
              <a:extLst>
                <a:ext uri="{FF2B5EF4-FFF2-40B4-BE49-F238E27FC236}">
                  <a16:creationId xmlns:a16="http://schemas.microsoft.com/office/drawing/2014/main" id="{F39BD85B-DAD9-A4B4-2307-9719B4699FF0}"/>
                </a:ext>
              </a:extLst>
            </p:cNvPr>
            <p:cNvSpPr/>
            <p:nvPr/>
          </p:nvSpPr>
          <p:spPr>
            <a:xfrm>
              <a:off x="10026397" y="2996569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90" name="Rectangle 2123">
              <a:extLst>
                <a:ext uri="{FF2B5EF4-FFF2-40B4-BE49-F238E27FC236}">
                  <a16:creationId xmlns:a16="http://schemas.microsoft.com/office/drawing/2014/main" id="{6CC6B608-B9F0-E03D-0516-4A1ADFBB1A21}"/>
                </a:ext>
              </a:extLst>
            </p:cNvPr>
            <p:cNvSpPr/>
            <p:nvPr/>
          </p:nvSpPr>
          <p:spPr>
            <a:xfrm>
              <a:off x="8706829" y="3137681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91" name="Rectangle 2124">
              <a:extLst>
                <a:ext uri="{FF2B5EF4-FFF2-40B4-BE49-F238E27FC236}">
                  <a16:creationId xmlns:a16="http://schemas.microsoft.com/office/drawing/2014/main" id="{39ECDB5D-7302-A899-80C6-E4FFFFBA239C}"/>
                </a:ext>
              </a:extLst>
            </p:cNvPr>
            <p:cNvSpPr/>
            <p:nvPr/>
          </p:nvSpPr>
          <p:spPr>
            <a:xfrm>
              <a:off x="8853447" y="3137681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92" name="Rectangle 2125">
              <a:extLst>
                <a:ext uri="{FF2B5EF4-FFF2-40B4-BE49-F238E27FC236}">
                  <a16:creationId xmlns:a16="http://schemas.microsoft.com/office/drawing/2014/main" id="{00A53149-9AEE-B946-E9F0-A56779FA6125}"/>
                </a:ext>
              </a:extLst>
            </p:cNvPr>
            <p:cNvSpPr/>
            <p:nvPr/>
          </p:nvSpPr>
          <p:spPr>
            <a:xfrm>
              <a:off x="9000066" y="3137681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93" name="Rectangle 2126">
              <a:extLst>
                <a:ext uri="{FF2B5EF4-FFF2-40B4-BE49-F238E27FC236}">
                  <a16:creationId xmlns:a16="http://schemas.microsoft.com/office/drawing/2014/main" id="{2479BC25-5930-0883-5BA9-604EFE71DDA8}"/>
                </a:ext>
              </a:extLst>
            </p:cNvPr>
            <p:cNvSpPr/>
            <p:nvPr/>
          </p:nvSpPr>
          <p:spPr>
            <a:xfrm>
              <a:off x="9146684" y="3137681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94" name="Rectangle 2127">
              <a:extLst>
                <a:ext uri="{FF2B5EF4-FFF2-40B4-BE49-F238E27FC236}">
                  <a16:creationId xmlns:a16="http://schemas.microsoft.com/office/drawing/2014/main" id="{62D976C1-78C0-FA6A-8B13-B20876D4BFEC}"/>
                </a:ext>
              </a:extLst>
            </p:cNvPr>
            <p:cNvSpPr/>
            <p:nvPr/>
          </p:nvSpPr>
          <p:spPr>
            <a:xfrm>
              <a:off x="9293303" y="3137681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95" name="Rectangle 2128">
              <a:extLst>
                <a:ext uri="{FF2B5EF4-FFF2-40B4-BE49-F238E27FC236}">
                  <a16:creationId xmlns:a16="http://schemas.microsoft.com/office/drawing/2014/main" id="{C999E720-8A05-031E-922D-E937523061D6}"/>
                </a:ext>
              </a:extLst>
            </p:cNvPr>
            <p:cNvSpPr/>
            <p:nvPr/>
          </p:nvSpPr>
          <p:spPr>
            <a:xfrm>
              <a:off x="9439921" y="3137681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96" name="Rectangle 2129">
              <a:extLst>
                <a:ext uri="{FF2B5EF4-FFF2-40B4-BE49-F238E27FC236}">
                  <a16:creationId xmlns:a16="http://schemas.microsoft.com/office/drawing/2014/main" id="{26F43AC2-463B-D210-2FC6-BD7476D75F83}"/>
                </a:ext>
              </a:extLst>
            </p:cNvPr>
            <p:cNvSpPr/>
            <p:nvPr/>
          </p:nvSpPr>
          <p:spPr>
            <a:xfrm>
              <a:off x="9586540" y="3137681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97" name="Rectangle 2130">
              <a:extLst>
                <a:ext uri="{FF2B5EF4-FFF2-40B4-BE49-F238E27FC236}">
                  <a16:creationId xmlns:a16="http://schemas.microsoft.com/office/drawing/2014/main" id="{75EAC511-D9CF-F6A9-64CE-B540770AF3E7}"/>
                </a:ext>
              </a:extLst>
            </p:cNvPr>
            <p:cNvSpPr/>
            <p:nvPr/>
          </p:nvSpPr>
          <p:spPr>
            <a:xfrm>
              <a:off x="9733158" y="3137681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98" name="Rectangle 2131">
              <a:extLst>
                <a:ext uri="{FF2B5EF4-FFF2-40B4-BE49-F238E27FC236}">
                  <a16:creationId xmlns:a16="http://schemas.microsoft.com/office/drawing/2014/main" id="{692BACC0-276D-B124-F7D9-C4735C029653}"/>
                </a:ext>
              </a:extLst>
            </p:cNvPr>
            <p:cNvSpPr/>
            <p:nvPr/>
          </p:nvSpPr>
          <p:spPr>
            <a:xfrm>
              <a:off x="9879777" y="3137681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99" name="Rectangle 2132">
              <a:extLst>
                <a:ext uri="{FF2B5EF4-FFF2-40B4-BE49-F238E27FC236}">
                  <a16:creationId xmlns:a16="http://schemas.microsoft.com/office/drawing/2014/main" id="{9762919B-C666-BF65-12A8-F673B2E773A0}"/>
                </a:ext>
              </a:extLst>
            </p:cNvPr>
            <p:cNvSpPr/>
            <p:nvPr/>
          </p:nvSpPr>
          <p:spPr>
            <a:xfrm>
              <a:off x="10026397" y="3137681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00" name="Rectangle 2134">
              <a:extLst>
                <a:ext uri="{FF2B5EF4-FFF2-40B4-BE49-F238E27FC236}">
                  <a16:creationId xmlns:a16="http://schemas.microsoft.com/office/drawing/2014/main" id="{5324DAD3-DF38-6D65-BBAD-762DF6A8AF5C}"/>
                </a:ext>
              </a:extLst>
            </p:cNvPr>
            <p:cNvSpPr/>
            <p:nvPr/>
          </p:nvSpPr>
          <p:spPr>
            <a:xfrm>
              <a:off x="8706829" y="3278793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01" name="Rectangle 2135">
              <a:extLst>
                <a:ext uri="{FF2B5EF4-FFF2-40B4-BE49-F238E27FC236}">
                  <a16:creationId xmlns:a16="http://schemas.microsoft.com/office/drawing/2014/main" id="{5368074B-866A-C174-0B46-A1036339D524}"/>
                </a:ext>
              </a:extLst>
            </p:cNvPr>
            <p:cNvSpPr/>
            <p:nvPr/>
          </p:nvSpPr>
          <p:spPr>
            <a:xfrm>
              <a:off x="8853447" y="3278793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02" name="Rectangle 2136">
              <a:extLst>
                <a:ext uri="{FF2B5EF4-FFF2-40B4-BE49-F238E27FC236}">
                  <a16:creationId xmlns:a16="http://schemas.microsoft.com/office/drawing/2014/main" id="{F5E7877B-2276-E86A-8967-9342BE235619}"/>
                </a:ext>
              </a:extLst>
            </p:cNvPr>
            <p:cNvSpPr/>
            <p:nvPr/>
          </p:nvSpPr>
          <p:spPr>
            <a:xfrm>
              <a:off x="9000066" y="3278793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03" name="Rectangle 2137">
              <a:extLst>
                <a:ext uri="{FF2B5EF4-FFF2-40B4-BE49-F238E27FC236}">
                  <a16:creationId xmlns:a16="http://schemas.microsoft.com/office/drawing/2014/main" id="{2B3A5E5F-66FE-BD32-54D5-226D06ECCC04}"/>
                </a:ext>
              </a:extLst>
            </p:cNvPr>
            <p:cNvSpPr/>
            <p:nvPr/>
          </p:nvSpPr>
          <p:spPr>
            <a:xfrm>
              <a:off x="9146684" y="3278793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04" name="Rectangle 2138">
              <a:extLst>
                <a:ext uri="{FF2B5EF4-FFF2-40B4-BE49-F238E27FC236}">
                  <a16:creationId xmlns:a16="http://schemas.microsoft.com/office/drawing/2014/main" id="{CE42CC22-EC3A-6FB8-D999-985583C91191}"/>
                </a:ext>
              </a:extLst>
            </p:cNvPr>
            <p:cNvSpPr/>
            <p:nvPr/>
          </p:nvSpPr>
          <p:spPr>
            <a:xfrm>
              <a:off x="9293303" y="3278793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05" name="Rectangle 2139">
              <a:extLst>
                <a:ext uri="{FF2B5EF4-FFF2-40B4-BE49-F238E27FC236}">
                  <a16:creationId xmlns:a16="http://schemas.microsoft.com/office/drawing/2014/main" id="{C84EEAF3-8231-5C61-432C-8C9D6274848D}"/>
                </a:ext>
              </a:extLst>
            </p:cNvPr>
            <p:cNvSpPr/>
            <p:nvPr/>
          </p:nvSpPr>
          <p:spPr>
            <a:xfrm>
              <a:off x="9439921" y="327879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06" name="Rectangle 2140">
              <a:extLst>
                <a:ext uri="{FF2B5EF4-FFF2-40B4-BE49-F238E27FC236}">
                  <a16:creationId xmlns:a16="http://schemas.microsoft.com/office/drawing/2014/main" id="{F0970431-B327-E432-04A0-97BCF2ACDFEB}"/>
                </a:ext>
              </a:extLst>
            </p:cNvPr>
            <p:cNvSpPr/>
            <p:nvPr/>
          </p:nvSpPr>
          <p:spPr>
            <a:xfrm>
              <a:off x="9586540" y="327879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07" name="Rectangle 2141">
              <a:extLst>
                <a:ext uri="{FF2B5EF4-FFF2-40B4-BE49-F238E27FC236}">
                  <a16:creationId xmlns:a16="http://schemas.microsoft.com/office/drawing/2014/main" id="{4B823211-9A28-758D-C284-C9C2D08FA22F}"/>
                </a:ext>
              </a:extLst>
            </p:cNvPr>
            <p:cNvSpPr/>
            <p:nvPr/>
          </p:nvSpPr>
          <p:spPr>
            <a:xfrm>
              <a:off x="9733158" y="327879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08" name="Rectangle 2142">
              <a:extLst>
                <a:ext uri="{FF2B5EF4-FFF2-40B4-BE49-F238E27FC236}">
                  <a16:creationId xmlns:a16="http://schemas.microsoft.com/office/drawing/2014/main" id="{4A2EC4CE-EA35-905B-9C22-ADC28B918A10}"/>
                </a:ext>
              </a:extLst>
            </p:cNvPr>
            <p:cNvSpPr/>
            <p:nvPr/>
          </p:nvSpPr>
          <p:spPr>
            <a:xfrm>
              <a:off x="9879777" y="327879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09" name="Rectangle 2143">
              <a:extLst>
                <a:ext uri="{FF2B5EF4-FFF2-40B4-BE49-F238E27FC236}">
                  <a16:creationId xmlns:a16="http://schemas.microsoft.com/office/drawing/2014/main" id="{DB18B38E-BE4B-C01D-4E15-328C722F3FC7}"/>
                </a:ext>
              </a:extLst>
            </p:cNvPr>
            <p:cNvSpPr/>
            <p:nvPr/>
          </p:nvSpPr>
          <p:spPr>
            <a:xfrm>
              <a:off x="10026397" y="327879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10" name="Rectangle 2145">
              <a:extLst>
                <a:ext uri="{FF2B5EF4-FFF2-40B4-BE49-F238E27FC236}">
                  <a16:creationId xmlns:a16="http://schemas.microsoft.com/office/drawing/2014/main" id="{A39CA138-D7BE-D106-64FD-0AAA0072EA5D}"/>
                </a:ext>
              </a:extLst>
            </p:cNvPr>
            <p:cNvSpPr/>
            <p:nvPr/>
          </p:nvSpPr>
          <p:spPr>
            <a:xfrm>
              <a:off x="8706829" y="3419903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11" name="Rectangle 2146">
              <a:extLst>
                <a:ext uri="{FF2B5EF4-FFF2-40B4-BE49-F238E27FC236}">
                  <a16:creationId xmlns:a16="http://schemas.microsoft.com/office/drawing/2014/main" id="{C252DFC1-D224-9117-5C6E-1EA1BB373027}"/>
                </a:ext>
              </a:extLst>
            </p:cNvPr>
            <p:cNvSpPr/>
            <p:nvPr/>
          </p:nvSpPr>
          <p:spPr>
            <a:xfrm>
              <a:off x="8853447" y="3419903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12" name="Rectangle 2147">
              <a:extLst>
                <a:ext uri="{FF2B5EF4-FFF2-40B4-BE49-F238E27FC236}">
                  <a16:creationId xmlns:a16="http://schemas.microsoft.com/office/drawing/2014/main" id="{8E21CC6D-6CF4-E4B4-A5BC-5A119C0D7F7A}"/>
                </a:ext>
              </a:extLst>
            </p:cNvPr>
            <p:cNvSpPr/>
            <p:nvPr/>
          </p:nvSpPr>
          <p:spPr>
            <a:xfrm>
              <a:off x="9000066" y="3419903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13" name="Rectangle 2148">
              <a:extLst>
                <a:ext uri="{FF2B5EF4-FFF2-40B4-BE49-F238E27FC236}">
                  <a16:creationId xmlns:a16="http://schemas.microsoft.com/office/drawing/2014/main" id="{F1401338-24AF-0ED2-ADAA-86971922F351}"/>
                </a:ext>
              </a:extLst>
            </p:cNvPr>
            <p:cNvSpPr/>
            <p:nvPr/>
          </p:nvSpPr>
          <p:spPr>
            <a:xfrm>
              <a:off x="9146684" y="3419903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14" name="Rectangle 2149">
              <a:extLst>
                <a:ext uri="{FF2B5EF4-FFF2-40B4-BE49-F238E27FC236}">
                  <a16:creationId xmlns:a16="http://schemas.microsoft.com/office/drawing/2014/main" id="{54EDBDDB-BC55-BFD9-4D93-121EE08C7684}"/>
                </a:ext>
              </a:extLst>
            </p:cNvPr>
            <p:cNvSpPr/>
            <p:nvPr/>
          </p:nvSpPr>
          <p:spPr>
            <a:xfrm>
              <a:off x="9293303" y="3419903"/>
              <a:ext cx="101815" cy="101815"/>
            </a:xfrm>
            <a:prstGeom prst="ellipse">
              <a:avLst/>
            </a:prstGeom>
            <a:solidFill>
              <a:srgbClr val="00A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15" name="Rectangle 2150">
              <a:extLst>
                <a:ext uri="{FF2B5EF4-FFF2-40B4-BE49-F238E27FC236}">
                  <a16:creationId xmlns:a16="http://schemas.microsoft.com/office/drawing/2014/main" id="{70583647-728C-CDB8-3D5F-1DBCB2F853E1}"/>
                </a:ext>
              </a:extLst>
            </p:cNvPr>
            <p:cNvSpPr/>
            <p:nvPr/>
          </p:nvSpPr>
          <p:spPr>
            <a:xfrm>
              <a:off x="9439921" y="341990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16" name="Rectangle 2151">
              <a:extLst>
                <a:ext uri="{FF2B5EF4-FFF2-40B4-BE49-F238E27FC236}">
                  <a16:creationId xmlns:a16="http://schemas.microsoft.com/office/drawing/2014/main" id="{B7FC5DB1-2469-A712-E7D9-8D2BCE59EBEF}"/>
                </a:ext>
              </a:extLst>
            </p:cNvPr>
            <p:cNvSpPr/>
            <p:nvPr/>
          </p:nvSpPr>
          <p:spPr>
            <a:xfrm>
              <a:off x="9586540" y="341990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17" name="Rectangle 2152">
              <a:extLst>
                <a:ext uri="{FF2B5EF4-FFF2-40B4-BE49-F238E27FC236}">
                  <a16:creationId xmlns:a16="http://schemas.microsoft.com/office/drawing/2014/main" id="{FC07CE2D-E5E9-ABD6-4527-1BC1F04ECB5E}"/>
                </a:ext>
              </a:extLst>
            </p:cNvPr>
            <p:cNvSpPr/>
            <p:nvPr/>
          </p:nvSpPr>
          <p:spPr>
            <a:xfrm>
              <a:off x="9733158" y="341990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18" name="Rectangle 2153">
              <a:extLst>
                <a:ext uri="{FF2B5EF4-FFF2-40B4-BE49-F238E27FC236}">
                  <a16:creationId xmlns:a16="http://schemas.microsoft.com/office/drawing/2014/main" id="{54DD7BE7-2BBB-7AB7-C930-FB0787A94B05}"/>
                </a:ext>
              </a:extLst>
            </p:cNvPr>
            <p:cNvSpPr/>
            <p:nvPr/>
          </p:nvSpPr>
          <p:spPr>
            <a:xfrm>
              <a:off x="9879777" y="341990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19" name="Rectangle 2154">
              <a:extLst>
                <a:ext uri="{FF2B5EF4-FFF2-40B4-BE49-F238E27FC236}">
                  <a16:creationId xmlns:a16="http://schemas.microsoft.com/office/drawing/2014/main" id="{C1CD2CF8-EAEE-D82A-8361-D54476C2D2BF}"/>
                </a:ext>
              </a:extLst>
            </p:cNvPr>
            <p:cNvSpPr/>
            <p:nvPr/>
          </p:nvSpPr>
          <p:spPr>
            <a:xfrm>
              <a:off x="10026397" y="341990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</p:grpSp>
      <p:sp>
        <p:nvSpPr>
          <p:cNvPr id="320" name="文本框 319">
            <a:extLst>
              <a:ext uri="{FF2B5EF4-FFF2-40B4-BE49-F238E27FC236}">
                <a16:creationId xmlns:a16="http://schemas.microsoft.com/office/drawing/2014/main" id="{499FA28B-228E-1F2D-9279-90E43CAFCC7C}"/>
              </a:ext>
            </a:extLst>
          </p:cNvPr>
          <p:cNvSpPr txBox="1"/>
          <p:nvPr/>
        </p:nvSpPr>
        <p:spPr>
          <a:xfrm>
            <a:off x="8099731" y="1324583"/>
            <a:ext cx="25907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Employees across the organization</a:t>
            </a:r>
          </a:p>
          <a:p>
            <a:pPr algn="ctr"/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understand how sustainability</a:t>
            </a:r>
          </a:p>
          <a:p>
            <a:pPr algn="ctr"/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efforts align with overall strategy</a:t>
            </a:r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321" name="文本框 320">
            <a:extLst>
              <a:ext uri="{FF2B5EF4-FFF2-40B4-BE49-F238E27FC236}">
                <a16:creationId xmlns:a16="http://schemas.microsoft.com/office/drawing/2014/main" id="{B5B0597E-390B-1057-DFD8-008DD1DBC5E9}"/>
              </a:ext>
            </a:extLst>
          </p:cNvPr>
          <p:cNvSpPr txBox="1"/>
          <p:nvPr/>
        </p:nvSpPr>
        <p:spPr>
          <a:xfrm>
            <a:off x="9232253" y="1915517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47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322" name="文本框 321">
            <a:extLst>
              <a:ext uri="{FF2B5EF4-FFF2-40B4-BE49-F238E27FC236}">
                <a16:creationId xmlns:a16="http://schemas.microsoft.com/office/drawing/2014/main" id="{CDD3B033-3156-4BD9-BF8B-A6D24CB0CC73}"/>
              </a:ext>
            </a:extLst>
          </p:cNvPr>
          <p:cNvSpPr txBox="1"/>
          <p:nvPr/>
        </p:nvSpPr>
        <p:spPr>
          <a:xfrm>
            <a:off x="8890011" y="3574016"/>
            <a:ext cx="10102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000">
                <a:latin typeface="HarmonyOS Sans SC Light" pitchFamily="2" charset="-122"/>
                <a:ea typeface="HarmonyOS Sans SC Light" pitchFamily="2" charset="-122"/>
              </a:defRPr>
            </a:lvl1pPr>
          </a:lstStyle>
          <a:p>
            <a:r>
              <a:rPr lang="en-US" altLang="zh-CN" dirty="0"/>
              <a:t>Value creators</a:t>
            </a:r>
            <a:endParaRPr lang="zh-CN" altLang="en-US" dirty="0"/>
          </a:p>
        </p:txBody>
      </p:sp>
      <p:grpSp>
        <p:nvGrpSpPr>
          <p:cNvPr id="637" name="组合 636">
            <a:extLst>
              <a:ext uri="{FF2B5EF4-FFF2-40B4-BE49-F238E27FC236}">
                <a16:creationId xmlns:a16="http://schemas.microsoft.com/office/drawing/2014/main" id="{81A2362E-65EA-A9F9-3E6A-91EEDB6D5526}"/>
              </a:ext>
            </a:extLst>
          </p:cNvPr>
          <p:cNvGrpSpPr/>
          <p:nvPr/>
        </p:nvGrpSpPr>
        <p:grpSpPr>
          <a:xfrm>
            <a:off x="8706829" y="4292531"/>
            <a:ext cx="1421383" cy="1371822"/>
            <a:chOff x="8706829" y="4660595"/>
            <a:chExt cx="1421383" cy="1371822"/>
          </a:xfrm>
        </p:grpSpPr>
        <p:sp>
          <p:nvSpPr>
            <p:cNvPr id="532" name="Rectangle 6">
              <a:extLst>
                <a:ext uri="{FF2B5EF4-FFF2-40B4-BE49-F238E27FC236}">
                  <a16:creationId xmlns:a16="http://schemas.microsoft.com/office/drawing/2014/main" id="{3C880B7F-3335-6036-21A3-F486EDDF6D7C}"/>
                </a:ext>
              </a:extLst>
            </p:cNvPr>
            <p:cNvSpPr/>
            <p:nvPr/>
          </p:nvSpPr>
          <p:spPr>
            <a:xfrm>
              <a:off x="8706829" y="4660595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33" name="Rectangle 7">
              <a:extLst>
                <a:ext uri="{FF2B5EF4-FFF2-40B4-BE49-F238E27FC236}">
                  <a16:creationId xmlns:a16="http://schemas.microsoft.com/office/drawing/2014/main" id="{52C070AB-4843-83B7-BC28-E1EFD09C5B73}"/>
                </a:ext>
              </a:extLst>
            </p:cNvPr>
            <p:cNvSpPr/>
            <p:nvPr/>
          </p:nvSpPr>
          <p:spPr>
            <a:xfrm>
              <a:off x="8853447" y="4660595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34" name="Rectangle 8">
              <a:extLst>
                <a:ext uri="{FF2B5EF4-FFF2-40B4-BE49-F238E27FC236}">
                  <a16:creationId xmlns:a16="http://schemas.microsoft.com/office/drawing/2014/main" id="{A9AB70B8-0CF1-898A-01BA-EA771A595073}"/>
                </a:ext>
              </a:extLst>
            </p:cNvPr>
            <p:cNvSpPr/>
            <p:nvPr/>
          </p:nvSpPr>
          <p:spPr>
            <a:xfrm>
              <a:off x="9000066" y="4660595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35" name="Rectangle 9">
              <a:extLst>
                <a:ext uri="{FF2B5EF4-FFF2-40B4-BE49-F238E27FC236}">
                  <a16:creationId xmlns:a16="http://schemas.microsoft.com/office/drawing/2014/main" id="{B4DF30E8-9DEC-6EBE-46B9-21429136C671}"/>
                </a:ext>
              </a:extLst>
            </p:cNvPr>
            <p:cNvSpPr/>
            <p:nvPr/>
          </p:nvSpPr>
          <p:spPr>
            <a:xfrm>
              <a:off x="9146684" y="4660595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36" name="Rectangle 10">
              <a:extLst>
                <a:ext uri="{FF2B5EF4-FFF2-40B4-BE49-F238E27FC236}">
                  <a16:creationId xmlns:a16="http://schemas.microsoft.com/office/drawing/2014/main" id="{FABFCF9C-567E-32E8-08C1-7CEBC8A20C73}"/>
                </a:ext>
              </a:extLst>
            </p:cNvPr>
            <p:cNvSpPr/>
            <p:nvPr/>
          </p:nvSpPr>
          <p:spPr>
            <a:xfrm>
              <a:off x="9293303" y="4660595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37" name="Rectangle 11">
              <a:extLst>
                <a:ext uri="{FF2B5EF4-FFF2-40B4-BE49-F238E27FC236}">
                  <a16:creationId xmlns:a16="http://schemas.microsoft.com/office/drawing/2014/main" id="{999EB61A-58A8-49BC-F3F5-AD9072173A4A}"/>
                </a:ext>
              </a:extLst>
            </p:cNvPr>
            <p:cNvSpPr/>
            <p:nvPr/>
          </p:nvSpPr>
          <p:spPr>
            <a:xfrm>
              <a:off x="9439921" y="4660595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38" name="Rectangle 12">
              <a:extLst>
                <a:ext uri="{FF2B5EF4-FFF2-40B4-BE49-F238E27FC236}">
                  <a16:creationId xmlns:a16="http://schemas.microsoft.com/office/drawing/2014/main" id="{9217FDE9-FB46-48E3-6F70-826CF0F865FF}"/>
                </a:ext>
              </a:extLst>
            </p:cNvPr>
            <p:cNvSpPr/>
            <p:nvPr/>
          </p:nvSpPr>
          <p:spPr>
            <a:xfrm>
              <a:off x="9586540" y="4660595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39" name="Rectangle 13">
              <a:extLst>
                <a:ext uri="{FF2B5EF4-FFF2-40B4-BE49-F238E27FC236}">
                  <a16:creationId xmlns:a16="http://schemas.microsoft.com/office/drawing/2014/main" id="{4C7476E4-740D-012B-D12C-9290150BC5B2}"/>
                </a:ext>
              </a:extLst>
            </p:cNvPr>
            <p:cNvSpPr/>
            <p:nvPr/>
          </p:nvSpPr>
          <p:spPr>
            <a:xfrm>
              <a:off x="9733158" y="4660595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40" name="Rectangle 14">
              <a:extLst>
                <a:ext uri="{FF2B5EF4-FFF2-40B4-BE49-F238E27FC236}">
                  <a16:creationId xmlns:a16="http://schemas.microsoft.com/office/drawing/2014/main" id="{6A1BFCDD-8825-C4EC-DE88-EB5B13C9EB38}"/>
                </a:ext>
              </a:extLst>
            </p:cNvPr>
            <p:cNvSpPr/>
            <p:nvPr/>
          </p:nvSpPr>
          <p:spPr>
            <a:xfrm>
              <a:off x="9879777" y="4660595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41" name="Rectangle 15">
              <a:extLst>
                <a:ext uri="{FF2B5EF4-FFF2-40B4-BE49-F238E27FC236}">
                  <a16:creationId xmlns:a16="http://schemas.microsoft.com/office/drawing/2014/main" id="{1DE0A21C-26DB-79F4-2833-83A2946CBB86}"/>
                </a:ext>
              </a:extLst>
            </p:cNvPr>
            <p:cNvSpPr/>
            <p:nvPr/>
          </p:nvSpPr>
          <p:spPr>
            <a:xfrm>
              <a:off x="10026397" y="4660595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42" name="Rectangle 28">
              <a:extLst>
                <a:ext uri="{FF2B5EF4-FFF2-40B4-BE49-F238E27FC236}">
                  <a16:creationId xmlns:a16="http://schemas.microsoft.com/office/drawing/2014/main" id="{A91C8863-8468-4109-FF60-318049244E23}"/>
                </a:ext>
              </a:extLst>
            </p:cNvPr>
            <p:cNvSpPr/>
            <p:nvPr/>
          </p:nvSpPr>
          <p:spPr>
            <a:xfrm>
              <a:off x="8706829" y="4801707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43" name="Rectangle 29">
              <a:extLst>
                <a:ext uri="{FF2B5EF4-FFF2-40B4-BE49-F238E27FC236}">
                  <a16:creationId xmlns:a16="http://schemas.microsoft.com/office/drawing/2014/main" id="{455666D9-5337-A26A-99BE-3F145A318763}"/>
                </a:ext>
              </a:extLst>
            </p:cNvPr>
            <p:cNvSpPr/>
            <p:nvPr/>
          </p:nvSpPr>
          <p:spPr>
            <a:xfrm>
              <a:off x="8853447" y="4801707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44" name="Rectangle 30">
              <a:extLst>
                <a:ext uri="{FF2B5EF4-FFF2-40B4-BE49-F238E27FC236}">
                  <a16:creationId xmlns:a16="http://schemas.microsoft.com/office/drawing/2014/main" id="{81D2A4CB-DAB0-C316-DBF2-625246ED6035}"/>
                </a:ext>
              </a:extLst>
            </p:cNvPr>
            <p:cNvSpPr/>
            <p:nvPr/>
          </p:nvSpPr>
          <p:spPr>
            <a:xfrm>
              <a:off x="9000066" y="480170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45" name="Rectangle 31">
              <a:extLst>
                <a:ext uri="{FF2B5EF4-FFF2-40B4-BE49-F238E27FC236}">
                  <a16:creationId xmlns:a16="http://schemas.microsoft.com/office/drawing/2014/main" id="{F774F4DF-ED82-6ECB-4B4A-8796617DF067}"/>
                </a:ext>
              </a:extLst>
            </p:cNvPr>
            <p:cNvSpPr/>
            <p:nvPr/>
          </p:nvSpPr>
          <p:spPr>
            <a:xfrm>
              <a:off x="9146684" y="480170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46" name="Rectangle 32">
              <a:extLst>
                <a:ext uri="{FF2B5EF4-FFF2-40B4-BE49-F238E27FC236}">
                  <a16:creationId xmlns:a16="http://schemas.microsoft.com/office/drawing/2014/main" id="{0AD33403-FDF2-0C23-3110-2D171745E9E8}"/>
                </a:ext>
              </a:extLst>
            </p:cNvPr>
            <p:cNvSpPr/>
            <p:nvPr/>
          </p:nvSpPr>
          <p:spPr>
            <a:xfrm>
              <a:off x="9293303" y="480170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47" name="Rectangle 33">
              <a:extLst>
                <a:ext uri="{FF2B5EF4-FFF2-40B4-BE49-F238E27FC236}">
                  <a16:creationId xmlns:a16="http://schemas.microsoft.com/office/drawing/2014/main" id="{E8F1A486-A10B-66A0-0009-C6630ADDC682}"/>
                </a:ext>
              </a:extLst>
            </p:cNvPr>
            <p:cNvSpPr/>
            <p:nvPr/>
          </p:nvSpPr>
          <p:spPr>
            <a:xfrm>
              <a:off x="9439921" y="480170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48" name="Rectangle 34">
              <a:extLst>
                <a:ext uri="{FF2B5EF4-FFF2-40B4-BE49-F238E27FC236}">
                  <a16:creationId xmlns:a16="http://schemas.microsoft.com/office/drawing/2014/main" id="{4C984B3F-F4A4-CA1E-67F8-3E1581988181}"/>
                </a:ext>
              </a:extLst>
            </p:cNvPr>
            <p:cNvSpPr/>
            <p:nvPr/>
          </p:nvSpPr>
          <p:spPr>
            <a:xfrm>
              <a:off x="9586540" y="480170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49" name="Rectangle 35">
              <a:extLst>
                <a:ext uri="{FF2B5EF4-FFF2-40B4-BE49-F238E27FC236}">
                  <a16:creationId xmlns:a16="http://schemas.microsoft.com/office/drawing/2014/main" id="{D09E0293-7600-98D3-B67E-ABB1C63541E9}"/>
                </a:ext>
              </a:extLst>
            </p:cNvPr>
            <p:cNvSpPr/>
            <p:nvPr/>
          </p:nvSpPr>
          <p:spPr>
            <a:xfrm>
              <a:off x="9733158" y="480170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50" name="Rectangle 36">
              <a:extLst>
                <a:ext uri="{FF2B5EF4-FFF2-40B4-BE49-F238E27FC236}">
                  <a16:creationId xmlns:a16="http://schemas.microsoft.com/office/drawing/2014/main" id="{61712BBD-FCC3-8F13-6AF6-31A46111799C}"/>
                </a:ext>
              </a:extLst>
            </p:cNvPr>
            <p:cNvSpPr/>
            <p:nvPr/>
          </p:nvSpPr>
          <p:spPr>
            <a:xfrm>
              <a:off x="9879777" y="480170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51" name="Rectangle 37">
              <a:extLst>
                <a:ext uri="{FF2B5EF4-FFF2-40B4-BE49-F238E27FC236}">
                  <a16:creationId xmlns:a16="http://schemas.microsoft.com/office/drawing/2014/main" id="{EA68CE45-F9FF-9436-A976-B5693158A1A7}"/>
                </a:ext>
              </a:extLst>
            </p:cNvPr>
            <p:cNvSpPr/>
            <p:nvPr/>
          </p:nvSpPr>
          <p:spPr>
            <a:xfrm>
              <a:off x="10026397" y="4801707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52" name="Rectangle 39">
              <a:extLst>
                <a:ext uri="{FF2B5EF4-FFF2-40B4-BE49-F238E27FC236}">
                  <a16:creationId xmlns:a16="http://schemas.microsoft.com/office/drawing/2014/main" id="{92040CB9-306B-40B2-9436-99E73345E164}"/>
                </a:ext>
              </a:extLst>
            </p:cNvPr>
            <p:cNvSpPr/>
            <p:nvPr/>
          </p:nvSpPr>
          <p:spPr>
            <a:xfrm>
              <a:off x="8706829" y="4942819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53" name="Rectangle 40">
              <a:extLst>
                <a:ext uri="{FF2B5EF4-FFF2-40B4-BE49-F238E27FC236}">
                  <a16:creationId xmlns:a16="http://schemas.microsoft.com/office/drawing/2014/main" id="{0B497762-50CE-13E7-2EDA-A2892950F657}"/>
                </a:ext>
              </a:extLst>
            </p:cNvPr>
            <p:cNvSpPr/>
            <p:nvPr/>
          </p:nvSpPr>
          <p:spPr>
            <a:xfrm>
              <a:off x="8853447" y="4942819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54" name="Rectangle 41">
              <a:extLst>
                <a:ext uri="{FF2B5EF4-FFF2-40B4-BE49-F238E27FC236}">
                  <a16:creationId xmlns:a16="http://schemas.microsoft.com/office/drawing/2014/main" id="{9768A237-2FB6-F25C-FF95-46DCA744BA7C}"/>
                </a:ext>
              </a:extLst>
            </p:cNvPr>
            <p:cNvSpPr/>
            <p:nvPr/>
          </p:nvSpPr>
          <p:spPr>
            <a:xfrm>
              <a:off x="9000066" y="4942819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55" name="Rectangle 42">
              <a:extLst>
                <a:ext uri="{FF2B5EF4-FFF2-40B4-BE49-F238E27FC236}">
                  <a16:creationId xmlns:a16="http://schemas.microsoft.com/office/drawing/2014/main" id="{55FDDD45-48D8-341C-CF4A-AB09ABBCF4A9}"/>
                </a:ext>
              </a:extLst>
            </p:cNvPr>
            <p:cNvSpPr/>
            <p:nvPr/>
          </p:nvSpPr>
          <p:spPr>
            <a:xfrm>
              <a:off x="9146684" y="4942819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56" name="Rectangle 43">
              <a:extLst>
                <a:ext uri="{FF2B5EF4-FFF2-40B4-BE49-F238E27FC236}">
                  <a16:creationId xmlns:a16="http://schemas.microsoft.com/office/drawing/2014/main" id="{DD72C8D1-0670-CD32-CC29-21BF26DC7917}"/>
                </a:ext>
              </a:extLst>
            </p:cNvPr>
            <p:cNvSpPr/>
            <p:nvPr/>
          </p:nvSpPr>
          <p:spPr>
            <a:xfrm>
              <a:off x="9293303" y="4942819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57" name="Rectangle 44">
              <a:extLst>
                <a:ext uri="{FF2B5EF4-FFF2-40B4-BE49-F238E27FC236}">
                  <a16:creationId xmlns:a16="http://schemas.microsoft.com/office/drawing/2014/main" id="{E013F215-1728-DFFC-1269-F36DF7C5E22A}"/>
                </a:ext>
              </a:extLst>
            </p:cNvPr>
            <p:cNvSpPr/>
            <p:nvPr/>
          </p:nvSpPr>
          <p:spPr>
            <a:xfrm>
              <a:off x="9439921" y="4942819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58" name="Rectangle 45">
              <a:extLst>
                <a:ext uri="{FF2B5EF4-FFF2-40B4-BE49-F238E27FC236}">
                  <a16:creationId xmlns:a16="http://schemas.microsoft.com/office/drawing/2014/main" id="{600F3236-C384-9147-B148-A8F7707FCC59}"/>
                </a:ext>
              </a:extLst>
            </p:cNvPr>
            <p:cNvSpPr/>
            <p:nvPr/>
          </p:nvSpPr>
          <p:spPr>
            <a:xfrm>
              <a:off x="9586540" y="4942819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59" name="Rectangle 46">
              <a:extLst>
                <a:ext uri="{FF2B5EF4-FFF2-40B4-BE49-F238E27FC236}">
                  <a16:creationId xmlns:a16="http://schemas.microsoft.com/office/drawing/2014/main" id="{2A9A8710-4B2E-1C96-E545-70BA88D65D59}"/>
                </a:ext>
              </a:extLst>
            </p:cNvPr>
            <p:cNvSpPr/>
            <p:nvPr/>
          </p:nvSpPr>
          <p:spPr>
            <a:xfrm>
              <a:off x="9733158" y="4942819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60" name="Rectangle 47">
              <a:extLst>
                <a:ext uri="{FF2B5EF4-FFF2-40B4-BE49-F238E27FC236}">
                  <a16:creationId xmlns:a16="http://schemas.microsoft.com/office/drawing/2014/main" id="{E45CE798-27CF-F94C-8F22-3C994C4DC1BC}"/>
                </a:ext>
              </a:extLst>
            </p:cNvPr>
            <p:cNvSpPr/>
            <p:nvPr/>
          </p:nvSpPr>
          <p:spPr>
            <a:xfrm>
              <a:off x="9879777" y="4942819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61" name="Rectangle 48">
              <a:extLst>
                <a:ext uri="{FF2B5EF4-FFF2-40B4-BE49-F238E27FC236}">
                  <a16:creationId xmlns:a16="http://schemas.microsoft.com/office/drawing/2014/main" id="{F62A0029-FC14-0322-114B-3CF702F5D959}"/>
                </a:ext>
              </a:extLst>
            </p:cNvPr>
            <p:cNvSpPr/>
            <p:nvPr/>
          </p:nvSpPr>
          <p:spPr>
            <a:xfrm>
              <a:off x="10026397" y="4942819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62" name="Rectangle 50">
              <a:extLst>
                <a:ext uri="{FF2B5EF4-FFF2-40B4-BE49-F238E27FC236}">
                  <a16:creationId xmlns:a16="http://schemas.microsoft.com/office/drawing/2014/main" id="{8256E4DA-1E00-1A37-EB08-E14062EC29FA}"/>
                </a:ext>
              </a:extLst>
            </p:cNvPr>
            <p:cNvSpPr/>
            <p:nvPr/>
          </p:nvSpPr>
          <p:spPr>
            <a:xfrm>
              <a:off x="8706829" y="5083931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63" name="Rectangle 51">
              <a:extLst>
                <a:ext uri="{FF2B5EF4-FFF2-40B4-BE49-F238E27FC236}">
                  <a16:creationId xmlns:a16="http://schemas.microsoft.com/office/drawing/2014/main" id="{40E3CFA5-4671-C7AD-7EF9-D5FC0B3C32D9}"/>
                </a:ext>
              </a:extLst>
            </p:cNvPr>
            <p:cNvSpPr/>
            <p:nvPr/>
          </p:nvSpPr>
          <p:spPr>
            <a:xfrm>
              <a:off x="8853447" y="5083931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64" name="Rectangle 52">
              <a:extLst>
                <a:ext uri="{FF2B5EF4-FFF2-40B4-BE49-F238E27FC236}">
                  <a16:creationId xmlns:a16="http://schemas.microsoft.com/office/drawing/2014/main" id="{E15047EB-6DA8-03E4-11A5-27BF68CC0CD0}"/>
                </a:ext>
              </a:extLst>
            </p:cNvPr>
            <p:cNvSpPr/>
            <p:nvPr/>
          </p:nvSpPr>
          <p:spPr>
            <a:xfrm>
              <a:off x="9000066" y="5083931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65" name="Rectangle 53">
              <a:extLst>
                <a:ext uri="{FF2B5EF4-FFF2-40B4-BE49-F238E27FC236}">
                  <a16:creationId xmlns:a16="http://schemas.microsoft.com/office/drawing/2014/main" id="{B133F8A9-AED9-AA4D-FF87-026512E21ADD}"/>
                </a:ext>
              </a:extLst>
            </p:cNvPr>
            <p:cNvSpPr/>
            <p:nvPr/>
          </p:nvSpPr>
          <p:spPr>
            <a:xfrm>
              <a:off x="9146684" y="5083931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66" name="Rectangle 54">
              <a:extLst>
                <a:ext uri="{FF2B5EF4-FFF2-40B4-BE49-F238E27FC236}">
                  <a16:creationId xmlns:a16="http://schemas.microsoft.com/office/drawing/2014/main" id="{C97E89B0-453F-65AA-4B45-79C16E88B4ED}"/>
                </a:ext>
              </a:extLst>
            </p:cNvPr>
            <p:cNvSpPr/>
            <p:nvPr/>
          </p:nvSpPr>
          <p:spPr>
            <a:xfrm>
              <a:off x="9293303" y="5083931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67" name="Rectangle 55">
              <a:extLst>
                <a:ext uri="{FF2B5EF4-FFF2-40B4-BE49-F238E27FC236}">
                  <a16:creationId xmlns:a16="http://schemas.microsoft.com/office/drawing/2014/main" id="{DEBBCBB9-AFCE-24C4-2048-F554D53A47EA}"/>
                </a:ext>
              </a:extLst>
            </p:cNvPr>
            <p:cNvSpPr/>
            <p:nvPr/>
          </p:nvSpPr>
          <p:spPr>
            <a:xfrm>
              <a:off x="9439921" y="5083931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68" name="Rectangle 56">
              <a:extLst>
                <a:ext uri="{FF2B5EF4-FFF2-40B4-BE49-F238E27FC236}">
                  <a16:creationId xmlns:a16="http://schemas.microsoft.com/office/drawing/2014/main" id="{2230D7E3-6BDC-B42A-552F-F3C7588C60B8}"/>
                </a:ext>
              </a:extLst>
            </p:cNvPr>
            <p:cNvSpPr/>
            <p:nvPr/>
          </p:nvSpPr>
          <p:spPr>
            <a:xfrm>
              <a:off x="9586540" y="5083931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69" name="Rectangle 57">
              <a:extLst>
                <a:ext uri="{FF2B5EF4-FFF2-40B4-BE49-F238E27FC236}">
                  <a16:creationId xmlns:a16="http://schemas.microsoft.com/office/drawing/2014/main" id="{E4B57F02-F398-5C9D-25C9-C8B7535BF661}"/>
                </a:ext>
              </a:extLst>
            </p:cNvPr>
            <p:cNvSpPr/>
            <p:nvPr/>
          </p:nvSpPr>
          <p:spPr>
            <a:xfrm>
              <a:off x="9733158" y="5083931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70" name="Rectangle 58">
              <a:extLst>
                <a:ext uri="{FF2B5EF4-FFF2-40B4-BE49-F238E27FC236}">
                  <a16:creationId xmlns:a16="http://schemas.microsoft.com/office/drawing/2014/main" id="{1EA31E92-47BA-559A-FE69-BAE39B1956FA}"/>
                </a:ext>
              </a:extLst>
            </p:cNvPr>
            <p:cNvSpPr/>
            <p:nvPr/>
          </p:nvSpPr>
          <p:spPr>
            <a:xfrm>
              <a:off x="9879777" y="5083931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71" name="Rectangle 59">
              <a:extLst>
                <a:ext uri="{FF2B5EF4-FFF2-40B4-BE49-F238E27FC236}">
                  <a16:creationId xmlns:a16="http://schemas.microsoft.com/office/drawing/2014/main" id="{02C95AA2-5EB5-FE62-14BC-8A2103CAF53E}"/>
                </a:ext>
              </a:extLst>
            </p:cNvPr>
            <p:cNvSpPr/>
            <p:nvPr/>
          </p:nvSpPr>
          <p:spPr>
            <a:xfrm>
              <a:off x="10026397" y="5083931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72" name="Rectangle 2090">
              <a:extLst>
                <a:ext uri="{FF2B5EF4-FFF2-40B4-BE49-F238E27FC236}">
                  <a16:creationId xmlns:a16="http://schemas.microsoft.com/office/drawing/2014/main" id="{BEAE01FD-B5BD-A2E7-CECD-D12D44E0B224}"/>
                </a:ext>
              </a:extLst>
            </p:cNvPr>
            <p:cNvSpPr/>
            <p:nvPr/>
          </p:nvSpPr>
          <p:spPr>
            <a:xfrm>
              <a:off x="8706829" y="5225043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73" name="Rectangle 2091">
              <a:extLst>
                <a:ext uri="{FF2B5EF4-FFF2-40B4-BE49-F238E27FC236}">
                  <a16:creationId xmlns:a16="http://schemas.microsoft.com/office/drawing/2014/main" id="{9246BB13-2C1F-E99B-99B3-9E1DD747F54B}"/>
                </a:ext>
              </a:extLst>
            </p:cNvPr>
            <p:cNvSpPr/>
            <p:nvPr/>
          </p:nvSpPr>
          <p:spPr>
            <a:xfrm>
              <a:off x="8853447" y="5225043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74" name="Rectangle 2092">
              <a:extLst>
                <a:ext uri="{FF2B5EF4-FFF2-40B4-BE49-F238E27FC236}">
                  <a16:creationId xmlns:a16="http://schemas.microsoft.com/office/drawing/2014/main" id="{F607A125-2E92-871E-F273-E555472D8922}"/>
                </a:ext>
              </a:extLst>
            </p:cNvPr>
            <p:cNvSpPr/>
            <p:nvPr/>
          </p:nvSpPr>
          <p:spPr>
            <a:xfrm>
              <a:off x="9000066" y="5225043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75" name="Rectangle 2093">
              <a:extLst>
                <a:ext uri="{FF2B5EF4-FFF2-40B4-BE49-F238E27FC236}">
                  <a16:creationId xmlns:a16="http://schemas.microsoft.com/office/drawing/2014/main" id="{20A6A01C-A248-612F-F8CB-D54F9E999190}"/>
                </a:ext>
              </a:extLst>
            </p:cNvPr>
            <p:cNvSpPr/>
            <p:nvPr/>
          </p:nvSpPr>
          <p:spPr>
            <a:xfrm>
              <a:off x="9146684" y="522504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76" name="Rectangle 2094">
              <a:extLst>
                <a:ext uri="{FF2B5EF4-FFF2-40B4-BE49-F238E27FC236}">
                  <a16:creationId xmlns:a16="http://schemas.microsoft.com/office/drawing/2014/main" id="{40DFE590-2F23-3042-3680-9180C0B77270}"/>
                </a:ext>
              </a:extLst>
            </p:cNvPr>
            <p:cNvSpPr/>
            <p:nvPr/>
          </p:nvSpPr>
          <p:spPr>
            <a:xfrm>
              <a:off x="9293303" y="522504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77" name="Rectangle 2095">
              <a:extLst>
                <a:ext uri="{FF2B5EF4-FFF2-40B4-BE49-F238E27FC236}">
                  <a16:creationId xmlns:a16="http://schemas.microsoft.com/office/drawing/2014/main" id="{A15A25E4-BA46-CBB1-EAAE-27C9174E9C35}"/>
                </a:ext>
              </a:extLst>
            </p:cNvPr>
            <p:cNvSpPr/>
            <p:nvPr/>
          </p:nvSpPr>
          <p:spPr>
            <a:xfrm>
              <a:off x="9439921" y="522504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78" name="Rectangle 2096">
              <a:extLst>
                <a:ext uri="{FF2B5EF4-FFF2-40B4-BE49-F238E27FC236}">
                  <a16:creationId xmlns:a16="http://schemas.microsoft.com/office/drawing/2014/main" id="{45D472B1-E2AA-8774-2CBB-32E625255980}"/>
                </a:ext>
              </a:extLst>
            </p:cNvPr>
            <p:cNvSpPr/>
            <p:nvPr/>
          </p:nvSpPr>
          <p:spPr>
            <a:xfrm>
              <a:off x="9586540" y="522504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79" name="Rectangle 2097">
              <a:extLst>
                <a:ext uri="{FF2B5EF4-FFF2-40B4-BE49-F238E27FC236}">
                  <a16:creationId xmlns:a16="http://schemas.microsoft.com/office/drawing/2014/main" id="{6B46D472-28C0-9049-ECEE-99E987A69217}"/>
                </a:ext>
              </a:extLst>
            </p:cNvPr>
            <p:cNvSpPr/>
            <p:nvPr/>
          </p:nvSpPr>
          <p:spPr>
            <a:xfrm>
              <a:off x="9733158" y="522504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80" name="Rectangle 2098">
              <a:extLst>
                <a:ext uri="{FF2B5EF4-FFF2-40B4-BE49-F238E27FC236}">
                  <a16:creationId xmlns:a16="http://schemas.microsoft.com/office/drawing/2014/main" id="{8CE1538F-94CB-2B4C-8A5D-8A8F59BA5BD3}"/>
                </a:ext>
              </a:extLst>
            </p:cNvPr>
            <p:cNvSpPr/>
            <p:nvPr/>
          </p:nvSpPr>
          <p:spPr>
            <a:xfrm>
              <a:off x="9879777" y="522504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81" name="Rectangle 2099">
              <a:extLst>
                <a:ext uri="{FF2B5EF4-FFF2-40B4-BE49-F238E27FC236}">
                  <a16:creationId xmlns:a16="http://schemas.microsoft.com/office/drawing/2014/main" id="{8B894935-00DB-5365-EFE6-499FF7E1342C}"/>
                </a:ext>
              </a:extLst>
            </p:cNvPr>
            <p:cNvSpPr/>
            <p:nvPr/>
          </p:nvSpPr>
          <p:spPr>
            <a:xfrm>
              <a:off x="10026397" y="5225043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82" name="Rectangle 2101">
              <a:extLst>
                <a:ext uri="{FF2B5EF4-FFF2-40B4-BE49-F238E27FC236}">
                  <a16:creationId xmlns:a16="http://schemas.microsoft.com/office/drawing/2014/main" id="{489506EE-A95F-6F66-F84B-C5E4115A394B}"/>
                </a:ext>
              </a:extLst>
            </p:cNvPr>
            <p:cNvSpPr/>
            <p:nvPr/>
          </p:nvSpPr>
          <p:spPr>
            <a:xfrm>
              <a:off x="8706829" y="5366156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83" name="Rectangle 2102">
              <a:extLst>
                <a:ext uri="{FF2B5EF4-FFF2-40B4-BE49-F238E27FC236}">
                  <a16:creationId xmlns:a16="http://schemas.microsoft.com/office/drawing/2014/main" id="{FE13BC38-E7D2-313B-46E8-68A2F543AE17}"/>
                </a:ext>
              </a:extLst>
            </p:cNvPr>
            <p:cNvSpPr/>
            <p:nvPr/>
          </p:nvSpPr>
          <p:spPr>
            <a:xfrm>
              <a:off x="8853447" y="5366156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84" name="Rectangle 2103">
              <a:extLst>
                <a:ext uri="{FF2B5EF4-FFF2-40B4-BE49-F238E27FC236}">
                  <a16:creationId xmlns:a16="http://schemas.microsoft.com/office/drawing/2014/main" id="{FC905E22-3BC5-2DE2-9D39-B261D1BBE84D}"/>
                </a:ext>
              </a:extLst>
            </p:cNvPr>
            <p:cNvSpPr/>
            <p:nvPr/>
          </p:nvSpPr>
          <p:spPr>
            <a:xfrm>
              <a:off x="9000066" y="5366156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85" name="Rectangle 2104">
              <a:extLst>
                <a:ext uri="{FF2B5EF4-FFF2-40B4-BE49-F238E27FC236}">
                  <a16:creationId xmlns:a16="http://schemas.microsoft.com/office/drawing/2014/main" id="{EAED58DB-2A35-237E-D551-6B5D2AF267BE}"/>
                </a:ext>
              </a:extLst>
            </p:cNvPr>
            <p:cNvSpPr/>
            <p:nvPr/>
          </p:nvSpPr>
          <p:spPr>
            <a:xfrm>
              <a:off x="9146684" y="536615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86" name="Rectangle 2105">
              <a:extLst>
                <a:ext uri="{FF2B5EF4-FFF2-40B4-BE49-F238E27FC236}">
                  <a16:creationId xmlns:a16="http://schemas.microsoft.com/office/drawing/2014/main" id="{143FA0C4-47C6-FA4B-DF5E-A36A007617AF}"/>
                </a:ext>
              </a:extLst>
            </p:cNvPr>
            <p:cNvSpPr/>
            <p:nvPr/>
          </p:nvSpPr>
          <p:spPr>
            <a:xfrm>
              <a:off x="9293303" y="536615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87" name="Rectangle 2106">
              <a:extLst>
                <a:ext uri="{FF2B5EF4-FFF2-40B4-BE49-F238E27FC236}">
                  <a16:creationId xmlns:a16="http://schemas.microsoft.com/office/drawing/2014/main" id="{BEED523D-580B-1FE3-E28A-69BC26750956}"/>
                </a:ext>
              </a:extLst>
            </p:cNvPr>
            <p:cNvSpPr/>
            <p:nvPr/>
          </p:nvSpPr>
          <p:spPr>
            <a:xfrm>
              <a:off x="9439921" y="536615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88" name="Rectangle 2107">
              <a:extLst>
                <a:ext uri="{FF2B5EF4-FFF2-40B4-BE49-F238E27FC236}">
                  <a16:creationId xmlns:a16="http://schemas.microsoft.com/office/drawing/2014/main" id="{2A1B2EAE-1FCE-198C-02BE-4D15D474687D}"/>
                </a:ext>
              </a:extLst>
            </p:cNvPr>
            <p:cNvSpPr/>
            <p:nvPr/>
          </p:nvSpPr>
          <p:spPr>
            <a:xfrm>
              <a:off x="9586540" y="536615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89" name="Rectangle 2108">
              <a:extLst>
                <a:ext uri="{FF2B5EF4-FFF2-40B4-BE49-F238E27FC236}">
                  <a16:creationId xmlns:a16="http://schemas.microsoft.com/office/drawing/2014/main" id="{130A9D92-909A-8CD7-C9D3-EF2A078D654B}"/>
                </a:ext>
              </a:extLst>
            </p:cNvPr>
            <p:cNvSpPr/>
            <p:nvPr/>
          </p:nvSpPr>
          <p:spPr>
            <a:xfrm>
              <a:off x="9733158" y="536615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90" name="Rectangle 2109">
              <a:extLst>
                <a:ext uri="{FF2B5EF4-FFF2-40B4-BE49-F238E27FC236}">
                  <a16:creationId xmlns:a16="http://schemas.microsoft.com/office/drawing/2014/main" id="{CE8222B4-35FE-A1AC-CDD4-4083D0CF01EE}"/>
                </a:ext>
              </a:extLst>
            </p:cNvPr>
            <p:cNvSpPr/>
            <p:nvPr/>
          </p:nvSpPr>
          <p:spPr>
            <a:xfrm>
              <a:off x="9879777" y="536615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91" name="Rectangle 2110">
              <a:extLst>
                <a:ext uri="{FF2B5EF4-FFF2-40B4-BE49-F238E27FC236}">
                  <a16:creationId xmlns:a16="http://schemas.microsoft.com/office/drawing/2014/main" id="{7DDACF80-160E-ACA7-5DBC-79EC04D76604}"/>
                </a:ext>
              </a:extLst>
            </p:cNvPr>
            <p:cNvSpPr/>
            <p:nvPr/>
          </p:nvSpPr>
          <p:spPr>
            <a:xfrm>
              <a:off x="10026397" y="5366156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92" name="Rectangle 2112">
              <a:extLst>
                <a:ext uri="{FF2B5EF4-FFF2-40B4-BE49-F238E27FC236}">
                  <a16:creationId xmlns:a16="http://schemas.microsoft.com/office/drawing/2014/main" id="{BE081D28-0B04-EA33-4AD3-15CA98D8529F}"/>
                </a:ext>
              </a:extLst>
            </p:cNvPr>
            <p:cNvSpPr/>
            <p:nvPr/>
          </p:nvSpPr>
          <p:spPr>
            <a:xfrm>
              <a:off x="8706829" y="5507268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93" name="Rectangle 2113">
              <a:extLst>
                <a:ext uri="{FF2B5EF4-FFF2-40B4-BE49-F238E27FC236}">
                  <a16:creationId xmlns:a16="http://schemas.microsoft.com/office/drawing/2014/main" id="{E68A235E-5DA7-8AB4-D0FE-697B4C6E2743}"/>
                </a:ext>
              </a:extLst>
            </p:cNvPr>
            <p:cNvSpPr/>
            <p:nvPr/>
          </p:nvSpPr>
          <p:spPr>
            <a:xfrm>
              <a:off x="8853447" y="5507268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94" name="Rectangle 2114">
              <a:extLst>
                <a:ext uri="{FF2B5EF4-FFF2-40B4-BE49-F238E27FC236}">
                  <a16:creationId xmlns:a16="http://schemas.microsoft.com/office/drawing/2014/main" id="{FD207719-B18A-0951-AF05-828C413ACB2B}"/>
                </a:ext>
              </a:extLst>
            </p:cNvPr>
            <p:cNvSpPr/>
            <p:nvPr/>
          </p:nvSpPr>
          <p:spPr>
            <a:xfrm>
              <a:off x="9000066" y="5507268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95" name="Rectangle 2115">
              <a:extLst>
                <a:ext uri="{FF2B5EF4-FFF2-40B4-BE49-F238E27FC236}">
                  <a16:creationId xmlns:a16="http://schemas.microsoft.com/office/drawing/2014/main" id="{AF413657-EC17-23F5-7CF9-C143CAE0529B}"/>
                </a:ext>
              </a:extLst>
            </p:cNvPr>
            <p:cNvSpPr/>
            <p:nvPr/>
          </p:nvSpPr>
          <p:spPr>
            <a:xfrm>
              <a:off x="9146684" y="550726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96" name="Rectangle 2116">
              <a:extLst>
                <a:ext uri="{FF2B5EF4-FFF2-40B4-BE49-F238E27FC236}">
                  <a16:creationId xmlns:a16="http://schemas.microsoft.com/office/drawing/2014/main" id="{2DD59859-D4BC-937E-6A97-05C7FF3060C0}"/>
                </a:ext>
              </a:extLst>
            </p:cNvPr>
            <p:cNvSpPr/>
            <p:nvPr/>
          </p:nvSpPr>
          <p:spPr>
            <a:xfrm>
              <a:off x="9293303" y="550726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97" name="Rectangle 2117">
              <a:extLst>
                <a:ext uri="{FF2B5EF4-FFF2-40B4-BE49-F238E27FC236}">
                  <a16:creationId xmlns:a16="http://schemas.microsoft.com/office/drawing/2014/main" id="{E0A8B9FF-9DF3-8294-2C5C-4F2AFD68F94D}"/>
                </a:ext>
              </a:extLst>
            </p:cNvPr>
            <p:cNvSpPr/>
            <p:nvPr/>
          </p:nvSpPr>
          <p:spPr>
            <a:xfrm>
              <a:off x="9439921" y="550726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98" name="Rectangle 2118">
              <a:extLst>
                <a:ext uri="{FF2B5EF4-FFF2-40B4-BE49-F238E27FC236}">
                  <a16:creationId xmlns:a16="http://schemas.microsoft.com/office/drawing/2014/main" id="{B90B22D6-6C29-1B38-3BB1-DFFBB2A9F5D0}"/>
                </a:ext>
              </a:extLst>
            </p:cNvPr>
            <p:cNvSpPr/>
            <p:nvPr/>
          </p:nvSpPr>
          <p:spPr>
            <a:xfrm>
              <a:off x="9586540" y="550726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99" name="Rectangle 2119">
              <a:extLst>
                <a:ext uri="{FF2B5EF4-FFF2-40B4-BE49-F238E27FC236}">
                  <a16:creationId xmlns:a16="http://schemas.microsoft.com/office/drawing/2014/main" id="{616EE7A3-7408-5197-FC32-BECEF67D80FF}"/>
                </a:ext>
              </a:extLst>
            </p:cNvPr>
            <p:cNvSpPr/>
            <p:nvPr/>
          </p:nvSpPr>
          <p:spPr>
            <a:xfrm>
              <a:off x="9733158" y="550726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00" name="Rectangle 2120">
              <a:extLst>
                <a:ext uri="{FF2B5EF4-FFF2-40B4-BE49-F238E27FC236}">
                  <a16:creationId xmlns:a16="http://schemas.microsoft.com/office/drawing/2014/main" id="{60D73F75-080D-7F5E-3213-F81CEFD2D296}"/>
                </a:ext>
              </a:extLst>
            </p:cNvPr>
            <p:cNvSpPr/>
            <p:nvPr/>
          </p:nvSpPr>
          <p:spPr>
            <a:xfrm>
              <a:off x="9879777" y="550726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01" name="Rectangle 2121">
              <a:extLst>
                <a:ext uri="{FF2B5EF4-FFF2-40B4-BE49-F238E27FC236}">
                  <a16:creationId xmlns:a16="http://schemas.microsoft.com/office/drawing/2014/main" id="{F8E393BB-88EF-683B-7F36-BAA37CF838FC}"/>
                </a:ext>
              </a:extLst>
            </p:cNvPr>
            <p:cNvSpPr/>
            <p:nvPr/>
          </p:nvSpPr>
          <p:spPr>
            <a:xfrm>
              <a:off x="10026397" y="5507268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02" name="Rectangle 2123">
              <a:extLst>
                <a:ext uri="{FF2B5EF4-FFF2-40B4-BE49-F238E27FC236}">
                  <a16:creationId xmlns:a16="http://schemas.microsoft.com/office/drawing/2014/main" id="{3C0E54A8-BF15-49A3-74FA-3B5B1A78E475}"/>
                </a:ext>
              </a:extLst>
            </p:cNvPr>
            <p:cNvSpPr/>
            <p:nvPr/>
          </p:nvSpPr>
          <p:spPr>
            <a:xfrm>
              <a:off x="8706829" y="5648380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03" name="Rectangle 2124">
              <a:extLst>
                <a:ext uri="{FF2B5EF4-FFF2-40B4-BE49-F238E27FC236}">
                  <a16:creationId xmlns:a16="http://schemas.microsoft.com/office/drawing/2014/main" id="{1B8AA1C5-3EDC-0DBE-883F-1E1ED50A19AA}"/>
                </a:ext>
              </a:extLst>
            </p:cNvPr>
            <p:cNvSpPr/>
            <p:nvPr/>
          </p:nvSpPr>
          <p:spPr>
            <a:xfrm>
              <a:off x="8853447" y="5648380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04" name="Rectangle 2125">
              <a:extLst>
                <a:ext uri="{FF2B5EF4-FFF2-40B4-BE49-F238E27FC236}">
                  <a16:creationId xmlns:a16="http://schemas.microsoft.com/office/drawing/2014/main" id="{9AC414D5-CFC1-5E7E-5FB5-CBAD9AC84CCE}"/>
                </a:ext>
              </a:extLst>
            </p:cNvPr>
            <p:cNvSpPr/>
            <p:nvPr/>
          </p:nvSpPr>
          <p:spPr>
            <a:xfrm>
              <a:off x="9000066" y="5648380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05" name="Rectangle 2126">
              <a:extLst>
                <a:ext uri="{FF2B5EF4-FFF2-40B4-BE49-F238E27FC236}">
                  <a16:creationId xmlns:a16="http://schemas.microsoft.com/office/drawing/2014/main" id="{4FB6B1A0-C314-2A28-674D-1748B92027A0}"/>
                </a:ext>
              </a:extLst>
            </p:cNvPr>
            <p:cNvSpPr/>
            <p:nvPr/>
          </p:nvSpPr>
          <p:spPr>
            <a:xfrm>
              <a:off x="9146684" y="564838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06" name="Rectangle 2127">
              <a:extLst>
                <a:ext uri="{FF2B5EF4-FFF2-40B4-BE49-F238E27FC236}">
                  <a16:creationId xmlns:a16="http://schemas.microsoft.com/office/drawing/2014/main" id="{4394C765-C5AD-6BFE-22B2-B0ECFC843AC3}"/>
                </a:ext>
              </a:extLst>
            </p:cNvPr>
            <p:cNvSpPr/>
            <p:nvPr/>
          </p:nvSpPr>
          <p:spPr>
            <a:xfrm>
              <a:off x="9293303" y="564838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07" name="Rectangle 2128">
              <a:extLst>
                <a:ext uri="{FF2B5EF4-FFF2-40B4-BE49-F238E27FC236}">
                  <a16:creationId xmlns:a16="http://schemas.microsoft.com/office/drawing/2014/main" id="{7600E656-0A82-AA91-BB43-D4962A09D2B1}"/>
                </a:ext>
              </a:extLst>
            </p:cNvPr>
            <p:cNvSpPr/>
            <p:nvPr/>
          </p:nvSpPr>
          <p:spPr>
            <a:xfrm>
              <a:off x="9439921" y="564838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08" name="Rectangle 2129">
              <a:extLst>
                <a:ext uri="{FF2B5EF4-FFF2-40B4-BE49-F238E27FC236}">
                  <a16:creationId xmlns:a16="http://schemas.microsoft.com/office/drawing/2014/main" id="{0AF9E455-11E6-C007-D4F9-3B23EB6C07F8}"/>
                </a:ext>
              </a:extLst>
            </p:cNvPr>
            <p:cNvSpPr/>
            <p:nvPr/>
          </p:nvSpPr>
          <p:spPr>
            <a:xfrm>
              <a:off x="9586540" y="564838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09" name="Rectangle 2130">
              <a:extLst>
                <a:ext uri="{FF2B5EF4-FFF2-40B4-BE49-F238E27FC236}">
                  <a16:creationId xmlns:a16="http://schemas.microsoft.com/office/drawing/2014/main" id="{D390C92E-199C-0042-70F6-AC9BB4C03C73}"/>
                </a:ext>
              </a:extLst>
            </p:cNvPr>
            <p:cNvSpPr/>
            <p:nvPr/>
          </p:nvSpPr>
          <p:spPr>
            <a:xfrm>
              <a:off x="9733158" y="564838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10" name="Rectangle 2131">
              <a:extLst>
                <a:ext uri="{FF2B5EF4-FFF2-40B4-BE49-F238E27FC236}">
                  <a16:creationId xmlns:a16="http://schemas.microsoft.com/office/drawing/2014/main" id="{9C1C1B25-1CED-7799-85DD-CF5EF53DF5D7}"/>
                </a:ext>
              </a:extLst>
            </p:cNvPr>
            <p:cNvSpPr/>
            <p:nvPr/>
          </p:nvSpPr>
          <p:spPr>
            <a:xfrm>
              <a:off x="9879777" y="564838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11" name="Rectangle 2132">
              <a:extLst>
                <a:ext uri="{FF2B5EF4-FFF2-40B4-BE49-F238E27FC236}">
                  <a16:creationId xmlns:a16="http://schemas.microsoft.com/office/drawing/2014/main" id="{1A243A7C-2B75-705D-1F35-D8879BFC1F94}"/>
                </a:ext>
              </a:extLst>
            </p:cNvPr>
            <p:cNvSpPr/>
            <p:nvPr/>
          </p:nvSpPr>
          <p:spPr>
            <a:xfrm>
              <a:off x="10026397" y="5648380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12" name="Rectangle 2134">
              <a:extLst>
                <a:ext uri="{FF2B5EF4-FFF2-40B4-BE49-F238E27FC236}">
                  <a16:creationId xmlns:a16="http://schemas.microsoft.com/office/drawing/2014/main" id="{3FDAEC0B-C0C4-8D03-9344-7C38DFD039BE}"/>
                </a:ext>
              </a:extLst>
            </p:cNvPr>
            <p:cNvSpPr/>
            <p:nvPr/>
          </p:nvSpPr>
          <p:spPr>
            <a:xfrm>
              <a:off x="8706829" y="5789492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13" name="Rectangle 2135">
              <a:extLst>
                <a:ext uri="{FF2B5EF4-FFF2-40B4-BE49-F238E27FC236}">
                  <a16:creationId xmlns:a16="http://schemas.microsoft.com/office/drawing/2014/main" id="{BE241451-D24A-FE05-C57E-26585817DE12}"/>
                </a:ext>
              </a:extLst>
            </p:cNvPr>
            <p:cNvSpPr/>
            <p:nvPr/>
          </p:nvSpPr>
          <p:spPr>
            <a:xfrm>
              <a:off x="8853447" y="5789492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14" name="Rectangle 2136">
              <a:extLst>
                <a:ext uri="{FF2B5EF4-FFF2-40B4-BE49-F238E27FC236}">
                  <a16:creationId xmlns:a16="http://schemas.microsoft.com/office/drawing/2014/main" id="{CD1F760F-1F31-BB14-D41A-4EFEDC9BDE51}"/>
                </a:ext>
              </a:extLst>
            </p:cNvPr>
            <p:cNvSpPr/>
            <p:nvPr/>
          </p:nvSpPr>
          <p:spPr>
            <a:xfrm>
              <a:off x="9000066" y="5789492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15" name="Rectangle 2137">
              <a:extLst>
                <a:ext uri="{FF2B5EF4-FFF2-40B4-BE49-F238E27FC236}">
                  <a16:creationId xmlns:a16="http://schemas.microsoft.com/office/drawing/2014/main" id="{70224A90-BE19-AD6E-ED08-7282E31A03AD}"/>
                </a:ext>
              </a:extLst>
            </p:cNvPr>
            <p:cNvSpPr/>
            <p:nvPr/>
          </p:nvSpPr>
          <p:spPr>
            <a:xfrm>
              <a:off x="9146684" y="578949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16" name="Rectangle 2138">
              <a:extLst>
                <a:ext uri="{FF2B5EF4-FFF2-40B4-BE49-F238E27FC236}">
                  <a16:creationId xmlns:a16="http://schemas.microsoft.com/office/drawing/2014/main" id="{52269089-0EEE-832A-CC71-5E84B9E1002F}"/>
                </a:ext>
              </a:extLst>
            </p:cNvPr>
            <p:cNvSpPr/>
            <p:nvPr/>
          </p:nvSpPr>
          <p:spPr>
            <a:xfrm>
              <a:off x="9293303" y="578949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17" name="Rectangle 2139">
              <a:extLst>
                <a:ext uri="{FF2B5EF4-FFF2-40B4-BE49-F238E27FC236}">
                  <a16:creationId xmlns:a16="http://schemas.microsoft.com/office/drawing/2014/main" id="{6F139FB8-9BBC-5417-C5DE-2982597CFE14}"/>
                </a:ext>
              </a:extLst>
            </p:cNvPr>
            <p:cNvSpPr/>
            <p:nvPr/>
          </p:nvSpPr>
          <p:spPr>
            <a:xfrm>
              <a:off x="9439921" y="578949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18" name="Rectangle 2140">
              <a:extLst>
                <a:ext uri="{FF2B5EF4-FFF2-40B4-BE49-F238E27FC236}">
                  <a16:creationId xmlns:a16="http://schemas.microsoft.com/office/drawing/2014/main" id="{669BEFB6-F0DB-5648-6494-6477E16C21EA}"/>
                </a:ext>
              </a:extLst>
            </p:cNvPr>
            <p:cNvSpPr/>
            <p:nvPr/>
          </p:nvSpPr>
          <p:spPr>
            <a:xfrm>
              <a:off x="9586540" y="578949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19" name="Rectangle 2141">
              <a:extLst>
                <a:ext uri="{FF2B5EF4-FFF2-40B4-BE49-F238E27FC236}">
                  <a16:creationId xmlns:a16="http://schemas.microsoft.com/office/drawing/2014/main" id="{BA9287AB-3DFA-03A5-985B-B03E68318387}"/>
                </a:ext>
              </a:extLst>
            </p:cNvPr>
            <p:cNvSpPr/>
            <p:nvPr/>
          </p:nvSpPr>
          <p:spPr>
            <a:xfrm>
              <a:off x="9733158" y="578949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20" name="Rectangle 2142">
              <a:extLst>
                <a:ext uri="{FF2B5EF4-FFF2-40B4-BE49-F238E27FC236}">
                  <a16:creationId xmlns:a16="http://schemas.microsoft.com/office/drawing/2014/main" id="{8032B9A9-5BB7-4C8A-FE52-39EBC21A3CBE}"/>
                </a:ext>
              </a:extLst>
            </p:cNvPr>
            <p:cNvSpPr/>
            <p:nvPr/>
          </p:nvSpPr>
          <p:spPr>
            <a:xfrm>
              <a:off x="9879777" y="578949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21" name="Rectangle 2143">
              <a:extLst>
                <a:ext uri="{FF2B5EF4-FFF2-40B4-BE49-F238E27FC236}">
                  <a16:creationId xmlns:a16="http://schemas.microsoft.com/office/drawing/2014/main" id="{8732FB13-0591-6EE8-1000-494FFA3DE264}"/>
                </a:ext>
              </a:extLst>
            </p:cNvPr>
            <p:cNvSpPr/>
            <p:nvPr/>
          </p:nvSpPr>
          <p:spPr>
            <a:xfrm>
              <a:off x="10026397" y="578949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22" name="Rectangle 2145">
              <a:extLst>
                <a:ext uri="{FF2B5EF4-FFF2-40B4-BE49-F238E27FC236}">
                  <a16:creationId xmlns:a16="http://schemas.microsoft.com/office/drawing/2014/main" id="{4D7880A6-37B4-4E73-0FED-A83EBB74EC50}"/>
                </a:ext>
              </a:extLst>
            </p:cNvPr>
            <p:cNvSpPr/>
            <p:nvPr/>
          </p:nvSpPr>
          <p:spPr>
            <a:xfrm>
              <a:off x="8706829" y="5930602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23" name="Rectangle 2146">
              <a:extLst>
                <a:ext uri="{FF2B5EF4-FFF2-40B4-BE49-F238E27FC236}">
                  <a16:creationId xmlns:a16="http://schemas.microsoft.com/office/drawing/2014/main" id="{A070C03A-737F-AA56-D136-3454DA5C301F}"/>
                </a:ext>
              </a:extLst>
            </p:cNvPr>
            <p:cNvSpPr/>
            <p:nvPr/>
          </p:nvSpPr>
          <p:spPr>
            <a:xfrm>
              <a:off x="8853447" y="5930602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24" name="Rectangle 2147">
              <a:extLst>
                <a:ext uri="{FF2B5EF4-FFF2-40B4-BE49-F238E27FC236}">
                  <a16:creationId xmlns:a16="http://schemas.microsoft.com/office/drawing/2014/main" id="{FCF7283D-984F-29D6-0780-870FECDCC656}"/>
                </a:ext>
              </a:extLst>
            </p:cNvPr>
            <p:cNvSpPr/>
            <p:nvPr/>
          </p:nvSpPr>
          <p:spPr>
            <a:xfrm>
              <a:off x="9000066" y="5930602"/>
              <a:ext cx="101815" cy="101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25" name="Rectangle 2148">
              <a:extLst>
                <a:ext uri="{FF2B5EF4-FFF2-40B4-BE49-F238E27FC236}">
                  <a16:creationId xmlns:a16="http://schemas.microsoft.com/office/drawing/2014/main" id="{29E0B533-1CC4-577C-6345-0C6B927FD305}"/>
                </a:ext>
              </a:extLst>
            </p:cNvPr>
            <p:cNvSpPr/>
            <p:nvPr/>
          </p:nvSpPr>
          <p:spPr>
            <a:xfrm>
              <a:off x="9146684" y="593060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26" name="Rectangle 2149">
              <a:extLst>
                <a:ext uri="{FF2B5EF4-FFF2-40B4-BE49-F238E27FC236}">
                  <a16:creationId xmlns:a16="http://schemas.microsoft.com/office/drawing/2014/main" id="{6FA552DB-2B80-2433-F4B6-FE0B4F53F9F6}"/>
                </a:ext>
              </a:extLst>
            </p:cNvPr>
            <p:cNvSpPr/>
            <p:nvPr/>
          </p:nvSpPr>
          <p:spPr>
            <a:xfrm>
              <a:off x="9293303" y="593060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27" name="Rectangle 2150">
              <a:extLst>
                <a:ext uri="{FF2B5EF4-FFF2-40B4-BE49-F238E27FC236}">
                  <a16:creationId xmlns:a16="http://schemas.microsoft.com/office/drawing/2014/main" id="{39E2C612-BE3B-7789-F093-4551A67DC204}"/>
                </a:ext>
              </a:extLst>
            </p:cNvPr>
            <p:cNvSpPr/>
            <p:nvPr/>
          </p:nvSpPr>
          <p:spPr>
            <a:xfrm>
              <a:off x="9439921" y="593060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28" name="Rectangle 2151">
              <a:extLst>
                <a:ext uri="{FF2B5EF4-FFF2-40B4-BE49-F238E27FC236}">
                  <a16:creationId xmlns:a16="http://schemas.microsoft.com/office/drawing/2014/main" id="{B3DCFA71-7038-2603-43E8-46A829588D97}"/>
                </a:ext>
              </a:extLst>
            </p:cNvPr>
            <p:cNvSpPr/>
            <p:nvPr/>
          </p:nvSpPr>
          <p:spPr>
            <a:xfrm>
              <a:off x="9586540" y="593060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29" name="Rectangle 2152">
              <a:extLst>
                <a:ext uri="{FF2B5EF4-FFF2-40B4-BE49-F238E27FC236}">
                  <a16:creationId xmlns:a16="http://schemas.microsoft.com/office/drawing/2014/main" id="{FE6E4B9A-2AD4-E7E3-12CF-B847D42E940A}"/>
                </a:ext>
              </a:extLst>
            </p:cNvPr>
            <p:cNvSpPr/>
            <p:nvPr/>
          </p:nvSpPr>
          <p:spPr>
            <a:xfrm>
              <a:off x="9733158" y="593060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30" name="Rectangle 2153">
              <a:extLst>
                <a:ext uri="{FF2B5EF4-FFF2-40B4-BE49-F238E27FC236}">
                  <a16:creationId xmlns:a16="http://schemas.microsoft.com/office/drawing/2014/main" id="{A8ADAFDF-B714-C4FF-940B-BFE3A3C97CB7}"/>
                </a:ext>
              </a:extLst>
            </p:cNvPr>
            <p:cNvSpPr/>
            <p:nvPr/>
          </p:nvSpPr>
          <p:spPr>
            <a:xfrm>
              <a:off x="9879777" y="593060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31" name="Rectangle 2154">
              <a:extLst>
                <a:ext uri="{FF2B5EF4-FFF2-40B4-BE49-F238E27FC236}">
                  <a16:creationId xmlns:a16="http://schemas.microsoft.com/office/drawing/2014/main" id="{14110DC9-2154-DE9E-51B3-6565FB5633C5}"/>
                </a:ext>
              </a:extLst>
            </p:cNvPr>
            <p:cNvSpPr/>
            <p:nvPr/>
          </p:nvSpPr>
          <p:spPr>
            <a:xfrm>
              <a:off x="10026397" y="5930602"/>
              <a:ext cx="101815" cy="101815"/>
            </a:xfrm>
            <a:prstGeom prst="ellipse">
              <a:avLst/>
            </a:prstGeom>
            <a:solidFill>
              <a:srgbClr val="E6E8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</p:grpSp>
      <p:sp>
        <p:nvSpPr>
          <p:cNvPr id="633" name="文本框 632">
            <a:extLst>
              <a:ext uri="{FF2B5EF4-FFF2-40B4-BE49-F238E27FC236}">
                <a16:creationId xmlns:a16="http://schemas.microsoft.com/office/drawing/2014/main" id="{E7E28441-FEB5-1302-AB01-EE84855D8654}"/>
              </a:ext>
            </a:extLst>
          </p:cNvPr>
          <p:cNvSpPr txBox="1"/>
          <p:nvPr/>
        </p:nvSpPr>
        <p:spPr>
          <a:xfrm>
            <a:off x="9232253" y="4058152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27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634" name="文本框 633">
            <a:extLst>
              <a:ext uri="{FF2B5EF4-FFF2-40B4-BE49-F238E27FC236}">
                <a16:creationId xmlns:a16="http://schemas.microsoft.com/office/drawing/2014/main" id="{6275125F-890C-181D-5FA6-9A8F56D4A56B}"/>
              </a:ext>
            </a:extLst>
          </p:cNvPr>
          <p:cNvSpPr txBox="1"/>
          <p:nvPr/>
        </p:nvSpPr>
        <p:spPr>
          <a:xfrm>
            <a:off x="9031876" y="5716651"/>
            <a:ext cx="7264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000">
                <a:latin typeface="HarmonyOS Sans SC Light" pitchFamily="2" charset="-122"/>
                <a:ea typeface="HarmonyOS Sans SC Light" pitchFamily="2" charset="-122"/>
              </a:defRPr>
            </a:lvl1pPr>
          </a:lstStyle>
          <a:p>
            <a:r>
              <a:rPr lang="en-US" altLang="zh-CN" dirty="0"/>
              <a:t>All others</a:t>
            </a:r>
            <a:endParaRPr lang="zh-CN" altLang="en-US" dirty="0"/>
          </a:p>
        </p:txBody>
      </p:sp>
      <p:cxnSp>
        <p:nvCxnSpPr>
          <p:cNvPr id="641" name="直线连接符 640">
            <a:extLst>
              <a:ext uri="{FF2B5EF4-FFF2-40B4-BE49-F238E27FC236}">
                <a16:creationId xmlns:a16="http://schemas.microsoft.com/office/drawing/2014/main" id="{CEABCEA7-C2FD-86D1-91D7-E36714CAFE2E}"/>
              </a:ext>
            </a:extLst>
          </p:cNvPr>
          <p:cNvCxnSpPr/>
          <p:nvPr/>
        </p:nvCxnSpPr>
        <p:spPr>
          <a:xfrm>
            <a:off x="3508076" y="1397479"/>
            <a:ext cx="0" cy="4442282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直线连接符 641">
            <a:extLst>
              <a:ext uri="{FF2B5EF4-FFF2-40B4-BE49-F238E27FC236}">
                <a16:creationId xmlns:a16="http://schemas.microsoft.com/office/drawing/2014/main" id="{635E3A1A-5776-2C98-6A03-F9D72C5270AF}"/>
              </a:ext>
            </a:extLst>
          </p:cNvPr>
          <p:cNvCxnSpPr/>
          <p:nvPr/>
        </p:nvCxnSpPr>
        <p:spPr>
          <a:xfrm>
            <a:off x="7475858" y="1397479"/>
            <a:ext cx="0" cy="4442282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3963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B2DA3-EB29-CE64-705D-F7C0CAE28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551EF5A-DC95-651D-BDD4-F86D93776A7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551EF5A-DC95-651D-BDD4-F86D93776A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DB537C3F-F1A0-20DD-63F1-38ECADAAB146}"/>
              </a:ext>
            </a:extLst>
          </p:cNvPr>
          <p:cNvSpPr txBox="1"/>
          <p:nvPr/>
        </p:nvSpPr>
        <p:spPr>
          <a:xfrm>
            <a:off x="414602" y="164705"/>
            <a:ext cx="113362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</a:rPr>
              <a:t>It‘s more common for value creators than for others to engage customers on</a:t>
            </a:r>
            <a:r>
              <a:rPr kumimoji="1" lang="zh-CN" altLang="en-US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</a:rPr>
              <a:t> </a:t>
            </a:r>
            <a:r>
              <a:rPr kumimoji="1" lang="en-US" altLang="zh-CN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</a:rPr>
              <a:t>sustainability attributes and update product offerings in response.</a:t>
            </a:r>
            <a:endParaRPr kumimoji="1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9DABAEA-5A9F-6A82-AB6C-AC0DDF623448}"/>
              </a:ext>
            </a:extLst>
          </p:cNvPr>
          <p:cNvSpPr txBox="1"/>
          <p:nvPr/>
        </p:nvSpPr>
        <p:spPr>
          <a:xfrm>
            <a:off x="409503" y="811036"/>
            <a:ext cx="41456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Approaches to engaging customers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，</a:t>
            </a:r>
            <a:r>
              <a:rPr kumimoji="1" lang="en-US" altLang="zh-CN" sz="1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1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% of respondents</a:t>
            </a:r>
            <a:endParaRPr kumimoji="1" lang="zh-CN" altLang="en-US" sz="12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50DAE68D-C86E-2D98-D0BB-5092373FC0B7}"/>
              </a:ext>
            </a:extLst>
          </p:cNvPr>
          <p:cNvSpPr txBox="1"/>
          <p:nvPr/>
        </p:nvSpPr>
        <p:spPr>
          <a:xfrm>
            <a:off x="426650" y="6368190"/>
            <a:ext cx="92993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1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All categories shown here represent statistically significant differences between companies that create value from sustainability and those that don't; n =2,421.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F6D8151A-B9AB-9F62-FDF4-BCF5AEE64B33}"/>
              </a:ext>
            </a:extLst>
          </p:cNvPr>
          <p:cNvGraphicFramePr>
            <a:graphicFrameLocks/>
          </p:cNvGraphicFramePr>
          <p:nvPr/>
        </p:nvGraphicFramePr>
        <p:xfrm>
          <a:off x="3962546" y="1872821"/>
          <a:ext cx="3388125" cy="1791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C51A6801-F904-A5FE-288C-50A66BF6BBDE}"/>
              </a:ext>
            </a:extLst>
          </p:cNvPr>
          <p:cNvSpPr txBox="1"/>
          <p:nvPr/>
        </p:nvSpPr>
        <p:spPr>
          <a:xfrm>
            <a:off x="574421" y="1228162"/>
            <a:ext cx="25138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Company seeks customers' inputs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on sustainability attributes of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products or services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graphicFrame>
        <p:nvGraphicFramePr>
          <p:cNvPr id="15" name="图表 14">
            <a:extLst>
              <a:ext uri="{FF2B5EF4-FFF2-40B4-BE49-F238E27FC236}">
                <a16:creationId xmlns:a16="http://schemas.microsoft.com/office/drawing/2014/main" id="{A58E0D7C-3E26-A81A-5614-428902D4436E}"/>
              </a:ext>
            </a:extLst>
          </p:cNvPr>
          <p:cNvGraphicFramePr>
            <a:graphicFrameLocks/>
          </p:cNvGraphicFramePr>
          <p:nvPr/>
        </p:nvGraphicFramePr>
        <p:xfrm>
          <a:off x="137274" y="1797899"/>
          <a:ext cx="3388125" cy="1791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451DDB95-A8D9-ADC3-E978-CC91BF88C7BC}"/>
              </a:ext>
            </a:extLst>
          </p:cNvPr>
          <p:cNvSpPr txBox="1"/>
          <p:nvPr/>
        </p:nvSpPr>
        <p:spPr>
          <a:xfrm>
            <a:off x="4671402" y="1228162"/>
            <a:ext cx="19704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Company markets the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sustainability attributes of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products or services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graphicFrame>
        <p:nvGraphicFramePr>
          <p:cNvPr id="17" name="图表 16">
            <a:extLst>
              <a:ext uri="{FF2B5EF4-FFF2-40B4-BE49-F238E27FC236}">
                <a16:creationId xmlns:a16="http://schemas.microsoft.com/office/drawing/2014/main" id="{FC95B5A4-EA94-DB2D-C82C-18173A3EBF32}"/>
              </a:ext>
            </a:extLst>
          </p:cNvPr>
          <p:cNvGraphicFramePr>
            <a:graphicFrameLocks/>
          </p:cNvGraphicFramePr>
          <p:nvPr/>
        </p:nvGraphicFramePr>
        <p:xfrm>
          <a:off x="7350670" y="1828800"/>
          <a:ext cx="3388125" cy="1791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F8E35973-513D-F69F-D8DD-22779ECB4E1D}"/>
              </a:ext>
            </a:extLst>
          </p:cNvPr>
          <p:cNvSpPr txBox="1"/>
          <p:nvPr/>
        </p:nvSpPr>
        <p:spPr>
          <a:xfrm>
            <a:off x="7658775" y="1228162"/>
            <a:ext cx="27719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Company provides information about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the organization's or products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sustainability attributes on packaging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8EFCDF1-A68A-DC92-FD49-219A6496CF04}"/>
              </a:ext>
            </a:extLst>
          </p:cNvPr>
          <p:cNvSpPr txBox="1"/>
          <p:nvPr/>
        </p:nvSpPr>
        <p:spPr>
          <a:xfrm>
            <a:off x="409503" y="3589613"/>
            <a:ext cx="4857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Approaches to managing products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，</a:t>
            </a:r>
            <a:r>
              <a:rPr kumimoji="1" lang="en-US" altLang="zh-CN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1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 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% of respondents</a:t>
            </a:r>
            <a:endParaRPr kumimoji="1" lang="zh-CN" altLang="en-US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3B6F054-A562-7840-2AF0-AA395FCB00DD}"/>
              </a:ext>
            </a:extLst>
          </p:cNvPr>
          <p:cNvSpPr txBox="1"/>
          <p:nvPr/>
        </p:nvSpPr>
        <p:spPr>
          <a:xfrm>
            <a:off x="719493" y="4006739"/>
            <a:ext cx="2223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Company has changed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product designs to manage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sustainability-related impacts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graphicFrame>
        <p:nvGraphicFramePr>
          <p:cNvPr id="23" name="图表 22">
            <a:extLst>
              <a:ext uri="{FF2B5EF4-FFF2-40B4-BE49-F238E27FC236}">
                <a16:creationId xmlns:a16="http://schemas.microsoft.com/office/drawing/2014/main" id="{882789E4-B279-26C9-38F4-CAF849A6DBB1}"/>
              </a:ext>
            </a:extLst>
          </p:cNvPr>
          <p:cNvGraphicFramePr>
            <a:graphicFrameLocks/>
          </p:cNvGraphicFramePr>
          <p:nvPr/>
        </p:nvGraphicFramePr>
        <p:xfrm>
          <a:off x="3962546" y="4607377"/>
          <a:ext cx="3388125" cy="1791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4" name="文本框 23">
            <a:extLst>
              <a:ext uri="{FF2B5EF4-FFF2-40B4-BE49-F238E27FC236}">
                <a16:creationId xmlns:a16="http://schemas.microsoft.com/office/drawing/2014/main" id="{4BB7FB64-2FB0-9E13-145C-71A50522F756}"/>
              </a:ext>
            </a:extLst>
          </p:cNvPr>
          <p:cNvSpPr txBox="1"/>
          <p:nvPr/>
        </p:nvSpPr>
        <p:spPr>
          <a:xfrm>
            <a:off x="4585642" y="4006739"/>
            <a:ext cx="21419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Company is Shifting from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product-sales model to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product-as-a-service model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graphicFrame>
        <p:nvGraphicFramePr>
          <p:cNvPr id="25" name="图表 24">
            <a:extLst>
              <a:ext uri="{FF2B5EF4-FFF2-40B4-BE49-F238E27FC236}">
                <a16:creationId xmlns:a16="http://schemas.microsoft.com/office/drawing/2014/main" id="{2CAAC2F1-E660-83AE-BE51-F6C8C1CD8CB9}"/>
              </a:ext>
            </a:extLst>
          </p:cNvPr>
          <p:cNvGraphicFramePr>
            <a:graphicFrameLocks/>
          </p:cNvGraphicFramePr>
          <p:nvPr/>
        </p:nvGraphicFramePr>
        <p:xfrm>
          <a:off x="7350670" y="4607377"/>
          <a:ext cx="3388125" cy="1791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8AF8E2C2-4B50-F882-434C-76F7B11A2962}"/>
              </a:ext>
            </a:extLst>
          </p:cNvPr>
          <p:cNvSpPr txBox="1"/>
          <p:nvPr/>
        </p:nvSpPr>
        <p:spPr>
          <a:xfrm>
            <a:off x="7887204" y="4006739"/>
            <a:ext cx="2315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Company offers one or more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dedicated "sustainable" brands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graphicFrame>
        <p:nvGraphicFramePr>
          <p:cNvPr id="27" name="图表 26">
            <a:extLst>
              <a:ext uri="{FF2B5EF4-FFF2-40B4-BE49-F238E27FC236}">
                <a16:creationId xmlns:a16="http://schemas.microsoft.com/office/drawing/2014/main" id="{3128AA24-75BC-5F0A-05FE-715328361ECF}"/>
              </a:ext>
            </a:extLst>
          </p:cNvPr>
          <p:cNvGraphicFramePr>
            <a:graphicFrameLocks/>
          </p:cNvGraphicFramePr>
          <p:nvPr/>
        </p:nvGraphicFramePr>
        <p:xfrm>
          <a:off x="137274" y="4579261"/>
          <a:ext cx="3388125" cy="1791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cxnSp>
        <p:nvCxnSpPr>
          <p:cNvPr id="29" name="直线连接符 28">
            <a:extLst>
              <a:ext uri="{FF2B5EF4-FFF2-40B4-BE49-F238E27FC236}">
                <a16:creationId xmlns:a16="http://schemas.microsoft.com/office/drawing/2014/main" id="{B5C0781C-07E8-9C07-8724-73D10E18FC65}"/>
              </a:ext>
            </a:extLst>
          </p:cNvPr>
          <p:cNvCxnSpPr/>
          <p:nvPr/>
        </p:nvCxnSpPr>
        <p:spPr>
          <a:xfrm>
            <a:off x="1828932" y="1851647"/>
            <a:ext cx="0" cy="5059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57B92D0F-F8C0-85C8-DBB9-55053D50EBEB}"/>
              </a:ext>
            </a:extLst>
          </p:cNvPr>
          <p:cNvCxnSpPr/>
          <p:nvPr/>
        </p:nvCxnSpPr>
        <p:spPr>
          <a:xfrm>
            <a:off x="5654903" y="1872821"/>
            <a:ext cx="0" cy="5059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A3947858-27C0-E3C0-1902-8F65CAB55DD3}"/>
              </a:ext>
            </a:extLst>
          </p:cNvPr>
          <p:cNvCxnSpPr/>
          <p:nvPr/>
        </p:nvCxnSpPr>
        <p:spPr>
          <a:xfrm>
            <a:off x="9044732" y="1851647"/>
            <a:ext cx="0" cy="5059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线连接符 31">
            <a:extLst>
              <a:ext uri="{FF2B5EF4-FFF2-40B4-BE49-F238E27FC236}">
                <a16:creationId xmlns:a16="http://schemas.microsoft.com/office/drawing/2014/main" id="{AB6E658A-0B94-AFBA-C53B-42E9DDEEA8B7}"/>
              </a:ext>
            </a:extLst>
          </p:cNvPr>
          <p:cNvCxnSpPr/>
          <p:nvPr/>
        </p:nvCxnSpPr>
        <p:spPr>
          <a:xfrm>
            <a:off x="1828932" y="4607377"/>
            <a:ext cx="0" cy="5059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DBB3DB73-842A-9C99-13FF-C24DD8BA6D36}"/>
              </a:ext>
            </a:extLst>
          </p:cNvPr>
          <p:cNvCxnSpPr/>
          <p:nvPr/>
        </p:nvCxnSpPr>
        <p:spPr>
          <a:xfrm>
            <a:off x="5654903" y="4628551"/>
            <a:ext cx="0" cy="5059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DB9C5184-43D7-CA69-5E1D-1C8E010B1841}"/>
              </a:ext>
            </a:extLst>
          </p:cNvPr>
          <p:cNvCxnSpPr/>
          <p:nvPr/>
        </p:nvCxnSpPr>
        <p:spPr>
          <a:xfrm>
            <a:off x="9044732" y="4607377"/>
            <a:ext cx="0" cy="5059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3F51A1A6-28C0-7C0E-C095-CC538E613EDC}"/>
              </a:ext>
            </a:extLst>
          </p:cNvPr>
          <p:cNvSpPr txBox="1"/>
          <p:nvPr/>
        </p:nvSpPr>
        <p:spPr>
          <a:xfrm>
            <a:off x="1735551" y="3093154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27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D399723-2C4E-15A9-9AD2-3927EA93CAB4}"/>
              </a:ext>
            </a:extLst>
          </p:cNvPr>
          <p:cNvSpPr txBox="1"/>
          <p:nvPr/>
        </p:nvSpPr>
        <p:spPr>
          <a:xfrm>
            <a:off x="968042" y="2553579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44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015DA80-7750-166A-6A89-CE46FBBFD9D2}"/>
              </a:ext>
            </a:extLst>
          </p:cNvPr>
          <p:cNvSpPr txBox="1"/>
          <p:nvPr/>
        </p:nvSpPr>
        <p:spPr>
          <a:xfrm>
            <a:off x="5104058" y="2935610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37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574A122-F3F3-E418-4C64-5AC3A77CBBB5}"/>
              </a:ext>
            </a:extLst>
          </p:cNvPr>
          <p:cNvSpPr txBox="1"/>
          <p:nvPr/>
        </p:nvSpPr>
        <p:spPr>
          <a:xfrm>
            <a:off x="5329173" y="1802675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59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4F2B174-D763-CCD8-FACF-5B97A6AA6C41}"/>
              </a:ext>
            </a:extLst>
          </p:cNvPr>
          <p:cNvSpPr txBox="1"/>
          <p:nvPr/>
        </p:nvSpPr>
        <p:spPr>
          <a:xfrm>
            <a:off x="9002193" y="3133929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26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D29FD4D-9C82-0428-3084-E6744AAA96E7}"/>
              </a:ext>
            </a:extLst>
          </p:cNvPr>
          <p:cNvSpPr txBox="1"/>
          <p:nvPr/>
        </p:nvSpPr>
        <p:spPr>
          <a:xfrm>
            <a:off x="8234684" y="2795823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41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1186737-03F2-A860-728C-9A334EF49A8A}"/>
              </a:ext>
            </a:extLst>
          </p:cNvPr>
          <p:cNvSpPr txBox="1"/>
          <p:nvPr/>
        </p:nvSpPr>
        <p:spPr>
          <a:xfrm>
            <a:off x="1898416" y="5826954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24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6950F8F-4F3F-4ADA-6A49-F6A042C11461}"/>
              </a:ext>
            </a:extLst>
          </p:cNvPr>
          <p:cNvSpPr txBox="1"/>
          <p:nvPr/>
        </p:nvSpPr>
        <p:spPr>
          <a:xfrm>
            <a:off x="1130907" y="5796190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37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BDEFC68-404E-4B55-76C3-1E14A5A6984D}"/>
              </a:ext>
            </a:extLst>
          </p:cNvPr>
          <p:cNvSpPr txBox="1"/>
          <p:nvPr/>
        </p:nvSpPr>
        <p:spPr>
          <a:xfrm>
            <a:off x="5994854" y="5539908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16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5A51994-E0AB-E6DC-BDF9-E4E2BDDDBD83}"/>
              </a:ext>
            </a:extLst>
          </p:cNvPr>
          <p:cNvSpPr txBox="1"/>
          <p:nvPr/>
        </p:nvSpPr>
        <p:spPr>
          <a:xfrm>
            <a:off x="5429788" y="6062506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29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75ABBD8-D795-C190-2EE2-1CBD57F57591}"/>
              </a:ext>
            </a:extLst>
          </p:cNvPr>
          <p:cNvSpPr txBox="1"/>
          <p:nvPr/>
        </p:nvSpPr>
        <p:spPr>
          <a:xfrm>
            <a:off x="9382979" y="5358225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13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6DFD9D8-0AB4-4FD2-9B1D-663EBD0A64DD}"/>
              </a:ext>
            </a:extLst>
          </p:cNvPr>
          <p:cNvSpPr txBox="1"/>
          <p:nvPr/>
        </p:nvSpPr>
        <p:spPr>
          <a:xfrm>
            <a:off x="8944607" y="6042411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27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7006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A167E-63A9-5896-614E-C5B2E7E93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67094D8-0A6A-0AF2-08B3-8E61CA79FAB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7772400" imgH="10058400" progId="TCLayout.ActiveDocument.1">
                  <p:embed/>
                </p:oleObj>
              </mc:Choice>
              <mc:Fallback>
                <p:oleObj name="think-cell 幻灯片" r:id="rId8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7094D8-0A6A-0AF2-08B3-8E61CA79FA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0ADE4939-4174-08FD-5EA3-A729A292498F}"/>
              </a:ext>
            </a:extLst>
          </p:cNvPr>
          <p:cNvSpPr txBox="1"/>
          <p:nvPr/>
        </p:nvSpPr>
        <p:spPr>
          <a:xfrm>
            <a:off x="414602" y="298450"/>
            <a:ext cx="11336289" cy="646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</a:rPr>
              <a:t>Spending on digital and technology increased during the pandemic, despite</a:t>
            </a:r>
            <a:r>
              <a:rPr kumimoji="1" lang="zh-CN" altLang="en-US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</a:rPr>
              <a:t> </a:t>
            </a:r>
            <a:r>
              <a:rPr kumimoji="1" lang="en-US" altLang="zh-CN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</a:rPr>
              <a:t>belt-tightening elsewhere in the business.</a:t>
            </a:r>
            <a:endParaRPr kumimoji="1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D5C30AE-5739-4519-6DCD-53C7F9071E16}"/>
              </a:ext>
            </a:extLst>
          </p:cNvPr>
          <p:cNvSpPr txBox="1"/>
          <p:nvPr/>
        </p:nvSpPr>
        <p:spPr>
          <a:xfrm>
            <a:off x="409503" y="944563"/>
            <a:ext cx="4349268" cy="276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Changes in business metrics, past year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，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% of respondents</a:t>
            </a:r>
            <a:r>
              <a:rPr kumimoji="1" lang="en-US" altLang="zh-CN" sz="1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1</a:t>
            </a:r>
            <a:endParaRPr kumimoji="1" lang="zh-CN" altLang="en-US" sz="12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0B02D76F-4110-C2F0-27B5-44C41C06292F}"/>
              </a:ext>
            </a:extLst>
          </p:cNvPr>
          <p:cNvSpPr txBox="1"/>
          <p:nvPr/>
        </p:nvSpPr>
        <p:spPr>
          <a:xfrm>
            <a:off x="409503" y="6132927"/>
            <a:ext cx="49439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1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Respondents who answered "don't know/not applicable" are not shown; n =1,140.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graphicFrame>
        <p:nvGraphicFramePr>
          <p:cNvPr id="8" name="Chart 3">
            <a:extLst>
              <a:ext uri="{FF2B5EF4-FFF2-40B4-BE49-F238E27FC236}">
                <a16:creationId xmlns:a16="http://schemas.microsoft.com/office/drawing/2014/main" id="{3E5F870A-133F-B369-0CB0-204C673473BB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1130300" y="1477963"/>
          <a:ext cx="6276975" cy="4838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10" name="文本占位符 2">
            <a:extLst>
              <a:ext uri="{FF2B5EF4-FFF2-40B4-BE49-F238E27FC236}">
                <a16:creationId xmlns:a16="http://schemas.microsoft.com/office/drawing/2014/main" id="{89A2AAFE-4902-598F-A365-C161E7514BD6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738188" y="2586038"/>
            <a:ext cx="630238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E8A1809-EBFC-4E1E-A729-E654A928A3CB}" type="datetime'I''''''''n''''c''''''''''r''e''''a''''''''''''s''''''''e'">
              <a:rPr kumimoji="1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Increase</a:t>
            </a:fld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66C361E1-5AD2-F69F-5685-FC9A8CC5D6BE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738188" y="3829050"/>
            <a:ext cx="84137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328C9C9-52EB-4E1E-AB68-BD7B2AD680E1}" type="datetime'''''''''''N''o ''cha''''''''''''n''''''''''''''g''''''e'''''">
              <a:rPr kumimoji="1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No change</a:t>
            </a:fld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FF87E43A-3CAB-C5FA-EBAA-E580B9DF00CC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738188" y="4271963"/>
            <a:ext cx="70167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90F1E42-0619-45E6-AF7C-45F8EB622963}" type="datetime'''''De''''c''''''''r''''e''''''a''''''''''''''s''e'">
              <a:rPr kumimoji="1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Decrease</a:t>
            </a:fld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02D26581-87BA-536F-75FE-F4D22D6D0EAB}"/>
              </a:ext>
            </a:extLst>
          </p:cNvPr>
          <p:cNvSpPr txBox="1"/>
          <p:nvPr/>
        </p:nvSpPr>
        <p:spPr>
          <a:xfrm>
            <a:off x="1282974" y="1352550"/>
            <a:ext cx="1375697" cy="430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Funding of digital/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tech initiatives</a:t>
            </a: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DFF578B9-2ADA-C3CC-03C9-00C3155720AC}"/>
              </a:ext>
            </a:extLst>
          </p:cNvPr>
          <p:cNvSpPr txBox="1"/>
          <p:nvPr/>
        </p:nvSpPr>
        <p:spPr>
          <a:xfrm>
            <a:off x="3154520" y="2419350"/>
            <a:ext cx="713657" cy="430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Variable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costs</a:t>
            </a: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D4E0810A-DEAF-5BDE-1F37-461549A487F6}"/>
              </a:ext>
            </a:extLst>
          </p:cNvPr>
          <p:cNvSpPr txBox="1"/>
          <p:nvPr/>
        </p:nvSpPr>
        <p:spPr>
          <a:xfrm>
            <a:off x="4786769" y="2652713"/>
            <a:ext cx="522899" cy="430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Fixed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costs</a:t>
            </a: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86AE3B05-99EB-BE70-8C20-48F4365564DA}"/>
              </a:ext>
            </a:extLst>
          </p:cNvPr>
          <p:cNvSpPr txBox="1"/>
          <p:nvPr/>
        </p:nvSpPr>
        <p:spPr>
          <a:xfrm>
            <a:off x="6214635" y="2928938"/>
            <a:ext cx="740908" cy="4318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Physical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footprint</a:t>
            </a: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graphicFrame>
        <p:nvGraphicFramePr>
          <p:cNvPr id="9" name="Chart 3">
            <a:extLst>
              <a:ext uri="{FF2B5EF4-FFF2-40B4-BE49-F238E27FC236}">
                <a16:creationId xmlns:a16="http://schemas.microsoft.com/office/drawing/2014/main" id="{225B0D1A-D1FB-8D36-7E79-0E49AB4272C7}"/>
              </a:ext>
            </a:extLst>
          </p:cNvPr>
          <p:cNvGraphicFramePr/>
          <p:nvPr>
            <p:custDataLst>
              <p:tags r:id="rId6"/>
            </p:custDataLst>
          </p:nvPr>
        </p:nvGraphicFramePr>
        <p:xfrm>
          <a:off x="7980363" y="2035175"/>
          <a:ext cx="3235325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62CF27B5-D578-CE51-0164-6BCA2A4C9ED7}"/>
              </a:ext>
            </a:extLst>
          </p:cNvPr>
          <p:cNvCxnSpPr/>
          <p:nvPr/>
        </p:nvCxnSpPr>
        <p:spPr>
          <a:xfrm>
            <a:off x="7711807" y="1252538"/>
            <a:ext cx="0" cy="5064125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文本框 135">
            <a:extLst>
              <a:ext uri="{FF2B5EF4-FFF2-40B4-BE49-F238E27FC236}">
                <a16:creationId xmlns:a16="http://schemas.microsoft.com/office/drawing/2014/main" id="{1C96D15A-FED2-3AE5-815A-359F001F28F0}"/>
              </a:ext>
            </a:extLst>
          </p:cNvPr>
          <p:cNvSpPr txBox="1"/>
          <p:nvPr/>
        </p:nvSpPr>
        <p:spPr>
          <a:xfrm>
            <a:off x="8234649" y="1735138"/>
            <a:ext cx="1180130" cy="6000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Number of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FTEs</a:t>
            </a:r>
            <a:r>
              <a:rPr kumimoji="1" lang="en-US" altLang="zh-CN" sz="11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2</a:t>
            </a:r>
            <a:r>
              <a:rPr kumimoji="1" lang="zh-CN" altLang="en-US" sz="11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 </a:t>
            </a: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in digital/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tech roles</a:t>
            </a: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0C40C9C7-EE51-4793-609F-E573D7D9D8D3}"/>
              </a:ext>
            </a:extLst>
          </p:cNvPr>
          <p:cNvSpPr txBox="1"/>
          <p:nvPr/>
        </p:nvSpPr>
        <p:spPr>
          <a:xfrm>
            <a:off x="10026013" y="2436813"/>
            <a:ext cx="673582" cy="6000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Total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number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of FTEs</a:t>
            </a: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08A28AD3-E2D1-0106-3463-5556EC58FBA7}"/>
              </a:ext>
            </a:extLst>
          </p:cNvPr>
          <p:cNvSpPr txBox="1"/>
          <p:nvPr/>
        </p:nvSpPr>
        <p:spPr>
          <a:xfrm>
            <a:off x="409503" y="6329619"/>
            <a:ext cx="14911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2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Full-time equivalents.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76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FBAF8-5E21-EA62-6E41-FC12CB7AB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7760124-F018-FA4F-6261-C700BB4CAB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7" imgW="7772400" imgH="10058400" progId="TCLayout.ActiveDocument.1">
                  <p:embed/>
                </p:oleObj>
              </mc:Choice>
              <mc:Fallback>
                <p:oleObj name="think-cell 幻灯片" r:id="rId17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7760124-F018-FA4F-6261-C700BB4CAB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71E614F8-8BB8-86AE-D9BF-28BA4BC31E8E}"/>
              </a:ext>
            </a:extLst>
          </p:cNvPr>
          <p:cNvSpPr txBox="1"/>
          <p:nvPr/>
        </p:nvSpPr>
        <p:spPr>
          <a:xfrm>
            <a:off x="409503" y="254279"/>
            <a:ext cx="11336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</a:rPr>
              <a:t>Top performers are more likely than their peers to fill talent gaps through hiring</a:t>
            </a:r>
            <a:endParaRPr kumimoji="1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62BCCAE-FD8A-6824-67F9-4D5E797858F0}"/>
              </a:ext>
            </a:extLst>
          </p:cNvPr>
          <p:cNvSpPr txBox="1"/>
          <p:nvPr/>
        </p:nvSpPr>
        <p:spPr>
          <a:xfrm>
            <a:off x="409503" y="730729"/>
            <a:ext cx="51331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How organizations are planning to fill talent gaps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，</a:t>
            </a:r>
            <a:r>
              <a:rPr kumimoji="1" lang="en-US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</a:rPr>
              <a:t>% of respondents</a:t>
            </a:r>
            <a:r>
              <a:rPr kumimoji="1" lang="en-US" altLang="zh-CN" sz="1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1</a:t>
            </a:r>
            <a:endParaRPr kumimoji="1" lang="zh-CN" altLang="en-US" sz="12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39927AE8-9739-A876-0192-6699EADFB393}"/>
              </a:ext>
            </a:extLst>
          </p:cNvPr>
          <p:cNvSpPr txBox="1"/>
          <p:nvPr/>
        </p:nvSpPr>
        <p:spPr>
          <a:xfrm>
            <a:off x="409503" y="6132927"/>
            <a:ext cx="90011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'Respondents who answered “don't know/not applicable" are not included in the analysis. For top-decile economic performers, n = 115; for bottom-decile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economic </a:t>
            </a:r>
            <a:r>
              <a:rPr kumimoji="1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performers,n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 =165.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cxnSp>
        <p:nvCxnSpPr>
          <p:cNvPr id="90" name="直线连接符 89">
            <a:extLst>
              <a:ext uri="{FF2B5EF4-FFF2-40B4-BE49-F238E27FC236}">
                <a16:creationId xmlns:a16="http://schemas.microsoft.com/office/drawing/2014/main" id="{FD1658A5-0764-AFEF-BFD8-82EF91455631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7747000" y="5162549"/>
            <a:ext cx="1606550" cy="4445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直线连接符 87">
            <a:extLst>
              <a:ext uri="{FF2B5EF4-FFF2-40B4-BE49-F238E27FC236}">
                <a16:creationId xmlns:a16="http://schemas.microsoft.com/office/drawing/2014/main" id="{A7455DC1-D27C-8311-909C-24AAF4D8D5AA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7747000" y="4319588"/>
            <a:ext cx="1606550" cy="4445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B1166072-DF88-BC83-D62C-A2F94988A3FF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 flipV="1">
            <a:off x="7747000" y="4186237"/>
            <a:ext cx="1606550" cy="4445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FECF8DF3-0E45-364A-F2E7-24A276673E6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 flipV="1">
            <a:off x="7747000" y="2678113"/>
            <a:ext cx="1606550" cy="53181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直线连接符 81">
            <a:extLst>
              <a:ext uri="{FF2B5EF4-FFF2-40B4-BE49-F238E27FC236}">
                <a16:creationId xmlns:a16="http://schemas.microsoft.com/office/drawing/2014/main" id="{EA8CFDC6-FF1A-0C92-2420-24227976FF1B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7747000" y="1169988"/>
            <a:ext cx="16065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7" name="Chart 3">
            <a:extLst>
              <a:ext uri="{FF2B5EF4-FFF2-40B4-BE49-F238E27FC236}">
                <a16:creationId xmlns:a16="http://schemas.microsoft.com/office/drawing/2014/main" id="{DFF01413-C633-6741-E4EF-ED02FA7BA03A}"/>
              </a:ext>
            </a:extLst>
          </p:cNvPr>
          <p:cNvGraphicFramePr/>
          <p:nvPr>
            <p:custDataLst>
              <p:tags r:id="rId7"/>
            </p:custDataLst>
          </p:nvPr>
        </p:nvGraphicFramePr>
        <p:xfrm>
          <a:off x="6218238" y="944563"/>
          <a:ext cx="4664075" cy="4886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36" name="文本占位符 2">
            <a:extLst>
              <a:ext uri="{FF2B5EF4-FFF2-40B4-BE49-F238E27FC236}">
                <a16:creationId xmlns:a16="http://schemas.microsoft.com/office/drawing/2014/main" id="{AE9E9182-5C92-6702-2BEE-89D331F3CDEE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6300788" y="5314950"/>
            <a:ext cx="7016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A5F7351A-6ECD-4AA6-A12E-A62E0ACF5449}" type="datetime'''O''ut''''''''''''''''''so''urc''''''in''''''g''''''''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Outsourcing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8362DF83-337B-DD4D-C46E-E28194826EDB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6811963" y="5648325"/>
            <a:ext cx="122555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99B5203-54AB-49B6-A819-1BA464F5BE07}" type="datetime'''''Top-decile''&#10;''ec''''o''no''mic pe''''rt''''orm''ers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Top-decile
economic pertormers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29" name="文本占位符 2">
            <a:extLst>
              <a:ext uri="{FF2B5EF4-FFF2-40B4-BE49-F238E27FC236}">
                <a16:creationId xmlns:a16="http://schemas.microsoft.com/office/drawing/2014/main" id="{A4A5ED83-1C51-6CA7-A2CC-B372D16EBF43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5568950" y="4672013"/>
            <a:ext cx="143351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BA7E447D-4A3C-415E-A70A-2DC3265BC70C}" type="datetime'''P''''a''r''tn''erin''g o''''r'' co''ntr''act''in''g''''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Partnering or contracting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26" name="文本占位符 2">
            <a:extLst>
              <a:ext uri="{FF2B5EF4-FFF2-40B4-BE49-F238E27FC236}">
                <a16:creationId xmlns:a16="http://schemas.microsoft.com/office/drawing/2014/main" id="{C50E9A42-4034-5375-4B04-F4A64FB7CE25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7372350" y="4206875"/>
            <a:ext cx="104775" cy="13652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EF52AB1-6CF1-4455-AF97-FFB1DFB5B30A}" type="datetime'''''''''''''''''''''''''2'''''''''''''''''">
              <a:rPr kumimoji="1" lang="zh-CN" altLang="en-US" sz="1000" smtClean="0">
                <a:solidFill>
                  <a:schemeClr val="bg1"/>
                </a:solidFill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kumimoji="1" lang="zh-CN" altLang="en-US" sz="10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4" name="文本占位符 2">
            <a:extLst>
              <a:ext uri="{FF2B5EF4-FFF2-40B4-BE49-F238E27FC236}">
                <a16:creationId xmlns:a16="http://schemas.microsoft.com/office/drawing/2014/main" id="{E3CC0AA2-691A-2BA2-27B2-8A735C930B81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5468938" y="4138613"/>
            <a:ext cx="1533525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68186269-C163-4B8A-ABC3-211511E5224D}" type="datetime'''A''''cquirin''g other companies&#10;to recruit t''he''ir taent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Acquiring other companies
to recruit their taent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3" name="文本占位符 2">
            <a:extLst>
              <a:ext uri="{FF2B5EF4-FFF2-40B4-BE49-F238E27FC236}">
                <a16:creationId xmlns:a16="http://schemas.microsoft.com/office/drawing/2014/main" id="{CFB449CB-8648-7087-CA23-8714E465E371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5707063" y="3651250"/>
            <a:ext cx="12954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ABF67836-0F1B-4A2B-9E33-3FE4D08C5FD3}" type="datetime'''Tr''''a''''ini''ng ''ex''i''sting ''''t''a''l''en''t''''''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Training existing talent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117420FA-A0FA-B083-2A5F-FA93DB9B53F7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6024563" y="2120900"/>
            <a:ext cx="9779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64DFD4E8-A045-48CD-B547-D76061DCBEE4}" type="datetime'''Hiri''''''''ng'' ''''''n''''''e''w tal''e''''''''''''n''t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Hiring new talent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63" name="文本占位符 2">
            <a:extLst>
              <a:ext uri="{FF2B5EF4-FFF2-40B4-BE49-F238E27FC236}">
                <a16:creationId xmlns:a16="http://schemas.microsoft.com/office/drawing/2014/main" id="{769BFFE4-A2A6-E9A7-BC98-80D2076DC98F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9063038" y="5648325"/>
            <a:ext cx="1222375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D579E24-F46C-46C9-9DB6-EA045056E6C7}" type="datetime'Bot''to''''''''''m-decil''e&#10;''e''conomi''''c perf''o''rm''ers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Bottom-decile
economic performers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E7458F07-F69D-0D46-6F10-56AAD4500AB8}"/>
              </a:ext>
            </a:extLst>
          </p:cNvPr>
          <p:cNvSpPr txBox="1"/>
          <p:nvPr/>
        </p:nvSpPr>
        <p:spPr>
          <a:xfrm>
            <a:off x="670440" y="1739441"/>
            <a:ext cx="3897869" cy="3661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231F20"/>
                </a:solidFill>
                <a:effectLst/>
                <a:latin typeface="HarmonyOS Sans SC Light" pitchFamily="2" charset="-122"/>
                <a:ea typeface="HarmonyOS Sans SC Light" pitchFamily="2" charset="-122"/>
              </a:rPr>
              <a:t>Talent poses a perennial challenge to companies </a:t>
            </a:r>
            <a:endParaRPr lang="en-US" altLang="zh-CN" sz="1200" dirty="0">
              <a:latin typeface="HarmonyOS Sans SC Light" pitchFamily="2" charset="-122"/>
              <a:ea typeface="HarmonyOS Sans SC Light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231F20"/>
                </a:solidFill>
                <a:effectLst/>
                <a:latin typeface="HarmonyOS Sans SC Light" pitchFamily="2" charset="-122"/>
                <a:ea typeface="HarmonyOS Sans SC Light" pitchFamily="2" charset="-122"/>
              </a:rPr>
              <a:t>that are transforming their business through digital </a:t>
            </a:r>
            <a:endParaRPr lang="en-US" altLang="zh-CN" sz="1200" dirty="0">
              <a:latin typeface="HarmonyOS Sans SC Light" pitchFamily="2" charset="-122"/>
              <a:ea typeface="HarmonyOS Sans SC Light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231F20"/>
                </a:solidFill>
                <a:effectLst/>
                <a:latin typeface="HarmonyOS Sans SC Light" pitchFamily="2" charset="-122"/>
                <a:ea typeface="HarmonyOS Sans SC Light" pitchFamily="2" charset="-122"/>
              </a:rPr>
              <a:t>and technology—as many of our respondents </a:t>
            </a:r>
            <a:endParaRPr lang="en-US" altLang="zh-CN" sz="1200" dirty="0">
              <a:latin typeface="HarmonyOS Sans SC Light" pitchFamily="2" charset="-122"/>
              <a:ea typeface="HarmonyOS Sans SC Light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231F20"/>
                </a:solidFill>
                <a:effectLst/>
                <a:latin typeface="HarmonyOS Sans SC Light" pitchFamily="2" charset="-122"/>
                <a:ea typeface="HarmonyOS Sans SC Light" pitchFamily="2" charset="-122"/>
              </a:rPr>
              <a:t>say their companies aim to do. As organizations </a:t>
            </a:r>
            <a:endParaRPr lang="en-US" altLang="zh-CN" sz="1200" dirty="0">
              <a:latin typeface="HarmonyOS Sans SC Light" pitchFamily="2" charset="-122"/>
              <a:ea typeface="HarmonyOS Sans SC Light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231F20"/>
                </a:solidFill>
                <a:effectLst/>
                <a:latin typeface="HarmonyOS Sans SC Light" pitchFamily="2" charset="-122"/>
                <a:ea typeface="HarmonyOS Sans SC Light" pitchFamily="2" charset="-122"/>
              </a:rPr>
              <a:t>make their plans for filling critical talent gaps in </a:t>
            </a:r>
            <a:endParaRPr lang="en-US" altLang="zh-CN" sz="1200" dirty="0">
              <a:latin typeface="HarmonyOS Sans SC Light" pitchFamily="2" charset="-122"/>
              <a:ea typeface="HarmonyOS Sans SC Light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231F20"/>
                </a:solidFill>
                <a:effectLst/>
                <a:latin typeface="HarmonyOS Sans SC Light" pitchFamily="2" charset="-122"/>
                <a:ea typeface="HarmonyOS Sans SC Light" pitchFamily="2" charset="-122"/>
              </a:rPr>
              <a:t>technology, from the board to the front line, the </a:t>
            </a:r>
            <a:endParaRPr lang="en-US" altLang="zh-CN" sz="1200" dirty="0">
              <a:latin typeface="HarmonyOS Sans SC Light" pitchFamily="2" charset="-122"/>
              <a:ea typeface="HarmonyOS Sans SC Light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231F20"/>
                </a:solidFill>
                <a:effectLst/>
                <a:latin typeface="HarmonyOS Sans SC Light" pitchFamily="2" charset="-122"/>
                <a:ea typeface="HarmonyOS Sans SC Light" pitchFamily="2" charset="-122"/>
              </a:rPr>
              <a:t>results suggest that there is no silver bullet to filling </a:t>
            </a:r>
            <a:endParaRPr lang="en-US" altLang="zh-CN" sz="1200" dirty="0">
              <a:latin typeface="HarmonyOS Sans SC Light" pitchFamily="2" charset="-122"/>
              <a:ea typeface="HarmonyOS Sans SC Light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231F20"/>
                </a:solidFill>
                <a:effectLst/>
                <a:latin typeface="HarmonyOS Sans SC Light" pitchFamily="2" charset="-122"/>
                <a:ea typeface="HarmonyOS Sans SC Light" pitchFamily="2" charset="-122"/>
              </a:rPr>
              <a:t>skill gaps. Top economic performers </a:t>
            </a:r>
            <a:endParaRPr lang="en-US" altLang="zh-CN" sz="1200" dirty="0">
              <a:latin typeface="HarmonyOS Sans SC Light" pitchFamily="2" charset="-122"/>
              <a:ea typeface="HarmonyOS Sans SC Light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231F20"/>
                </a:solidFill>
                <a:effectLst/>
                <a:latin typeface="HarmonyOS Sans SC Light" pitchFamily="2" charset="-122"/>
                <a:ea typeface="HarmonyOS Sans SC Light" pitchFamily="2" charset="-122"/>
              </a:rPr>
              <a:t>report a greater reliance in hiring new employees. </a:t>
            </a:r>
            <a:endParaRPr lang="en-US" altLang="zh-CN" sz="1200" dirty="0">
              <a:latin typeface="HarmonyOS Sans SC Light" pitchFamily="2" charset="-122"/>
              <a:ea typeface="HarmonyOS Sans SC Light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231F20"/>
                </a:solidFill>
                <a:effectLst/>
                <a:latin typeface="HarmonyOS Sans SC Light" pitchFamily="2" charset="-122"/>
                <a:ea typeface="HarmonyOS Sans SC Light" pitchFamily="2" charset="-122"/>
              </a:rPr>
              <a:t>At other companies, respondents report an equal </a:t>
            </a:r>
            <a:endParaRPr lang="en-US" altLang="zh-CN" sz="1200" dirty="0">
              <a:latin typeface="HarmonyOS Sans SC Light" pitchFamily="2" charset="-122"/>
              <a:ea typeface="HarmonyOS Sans SC Light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231F20"/>
                </a:solidFill>
                <a:effectLst/>
                <a:latin typeface="HarmonyOS Sans SC Light" pitchFamily="2" charset="-122"/>
                <a:ea typeface="HarmonyOS Sans SC Light" pitchFamily="2" charset="-122"/>
              </a:rPr>
              <a:t>focus on hiring and retraining their current people, </a:t>
            </a:r>
            <a:endParaRPr lang="en-US" altLang="zh-CN" sz="1200" dirty="0">
              <a:latin typeface="HarmonyOS Sans SC Light" pitchFamily="2" charset="-122"/>
              <a:ea typeface="HarmonyOS Sans SC Light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231F20"/>
                </a:solidFill>
                <a:effectLst/>
                <a:latin typeface="HarmonyOS Sans SC Light" pitchFamily="2" charset="-122"/>
                <a:ea typeface="HarmonyOS Sans SC Light" pitchFamily="2" charset="-122"/>
              </a:rPr>
              <a:t>and the two groups rely equally on partnering </a:t>
            </a:r>
            <a:endParaRPr lang="en-US" altLang="zh-CN" sz="1200" dirty="0">
              <a:latin typeface="HarmonyOS Sans SC Light" pitchFamily="2" charset="-122"/>
              <a:ea typeface="HarmonyOS Sans SC Light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231F20"/>
                </a:solidFill>
                <a:effectLst/>
                <a:latin typeface="HarmonyOS Sans SC Light" pitchFamily="2" charset="-122"/>
                <a:ea typeface="HarmonyOS Sans SC Light" pitchFamily="2" charset="-122"/>
              </a:rPr>
              <a:t>or contracting. </a:t>
            </a:r>
            <a:endParaRPr lang="en-US" altLang="zh-CN" sz="1200" dirty="0">
              <a:latin typeface="HarmonyOS Sans SC Light" pitchFamily="2" charset="-122"/>
              <a:ea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2413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75084-D484-1524-B7E9-195C260A6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B24AF2B-5E35-4A23-F7F7-A63276A0DE3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B24AF2B-5E35-4A23-F7F7-A63276A0DE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1BD1F823-C489-E92B-0927-667536EA5ABB}"/>
              </a:ext>
            </a:extLst>
          </p:cNvPr>
          <p:cNvSpPr txBox="1"/>
          <p:nvPr/>
        </p:nvSpPr>
        <p:spPr>
          <a:xfrm>
            <a:off x="409503" y="256145"/>
            <a:ext cx="11336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</a:rPr>
              <a:t>Top economic performers have been more innovative than their peers during the COVID-19 crisis.</a:t>
            </a:r>
            <a:endParaRPr kumimoji="1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5925AC-91C6-D9FD-1CE8-1EE77FE0B467}"/>
              </a:ext>
            </a:extLst>
          </p:cNvPr>
          <p:cNvSpPr txBox="1"/>
          <p:nvPr/>
        </p:nvSpPr>
        <p:spPr>
          <a:xfrm>
            <a:off x="409503" y="730729"/>
            <a:ext cx="5602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Share of sales from products or services that did not exist one year ago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， </a:t>
            </a:r>
            <a:r>
              <a:rPr kumimoji="1" lang="en-US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</a:rPr>
              <a:t>%</a:t>
            </a:r>
            <a:endParaRPr kumimoji="1" lang="zh-CN" altLang="en-US" sz="120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F9ED8F37-A234-29FF-E35A-1751588A9948}"/>
              </a:ext>
            </a:extLst>
          </p:cNvPr>
          <p:cNvSpPr txBox="1"/>
          <p:nvPr/>
        </p:nvSpPr>
        <p:spPr>
          <a:xfrm>
            <a:off x="409503" y="6127271"/>
            <a:ext cx="545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1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n=91.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1CD43D43-3014-9DF9-0667-65ED795406AF}"/>
              </a:ext>
            </a:extLst>
          </p:cNvPr>
          <p:cNvSpPr txBox="1"/>
          <p:nvPr/>
        </p:nvSpPr>
        <p:spPr>
          <a:xfrm>
            <a:off x="1272468" y="3107739"/>
            <a:ext cx="4122492" cy="1348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231F20"/>
                </a:solidFill>
                <a:effectLst/>
                <a:latin typeface="HarmonyOS Sans SC" pitchFamily="2" charset="-122"/>
                <a:ea typeface="HarmonyOS Sans SC" pitchFamily="2" charset="-122"/>
              </a:rPr>
              <a:t>Top-decile performers have also taken a bolder approach to innovation and now obtain a much larger share of their sales from products or services that didn’t exist one year ago.</a:t>
            </a:r>
            <a:endParaRPr lang="en-US" altLang="zh-CN" sz="1400" dirty="0">
              <a:latin typeface="HarmonyOS Sans SC" pitchFamily="2" charset="-122"/>
              <a:ea typeface="HarmonyOS Sans SC" pitchFamily="2" charset="-122"/>
            </a:endParaRPr>
          </a:p>
        </p:txBody>
      </p:sp>
      <p:graphicFrame>
        <p:nvGraphicFramePr>
          <p:cNvPr id="2" name="ts6BF">
            <a:extLst>
              <a:ext uri="{FF2B5EF4-FFF2-40B4-BE49-F238E27FC236}">
                <a16:creationId xmlns:a16="http://schemas.microsoft.com/office/drawing/2014/main" id="{0159235F-F6C2-263D-4D4B-D4427530354A}"/>
              </a:ext>
            </a:extLst>
          </p:cNvPr>
          <p:cNvGraphicFramePr>
            <a:graphicFrameLocks/>
          </p:cNvGraphicFramePr>
          <p:nvPr/>
        </p:nvGraphicFramePr>
        <p:xfrm>
          <a:off x="5281705" y="324963"/>
          <a:ext cx="5410200" cy="81153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96B5C993-4C25-513E-7007-2F55ED2D2F01}"/>
              </a:ext>
            </a:extLst>
          </p:cNvPr>
          <p:cNvCxnSpPr/>
          <p:nvPr/>
        </p:nvCxnSpPr>
        <p:spPr>
          <a:xfrm flipV="1">
            <a:off x="8961120" y="2017395"/>
            <a:ext cx="885825" cy="8915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C914A0C-DF5C-491C-F3A0-33D3CFA7641D}"/>
              </a:ext>
            </a:extLst>
          </p:cNvPr>
          <p:cNvSpPr txBox="1"/>
          <p:nvPr/>
        </p:nvSpPr>
        <p:spPr>
          <a:xfrm>
            <a:off x="9404032" y="2155388"/>
            <a:ext cx="389850" cy="307777"/>
          </a:xfrm>
          <a:prstGeom prst="rect">
            <a:avLst/>
          </a:prstGeom>
          <a:solidFill>
            <a:srgbClr val="00ACFB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21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4B4D4CC-1497-30F5-0044-49D495CCEE69}"/>
              </a:ext>
            </a:extLst>
          </p:cNvPr>
          <p:cNvSpPr txBox="1"/>
          <p:nvPr/>
        </p:nvSpPr>
        <p:spPr>
          <a:xfrm>
            <a:off x="6101715" y="5470723"/>
            <a:ext cx="389850" cy="307777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t>12</a:t>
            </a:r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11E03AE-2D6C-A84A-469D-5A12117CCF1C}"/>
              </a:ext>
            </a:extLst>
          </p:cNvPr>
          <p:cNvSpPr txBox="1"/>
          <p:nvPr/>
        </p:nvSpPr>
        <p:spPr>
          <a:xfrm>
            <a:off x="9955530" y="1909166"/>
            <a:ext cx="8098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HarmonyOS Sans SC" pitchFamily="2" charset="-122"/>
                <a:ea typeface="HarmonyOS Sans SC" pitchFamily="2" charset="-122"/>
              </a:rPr>
              <a:t>~1.8x</a:t>
            </a:r>
            <a:endParaRPr kumimoji="1" lang="zh-CN" altLang="en-US" sz="2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6DF2D80-C3A9-8B60-4323-B9C00F8B8666}"/>
              </a:ext>
            </a:extLst>
          </p:cNvPr>
          <p:cNvSpPr txBox="1"/>
          <p:nvPr/>
        </p:nvSpPr>
        <p:spPr>
          <a:xfrm>
            <a:off x="409503" y="6308246"/>
            <a:ext cx="6158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2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n=636.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CD44FF8-60F1-3627-B1E5-874B74F6C4F8}"/>
              </a:ext>
            </a:extLst>
          </p:cNvPr>
          <p:cNvSpPr/>
          <p:nvPr/>
        </p:nvSpPr>
        <p:spPr>
          <a:xfrm>
            <a:off x="6077647" y="1377315"/>
            <a:ext cx="171450" cy="171450"/>
          </a:xfrm>
          <a:prstGeom prst="rect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kumimoji="1" lang="zh-CN" altLang="en-US" dirty="0" err="1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834EB28-B471-BA2B-24AC-CF9371660DCD}"/>
              </a:ext>
            </a:extLst>
          </p:cNvPr>
          <p:cNvSpPr txBox="1"/>
          <p:nvPr/>
        </p:nvSpPr>
        <p:spPr>
          <a:xfrm>
            <a:off x="6249097" y="1339929"/>
            <a:ext cx="21707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Top-decile economic performers</a:t>
            </a:r>
            <a:r>
              <a:rPr kumimoji="1" lang="en-US" altLang="zh-CN" sz="1000" baseline="30000" dirty="0">
                <a:latin typeface="HarmonyOS Sans SC" pitchFamily="2" charset="-122"/>
                <a:ea typeface="HarmonyOS Sans SC" pitchFamily="2" charset="-122"/>
              </a:rPr>
              <a:t>1</a:t>
            </a:r>
            <a:endParaRPr kumimoji="1" lang="zh-CN" altLang="en-US" sz="1000" baseline="30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E528E60-C6E1-1F07-781C-8ECC6619B0C8}"/>
              </a:ext>
            </a:extLst>
          </p:cNvPr>
          <p:cNvSpPr/>
          <p:nvPr/>
        </p:nvSpPr>
        <p:spPr>
          <a:xfrm>
            <a:off x="6077647" y="1654969"/>
            <a:ext cx="171450" cy="1714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kumimoji="1" lang="zh-CN" altLang="en-US" dirty="0" err="1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3E8BFF3-3192-382E-D13D-74F9B89779F0}"/>
              </a:ext>
            </a:extLst>
          </p:cNvPr>
          <p:cNvSpPr txBox="1"/>
          <p:nvPr/>
        </p:nvSpPr>
        <p:spPr>
          <a:xfrm>
            <a:off x="6249097" y="1617583"/>
            <a:ext cx="14943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All other respondents</a:t>
            </a:r>
            <a:r>
              <a:rPr kumimoji="1" lang="en-US" altLang="zh-CN" sz="1000" baseline="30000" dirty="0">
                <a:latin typeface="HarmonyOS Sans SC" pitchFamily="2" charset="-122"/>
                <a:ea typeface="HarmonyOS Sans SC" pitchFamily="2" charset="-122"/>
              </a:rPr>
              <a:t>2</a:t>
            </a:r>
            <a:endParaRPr kumimoji="1" lang="zh-CN" altLang="en-US" sz="1000" baseline="30000" dirty="0">
              <a:latin typeface="HarmonyOS Sans SC" pitchFamily="2" charset="-122"/>
              <a:ea typeface="HarmonyOS Sans SC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46541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Hf5xcVlawEFSl1sWfI_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KBL7xrkr61R7BpH0N.lA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g9MtGaxIt59_8DoR9y8U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j10ScO7kuobJr4B.t5Dx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9c2MDXVjV2mOVEIYqeQu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N3rk.JtqaPruS4gZsY02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QObLxCBVgGfNDPtFXIm8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4juEAVa_YUMr003KreOs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RtTqnMimA7vwKHISIsgD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w4Adb.T09iXrSGuqkISp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tlGJpCn53T26R.dJ3bCY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QWU.pP4tswGM6sH5NyO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9I_dQCSnjbmRkf5nBnqZ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sxDz_xWYDtgiyIm3GZJ1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i8epRKxpTW5VUIPER08D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b1eR6bllzTazNnTxA1Bs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GChuU3doNUGN9aSXoOkZ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6R8qncLPH93IRimvbsos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CjzKfghCe3A1u12Ws4xz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ADkn9eGUsMOa9rNzqzKO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DSJilc44HwEp9fbakNOh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tLAem6Z1BRmKRcNKAAgB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dCO7CBq.EXqU23aq57LE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dJpO7w14OJlBiou3CSQ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MXPq7PxYirR9LIrrJKWD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85LdYIjd_BJgpCKPWMOU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ZG97qHiOCugJYmZHb21Zw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M1c8OD_ztGbB.GnivVFc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1477</Words>
  <Application>Microsoft Macintosh PowerPoint</Application>
  <PresentationFormat>宽屏</PresentationFormat>
  <Paragraphs>264</Paragraphs>
  <Slides>12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等线</vt:lpstr>
      <vt:lpstr>等线 Light</vt:lpstr>
      <vt:lpstr>HarmonyOS Sans SC</vt:lpstr>
      <vt:lpstr>HarmonyOS Sans SC Black</vt:lpstr>
      <vt:lpstr>HarmonyOS Sans SC Light</vt:lpstr>
      <vt:lpstr>HarmonyOS Sans SC Medium</vt:lpstr>
      <vt:lpstr>Arial</vt:lpstr>
      <vt:lpstr>Office 主题​​</vt:lpstr>
      <vt:lpstr>think-cell 幻灯片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zhangbaoxu</dc:creator>
  <cp:lastModifiedBy>zhangbaoxu</cp:lastModifiedBy>
  <cp:revision>1</cp:revision>
  <dcterms:created xsi:type="dcterms:W3CDTF">2024-11-08T06:56:19Z</dcterms:created>
  <dcterms:modified xsi:type="dcterms:W3CDTF">2024-11-08T06:58:12Z</dcterms:modified>
</cp:coreProperties>
</file>