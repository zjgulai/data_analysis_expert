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b" ContentType="application/vnd.ms-excel.sheet.binary.macroEnabled.12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charts/chart9.xml" ContentType="application/vnd.openxmlformats-officedocument.drawingml.chart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charts/chart10.xml" ContentType="application/vnd.openxmlformats-officedocument.drawingml.chart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tags/tag77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9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notesSlides/notesSlide2.xml" ContentType="application/vnd.openxmlformats-officedocument.presentationml.notesSlide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notesSlides/notesSlide3.xml" ContentType="application/vnd.openxmlformats-officedocument.presentationml.notesSlide+xml"/>
  <Override PartName="/ppt/charts/chart23.xml" ContentType="application/vnd.openxmlformats-officedocument.drawingml.chart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charts/chart2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7" r:id="rId2"/>
    <p:sldId id="258" r:id="rId3"/>
    <p:sldId id="259" r:id="rId4"/>
    <p:sldId id="260" r:id="rId5"/>
    <p:sldId id="256" r:id="rId6"/>
    <p:sldId id="261" r:id="rId7"/>
    <p:sldId id="308" r:id="rId8"/>
    <p:sldId id="309" r:id="rId9"/>
    <p:sldId id="310" r:id="rId10"/>
    <p:sldId id="311" r:id="rId11"/>
    <p:sldId id="312" r:id="rId12"/>
    <p:sldId id="313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771"/>
    <p:restoredTop sz="97831"/>
  </p:normalViewPr>
  <p:slideViewPr>
    <p:cSldViewPr snapToGrid="0">
      <p:cViewPr varScale="1">
        <p:scale>
          <a:sx n="223" d="100"/>
          <a:sy n="223" d="100"/>
        </p:scale>
        <p:origin x="7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.xlsb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.xlsb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2.xlsb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3.xlsb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4.xlsb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5.xlsb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6.xlsb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7.xlsb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8.xlsb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9.xlsb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0.xlsb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1.xlsb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2.xlsb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3.xlsb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4.xlsb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5.xlsb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6.xlsb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7.xlsb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8.xlsb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9.xlsb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20.xlsb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21.xlsb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22.xlsb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23.xlsb"/></Relationships>
</file>

<file path=ppt/charts/_rels/chart2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24.xlsb"/></Relationships>
</file>

<file path=ppt/charts/_rels/chart2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25.xlsb"/></Relationships>
</file>

<file path=ppt/charts/_rels/chart2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26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4472585583078207E-2"/>
          <c:y val="6.8965517241379309E-2"/>
          <c:w val="0.97105482883384353"/>
          <c:h val="0.86206896551724133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98E8F2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231527093596059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531C-6F47-9FE2-66755FFCB7B7}"/>
                </c:ext>
              </c:extLst>
            </c:dLbl>
            <c:dLbl>
              <c:idx val="1"/>
              <c:layout>
                <c:manualLayout>
                  <c:x val="0"/>
                  <c:y val="-1.231527093596059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531C-6F47-9FE2-66755FFCB7B7}"/>
                </c:ext>
              </c:extLst>
            </c:dLbl>
            <c:dLbl>
              <c:idx val="2"/>
              <c:layout>
                <c:manualLayout>
                  <c:x val="0"/>
                  <c:y val="-1.231527093596059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531C-6F47-9FE2-66755FFCB7B7}"/>
                </c:ext>
              </c:extLst>
            </c:dLbl>
            <c:dLbl>
              <c:idx val="3"/>
              <c:layout>
                <c:manualLayout>
                  <c:x val="0"/>
                  <c:y val="-1.642036124794745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531C-6F47-9FE2-66755FFCB7B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Sheet1!$A$1:$D$1</c:f>
              <c:numCache>
                <c:formatCode>General</c:formatCode>
                <c:ptCount val="4"/>
                <c:pt idx="0">
                  <c:v>22</c:v>
                </c:pt>
                <c:pt idx="1">
                  <c:v>22</c:v>
                </c:pt>
                <c:pt idx="2">
                  <c:v>36</c:v>
                </c:pt>
                <c:pt idx="3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31C-6F47-9FE2-66755FFCB7B7}"/>
            </c:ext>
          </c:extLst>
        </c:ser>
        <c:ser>
          <c:idx val="1"/>
          <c:order val="1"/>
          <c:spPr>
            <a:solidFill>
              <a:srgbClr val="00ACFB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231527093596059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531C-6F47-9FE2-66755FFCB7B7}"/>
                </c:ext>
              </c:extLst>
            </c:dLbl>
            <c:dLbl>
              <c:idx val="1"/>
              <c:layout>
                <c:manualLayout>
                  <c:x val="0"/>
                  <c:y val="-1.642036124794745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531C-6F47-9FE2-66755FFCB7B7}"/>
                </c:ext>
              </c:extLst>
            </c:dLbl>
            <c:dLbl>
              <c:idx val="2"/>
              <c:layout>
                <c:manualLayout>
                  <c:x val="0"/>
                  <c:y val="-1.231527093596059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531C-6F47-9FE2-66755FFCB7B7}"/>
                </c:ext>
              </c:extLst>
            </c:dLbl>
            <c:dLbl>
              <c:idx val="3"/>
              <c:layout>
                <c:manualLayout>
                  <c:x val="0"/>
                  <c:y val="-1.231527093596059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531C-6F47-9FE2-66755FFCB7B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Sheet1!$A$2:$D$2</c:f>
              <c:numCache>
                <c:formatCode>General</c:formatCode>
                <c:ptCount val="4"/>
                <c:pt idx="0">
                  <c:v>48</c:v>
                </c:pt>
                <c:pt idx="1">
                  <c:v>49</c:v>
                </c:pt>
                <c:pt idx="2">
                  <c:v>44</c:v>
                </c:pt>
                <c:pt idx="3">
                  <c:v>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531C-6F47-9FE2-66755FFCB7B7}"/>
            </c:ext>
          </c:extLst>
        </c:ser>
        <c:ser>
          <c:idx val="2"/>
          <c:order val="2"/>
          <c:spPr>
            <a:solidFill>
              <a:schemeClr val="tx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231527093596059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531C-6F47-9FE2-66755FFCB7B7}"/>
                </c:ext>
              </c:extLst>
            </c:dLbl>
            <c:dLbl>
              <c:idx val="1"/>
              <c:layout>
                <c:manualLayout>
                  <c:x val="0"/>
                  <c:y val="-1.642036124794745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B-531C-6F47-9FE2-66755FFCB7B7}"/>
                </c:ext>
              </c:extLst>
            </c:dLbl>
            <c:dLbl>
              <c:idx val="2"/>
              <c:layout>
                <c:manualLayout>
                  <c:x val="0"/>
                  <c:y val="-1.231527093596059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C-531C-6F47-9FE2-66755FFCB7B7}"/>
                </c:ext>
              </c:extLst>
            </c:dLbl>
            <c:dLbl>
              <c:idx val="3"/>
              <c:layout>
                <c:manualLayout>
                  <c:x val="0"/>
                  <c:y val="-1.642036124794745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D-531C-6F47-9FE2-66755FFCB7B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Sheet1!$A$3:$D$3</c:f>
              <c:numCache>
                <c:formatCode>General</c:formatCode>
                <c:ptCount val="4"/>
                <c:pt idx="0">
                  <c:v>30</c:v>
                </c:pt>
                <c:pt idx="1">
                  <c:v>29</c:v>
                </c:pt>
                <c:pt idx="2">
                  <c:v>20</c:v>
                </c:pt>
                <c:pt idx="3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531C-6F47-9FE2-66755FFCB7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036478112"/>
        <c:axId val="1"/>
      </c:barChart>
      <c:catAx>
        <c:axId val="103647811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6350" cmpd="sng" algn="ctr">
            <a:solidFill>
              <a:srgbClr val="969696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036478112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7310924369747899E-2"/>
          <c:y val="2.7310924369747899E-2"/>
          <c:w val="0.94537815126050417"/>
          <c:h val="0.94537815126050417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tx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4689-C045-A26E-C49E00D02F73}"/>
              </c:ext>
            </c:extLst>
          </c:dPt>
          <c:dPt>
            <c:idx val="1"/>
            <c:bubble3D val="0"/>
            <c:spPr>
              <a:solidFill>
                <a:srgbClr val="85919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4689-C045-A26E-C49E00D02F73}"/>
              </c:ext>
            </c:extLst>
          </c:dPt>
          <c:dPt>
            <c:idx val="2"/>
            <c:bubble3D val="0"/>
            <c:spPr>
              <a:solidFill>
                <a:srgbClr val="D6D7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4689-C045-A26E-C49E00D02F73}"/>
              </c:ext>
            </c:extLst>
          </c:dPt>
          <c:val>
            <c:numRef>
              <c:f>Sheet1!$A$1:$A$3</c:f>
              <c:numCache>
                <c:formatCode>General</c:formatCode>
                <c:ptCount val="3"/>
                <c:pt idx="0">
                  <c:v>70</c:v>
                </c:pt>
                <c:pt idx="1">
                  <c:v>10</c:v>
                </c:pt>
                <c:pt idx="2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689-C045-A26E-C49E00D02F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80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9545454545454545E-2"/>
          <c:y val="2.9545454545454545E-2"/>
          <c:w val="0.94090909090909092"/>
          <c:h val="0.94090909090909092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tx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BEC8-FA4D-8226-15629406F384}"/>
              </c:ext>
            </c:extLst>
          </c:dPt>
          <c:dPt>
            <c:idx val="1"/>
            <c:bubble3D val="0"/>
            <c:spPr>
              <a:solidFill>
                <a:srgbClr val="00ACF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EC8-FA4D-8226-15629406F384}"/>
              </c:ext>
            </c:extLst>
          </c:dPt>
          <c:dPt>
            <c:idx val="2"/>
            <c:bubble3D val="0"/>
            <c:spPr>
              <a:solidFill>
                <a:srgbClr val="D6D7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BEC8-FA4D-8226-15629406F384}"/>
              </c:ext>
            </c:extLst>
          </c:dPt>
          <c:val>
            <c:numRef>
              <c:f>Sheet1!$A$1:$A$3</c:f>
              <c:numCache>
                <c:formatCode>General</c:formatCode>
                <c:ptCount val="3"/>
                <c:pt idx="0">
                  <c:v>70</c:v>
                </c:pt>
                <c:pt idx="1">
                  <c:v>21</c:v>
                </c:pt>
                <c:pt idx="2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EC8-FA4D-8226-15629406F3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85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9545454545454545E-2"/>
          <c:y val="2.9545454545454545E-2"/>
          <c:w val="0.94090909090909092"/>
          <c:h val="0.94090909090909092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tx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AC48-554E-80DD-86654391F32F}"/>
              </c:ext>
            </c:extLst>
          </c:dPt>
          <c:dPt>
            <c:idx val="1"/>
            <c:bubble3D val="0"/>
            <c:spPr>
              <a:solidFill>
                <a:srgbClr val="00ACF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AC48-554E-80DD-86654391F32F}"/>
              </c:ext>
            </c:extLst>
          </c:dPt>
          <c:dPt>
            <c:idx val="2"/>
            <c:bubble3D val="0"/>
            <c:spPr>
              <a:solidFill>
                <a:srgbClr val="D6D7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AC48-554E-80DD-86654391F32F}"/>
              </c:ext>
            </c:extLst>
          </c:dPt>
          <c:val>
            <c:numRef>
              <c:f>Sheet1!$A$1:$A$3</c:f>
              <c:numCache>
                <c:formatCode>General</c:formatCode>
                <c:ptCount val="3"/>
                <c:pt idx="0">
                  <c:v>70</c:v>
                </c:pt>
                <c:pt idx="1">
                  <c:v>24</c:v>
                </c:pt>
                <c:pt idx="2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C48-554E-80DD-86654391F3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85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9545454545454545E-2"/>
          <c:y val="2.9545454545454545E-2"/>
          <c:w val="0.94090909090909092"/>
          <c:h val="0.94090909090909092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tx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2D10-774D-872B-7BE9CC976AB5}"/>
              </c:ext>
            </c:extLst>
          </c:dPt>
          <c:dPt>
            <c:idx val="1"/>
            <c:bubble3D val="0"/>
            <c:spPr>
              <a:solidFill>
                <a:srgbClr val="00ACF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2D10-774D-872B-7BE9CC976AB5}"/>
              </c:ext>
            </c:extLst>
          </c:dPt>
          <c:dPt>
            <c:idx val="2"/>
            <c:bubble3D val="0"/>
            <c:spPr>
              <a:solidFill>
                <a:srgbClr val="D6D7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2D10-774D-872B-7BE9CC976AB5}"/>
              </c:ext>
            </c:extLst>
          </c:dPt>
          <c:val>
            <c:numRef>
              <c:f>Sheet1!$A$1:$A$3</c:f>
              <c:numCache>
                <c:formatCode>General</c:formatCode>
                <c:ptCount val="3"/>
                <c:pt idx="0">
                  <c:v>70</c:v>
                </c:pt>
                <c:pt idx="1">
                  <c:v>24</c:v>
                </c:pt>
                <c:pt idx="2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D10-774D-872B-7BE9CC976A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85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9545454545454545E-2"/>
          <c:y val="2.9545454545454545E-2"/>
          <c:w val="0.94090909090909092"/>
          <c:h val="0.94090909090909092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tx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D85D-ED4E-9A1B-FBC82BD21D51}"/>
              </c:ext>
            </c:extLst>
          </c:dPt>
          <c:dPt>
            <c:idx val="1"/>
            <c:bubble3D val="0"/>
            <c:spPr>
              <a:solidFill>
                <a:srgbClr val="00ACF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D85D-ED4E-9A1B-FBC82BD21D51}"/>
              </c:ext>
            </c:extLst>
          </c:dPt>
          <c:dPt>
            <c:idx val="2"/>
            <c:bubble3D val="0"/>
            <c:spPr>
              <a:solidFill>
                <a:srgbClr val="D6D7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D85D-ED4E-9A1B-FBC82BD21D51}"/>
              </c:ext>
            </c:extLst>
          </c:dPt>
          <c:val>
            <c:numRef>
              <c:f>Sheet1!$A$1:$A$3</c:f>
              <c:numCache>
                <c:formatCode>General</c:formatCode>
                <c:ptCount val="3"/>
                <c:pt idx="0">
                  <c:v>70</c:v>
                </c:pt>
                <c:pt idx="1">
                  <c:v>23</c:v>
                </c:pt>
                <c:pt idx="2">
                  <c:v>7.0000000000000009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85D-ED4E-9A1B-FBC82BD21D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85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9659735349716444E-2"/>
          <c:y val="5.7259713701431493E-2"/>
          <c:w val="0.91644612476370513"/>
          <c:h val="0.88548057259713697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chemeClr val="tx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.3376181474480151"/>
                  <c:y val="1.0224948875255625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1169-054E-B416-251E00D70366}"/>
                </c:ext>
              </c:extLst>
            </c:dLbl>
            <c:dLbl>
              <c:idx val="1"/>
              <c:layout>
                <c:manualLayout>
                  <c:x val="0.49035916824196596"/>
                  <c:y val="1.0224948875255625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1169-054E-B416-251E00D70366}"/>
                </c:ext>
              </c:extLst>
            </c:dLbl>
            <c:dLbl>
              <c:idx val="2"/>
              <c:layout>
                <c:manualLayout>
                  <c:x val="0.19470699432892249"/>
                  <c:y val="1.0224948875255625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1169-054E-B416-251E00D70366}"/>
                </c:ext>
              </c:extLst>
            </c:dLbl>
            <c:dLbl>
              <c:idx val="3"/>
              <c:layout>
                <c:manualLayout>
                  <c:x val="5.9735349716446125E-2"/>
                  <c:y val="1.0224948875255625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1169-054E-B416-251E00D7036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Sheet1!$A$1:$D$1</c:f>
              <c:numCache>
                <c:formatCode>General</c:formatCode>
                <c:ptCount val="4"/>
                <c:pt idx="0">
                  <c:v>32</c:v>
                </c:pt>
                <c:pt idx="1">
                  <c:v>48</c:v>
                </c:pt>
                <c:pt idx="2">
                  <c:v>17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169-054E-B416-251E00D703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44774447"/>
        <c:axId val="1"/>
      </c:barChart>
      <c:catAx>
        <c:axId val="744774447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rgbClr val="969696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48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744774447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8745493871665464E-2"/>
          <c:y val="5.7259713701431493E-2"/>
          <c:w val="0.92033165104542181"/>
          <c:h val="0.88548057259713697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00ACFB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.49062725306416727"/>
                  <c:y val="1.0224948875255625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A412-224C-B0D5-750C759B267E}"/>
                </c:ext>
              </c:extLst>
            </c:dLbl>
            <c:dLbl>
              <c:idx val="1"/>
              <c:layout>
                <c:manualLayout>
                  <c:x val="0.46106705118961788"/>
                  <c:y val="1.0224948875255625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A412-224C-B0D5-750C759B267E}"/>
                </c:ext>
              </c:extLst>
            </c:dLbl>
            <c:dLbl>
              <c:idx val="2"/>
              <c:layout>
                <c:manualLayout>
                  <c:x val="0.10057678442682047"/>
                  <c:y val="1.0224948875255625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A412-224C-B0D5-750C759B267E}"/>
                </c:ext>
              </c:extLst>
            </c:dLbl>
            <c:dLbl>
              <c:idx val="3"/>
              <c:layout>
                <c:manualLayout>
                  <c:x val="5.0829127613554431E-2"/>
                  <c:y val="1.0224948875255625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A412-224C-B0D5-750C759B267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Sheet1!$A$1:$D$1</c:f>
              <c:numCache>
                <c:formatCode>General</c:formatCode>
                <c:ptCount val="4"/>
                <c:pt idx="0">
                  <c:v>46</c:v>
                </c:pt>
                <c:pt idx="1">
                  <c:v>43</c:v>
                </c:pt>
                <c:pt idx="2">
                  <c:v>8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412-224C-B0D5-750C759B26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44726255"/>
        <c:axId val="1"/>
      </c:barChart>
      <c:catAx>
        <c:axId val="744726255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rgbClr val="969696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46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744726255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2890317970703816E-3"/>
          <c:y val="5.8011049723756904E-2"/>
          <c:w val="0.98142193640585929"/>
          <c:h val="0.8839779005524861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tx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0359116022099447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88AC-E340-BA89-CEA3FB1721EE}"/>
                </c:ext>
              </c:extLst>
            </c:dLbl>
            <c:dLbl>
              <c:idx val="1"/>
              <c:layout>
                <c:manualLayout>
                  <c:x val="0"/>
                  <c:y val="-1.0359116022099447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88AC-E340-BA89-CEA3FB1721E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11</c:v>
                </c:pt>
                <c:pt idx="1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8AC-E340-BA89-CEA3FB1721EE}"/>
            </c:ext>
          </c:extLst>
        </c:ser>
        <c:ser>
          <c:idx val="1"/>
          <c:order val="1"/>
          <c:spPr>
            <a:solidFill>
              <a:srgbClr val="00ACFB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0359116022099447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88AC-E340-BA89-CEA3FB1721EE}"/>
                </c:ext>
              </c:extLst>
            </c:dLbl>
            <c:dLbl>
              <c:idx val="1"/>
              <c:layout>
                <c:manualLayout>
                  <c:x val="0"/>
                  <c:y val="-1.0359116022099447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88AC-E340-BA89-CEA3FB1721E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Sheet1!$A$2:$B$2</c:f>
              <c:numCache>
                <c:formatCode>General</c:formatCode>
                <c:ptCount val="2"/>
                <c:pt idx="0">
                  <c:v>28</c:v>
                </c:pt>
                <c:pt idx="1">
                  <c:v>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8AC-E340-BA89-CEA3FB1721EE}"/>
            </c:ext>
          </c:extLst>
        </c:ser>
        <c:ser>
          <c:idx val="2"/>
          <c:order val="2"/>
          <c:spPr>
            <a:solidFill>
              <a:srgbClr val="0352F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0359116022099447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88AC-E340-BA89-CEA3FB1721EE}"/>
                </c:ext>
              </c:extLst>
            </c:dLbl>
            <c:dLbl>
              <c:idx val="1"/>
              <c:layout>
                <c:manualLayout>
                  <c:x val="0"/>
                  <c:y val="-1.0359116022099447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88AC-E340-BA89-CEA3FB1721E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Sheet1!$A$3:$B$3</c:f>
              <c:numCache>
                <c:formatCode>General</c:formatCode>
                <c:ptCount val="2"/>
                <c:pt idx="0">
                  <c:v>18</c:v>
                </c:pt>
                <c:pt idx="1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8AC-E340-BA89-CEA3FB1721EE}"/>
            </c:ext>
          </c:extLst>
        </c:ser>
        <c:ser>
          <c:idx val="3"/>
          <c:order val="3"/>
          <c:spPr>
            <a:solidFill>
              <a:srgbClr val="98E8F2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0359116022099447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88AC-E340-BA89-CEA3FB1721EE}"/>
                </c:ext>
              </c:extLst>
            </c:dLbl>
            <c:dLbl>
              <c:idx val="1"/>
              <c:layout>
                <c:manualLayout>
                  <c:x val="0"/>
                  <c:y val="-1.0359116022099447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88AC-E340-BA89-CEA3FB1721E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Sheet1!$A$4:$B$4</c:f>
              <c:numCache>
                <c:formatCode>General</c:formatCode>
                <c:ptCount val="2"/>
                <c:pt idx="0">
                  <c:v>32</c:v>
                </c:pt>
                <c:pt idx="1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88AC-E340-BA89-CEA3FB1721EE}"/>
            </c:ext>
          </c:extLst>
        </c:ser>
        <c:ser>
          <c:idx val="4"/>
          <c:order val="4"/>
          <c:spPr>
            <a:solidFill>
              <a:srgbClr val="0098B7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0359116022099447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C-88AC-E340-BA89-CEA3FB1721EE}"/>
                </c:ext>
              </c:extLst>
            </c:dLbl>
            <c:dLbl>
              <c:idx val="1"/>
              <c:layout>
                <c:manualLayout>
                  <c:x val="0"/>
                  <c:y val="-1.0359116022099447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D-88AC-E340-BA89-CEA3FB1721E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Sheet1!$A$5:$B$5</c:f>
              <c:numCache>
                <c:formatCode>General</c:formatCode>
                <c:ptCount val="2"/>
                <c:pt idx="0">
                  <c:v>9</c:v>
                </c:pt>
                <c:pt idx="1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88AC-E340-BA89-CEA3FB1721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0"/>
        <c:overlap val="100"/>
        <c:axId val="736354511"/>
        <c:axId val="1"/>
      </c:barChart>
      <c:catAx>
        <c:axId val="73635451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rgbClr val="969696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99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73635451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5848826577263029E-2"/>
          <c:y val="3.1553398058252427E-2"/>
          <c:w val="0.96830234684547389"/>
          <c:h val="0.9368932038834951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tx1"/>
            </a:solidFill>
            <a:ln>
              <a:noFill/>
            </a:ln>
          </c:spPr>
          <c:invertIfNegative val="0"/>
          <c:val>
            <c:numRef>
              <c:f>Sheet1!$A$1:$E$1</c:f>
              <c:numCache>
                <c:formatCode>General</c:formatCode>
                <c:ptCount val="5"/>
                <c:pt idx="0">
                  <c:v>5.8</c:v>
                </c:pt>
                <c:pt idx="1">
                  <c:v>12.2</c:v>
                </c:pt>
                <c:pt idx="2">
                  <c:v>18.3</c:v>
                </c:pt>
                <c:pt idx="3">
                  <c:v>18.3</c:v>
                </c:pt>
                <c:pt idx="4">
                  <c:v>23.5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14-7844-BC6B-EC6DFE9877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169231231"/>
        <c:axId val="1"/>
      </c:barChart>
      <c:catAx>
        <c:axId val="116923123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3.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16923123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2370370370370371"/>
          <c:y val="0.12316528398213146"/>
          <c:w val="0.55259259259259264"/>
          <c:h val="0.75366943203573711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ABFA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tx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3EF0-C645-AFFC-5E66D116C39B}"/>
              </c:ext>
            </c:extLst>
          </c:dPt>
          <c:dLbls>
            <c:dLbl>
              <c:idx val="0"/>
              <c:layout>
                <c:manualLayout>
                  <c:x val="0"/>
                  <c:y val="-2.5526483726866626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3EF0-C645-AFFC-5E66D116C39B}"/>
                </c:ext>
              </c:extLst>
            </c:dLbl>
            <c:dLbl>
              <c:idx val="1"/>
              <c:layout>
                <c:manualLayout>
                  <c:x val="0"/>
                  <c:y val="-2.5526483726866626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3EF0-C645-AFFC-5E66D116C39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273</c:v>
                </c:pt>
                <c:pt idx="1">
                  <c:v>107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EF0-C645-AFFC-5E66D116C3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707745887"/>
        <c:axId val="1"/>
      </c:barChart>
      <c:catAx>
        <c:axId val="70774588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73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707745887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2370370370370371"/>
          <c:y val="9.877175025588536E-2"/>
          <c:w val="0.55259259259259264"/>
          <c:h val="0.80245649948822928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ABFA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tx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8301-4F49-B07E-8E72BA6596C5}"/>
              </c:ext>
            </c:extLst>
          </c:dPt>
          <c:dLbls>
            <c:dLbl>
              <c:idx val="0"/>
              <c:layout>
                <c:manualLayout>
                  <c:x val="0"/>
                  <c:y val="-1.5353121801432957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8301-4F49-B07E-8E72BA6596C5}"/>
                </c:ext>
              </c:extLst>
            </c:dLbl>
            <c:dLbl>
              <c:idx val="1"/>
              <c:layout>
                <c:manualLayout>
                  <c:x val="0"/>
                  <c:y val="-1.5353121801432957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8301-4F49-B07E-8E72BA6596C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356</c:v>
                </c:pt>
                <c:pt idx="1">
                  <c:v>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301-4F49-B07E-8E72BA6596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689123663"/>
        <c:axId val="1"/>
      </c:barChart>
      <c:catAx>
        <c:axId val="68912366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56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689123663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2370370370370371"/>
          <c:y val="0.10320855614973262"/>
          <c:w val="0.55259259259259264"/>
          <c:h val="0.79358288770053476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ABFA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tx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9FD7-4A47-B708-9303E24E0D5C}"/>
              </c:ext>
            </c:extLst>
          </c:dPt>
          <c:dLbls>
            <c:dLbl>
              <c:idx val="0"/>
              <c:layout>
                <c:manualLayout>
                  <c:x val="0"/>
                  <c:y val="-1.6042780748663102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9FD7-4A47-B708-9303E24E0D5C}"/>
                </c:ext>
              </c:extLst>
            </c:dLbl>
            <c:dLbl>
              <c:idx val="1"/>
              <c:layout>
                <c:manualLayout>
                  <c:x val="0"/>
                  <c:y val="-1.6042780748663102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9FD7-4A47-B708-9303E24E0D5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346</c:v>
                </c:pt>
                <c:pt idx="1">
                  <c:v>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FD7-4A47-B708-9303E24E0D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1345834463"/>
        <c:axId val="1"/>
      </c:barChart>
      <c:catAx>
        <c:axId val="134583446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46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345834463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2370370370370371"/>
          <c:y val="0.10674778761061947"/>
          <c:w val="0.55259259259259264"/>
          <c:h val="0.78650442477876104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ABFA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tx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770F-B04E-B2E0-0D5B7ACEE6F8}"/>
              </c:ext>
            </c:extLst>
          </c:dPt>
          <c:dLbls>
            <c:dLbl>
              <c:idx val="0"/>
              <c:layout>
                <c:manualLayout>
                  <c:x val="0"/>
                  <c:y val="-1.659292035398230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770F-B04E-B2E0-0D5B7ACEE6F8}"/>
                </c:ext>
              </c:extLst>
            </c:dLbl>
            <c:dLbl>
              <c:idx val="1"/>
              <c:layout>
                <c:manualLayout>
                  <c:x val="0"/>
                  <c:y val="-1.659292035398230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770F-B04E-B2E0-0D5B7ACEE6F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339</c:v>
                </c:pt>
                <c:pt idx="1">
                  <c:v>134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70F-B04E-B2E0-0D5B7ACEE6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1348331983"/>
        <c:axId val="1"/>
      </c:barChart>
      <c:catAx>
        <c:axId val="134833198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39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348331983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2370370370370371"/>
          <c:y val="7.7200000000000005E-2"/>
          <c:w val="0.55259259259259264"/>
          <c:h val="0.84560000000000002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ABFA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tx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8C29-DF40-A150-2AC21A3C0E79}"/>
              </c:ext>
            </c:extLst>
          </c:dPt>
          <c:dLbls>
            <c:dLbl>
              <c:idx val="0"/>
              <c:layout>
                <c:manualLayout>
                  <c:x val="0"/>
                  <c:y val="-1.199999999999999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8C29-DF40-A150-2AC21A3C0E79}"/>
                </c:ext>
              </c:extLst>
            </c:dLbl>
            <c:dLbl>
              <c:idx val="1"/>
              <c:layout>
                <c:manualLayout>
                  <c:x val="0"/>
                  <c:y val="-1.199999999999999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8C29-DF40-A150-2AC21A3C0E7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430</c:v>
                </c:pt>
                <c:pt idx="1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C29-DF40-A150-2AC21A3C0E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689693631"/>
        <c:axId val="1"/>
      </c:barChart>
      <c:catAx>
        <c:axId val="68969363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43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68969363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2370370370370371"/>
          <c:y val="0.11003420752565564"/>
          <c:w val="0.55259259259259264"/>
          <c:h val="0.7799315849486887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ABFA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tx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A7C7-894E-936D-C29006664053}"/>
              </c:ext>
            </c:extLst>
          </c:dPt>
          <c:dLbls>
            <c:dLbl>
              <c:idx val="0"/>
              <c:layout>
                <c:manualLayout>
                  <c:x val="0"/>
                  <c:y val="-1.710376282782212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A7C7-894E-936D-C29006664053}"/>
                </c:ext>
              </c:extLst>
            </c:dLbl>
            <c:dLbl>
              <c:idx val="1"/>
              <c:layout>
                <c:manualLayout>
                  <c:x val="0"/>
                  <c:y val="-2.280501710376282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A7C7-894E-936D-C2900666405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275</c:v>
                </c:pt>
                <c:pt idx="1">
                  <c:v>204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7C7-894E-936D-C290066640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1345941279"/>
        <c:axId val="1"/>
      </c:barChart>
      <c:catAx>
        <c:axId val="134594127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7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34594127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2370370370370371"/>
          <c:y val="0.15691056910569107"/>
          <c:w val="0.55259259259259264"/>
          <c:h val="0.6861788617886178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ABFA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tx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3064-C94E-9FF7-775A3B964048}"/>
              </c:ext>
            </c:extLst>
          </c:dPt>
          <c:dLbls>
            <c:dLbl>
              <c:idx val="0"/>
              <c:layout>
                <c:manualLayout>
                  <c:x val="0"/>
                  <c:y val="-2.439024390243902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3064-C94E-9FF7-775A3B964048}"/>
                </c:ext>
              </c:extLst>
            </c:dLbl>
            <c:dLbl>
              <c:idx val="1"/>
              <c:layout>
                <c:manualLayout>
                  <c:x val="0"/>
                  <c:y val="-2.439024390243902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3064-C94E-9FF7-775A3B96404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169</c:v>
                </c:pt>
                <c:pt idx="1">
                  <c:v>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064-C94E-9FF7-775A3B9640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1365002335"/>
        <c:axId val="1"/>
      </c:barChart>
      <c:catAx>
        <c:axId val="136500233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69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365002335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2370370370370371"/>
          <c:y val="8.3986074847693645E-2"/>
          <c:w val="0.55259259259259264"/>
          <c:h val="0.83202785030461268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ABFA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tx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980F-514A-9F81-D9A5DF09BF5E}"/>
              </c:ext>
            </c:extLst>
          </c:dPt>
          <c:dLbls>
            <c:dLbl>
              <c:idx val="0"/>
              <c:layout>
                <c:manualLayout>
                  <c:x val="0"/>
                  <c:y val="-1.3054830287206266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980F-514A-9F81-D9A5DF09BF5E}"/>
                </c:ext>
              </c:extLst>
            </c:dLbl>
            <c:dLbl>
              <c:idx val="1"/>
              <c:layout>
                <c:manualLayout>
                  <c:x val="0"/>
                  <c:y val="-1.3054830287206266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980F-514A-9F81-D9A5DF09BF5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404</c:v>
                </c:pt>
                <c:pt idx="1">
                  <c:v>218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80F-514A-9F81-D9A5DF09BF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1364236543"/>
        <c:axId val="1"/>
      </c:barChart>
      <c:catAx>
        <c:axId val="136423654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404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364236543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34925" cap="rnd">
              <a:solidFill>
                <a:schemeClr val="tx1"/>
              </a:solidFill>
              <a:round/>
            </a:ln>
            <a:effectLst/>
          </c:spPr>
          <c:marker>
            <c:symbol val="circle"/>
            <c:size val="9"/>
            <c:spPr>
              <a:solidFill>
                <a:schemeClr val="tx1"/>
              </a:solidFill>
              <a:ln w="9525">
                <a:noFill/>
              </a:ln>
              <a:effectLst/>
            </c:spPr>
          </c:marker>
          <c:cat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56</c:v>
                </c:pt>
                <c:pt idx="1">
                  <c:v>49</c:v>
                </c:pt>
                <c:pt idx="2">
                  <c:v>36</c:v>
                </c:pt>
                <c:pt idx="3">
                  <c:v>20</c:v>
                </c:pt>
                <c:pt idx="4">
                  <c:v>11</c:v>
                </c:pt>
                <c:pt idx="5">
                  <c:v>8</c:v>
                </c:pt>
                <c:pt idx="6">
                  <c:v>7</c:v>
                </c:pt>
                <c:pt idx="7">
                  <c:v>6</c:v>
                </c:pt>
                <c:pt idx="8">
                  <c:v>5</c:v>
                </c:pt>
                <c:pt idx="9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6B3-9A42-A174-71FB0EA970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61654703"/>
        <c:axId val="1762471855"/>
      </c:lineChart>
      <c:catAx>
        <c:axId val="1761654703"/>
        <c:scaling>
          <c:orientation val="minMax"/>
        </c:scaling>
        <c:delete val="0"/>
        <c:axPos val="b"/>
        <c:numFmt formatCode="General" sourceLinked="1"/>
        <c:majorTickMark val="none"/>
        <c:minorTickMark val="in"/>
        <c:tickLblPos val="nextTo"/>
        <c:spPr>
          <a:noFill/>
          <a:ln w="127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armonyOS Sans SC" pitchFamily="2" charset="-122"/>
                <a:ea typeface="HarmonyOS Sans SC" pitchFamily="2" charset="-122"/>
                <a:cs typeface="+mn-cs"/>
              </a:defRPr>
            </a:pPr>
            <a:endParaRPr lang="zh-CN"/>
          </a:p>
        </c:txPr>
        <c:crossAx val="1762471855"/>
        <c:crosses val="autoZero"/>
        <c:auto val="1"/>
        <c:lblAlgn val="ctr"/>
        <c:lblOffset val="100"/>
        <c:noMultiLvlLbl val="0"/>
      </c:catAx>
      <c:valAx>
        <c:axId val="17624718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armonyOS Sans SC" pitchFamily="2" charset="-122"/>
                <a:ea typeface="HarmonyOS Sans SC" pitchFamily="2" charset="-122"/>
                <a:cs typeface="+mn-cs"/>
              </a:defRPr>
            </a:pPr>
            <a:endParaRPr lang="zh-CN"/>
          </a:p>
        </c:txPr>
        <c:crossAx val="17616547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b="0" i="0">
          <a:latin typeface="HarmonyOS Sans SC" pitchFamily="2" charset="-122"/>
          <a:ea typeface="HarmonyOS Sans SC" pitchFamily="2" charset="-122"/>
        </a:defRPr>
      </a:pPr>
      <a:endParaRPr lang="zh-CN"/>
    </a:p>
  </c:txPr>
  <c:externalData r:id="rId3">
    <c:autoUpdate val="0"/>
  </c:externalData>
  <c:userShapes r:id="rId4"/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146384479717813E-2"/>
          <c:y val="1.9585687382297552E-2"/>
          <c:w val="0.97707231040564368"/>
          <c:h val="0.96082862523540491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tx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5CF7-0349-92C9-25063024CAAD}"/>
              </c:ext>
            </c:extLst>
          </c:dPt>
          <c:val>
            <c:numRef>
              <c:f>Sheet1!$A$1:$F$1</c:f>
              <c:numCache>
                <c:formatCode>General</c:formatCode>
                <c:ptCount val="6"/>
                <c:pt idx="0">
                  <c:v>2</c:v>
                </c:pt>
                <c:pt idx="1">
                  <c:v>2</c:v>
                </c:pt>
                <c:pt idx="2">
                  <c:v>2.5</c:v>
                </c:pt>
                <c:pt idx="3">
                  <c:v>2.8</c:v>
                </c:pt>
                <c:pt idx="4">
                  <c:v>3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CF7-0349-92C9-25063024CAAD}"/>
            </c:ext>
          </c:extLst>
        </c:ser>
        <c:ser>
          <c:idx val="1"/>
          <c:order val="1"/>
          <c:spPr>
            <a:solidFill>
              <a:schemeClr val="tx1"/>
            </a:solidFill>
            <a:ln>
              <a:noFill/>
            </a:ln>
          </c:spPr>
          <c:invertIfNegative val="0"/>
          <c:dPt>
            <c:idx val="5"/>
            <c:invertIfNegative val="0"/>
            <c:bubble3D val="0"/>
            <c:spPr>
              <a:solidFill>
                <a:srgbClr val="0098B7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5CF7-0349-92C9-25063024CAAD}"/>
              </c:ext>
            </c:extLst>
          </c:dPt>
          <c:val>
            <c:numRef>
              <c:f>Sheet1!$A$2:$F$2</c:f>
              <c:numCache>
                <c:formatCode>General</c:formatCode>
                <c:ptCount val="6"/>
                <c:pt idx="1">
                  <c:v>0.5</c:v>
                </c:pt>
                <c:pt idx="2">
                  <c:v>0.29999999999999982</c:v>
                </c:pt>
                <c:pt idx="3">
                  <c:v>0.20000000000000018</c:v>
                </c:pt>
                <c:pt idx="4">
                  <c:v>2</c:v>
                </c:pt>
                <c:pt idx="5">
                  <c:v>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CF7-0349-92C9-25063024CA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371675775"/>
        <c:axId val="1"/>
      </c:barChart>
      <c:catAx>
        <c:axId val="137167577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rgbClr val="969696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.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371675775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0365358592692828E-2"/>
          <c:y val="1.9585687382297552E-2"/>
          <c:w val="0.85926928281461434"/>
          <c:h val="0.96082862523540491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ABFA"/>
            </a:solidFill>
            <a:ln>
              <a:noFill/>
            </a:ln>
          </c:spPr>
          <c:invertIfNegative val="0"/>
          <c:val>
            <c:numRef>
              <c:f>Sheet1!$A$1</c:f>
              <c:numCache>
                <c:formatCode>General</c:formatCode>
                <c:ptCount val="1"/>
                <c:pt idx="0">
                  <c:v>6.5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ED-8E48-BBC4-362A3654FF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970803232"/>
        <c:axId val="1"/>
      </c:barChart>
      <c:catAx>
        <c:axId val="197080323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rgbClr val="969696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.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970803232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0270270270270274E-2"/>
          <c:y val="1.9585687382297552E-2"/>
          <c:w val="0.85945945945945945"/>
          <c:h val="0.96082862523540491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352FF"/>
            </a:solidFill>
            <a:ln w="12700" cmpd="sng" algn="ctr">
              <a:solidFill>
                <a:schemeClr val="bg1"/>
              </a:solidFill>
              <a:prstDash val="solid"/>
            </a:ln>
          </c:spPr>
          <c:invertIfNegative val="0"/>
          <c:val>
            <c:numRef>
              <c:f>Sheet1!$A$1</c:f>
              <c:numCache>
                <c:formatCode>General</c:formatCode>
                <c:ptCount val="1"/>
                <c:pt idx="0">
                  <c:v>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9CE-E047-80E0-25446298C76E}"/>
            </c:ext>
          </c:extLst>
        </c:ser>
        <c:ser>
          <c:idx val="1"/>
          <c:order val="1"/>
          <c:spPr>
            <a:solidFill>
              <a:srgbClr val="0352FF"/>
            </a:solidFill>
            <a:ln w="12700" cmpd="sng" algn="ctr">
              <a:solidFill>
                <a:schemeClr val="bg1"/>
              </a:solidFill>
              <a:prstDash val="solid"/>
            </a:ln>
          </c:spPr>
          <c:invertIfNegative val="0"/>
          <c:val>
            <c:numRef>
              <c:f>Sheet1!$A$2</c:f>
              <c:numCache>
                <c:formatCode>General</c:formatCode>
                <c:ptCount val="1"/>
                <c:pt idx="0">
                  <c:v>0.30000000000000004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9CE-E047-80E0-25446298C76E}"/>
            </c:ext>
          </c:extLst>
        </c:ser>
        <c:ser>
          <c:idx val="2"/>
          <c:order val="2"/>
          <c:spPr>
            <a:solidFill>
              <a:srgbClr val="0352FF"/>
            </a:solidFill>
            <a:ln w="12700" cmpd="sng" algn="ctr">
              <a:solidFill>
                <a:schemeClr val="bg1"/>
              </a:solidFill>
              <a:prstDash val="solid"/>
            </a:ln>
          </c:spPr>
          <c:invertIfNegative val="0"/>
          <c:val>
            <c:numRef>
              <c:f>Sheet1!$A$3</c:f>
              <c:numCache>
                <c:formatCode>General</c:formatCode>
                <c:ptCount val="1"/>
                <c:pt idx="0">
                  <c:v>0.19999999999999996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9CE-E047-80E0-25446298C76E}"/>
            </c:ext>
          </c:extLst>
        </c:ser>
        <c:ser>
          <c:idx val="3"/>
          <c:order val="3"/>
          <c:spPr>
            <a:solidFill>
              <a:srgbClr val="0352FF"/>
            </a:solidFill>
            <a:ln w="12700" cmpd="sng" algn="ctr">
              <a:solidFill>
                <a:schemeClr val="bg1"/>
              </a:solidFill>
              <a:prstDash val="solid"/>
            </a:ln>
          </c:spPr>
          <c:invertIfNegative val="0"/>
          <c:val>
            <c:numRef>
              <c:f>Sheet1!$A$4</c:f>
              <c:numCache>
                <c:formatCode>General</c:formatCode>
                <c:ptCount val="1"/>
                <c:pt idx="0">
                  <c:v>0.19999999999999996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9CE-E047-80E0-25446298C7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522098383"/>
        <c:axId val="1"/>
      </c:barChart>
      <c:catAx>
        <c:axId val="52209838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.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522098383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8.9655172413793099E-3"/>
          <c:y val="2.4186046511627906E-2"/>
          <c:w val="0.98206896551724143"/>
          <c:h val="0.9516279069767441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E6E6E6"/>
            </a:solidFill>
            <a:ln>
              <a:noFill/>
            </a:ln>
          </c:spPr>
          <c:invertIfNegative val="0"/>
          <c:val>
            <c:numRef>
              <c:f>Sheet1!$A$1:$C$1</c:f>
              <c:numCache>
                <c:formatCode>General</c:formatCode>
                <c:ptCount val="3"/>
                <c:pt idx="0">
                  <c:v>9.8000000000000007</c:v>
                </c:pt>
                <c:pt idx="1">
                  <c:v>10.7</c:v>
                </c:pt>
                <c:pt idx="2">
                  <c:v>11.5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A5-F840-A5D8-B460CE890121}"/>
            </c:ext>
          </c:extLst>
        </c:ser>
        <c:ser>
          <c:idx val="1"/>
          <c:order val="1"/>
          <c:spPr>
            <a:solidFill>
              <a:srgbClr val="B3B3B3"/>
            </a:solidFill>
            <a:ln>
              <a:noFill/>
            </a:ln>
          </c:spPr>
          <c:invertIfNegative val="0"/>
          <c:val>
            <c:numRef>
              <c:f>Sheet1!$A$2:$C$2</c:f>
              <c:numCache>
                <c:formatCode>General</c:formatCode>
                <c:ptCount val="3"/>
                <c:pt idx="0">
                  <c:v>1</c:v>
                </c:pt>
                <c:pt idx="1">
                  <c:v>2.9000000000000004</c:v>
                </c:pt>
                <c:pt idx="2">
                  <c:v>3.6999999999999993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BA5-F840-A5D8-B460CE890121}"/>
            </c:ext>
          </c:extLst>
        </c:ser>
        <c:ser>
          <c:idx val="2"/>
          <c:order val="2"/>
          <c:spPr>
            <a:solidFill>
              <a:srgbClr val="757575"/>
            </a:solidFill>
            <a:ln>
              <a:noFill/>
            </a:ln>
          </c:spPr>
          <c:invertIfNegative val="0"/>
          <c:val>
            <c:numRef>
              <c:f>Sheet1!$A$3:$C$3</c:f>
              <c:numCache>
                <c:formatCode>General</c:formatCode>
                <c:ptCount val="3"/>
                <c:pt idx="0">
                  <c:v>46.100000000000009</c:v>
                </c:pt>
                <c:pt idx="1">
                  <c:v>51.999999999999993</c:v>
                </c:pt>
                <c:pt idx="2">
                  <c:v>45.8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BA5-F840-A5D8-B460CE890121}"/>
            </c:ext>
          </c:extLst>
        </c:ser>
        <c:ser>
          <c:idx val="3"/>
          <c:order val="3"/>
          <c:spPr>
            <a:solidFill>
              <a:schemeClr val="tx1"/>
            </a:solidFill>
            <a:ln>
              <a:noFill/>
            </a:ln>
          </c:spPr>
          <c:invertIfNegative val="0"/>
          <c:val>
            <c:numRef>
              <c:f>Sheet1!$A$4:$C$4</c:f>
              <c:numCache>
                <c:formatCode>General</c:formatCode>
                <c:ptCount val="3"/>
                <c:pt idx="0">
                  <c:v>2.8999999999999986</c:v>
                </c:pt>
                <c:pt idx="1">
                  <c:v>15.200000000000003</c:v>
                </c:pt>
                <c:pt idx="2">
                  <c:v>10.299999999999997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BA5-F840-A5D8-B460CE890121}"/>
            </c:ext>
          </c:extLst>
        </c:ser>
        <c:ser>
          <c:idx val="4"/>
          <c:order val="4"/>
          <c:spPr>
            <a:solidFill>
              <a:srgbClr val="00365C"/>
            </a:solidFill>
            <a:ln>
              <a:noFill/>
            </a:ln>
          </c:spPr>
          <c:invertIfNegative val="0"/>
          <c:val>
            <c:numRef>
              <c:f>Sheet1!$A$5:$C$5</c:f>
              <c:numCache>
                <c:formatCode>General</c:formatCode>
                <c:ptCount val="3"/>
                <c:pt idx="0">
                  <c:v>4.8999999999999986</c:v>
                </c:pt>
                <c:pt idx="1">
                  <c:v>4.0999999999999943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BA5-F840-A5D8-B460CE890121}"/>
            </c:ext>
          </c:extLst>
        </c:ser>
        <c:ser>
          <c:idx val="5"/>
          <c:order val="5"/>
          <c:spPr>
            <a:solidFill>
              <a:srgbClr val="7FE9FF"/>
            </a:solidFill>
            <a:ln>
              <a:noFill/>
            </a:ln>
          </c:spPr>
          <c:invertIfNegative val="0"/>
          <c:val>
            <c:numRef>
              <c:f>Sheet1!$A$6:$C$6</c:f>
              <c:numCache>
                <c:formatCode>General</c:formatCode>
                <c:ptCount val="3"/>
                <c:pt idx="0">
                  <c:v>21.600000000000009</c:v>
                </c:pt>
                <c:pt idx="1">
                  <c:v>4.0999999999999943</c:v>
                </c:pt>
                <c:pt idx="2">
                  <c:v>12.5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BA5-F840-A5D8-B460CE890121}"/>
            </c:ext>
          </c:extLst>
        </c:ser>
        <c:ser>
          <c:idx val="6"/>
          <c:order val="6"/>
          <c:spPr>
            <a:solidFill>
              <a:srgbClr val="43CEFC"/>
            </a:solidFill>
            <a:ln>
              <a:noFill/>
            </a:ln>
          </c:spPr>
          <c:invertIfNegative val="0"/>
          <c:val>
            <c:numRef>
              <c:f>Sheet1!$A$7:$C$7</c:f>
              <c:numCache>
                <c:formatCode>General</c:formatCode>
                <c:ptCount val="3"/>
                <c:pt idx="0">
                  <c:v>10.799999999999997</c:v>
                </c:pt>
                <c:pt idx="1">
                  <c:v>7.7999999999999972</c:v>
                </c:pt>
                <c:pt idx="2">
                  <c:v>13.099999999999994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BA5-F840-A5D8-B460CE890121}"/>
            </c:ext>
          </c:extLst>
        </c:ser>
        <c:ser>
          <c:idx val="7"/>
          <c:order val="7"/>
          <c:spPr>
            <a:solidFill>
              <a:srgbClr val="00ACFB"/>
            </a:solidFill>
            <a:ln>
              <a:noFill/>
            </a:ln>
          </c:spPr>
          <c:invertIfNegative val="0"/>
          <c:val>
            <c:numRef>
              <c:f>Sheet1!$A$8:$C$8</c:f>
              <c:numCache>
                <c:formatCode>General</c:formatCode>
                <c:ptCount val="3"/>
                <c:pt idx="0">
                  <c:v>2.9000000000000057</c:v>
                </c:pt>
                <c:pt idx="1">
                  <c:v>4.0999999999999943</c:v>
                </c:pt>
                <c:pt idx="2">
                  <c:v>3.0999999999999943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BA5-F840-A5D8-B460CE8901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0"/>
        <c:overlap val="100"/>
        <c:axId val="1793494960"/>
        <c:axId val="1"/>
      </c:barChart>
      <c:catAx>
        <c:axId val="1793494960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.89999999999998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793494960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813852813852814E-2"/>
          <c:y val="6.245353159851301E-2"/>
          <c:w val="0.94372294372294374"/>
          <c:h val="0.8750929368029739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1D2D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115241635687732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8B51-0943-AEDC-8456653FD4CC}"/>
                </c:ext>
              </c:extLst>
            </c:dLbl>
            <c:dLbl>
              <c:idx val="1"/>
              <c:layout>
                <c:manualLayout>
                  <c:x val="0"/>
                  <c:y val="-1.115241635687732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8B51-0943-AEDC-8456653FD4C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7</c:v>
                </c:pt>
                <c:pt idx="1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B51-0943-AEDC-8456653FD4CC}"/>
            </c:ext>
          </c:extLst>
        </c:ser>
        <c:ser>
          <c:idx val="1"/>
          <c:order val="1"/>
          <c:spPr>
            <a:solidFill>
              <a:srgbClr val="007CB5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115241635687732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8B51-0943-AEDC-8456653FD4CC}"/>
                </c:ext>
              </c:extLst>
            </c:dLbl>
            <c:dLbl>
              <c:idx val="1"/>
              <c:layout>
                <c:manualLayout>
                  <c:x val="0"/>
                  <c:y val="-1.115241635687732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8B51-0943-AEDC-8456653FD4C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Sheet1!$A$2:$B$2</c:f>
              <c:numCache>
                <c:formatCode>General</c:formatCode>
                <c:ptCount val="2"/>
                <c:pt idx="0">
                  <c:v>18</c:v>
                </c:pt>
                <c:pt idx="1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B51-0943-AEDC-8456653FD4CC}"/>
            </c:ext>
          </c:extLst>
        </c:ser>
        <c:ser>
          <c:idx val="2"/>
          <c:order val="2"/>
          <c:spPr>
            <a:solidFill>
              <a:srgbClr val="00ABFA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486988847583643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8B51-0943-AEDC-8456653FD4CC}"/>
                </c:ext>
              </c:extLst>
            </c:dLbl>
            <c:dLbl>
              <c:idx val="1"/>
              <c:layout>
                <c:manualLayout>
                  <c:x val="0"/>
                  <c:y val="-1.486988847583643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8B51-0943-AEDC-8456653FD4C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Sheet1!$A$3:$B$3</c:f>
              <c:numCache>
                <c:formatCode>General</c:formatCode>
                <c:ptCount val="2"/>
                <c:pt idx="0">
                  <c:v>19</c:v>
                </c:pt>
                <c:pt idx="1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B51-0943-AEDC-8456653FD4CC}"/>
            </c:ext>
          </c:extLst>
        </c:ser>
        <c:ser>
          <c:idx val="3"/>
          <c:order val="3"/>
          <c:spPr>
            <a:solidFill>
              <a:srgbClr val="45D4F4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486988847583643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8B51-0943-AEDC-8456653FD4CC}"/>
                </c:ext>
              </c:extLst>
            </c:dLbl>
            <c:dLbl>
              <c:idx val="1"/>
              <c:layout>
                <c:manualLayout>
                  <c:x val="0"/>
                  <c:y val="-1.486988847583643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8B51-0943-AEDC-8456653FD4C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Sheet1!$A$4:$B$4</c:f>
              <c:numCache>
                <c:formatCode>General</c:formatCode>
                <c:ptCount val="2"/>
                <c:pt idx="0">
                  <c:v>35</c:v>
                </c:pt>
                <c:pt idx="1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8B51-0943-AEDC-8456653FD4CC}"/>
            </c:ext>
          </c:extLst>
        </c:ser>
        <c:ser>
          <c:idx val="4"/>
          <c:order val="4"/>
          <c:spPr>
            <a:solidFill>
              <a:srgbClr val="79E8FC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115241635687732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C-8B51-0943-AEDC-8456653FD4CC}"/>
                </c:ext>
              </c:extLst>
            </c:dLbl>
            <c:dLbl>
              <c:idx val="1"/>
              <c:layout>
                <c:manualLayout>
                  <c:x val="0"/>
                  <c:y val="-1.115241635687732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D-8B51-0943-AEDC-8456653FD4C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Sheet1!$A$5:$B$5</c:f>
              <c:numCache>
                <c:formatCode>General</c:formatCode>
                <c:ptCount val="2"/>
                <c:pt idx="0">
                  <c:v>22</c:v>
                </c:pt>
                <c:pt idx="1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8B51-0943-AEDC-8456653FD4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overlap val="100"/>
        <c:axId val="1813534960"/>
        <c:axId val="1"/>
      </c:barChart>
      <c:catAx>
        <c:axId val="1813534960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1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813534960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813852813852814E-2"/>
          <c:y val="6.245353159851301E-2"/>
          <c:w val="0.94372294372294374"/>
          <c:h val="0.8750929368029739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1D2D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115241635687732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D7F8-834D-B496-A47263B07107}"/>
                </c:ext>
              </c:extLst>
            </c:dLbl>
            <c:dLbl>
              <c:idx val="1"/>
              <c:layout>
                <c:manualLayout>
                  <c:x val="0"/>
                  <c:y val="-1.486988847583643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D7F8-834D-B496-A47263B0710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8</c:v>
                </c:pt>
                <c:pt idx="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7F8-834D-B496-A47263B07107}"/>
            </c:ext>
          </c:extLst>
        </c:ser>
        <c:ser>
          <c:idx val="1"/>
          <c:order val="1"/>
          <c:spPr>
            <a:solidFill>
              <a:srgbClr val="007CB5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115241635687732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D7F8-834D-B496-A47263B07107}"/>
                </c:ext>
              </c:extLst>
            </c:dLbl>
            <c:dLbl>
              <c:idx val="1"/>
              <c:layout>
                <c:manualLayout>
                  <c:x val="0"/>
                  <c:y val="-1.486988847583643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D7F8-834D-B496-A47263B0710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Sheet1!$A$2:$B$2</c:f>
              <c:numCache>
                <c:formatCode>General</c:formatCode>
                <c:ptCount val="2"/>
                <c:pt idx="0">
                  <c:v>18</c:v>
                </c:pt>
                <c:pt idx="1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D7F8-834D-B496-A47263B07107}"/>
            </c:ext>
          </c:extLst>
        </c:ser>
        <c:ser>
          <c:idx val="2"/>
          <c:order val="2"/>
          <c:spPr>
            <a:solidFill>
              <a:srgbClr val="00ABFA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115241635687732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D7F8-834D-B496-A47263B07107}"/>
                </c:ext>
              </c:extLst>
            </c:dLbl>
            <c:dLbl>
              <c:idx val="1"/>
              <c:layout>
                <c:manualLayout>
                  <c:x val="0"/>
                  <c:y val="-1.115241635687732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D7F8-834D-B496-A47263B0710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Sheet1!$A$3:$B$3</c:f>
              <c:numCache>
                <c:formatCode>General</c:formatCode>
                <c:ptCount val="2"/>
                <c:pt idx="0">
                  <c:v>12</c:v>
                </c:pt>
                <c:pt idx="1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7F8-834D-B496-A47263B07107}"/>
            </c:ext>
          </c:extLst>
        </c:ser>
        <c:ser>
          <c:idx val="3"/>
          <c:order val="3"/>
          <c:spPr>
            <a:solidFill>
              <a:srgbClr val="45D4F4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486988847583643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D7F8-834D-B496-A47263B07107}"/>
                </c:ext>
              </c:extLst>
            </c:dLbl>
            <c:dLbl>
              <c:idx val="1"/>
              <c:layout>
                <c:manualLayout>
                  <c:x val="0"/>
                  <c:y val="-1.115241635687732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D7F8-834D-B496-A47263B0710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Sheet1!$A$4:$B$4</c:f>
              <c:numCache>
                <c:formatCode>General</c:formatCode>
                <c:ptCount val="2"/>
                <c:pt idx="0">
                  <c:v>38</c:v>
                </c:pt>
                <c:pt idx="1">
                  <c:v>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D7F8-834D-B496-A47263B07107}"/>
            </c:ext>
          </c:extLst>
        </c:ser>
        <c:ser>
          <c:idx val="4"/>
          <c:order val="4"/>
          <c:spPr>
            <a:solidFill>
              <a:srgbClr val="79E8FC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115241635687732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C-D7F8-834D-B496-A47263B07107}"/>
                </c:ext>
              </c:extLst>
            </c:dLbl>
            <c:dLbl>
              <c:idx val="1"/>
              <c:layout>
                <c:manualLayout>
                  <c:x val="0"/>
                  <c:y val="-1.115241635687732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D-D7F8-834D-B496-A47263B0710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Sheet1!$A$5:$B$5</c:f>
              <c:numCache>
                <c:formatCode>General</c:formatCode>
                <c:ptCount val="2"/>
                <c:pt idx="0">
                  <c:v>24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D7F8-834D-B496-A47263B071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overlap val="100"/>
        <c:axId val="1715153520"/>
        <c:axId val="1"/>
      </c:barChart>
      <c:catAx>
        <c:axId val="1715153520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1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715153520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3023451762392923E-3"/>
          <c:y val="0.21981776765375854"/>
          <c:w val="0.98539530964752142"/>
          <c:h val="0.56036446469248291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00ABFA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3.416856492027334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18A1-474D-A768-A057BD7B1EC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8A1-474D-A768-A057BD7B1EC0}"/>
            </c:ext>
          </c:extLst>
        </c:ser>
        <c:ser>
          <c:idx val="1"/>
          <c:order val="1"/>
          <c:spPr>
            <a:solidFill>
              <a:srgbClr val="45D4F4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3.416856492027334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18A1-474D-A768-A057BD7B1EC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8A1-474D-A768-A057BD7B1EC0}"/>
            </c:ext>
          </c:extLst>
        </c:ser>
        <c:ser>
          <c:idx val="2"/>
          <c:order val="2"/>
          <c:spPr>
            <a:solidFill>
              <a:srgbClr val="79E8FC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-1.4042971492767871E-4"/>
                  <c:y val="3.416856492027334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18A1-474D-A768-A057BD7B1EC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</c:f>
              <c:numCache>
                <c:formatCode>General</c:formatCode>
                <c:ptCount val="1"/>
                <c:pt idx="0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8A1-474D-A768-A057BD7B1EC0}"/>
            </c:ext>
          </c:extLst>
        </c:ser>
        <c:ser>
          <c:idx val="3"/>
          <c:order val="3"/>
          <c:spPr>
            <a:solidFill>
              <a:srgbClr val="C8D2D7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3.416856492027334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18A1-474D-A768-A057BD7B1EC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Sheet1!$A$4</c:f>
              <c:numCache>
                <c:formatCode>General</c:formatCode>
                <c:ptCount val="1"/>
                <c:pt idx="0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8A1-474D-A768-A057BD7B1EC0}"/>
            </c:ext>
          </c:extLst>
        </c:ser>
        <c:ser>
          <c:idx val="4"/>
          <c:order val="4"/>
          <c:spPr>
            <a:solidFill>
              <a:srgbClr val="6E8896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3.416856492027334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18A1-474D-A768-A057BD7B1EC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Sheet1!$A$5</c:f>
              <c:numCache>
                <c:formatCode>General</c:formatCode>
                <c:ptCount val="1"/>
                <c:pt idx="0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18A1-474D-A768-A057BD7B1EC0}"/>
            </c:ext>
          </c:extLst>
        </c:ser>
        <c:ser>
          <c:idx val="5"/>
          <c:order val="5"/>
          <c:spPr>
            <a:solidFill>
              <a:srgbClr val="46687A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3.416856492027334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18A1-474D-A768-A057BD7B1EC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Sheet1!$A$6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18A1-474D-A768-A057BD7B1EC0}"/>
            </c:ext>
          </c:extLst>
        </c:ser>
        <c:ser>
          <c:idx val="6"/>
          <c:order val="6"/>
          <c:spPr>
            <a:solidFill>
              <a:schemeClr val="tx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3.416856492027334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C-18A1-474D-A768-A057BD7B1EC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Sheet1!$A$7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18A1-474D-A768-A057BD7B1E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588398112"/>
        <c:axId val="1"/>
      </c:barChart>
      <c:catAx>
        <c:axId val="1588398112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99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1588398112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3023451762392923E-3"/>
          <c:y val="0.21956769055745165"/>
          <c:w val="0.98539530964752142"/>
          <c:h val="0.56086461888509676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00ABFA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-1.4042971492767871E-4"/>
                  <c:y val="3.4129692832764505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B8BC-144F-8A5D-C8D3540E1E2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8BC-144F-8A5D-C8D3540E1E25}"/>
            </c:ext>
          </c:extLst>
        </c:ser>
        <c:ser>
          <c:idx val="1"/>
          <c:order val="1"/>
          <c:spPr>
            <a:solidFill>
              <a:srgbClr val="45D4F4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3.4129692832764505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B8BC-144F-8A5D-C8D3540E1E2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8BC-144F-8A5D-C8D3540E1E25}"/>
            </c:ext>
          </c:extLst>
        </c:ser>
        <c:ser>
          <c:idx val="2"/>
          <c:order val="2"/>
          <c:spPr>
            <a:solidFill>
              <a:srgbClr val="79E8FC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3.4129692832764505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B8BC-144F-8A5D-C8D3540E1E2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</c:f>
              <c:numCache>
                <c:formatCode>General</c:formatCode>
                <c:ptCount val="1"/>
                <c:pt idx="0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8BC-144F-8A5D-C8D3540E1E25}"/>
            </c:ext>
          </c:extLst>
        </c:ser>
        <c:ser>
          <c:idx val="3"/>
          <c:order val="3"/>
          <c:spPr>
            <a:solidFill>
              <a:srgbClr val="C8D2D7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-1.4042971492767871E-4"/>
                  <c:y val="3.4129692832764505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B8BC-144F-8A5D-C8D3540E1E2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Sheet1!$A$4</c:f>
              <c:numCache>
                <c:formatCode>General</c:formatCode>
                <c:ptCount val="1"/>
                <c:pt idx="0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B8BC-144F-8A5D-C8D3540E1E25}"/>
            </c:ext>
          </c:extLst>
        </c:ser>
        <c:ser>
          <c:idx val="4"/>
          <c:order val="4"/>
          <c:spPr>
            <a:solidFill>
              <a:srgbClr val="6E8896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3.4129692832764505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B8BC-144F-8A5D-C8D3540E1E2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Sheet1!$A$5</c:f>
              <c:numCache>
                <c:formatCode>General</c:formatCode>
                <c:ptCount val="1"/>
                <c:pt idx="0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B8BC-144F-8A5D-C8D3540E1E25}"/>
            </c:ext>
          </c:extLst>
        </c:ser>
        <c:ser>
          <c:idx val="5"/>
          <c:order val="5"/>
          <c:spPr>
            <a:solidFill>
              <a:srgbClr val="46687A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3.4129692832764505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B8BC-144F-8A5D-C8D3540E1E2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Sheet1!$A$6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B8BC-144F-8A5D-C8D3540E1E25}"/>
            </c:ext>
          </c:extLst>
        </c:ser>
        <c:ser>
          <c:idx val="6"/>
          <c:order val="6"/>
          <c:spPr>
            <a:solidFill>
              <a:schemeClr val="tx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3.4129692832764505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C-B8BC-144F-8A5D-C8D3540E1E2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Sheet1!$A$7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B8BC-144F-8A5D-C8D3540E1E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59950912"/>
        <c:axId val="1"/>
      </c:barChart>
      <c:catAx>
        <c:axId val="759950912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759950912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1743929359823402E-3"/>
          <c:y val="0.10788757932910245"/>
          <c:w val="0.98565121412803536"/>
          <c:h val="0.81595648232094287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tx1"/>
            </a:solidFill>
            <a:ln w="38100" cmpd="sng" algn="ctr">
              <a:solidFill>
                <a:schemeClr val="bg1"/>
              </a:solidFill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0"/>
                  <c:y val="-0.1840435176790571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76B4-D049-87CF-344D997C2618}"/>
                </c:ext>
              </c:extLst>
            </c:dLbl>
            <c:dLbl>
              <c:idx val="1"/>
              <c:layout>
                <c:manualLayout>
                  <c:x val="0"/>
                  <c:y val="-0.1486854034451496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76B4-D049-87CF-344D997C2618}"/>
                </c:ext>
              </c:extLst>
            </c:dLbl>
            <c:dLbl>
              <c:idx val="2"/>
              <c:layout>
                <c:manualLayout>
                  <c:x val="0"/>
                  <c:y val="-0.1373526745240253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76B4-D049-87CF-344D997C2618}"/>
                </c:ext>
              </c:extLst>
            </c:dLbl>
            <c:dLbl>
              <c:idx val="3"/>
              <c:layout>
                <c:manualLayout>
                  <c:x val="0"/>
                  <c:y val="-0.1137805983680870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76B4-D049-87CF-344D997C2618}"/>
                </c:ext>
              </c:extLst>
            </c:dLbl>
            <c:dLbl>
              <c:idx val="4"/>
              <c:layout>
                <c:manualLayout>
                  <c:x val="0"/>
                  <c:y val="-0.2769718948322756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76B4-D049-87CF-344D997C2618}"/>
                </c:ext>
              </c:extLst>
            </c:dLbl>
            <c:dLbl>
              <c:idx val="5"/>
              <c:layout>
                <c:manualLayout>
                  <c:x val="0"/>
                  <c:y val="-0.2189483227561196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76B4-D049-87CF-344D997C2618}"/>
                </c:ext>
              </c:extLst>
            </c:dLbl>
            <c:dLbl>
              <c:idx val="6"/>
              <c:layout>
                <c:manualLayout>
                  <c:x val="0"/>
                  <c:y val="-0.1718041704442429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76B4-D049-87CF-344D997C2618}"/>
                </c:ext>
              </c:extLst>
            </c:dLbl>
            <c:dLbl>
              <c:idx val="7"/>
              <c:layout>
                <c:manualLayout>
                  <c:x val="0"/>
                  <c:y val="-0.1718041704442429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76B4-D049-87CF-344D997C261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Sheet1!$A$1:$H$1</c:f>
              <c:numCache>
                <c:formatCode>General</c:formatCode>
                <c:ptCount val="8"/>
                <c:pt idx="0">
                  <c:v>13</c:v>
                </c:pt>
                <c:pt idx="1">
                  <c:v>10</c:v>
                </c:pt>
                <c:pt idx="2">
                  <c:v>9</c:v>
                </c:pt>
                <c:pt idx="3">
                  <c:v>7</c:v>
                </c:pt>
                <c:pt idx="4">
                  <c:v>21</c:v>
                </c:pt>
                <c:pt idx="5">
                  <c:v>16</c:v>
                </c:pt>
                <c:pt idx="6">
                  <c:v>12</c:v>
                </c:pt>
                <c:pt idx="7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6B4-D049-87CF-344D997C2618}"/>
            </c:ext>
          </c:extLst>
        </c:ser>
        <c:ser>
          <c:idx val="1"/>
          <c:order val="1"/>
          <c:spPr>
            <a:solidFill>
              <a:srgbClr val="00ABFA"/>
            </a:solidFill>
            <a:ln w="38100" cmpd="sng" algn="ctr">
              <a:solidFill>
                <a:schemeClr val="bg1"/>
              </a:solidFill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0"/>
                  <c:y val="-0.2883046237533998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76B4-D049-87CF-344D997C2618}"/>
                </c:ext>
              </c:extLst>
            </c:dLbl>
            <c:dLbl>
              <c:idx val="1"/>
              <c:layout>
                <c:manualLayout>
                  <c:x val="0"/>
                  <c:y val="-0.3585675430643698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76B4-D049-87CF-344D997C2618}"/>
                </c:ext>
              </c:extLst>
            </c:dLbl>
            <c:dLbl>
              <c:idx val="2"/>
              <c:layout>
                <c:manualLayout>
                  <c:x val="0"/>
                  <c:y val="-0.3585675430643698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B-76B4-D049-87CF-344D997C2618}"/>
                </c:ext>
              </c:extLst>
            </c:dLbl>
            <c:dLbl>
              <c:idx val="3"/>
              <c:layout>
                <c:manualLayout>
                  <c:x val="0"/>
                  <c:y val="-0.30054397098821395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C-76B4-D049-87CF-344D997C2618}"/>
                </c:ext>
              </c:extLst>
            </c:dLbl>
            <c:dLbl>
              <c:idx val="4"/>
              <c:layout>
                <c:manualLayout>
                  <c:x val="0"/>
                  <c:y val="-0.3585675430643698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D-76B4-D049-87CF-344D997C2618}"/>
                </c:ext>
              </c:extLst>
            </c:dLbl>
            <c:dLbl>
              <c:idx val="5"/>
              <c:layout>
                <c:manualLayout>
                  <c:x val="0"/>
                  <c:y val="-0.440163191296464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E-76B4-D049-87CF-344D997C2618}"/>
                </c:ext>
              </c:extLst>
            </c:dLbl>
            <c:dLbl>
              <c:idx val="6"/>
              <c:layout>
                <c:manualLayout>
                  <c:x val="0"/>
                  <c:y val="-0.347234814143245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F-76B4-D049-87CF-344D997C2618}"/>
                </c:ext>
              </c:extLst>
            </c:dLbl>
            <c:dLbl>
              <c:idx val="7"/>
              <c:layout>
                <c:manualLayout>
                  <c:x val="0"/>
                  <c:y val="-0.3699002719854941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0-76B4-D049-87CF-344D997C261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Sheet1!$A$2:$H$2</c:f>
              <c:numCache>
                <c:formatCode>General</c:formatCode>
                <c:ptCount val="8"/>
                <c:pt idx="0">
                  <c:v>22</c:v>
                </c:pt>
                <c:pt idx="1">
                  <c:v>28</c:v>
                </c:pt>
                <c:pt idx="2">
                  <c:v>28</c:v>
                </c:pt>
                <c:pt idx="3">
                  <c:v>23</c:v>
                </c:pt>
                <c:pt idx="4">
                  <c:v>28</c:v>
                </c:pt>
                <c:pt idx="5">
                  <c:v>35</c:v>
                </c:pt>
                <c:pt idx="6">
                  <c:v>27</c:v>
                </c:pt>
                <c:pt idx="7">
                  <c:v>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76B4-D049-87CF-344D997C26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0"/>
        <c:axId val="1514982144"/>
        <c:axId val="1"/>
      </c:barChart>
      <c:catAx>
        <c:axId val="151498214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51498214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0.06507</cdr:x>
      <cdr:y>0.32589</cdr:y>
    </cdr:from>
    <cdr:to>
      <cdr:x>0.38136</cdr:x>
      <cdr:y>0.9158</cdr:y>
    </cdr:to>
    <cdr:sp macro="" textlink="">
      <cdr:nvSpPr>
        <cdr:cNvPr id="2" name="矩形 1">
          <a:extLst xmlns:a="http://schemas.openxmlformats.org/drawingml/2006/main">
            <a:ext uri="{FF2B5EF4-FFF2-40B4-BE49-F238E27FC236}">
              <a16:creationId xmlns:a16="http://schemas.microsoft.com/office/drawing/2014/main" id="{9D6BD7A9-C936-3E12-721C-E12226FDBEFA}"/>
            </a:ext>
          </a:extLst>
        </cdr:cNvPr>
        <cdr:cNvSpPr/>
      </cdr:nvSpPr>
      <cdr:spPr>
        <a:xfrm xmlns:a="http://schemas.openxmlformats.org/drawingml/2006/main">
          <a:off x="423782" y="1537259"/>
          <a:ext cx="2059963" cy="2782683"/>
        </a:xfrm>
        <a:prstGeom xmlns:a="http://schemas.openxmlformats.org/drawingml/2006/main" prst="rect">
          <a:avLst/>
        </a:prstGeom>
        <a:solidFill xmlns:a="http://schemas.openxmlformats.org/drawingml/2006/main">
          <a:schemeClr val="bg1">
            <a:lumMod val="85000"/>
            <a:alpha val="35023"/>
          </a:schemeClr>
        </a:solidFill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zh-CN"/>
        </a:p>
      </cdr:txBody>
    </cdr:sp>
  </cdr:relSizeAnchor>
  <cdr:relSizeAnchor xmlns:cdr="http://schemas.openxmlformats.org/drawingml/2006/chartDrawing">
    <cdr:from>
      <cdr:x>0.47279</cdr:x>
      <cdr:y>0.81588</cdr:y>
    </cdr:from>
    <cdr:to>
      <cdr:x>0.97859</cdr:x>
      <cdr:y>0.9158</cdr:y>
    </cdr:to>
    <cdr:sp macro="" textlink="">
      <cdr:nvSpPr>
        <cdr:cNvPr id="3" name="矩形 2">
          <a:extLst xmlns:a="http://schemas.openxmlformats.org/drawingml/2006/main">
            <a:ext uri="{FF2B5EF4-FFF2-40B4-BE49-F238E27FC236}">
              <a16:creationId xmlns:a16="http://schemas.microsoft.com/office/drawing/2014/main" id="{FA7F677B-C1F4-632D-4A3D-179B353FA229}"/>
            </a:ext>
          </a:extLst>
        </cdr:cNvPr>
        <cdr:cNvSpPr/>
      </cdr:nvSpPr>
      <cdr:spPr>
        <a:xfrm xmlns:a="http://schemas.openxmlformats.org/drawingml/2006/main">
          <a:off x="3079262" y="3848598"/>
          <a:ext cx="3294207" cy="471344"/>
        </a:xfrm>
        <a:prstGeom xmlns:a="http://schemas.openxmlformats.org/drawingml/2006/main" prst="rect">
          <a:avLst/>
        </a:prstGeom>
        <a:solidFill xmlns:a="http://schemas.openxmlformats.org/drawingml/2006/main">
          <a:schemeClr val="bg1">
            <a:lumMod val="85000"/>
            <a:alpha val="34537"/>
          </a:schemeClr>
        </a:solidFill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 lang="zh-CN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3ABFB3-E401-E347-BA5C-B8D57F8951A0}" type="datetimeFigureOut">
              <a:rPr kumimoji="1" lang="zh-CN" altLang="en-US" smtClean="0"/>
              <a:t>2024/11/23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381091-8407-7E43-A4D4-E2BA01576FC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18310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6D0B9-9A2A-4B16-897A-C30F746EA71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68464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5D23A-A721-BB05-FA8E-1C9908FC0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2F60B36-E2C3-EAE6-309E-036A4656A0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DA2CBC6-4FF4-F25D-E7E3-BB78B7E619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FFC999-5863-0396-185B-0A204ACC62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6D0B9-9A2A-4B16-897A-C30F746EA71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07370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3F1F5-060E-C041-998C-DC9E8E3CAAA9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482743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1F6DA6-69CF-6116-6229-728853A51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8B24365-7F79-A0E4-6270-DA37DC2834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2BA183-96FB-1DC5-E271-32F815990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AF6EA-61EC-CD41-A226-D6847C605007}" type="datetimeFigureOut">
              <a:rPr kumimoji="1" lang="zh-CN" altLang="en-US" smtClean="0"/>
              <a:t>2024/11/23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D8F39C-1113-DADB-6A86-B74821335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297D8B-A1B0-40B5-1363-23DB8F122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2BEB7-F5FA-0B4A-A52D-40694F5E434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17265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A67D63-3F2B-EF73-3F4F-FDC727735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64F810-6A5C-4E04-2E18-CAD363BF4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721349-DE36-4BC6-FE15-E0E23E44E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AF6EA-61EC-CD41-A226-D6847C605007}" type="datetimeFigureOut">
              <a:rPr kumimoji="1" lang="zh-CN" altLang="en-US" smtClean="0"/>
              <a:t>2024/11/23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B13A83-3A4C-00A6-1B62-CC7BB2B5B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950079-08EC-F790-24A5-E3B0FA2F2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2BEB7-F5FA-0B4A-A52D-40694F5E434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89073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FD6B05-EC05-24A8-C846-F787CDF49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40C9FEF-48BD-30AB-3445-06900F8A49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74155F-B827-C4F3-A5EB-5334DE3B7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AF6EA-61EC-CD41-A226-D6847C605007}" type="datetimeFigureOut">
              <a:rPr kumimoji="1" lang="zh-CN" altLang="en-US" smtClean="0"/>
              <a:t>2024/11/23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D3D402-2512-77CC-7453-E8E76E07B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0EA0D0-90CB-AE60-9154-DDB8901D9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2BEB7-F5FA-0B4A-A52D-40694F5E434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05282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C4C967-EED0-E4F9-B3B1-BB8042E72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79C2A0-B34E-388A-2C7F-D05E549895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C321D35-241D-DD5E-C4CB-E69F8A5C68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F5AF0AD-08DA-5EC0-1D95-2417E35F3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AF6EA-61EC-CD41-A226-D6847C605007}" type="datetimeFigureOut">
              <a:rPr kumimoji="1" lang="zh-CN" altLang="en-US" smtClean="0"/>
              <a:t>2024/11/23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6EFD515-D951-8EB2-3EBE-3D21393F1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DACDAE7-5E20-C0FF-9E54-F07A6234B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2BEB7-F5FA-0B4A-A52D-40694F5E434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19345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09F6D1-9724-D9B5-DD51-DE6D7AD9A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9519664-516E-723E-FFC1-2F7D63FF83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E95C6D4-1063-A0BD-03F5-CB7C07F9D2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9AC7AFB-8AF9-93A1-00BC-267D7C4049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7930CF7-7065-41E8-FFEF-F46F0500E1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F49E7F2-07D4-C08F-EA9B-3BD85BD8D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AF6EA-61EC-CD41-A226-D6847C605007}" type="datetimeFigureOut">
              <a:rPr kumimoji="1" lang="zh-CN" altLang="en-US" smtClean="0"/>
              <a:t>2024/11/23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81746D7-5D2E-B6E3-0D9A-072443B99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D13C4A4-1F72-CE34-A014-CC3140CCA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2BEB7-F5FA-0B4A-A52D-40694F5E434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95077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219BC9-4F31-24F4-9C18-40E6C4903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69334A7-D4BB-5F55-93AA-6F2BDE7B2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AF6EA-61EC-CD41-A226-D6847C605007}" type="datetimeFigureOut">
              <a:rPr kumimoji="1" lang="zh-CN" altLang="en-US" smtClean="0"/>
              <a:t>2024/11/23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73078ED-0461-CED5-F935-B55A89F5A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8CD0B71-9F9A-83E7-FA99-17613491E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2BEB7-F5FA-0B4A-A52D-40694F5E434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41237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5363801-27B9-28F1-DE4F-DC2390342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AF6EA-61EC-CD41-A226-D6847C605007}" type="datetimeFigureOut">
              <a:rPr kumimoji="1" lang="zh-CN" altLang="en-US" smtClean="0"/>
              <a:t>2024/11/23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91EB711-81F8-3DB8-D4D4-02FCFE6A3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DDDF230-CDF5-0C3C-D7C1-90B606967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2BEB7-F5FA-0B4A-A52D-40694F5E434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5954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8C8BC2-9B99-DD13-7280-EF3B26EEA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761D1C-E146-6DF2-4050-3E5B51B694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FF2B1F8-FFDA-6986-9766-E272BC35D2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8922545-189B-2805-2FE9-FA44BED0E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AF6EA-61EC-CD41-A226-D6847C605007}" type="datetimeFigureOut">
              <a:rPr kumimoji="1" lang="zh-CN" altLang="en-US" smtClean="0"/>
              <a:t>2024/11/23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30AB498-2E7D-551B-DBBA-02FCC6EE6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26C74B1-2E64-0F55-1E0B-4E188839B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2BEB7-F5FA-0B4A-A52D-40694F5E434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91813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B08CEE-0A7B-95C2-0668-1FF3CE4F8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7FD8DB8-3DAF-8A1F-13A5-59F2E1745B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9C30FDA-E181-71B0-2DD4-1663C84A42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0BBF129-86C3-94B1-BBA6-8CF220F9B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AF6EA-61EC-CD41-A226-D6847C605007}" type="datetimeFigureOut">
              <a:rPr kumimoji="1" lang="zh-CN" altLang="en-US" smtClean="0"/>
              <a:t>2024/11/23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371CCC6-39FB-B5F7-4E55-E4E0269B1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58F1501-8B3D-41ED-E189-8A11BA2F9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2BEB7-F5FA-0B4A-A52D-40694F5E434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83744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E2C896-E4FB-EDBA-C89D-6C5525547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141BF97-CB06-1D95-A24E-7E04C44CBC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9C40AA-B127-9C27-A029-436ABFA76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AF6EA-61EC-CD41-A226-D6847C605007}" type="datetimeFigureOut">
              <a:rPr kumimoji="1" lang="zh-CN" altLang="en-US" smtClean="0"/>
              <a:t>2024/11/23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655F47-E0DD-1255-D57E-B49435B37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8276A3-5E9C-31D2-9549-137EFEAFD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2BEB7-F5FA-0B4A-A52D-40694F5E434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1141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F4A5F63-ECF3-A610-64B6-148FCCF201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DD95FE9-F092-FF69-CBEE-F828A1BE9A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872A18-E706-9FF1-3041-DA46A330E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AF6EA-61EC-CD41-A226-D6847C605007}" type="datetimeFigureOut">
              <a:rPr kumimoji="1" lang="zh-CN" altLang="en-US" smtClean="0"/>
              <a:t>2024/11/23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533EF7-8721-19B1-E313-C9F18A31E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8CCCE2-A0AE-A9E3-DF3C-0D788D1EC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2BEB7-F5FA-0B4A-A52D-40694F5E434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35164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96B692A-867C-1D99-3F10-72E8BF72A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F62460F-FDFD-40C1-9E6F-5B039CC08C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711A14-DC9F-6B3A-328C-9D7A2CD2BD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6AF6EA-61EC-CD41-A226-D6847C605007}" type="datetimeFigureOut">
              <a:rPr kumimoji="1" lang="zh-CN" altLang="en-US" smtClean="0"/>
              <a:t>2024/11/23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154FEE-557F-9FDD-6CF0-C15D4B6691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8B8044-C1F0-A6DC-3C92-2D3A832EE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F2BEB7-F5FA-0B4A-A52D-40694F5E434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09523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image" Target="../media/image1.emf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oleObject" Target="../embeddings/oleObject1.bin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slideLayout" Target="../slideLayouts/slideLayout1.xml"/><Relationship Id="rId5" Type="http://schemas.openxmlformats.org/officeDocument/2006/relationships/tags" Target="../tags/tag5.xml"/><Relationship Id="rId15" Type="http://schemas.openxmlformats.org/officeDocument/2006/relationships/chart" Target="../charts/chart2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tags" Target="../tags/tag13.xml"/><Relationship Id="rId7" Type="http://schemas.openxmlformats.org/officeDocument/2006/relationships/oleObject" Target="../embeddings/oleObject2.bin"/><Relationship Id="rId12" Type="http://schemas.openxmlformats.org/officeDocument/2006/relationships/chart" Target="../charts/chart6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slideLayout" Target="../slideLayouts/slideLayout1.xml"/><Relationship Id="rId11" Type="http://schemas.openxmlformats.org/officeDocument/2006/relationships/chart" Target="../charts/chart5.xml"/><Relationship Id="rId5" Type="http://schemas.openxmlformats.org/officeDocument/2006/relationships/tags" Target="../tags/tag15.xml"/><Relationship Id="rId10" Type="http://schemas.openxmlformats.org/officeDocument/2006/relationships/chart" Target="../charts/chart4.xml"/><Relationship Id="rId4" Type="http://schemas.openxmlformats.org/officeDocument/2006/relationships/tags" Target="../tags/tag14.xml"/><Relationship Id="rId9" Type="http://schemas.openxmlformats.org/officeDocument/2006/relationships/chart" Target="../charts/char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18.xml"/><Relationship Id="rId7" Type="http://schemas.openxmlformats.org/officeDocument/2006/relationships/tags" Target="../tags/tag22.xml"/><Relationship Id="rId12" Type="http://schemas.openxmlformats.org/officeDocument/2006/relationships/chart" Target="../charts/chart8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11" Type="http://schemas.openxmlformats.org/officeDocument/2006/relationships/chart" Target="../charts/chart7.xml"/><Relationship Id="rId5" Type="http://schemas.openxmlformats.org/officeDocument/2006/relationships/tags" Target="../tags/tag20.xml"/><Relationship Id="rId10" Type="http://schemas.openxmlformats.org/officeDocument/2006/relationships/image" Target="../media/image1.emf"/><Relationship Id="rId4" Type="http://schemas.openxmlformats.org/officeDocument/2006/relationships/tags" Target="../tags/tag19.xml"/><Relationship Id="rId9" Type="http://schemas.openxmlformats.org/officeDocument/2006/relationships/oleObject" Target="../embeddings/oleObject3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13" Type="http://schemas.openxmlformats.org/officeDocument/2006/relationships/chart" Target="../charts/chart9.xml"/><Relationship Id="rId3" Type="http://schemas.openxmlformats.org/officeDocument/2006/relationships/tags" Target="../tags/tag25.xml"/><Relationship Id="rId7" Type="http://schemas.openxmlformats.org/officeDocument/2006/relationships/tags" Target="../tags/tag29.xml"/><Relationship Id="rId12" Type="http://schemas.openxmlformats.org/officeDocument/2006/relationships/image" Target="../media/image1.emf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oleObject" Target="../embeddings/oleObject4.bin"/><Relationship Id="rId5" Type="http://schemas.openxmlformats.org/officeDocument/2006/relationships/tags" Target="../tags/tag27.xml"/><Relationship Id="rId10" Type="http://schemas.openxmlformats.org/officeDocument/2006/relationships/slideLayout" Target="../slideLayouts/slideLayout1.xml"/><Relationship Id="rId4" Type="http://schemas.openxmlformats.org/officeDocument/2006/relationships/tags" Target="../tags/tag26.xml"/><Relationship Id="rId9" Type="http://schemas.openxmlformats.org/officeDocument/2006/relationships/tags" Target="../tags/tag3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39.xml"/><Relationship Id="rId13" Type="http://schemas.openxmlformats.org/officeDocument/2006/relationships/slideLayout" Target="../slideLayouts/slideLayout1.xml"/><Relationship Id="rId3" Type="http://schemas.openxmlformats.org/officeDocument/2006/relationships/tags" Target="../tags/tag34.xml"/><Relationship Id="rId7" Type="http://schemas.openxmlformats.org/officeDocument/2006/relationships/tags" Target="../tags/tag38.xml"/><Relationship Id="rId12" Type="http://schemas.openxmlformats.org/officeDocument/2006/relationships/tags" Target="../tags/tag43.xml"/><Relationship Id="rId2" Type="http://schemas.openxmlformats.org/officeDocument/2006/relationships/tags" Target="../tags/tag33.xml"/><Relationship Id="rId16" Type="http://schemas.openxmlformats.org/officeDocument/2006/relationships/chart" Target="../charts/chart10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11" Type="http://schemas.openxmlformats.org/officeDocument/2006/relationships/tags" Target="../tags/tag42.xml"/><Relationship Id="rId5" Type="http://schemas.openxmlformats.org/officeDocument/2006/relationships/tags" Target="../tags/tag36.xml"/><Relationship Id="rId15" Type="http://schemas.openxmlformats.org/officeDocument/2006/relationships/image" Target="../media/image2.emf"/><Relationship Id="rId10" Type="http://schemas.openxmlformats.org/officeDocument/2006/relationships/tags" Target="../tags/tag41.xml"/><Relationship Id="rId4" Type="http://schemas.openxmlformats.org/officeDocument/2006/relationships/tags" Target="../tags/tag35.xml"/><Relationship Id="rId9" Type="http://schemas.openxmlformats.org/officeDocument/2006/relationships/tags" Target="../tags/tag40.xml"/><Relationship Id="rId14" Type="http://schemas.openxmlformats.org/officeDocument/2006/relationships/oleObject" Target="../embeddings/oleObject5.bin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tags" Target="../tags/tag56.xml"/><Relationship Id="rId18" Type="http://schemas.openxmlformats.org/officeDocument/2006/relationships/tags" Target="../tags/tag61.xml"/><Relationship Id="rId26" Type="http://schemas.openxmlformats.org/officeDocument/2006/relationships/tags" Target="../tags/tag69.xml"/><Relationship Id="rId39" Type="http://schemas.openxmlformats.org/officeDocument/2006/relationships/chart" Target="../charts/chart13.xml"/><Relationship Id="rId21" Type="http://schemas.openxmlformats.org/officeDocument/2006/relationships/tags" Target="../tags/tag64.xml"/><Relationship Id="rId34" Type="http://schemas.openxmlformats.org/officeDocument/2006/relationships/slideLayout" Target="../slideLayouts/slideLayout1.xml"/><Relationship Id="rId42" Type="http://schemas.openxmlformats.org/officeDocument/2006/relationships/chart" Target="../charts/chart16.xml"/><Relationship Id="rId7" Type="http://schemas.openxmlformats.org/officeDocument/2006/relationships/tags" Target="../tags/tag50.xml"/><Relationship Id="rId2" Type="http://schemas.openxmlformats.org/officeDocument/2006/relationships/tags" Target="../tags/tag45.xml"/><Relationship Id="rId16" Type="http://schemas.openxmlformats.org/officeDocument/2006/relationships/tags" Target="../tags/tag59.xml"/><Relationship Id="rId20" Type="http://schemas.openxmlformats.org/officeDocument/2006/relationships/tags" Target="../tags/tag63.xml"/><Relationship Id="rId29" Type="http://schemas.openxmlformats.org/officeDocument/2006/relationships/tags" Target="../tags/tag72.xml"/><Relationship Id="rId41" Type="http://schemas.openxmlformats.org/officeDocument/2006/relationships/chart" Target="../charts/chart1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11" Type="http://schemas.openxmlformats.org/officeDocument/2006/relationships/tags" Target="../tags/tag54.xml"/><Relationship Id="rId24" Type="http://schemas.openxmlformats.org/officeDocument/2006/relationships/tags" Target="../tags/tag67.xml"/><Relationship Id="rId32" Type="http://schemas.openxmlformats.org/officeDocument/2006/relationships/tags" Target="../tags/tag75.xml"/><Relationship Id="rId37" Type="http://schemas.openxmlformats.org/officeDocument/2006/relationships/chart" Target="../charts/chart11.xml"/><Relationship Id="rId40" Type="http://schemas.openxmlformats.org/officeDocument/2006/relationships/chart" Target="../charts/chart14.xml"/><Relationship Id="rId5" Type="http://schemas.openxmlformats.org/officeDocument/2006/relationships/tags" Target="../tags/tag48.xml"/><Relationship Id="rId15" Type="http://schemas.openxmlformats.org/officeDocument/2006/relationships/tags" Target="../tags/tag58.xml"/><Relationship Id="rId23" Type="http://schemas.openxmlformats.org/officeDocument/2006/relationships/tags" Target="../tags/tag66.xml"/><Relationship Id="rId28" Type="http://schemas.openxmlformats.org/officeDocument/2006/relationships/tags" Target="../tags/tag71.xml"/><Relationship Id="rId36" Type="http://schemas.openxmlformats.org/officeDocument/2006/relationships/image" Target="../media/image3.emf"/><Relationship Id="rId10" Type="http://schemas.openxmlformats.org/officeDocument/2006/relationships/tags" Target="../tags/tag53.xml"/><Relationship Id="rId19" Type="http://schemas.openxmlformats.org/officeDocument/2006/relationships/tags" Target="../tags/tag62.xml"/><Relationship Id="rId31" Type="http://schemas.openxmlformats.org/officeDocument/2006/relationships/tags" Target="../tags/tag74.xml"/><Relationship Id="rId44" Type="http://schemas.openxmlformats.org/officeDocument/2006/relationships/chart" Target="../charts/chart18.xml"/><Relationship Id="rId4" Type="http://schemas.openxmlformats.org/officeDocument/2006/relationships/tags" Target="../tags/tag47.xml"/><Relationship Id="rId9" Type="http://schemas.openxmlformats.org/officeDocument/2006/relationships/tags" Target="../tags/tag52.xml"/><Relationship Id="rId14" Type="http://schemas.openxmlformats.org/officeDocument/2006/relationships/tags" Target="../tags/tag57.xml"/><Relationship Id="rId22" Type="http://schemas.openxmlformats.org/officeDocument/2006/relationships/tags" Target="../tags/tag65.xml"/><Relationship Id="rId27" Type="http://schemas.openxmlformats.org/officeDocument/2006/relationships/tags" Target="../tags/tag70.xml"/><Relationship Id="rId30" Type="http://schemas.openxmlformats.org/officeDocument/2006/relationships/tags" Target="../tags/tag73.xml"/><Relationship Id="rId35" Type="http://schemas.openxmlformats.org/officeDocument/2006/relationships/oleObject" Target="../embeddings/oleObject6.bin"/><Relationship Id="rId43" Type="http://schemas.openxmlformats.org/officeDocument/2006/relationships/chart" Target="../charts/chart17.xml"/><Relationship Id="rId8" Type="http://schemas.openxmlformats.org/officeDocument/2006/relationships/tags" Target="../tags/tag51.xml"/><Relationship Id="rId3" Type="http://schemas.openxmlformats.org/officeDocument/2006/relationships/tags" Target="../tags/tag46.xml"/><Relationship Id="rId12" Type="http://schemas.openxmlformats.org/officeDocument/2006/relationships/tags" Target="../tags/tag55.xml"/><Relationship Id="rId17" Type="http://schemas.openxmlformats.org/officeDocument/2006/relationships/tags" Target="../tags/tag60.xml"/><Relationship Id="rId25" Type="http://schemas.openxmlformats.org/officeDocument/2006/relationships/tags" Target="../tags/tag68.xml"/><Relationship Id="rId33" Type="http://schemas.openxmlformats.org/officeDocument/2006/relationships/tags" Target="../tags/tag76.xml"/><Relationship Id="rId38" Type="http://schemas.openxmlformats.org/officeDocument/2006/relationships/chart" Target="../charts/char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7.xml"/><Relationship Id="rId6" Type="http://schemas.openxmlformats.org/officeDocument/2006/relationships/chart" Target="../charts/chart19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7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85.xml"/><Relationship Id="rId13" Type="http://schemas.openxmlformats.org/officeDocument/2006/relationships/tags" Target="../tags/tag90.xml"/><Relationship Id="rId18" Type="http://schemas.openxmlformats.org/officeDocument/2006/relationships/tags" Target="../tags/tag95.xml"/><Relationship Id="rId26" Type="http://schemas.openxmlformats.org/officeDocument/2006/relationships/notesSlide" Target="../notesSlides/notesSlide2.xml"/><Relationship Id="rId3" Type="http://schemas.openxmlformats.org/officeDocument/2006/relationships/tags" Target="../tags/tag80.xml"/><Relationship Id="rId21" Type="http://schemas.openxmlformats.org/officeDocument/2006/relationships/tags" Target="../tags/tag98.xml"/><Relationship Id="rId7" Type="http://schemas.openxmlformats.org/officeDocument/2006/relationships/tags" Target="../tags/tag84.xml"/><Relationship Id="rId12" Type="http://schemas.openxmlformats.org/officeDocument/2006/relationships/tags" Target="../tags/tag89.xml"/><Relationship Id="rId17" Type="http://schemas.openxmlformats.org/officeDocument/2006/relationships/tags" Target="../tags/tag94.xml"/><Relationship Id="rId25" Type="http://schemas.openxmlformats.org/officeDocument/2006/relationships/slideLayout" Target="../slideLayouts/slideLayout1.xml"/><Relationship Id="rId2" Type="http://schemas.openxmlformats.org/officeDocument/2006/relationships/tags" Target="../tags/tag79.xml"/><Relationship Id="rId16" Type="http://schemas.openxmlformats.org/officeDocument/2006/relationships/tags" Target="../tags/tag93.xml"/><Relationship Id="rId20" Type="http://schemas.openxmlformats.org/officeDocument/2006/relationships/tags" Target="../tags/tag97.xml"/><Relationship Id="rId29" Type="http://schemas.openxmlformats.org/officeDocument/2006/relationships/chart" Target="../charts/chart20.xml"/><Relationship Id="rId1" Type="http://schemas.openxmlformats.org/officeDocument/2006/relationships/tags" Target="../tags/tag78.xml"/><Relationship Id="rId6" Type="http://schemas.openxmlformats.org/officeDocument/2006/relationships/tags" Target="../tags/tag83.xml"/><Relationship Id="rId11" Type="http://schemas.openxmlformats.org/officeDocument/2006/relationships/tags" Target="../tags/tag88.xml"/><Relationship Id="rId24" Type="http://schemas.openxmlformats.org/officeDocument/2006/relationships/tags" Target="../tags/tag101.xml"/><Relationship Id="rId5" Type="http://schemas.openxmlformats.org/officeDocument/2006/relationships/tags" Target="../tags/tag82.xml"/><Relationship Id="rId15" Type="http://schemas.openxmlformats.org/officeDocument/2006/relationships/tags" Target="../tags/tag92.xml"/><Relationship Id="rId23" Type="http://schemas.openxmlformats.org/officeDocument/2006/relationships/tags" Target="../tags/tag100.xml"/><Relationship Id="rId28" Type="http://schemas.openxmlformats.org/officeDocument/2006/relationships/image" Target="../media/image4.emf"/><Relationship Id="rId10" Type="http://schemas.openxmlformats.org/officeDocument/2006/relationships/tags" Target="../tags/tag87.xml"/><Relationship Id="rId19" Type="http://schemas.openxmlformats.org/officeDocument/2006/relationships/tags" Target="../tags/tag96.xml"/><Relationship Id="rId31" Type="http://schemas.openxmlformats.org/officeDocument/2006/relationships/chart" Target="../charts/chart22.xml"/><Relationship Id="rId4" Type="http://schemas.openxmlformats.org/officeDocument/2006/relationships/tags" Target="../tags/tag81.xml"/><Relationship Id="rId9" Type="http://schemas.openxmlformats.org/officeDocument/2006/relationships/tags" Target="../tags/tag86.xml"/><Relationship Id="rId14" Type="http://schemas.openxmlformats.org/officeDocument/2006/relationships/tags" Target="../tags/tag91.xml"/><Relationship Id="rId22" Type="http://schemas.openxmlformats.org/officeDocument/2006/relationships/tags" Target="../tags/tag99.xml"/><Relationship Id="rId27" Type="http://schemas.openxmlformats.org/officeDocument/2006/relationships/oleObject" Target="../embeddings/oleObject8.bin"/><Relationship Id="rId30" Type="http://schemas.openxmlformats.org/officeDocument/2006/relationships/chart" Target="../charts/chart21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tags" Target="../tags/tag114.xml"/><Relationship Id="rId18" Type="http://schemas.openxmlformats.org/officeDocument/2006/relationships/tags" Target="../tags/tag119.xml"/><Relationship Id="rId26" Type="http://schemas.openxmlformats.org/officeDocument/2006/relationships/tags" Target="../tags/tag127.xml"/><Relationship Id="rId39" Type="http://schemas.openxmlformats.org/officeDocument/2006/relationships/tags" Target="../tags/tag140.xml"/><Relationship Id="rId21" Type="http://schemas.openxmlformats.org/officeDocument/2006/relationships/tags" Target="../tags/tag122.xml"/><Relationship Id="rId34" Type="http://schemas.openxmlformats.org/officeDocument/2006/relationships/tags" Target="../tags/tag135.xml"/><Relationship Id="rId42" Type="http://schemas.openxmlformats.org/officeDocument/2006/relationships/tags" Target="../tags/tag143.xml"/><Relationship Id="rId47" Type="http://schemas.openxmlformats.org/officeDocument/2006/relationships/tags" Target="../tags/tag148.xml"/><Relationship Id="rId50" Type="http://schemas.openxmlformats.org/officeDocument/2006/relationships/tags" Target="../tags/tag151.xml"/><Relationship Id="rId55" Type="http://schemas.openxmlformats.org/officeDocument/2006/relationships/slideLayout" Target="../slideLayouts/slideLayout1.xml"/><Relationship Id="rId7" Type="http://schemas.openxmlformats.org/officeDocument/2006/relationships/tags" Target="../tags/tag108.xml"/><Relationship Id="rId2" Type="http://schemas.openxmlformats.org/officeDocument/2006/relationships/tags" Target="../tags/tag103.xml"/><Relationship Id="rId16" Type="http://schemas.openxmlformats.org/officeDocument/2006/relationships/tags" Target="../tags/tag117.xml"/><Relationship Id="rId29" Type="http://schemas.openxmlformats.org/officeDocument/2006/relationships/tags" Target="../tags/tag130.xml"/><Relationship Id="rId11" Type="http://schemas.openxmlformats.org/officeDocument/2006/relationships/tags" Target="../tags/tag112.xml"/><Relationship Id="rId24" Type="http://schemas.openxmlformats.org/officeDocument/2006/relationships/tags" Target="../tags/tag125.xml"/><Relationship Id="rId32" Type="http://schemas.openxmlformats.org/officeDocument/2006/relationships/tags" Target="../tags/tag133.xml"/><Relationship Id="rId37" Type="http://schemas.openxmlformats.org/officeDocument/2006/relationships/tags" Target="../tags/tag138.xml"/><Relationship Id="rId40" Type="http://schemas.openxmlformats.org/officeDocument/2006/relationships/tags" Target="../tags/tag141.xml"/><Relationship Id="rId45" Type="http://schemas.openxmlformats.org/officeDocument/2006/relationships/tags" Target="../tags/tag146.xml"/><Relationship Id="rId53" Type="http://schemas.openxmlformats.org/officeDocument/2006/relationships/tags" Target="../tags/tag154.xml"/><Relationship Id="rId58" Type="http://schemas.openxmlformats.org/officeDocument/2006/relationships/image" Target="../media/image5.emf"/><Relationship Id="rId5" Type="http://schemas.openxmlformats.org/officeDocument/2006/relationships/tags" Target="../tags/tag106.xml"/><Relationship Id="rId19" Type="http://schemas.openxmlformats.org/officeDocument/2006/relationships/tags" Target="../tags/tag120.xml"/><Relationship Id="rId4" Type="http://schemas.openxmlformats.org/officeDocument/2006/relationships/tags" Target="../tags/tag105.xml"/><Relationship Id="rId9" Type="http://schemas.openxmlformats.org/officeDocument/2006/relationships/tags" Target="../tags/tag110.xml"/><Relationship Id="rId14" Type="http://schemas.openxmlformats.org/officeDocument/2006/relationships/tags" Target="../tags/tag115.xml"/><Relationship Id="rId22" Type="http://schemas.openxmlformats.org/officeDocument/2006/relationships/tags" Target="../tags/tag123.xml"/><Relationship Id="rId27" Type="http://schemas.openxmlformats.org/officeDocument/2006/relationships/tags" Target="../tags/tag128.xml"/><Relationship Id="rId30" Type="http://schemas.openxmlformats.org/officeDocument/2006/relationships/tags" Target="../tags/tag131.xml"/><Relationship Id="rId35" Type="http://schemas.openxmlformats.org/officeDocument/2006/relationships/tags" Target="../tags/tag136.xml"/><Relationship Id="rId43" Type="http://schemas.openxmlformats.org/officeDocument/2006/relationships/tags" Target="../tags/tag144.xml"/><Relationship Id="rId48" Type="http://schemas.openxmlformats.org/officeDocument/2006/relationships/tags" Target="../tags/tag149.xml"/><Relationship Id="rId56" Type="http://schemas.openxmlformats.org/officeDocument/2006/relationships/notesSlide" Target="../notesSlides/notesSlide3.xml"/><Relationship Id="rId8" Type="http://schemas.openxmlformats.org/officeDocument/2006/relationships/tags" Target="../tags/tag109.xml"/><Relationship Id="rId51" Type="http://schemas.openxmlformats.org/officeDocument/2006/relationships/tags" Target="../tags/tag152.xml"/><Relationship Id="rId3" Type="http://schemas.openxmlformats.org/officeDocument/2006/relationships/tags" Target="../tags/tag104.xml"/><Relationship Id="rId12" Type="http://schemas.openxmlformats.org/officeDocument/2006/relationships/tags" Target="../tags/tag113.xml"/><Relationship Id="rId17" Type="http://schemas.openxmlformats.org/officeDocument/2006/relationships/tags" Target="../tags/tag118.xml"/><Relationship Id="rId25" Type="http://schemas.openxmlformats.org/officeDocument/2006/relationships/tags" Target="../tags/tag126.xml"/><Relationship Id="rId33" Type="http://schemas.openxmlformats.org/officeDocument/2006/relationships/tags" Target="../tags/tag134.xml"/><Relationship Id="rId38" Type="http://schemas.openxmlformats.org/officeDocument/2006/relationships/tags" Target="../tags/tag139.xml"/><Relationship Id="rId46" Type="http://schemas.openxmlformats.org/officeDocument/2006/relationships/tags" Target="../tags/tag147.xml"/><Relationship Id="rId59" Type="http://schemas.openxmlformats.org/officeDocument/2006/relationships/chart" Target="../charts/chart23.xml"/><Relationship Id="rId20" Type="http://schemas.openxmlformats.org/officeDocument/2006/relationships/tags" Target="../tags/tag121.xml"/><Relationship Id="rId41" Type="http://schemas.openxmlformats.org/officeDocument/2006/relationships/tags" Target="../tags/tag142.xml"/><Relationship Id="rId54" Type="http://schemas.openxmlformats.org/officeDocument/2006/relationships/tags" Target="../tags/tag155.xml"/><Relationship Id="rId1" Type="http://schemas.openxmlformats.org/officeDocument/2006/relationships/tags" Target="../tags/tag102.xml"/><Relationship Id="rId6" Type="http://schemas.openxmlformats.org/officeDocument/2006/relationships/tags" Target="../tags/tag107.xml"/><Relationship Id="rId15" Type="http://schemas.openxmlformats.org/officeDocument/2006/relationships/tags" Target="../tags/tag116.xml"/><Relationship Id="rId23" Type="http://schemas.openxmlformats.org/officeDocument/2006/relationships/tags" Target="../tags/tag124.xml"/><Relationship Id="rId28" Type="http://schemas.openxmlformats.org/officeDocument/2006/relationships/tags" Target="../tags/tag129.xml"/><Relationship Id="rId36" Type="http://schemas.openxmlformats.org/officeDocument/2006/relationships/tags" Target="../tags/tag137.xml"/><Relationship Id="rId49" Type="http://schemas.openxmlformats.org/officeDocument/2006/relationships/tags" Target="../tags/tag150.xml"/><Relationship Id="rId57" Type="http://schemas.openxmlformats.org/officeDocument/2006/relationships/oleObject" Target="../embeddings/oleObject9.bin"/><Relationship Id="rId10" Type="http://schemas.openxmlformats.org/officeDocument/2006/relationships/tags" Target="../tags/tag111.xml"/><Relationship Id="rId31" Type="http://schemas.openxmlformats.org/officeDocument/2006/relationships/tags" Target="../tags/tag132.xml"/><Relationship Id="rId44" Type="http://schemas.openxmlformats.org/officeDocument/2006/relationships/tags" Target="../tags/tag145.xml"/><Relationship Id="rId52" Type="http://schemas.openxmlformats.org/officeDocument/2006/relationships/tags" Target="../tags/tag15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163.xml"/><Relationship Id="rId13" Type="http://schemas.openxmlformats.org/officeDocument/2006/relationships/tags" Target="../tags/tag168.xml"/><Relationship Id="rId18" Type="http://schemas.openxmlformats.org/officeDocument/2006/relationships/tags" Target="../tags/tag173.xml"/><Relationship Id="rId26" Type="http://schemas.openxmlformats.org/officeDocument/2006/relationships/tags" Target="../tags/tag181.xml"/><Relationship Id="rId3" Type="http://schemas.openxmlformats.org/officeDocument/2006/relationships/tags" Target="../tags/tag158.xml"/><Relationship Id="rId21" Type="http://schemas.openxmlformats.org/officeDocument/2006/relationships/tags" Target="../tags/tag176.xml"/><Relationship Id="rId7" Type="http://schemas.openxmlformats.org/officeDocument/2006/relationships/tags" Target="../tags/tag162.xml"/><Relationship Id="rId12" Type="http://schemas.openxmlformats.org/officeDocument/2006/relationships/tags" Target="../tags/tag167.xml"/><Relationship Id="rId17" Type="http://schemas.openxmlformats.org/officeDocument/2006/relationships/tags" Target="../tags/tag172.xml"/><Relationship Id="rId25" Type="http://schemas.openxmlformats.org/officeDocument/2006/relationships/tags" Target="../tags/tag180.xml"/><Relationship Id="rId2" Type="http://schemas.openxmlformats.org/officeDocument/2006/relationships/tags" Target="../tags/tag157.xml"/><Relationship Id="rId16" Type="http://schemas.openxmlformats.org/officeDocument/2006/relationships/tags" Target="../tags/tag171.xml"/><Relationship Id="rId20" Type="http://schemas.openxmlformats.org/officeDocument/2006/relationships/tags" Target="../tags/tag175.xml"/><Relationship Id="rId29" Type="http://schemas.openxmlformats.org/officeDocument/2006/relationships/oleObject" Target="../embeddings/oleObject10.bin"/><Relationship Id="rId1" Type="http://schemas.openxmlformats.org/officeDocument/2006/relationships/tags" Target="../tags/tag156.xml"/><Relationship Id="rId6" Type="http://schemas.openxmlformats.org/officeDocument/2006/relationships/tags" Target="../tags/tag161.xml"/><Relationship Id="rId11" Type="http://schemas.openxmlformats.org/officeDocument/2006/relationships/tags" Target="../tags/tag166.xml"/><Relationship Id="rId24" Type="http://schemas.openxmlformats.org/officeDocument/2006/relationships/tags" Target="../tags/tag179.xml"/><Relationship Id="rId32" Type="http://schemas.openxmlformats.org/officeDocument/2006/relationships/chart" Target="../charts/chart25.xml"/><Relationship Id="rId5" Type="http://schemas.openxmlformats.org/officeDocument/2006/relationships/tags" Target="../tags/tag160.xml"/><Relationship Id="rId15" Type="http://schemas.openxmlformats.org/officeDocument/2006/relationships/tags" Target="../tags/tag170.xml"/><Relationship Id="rId23" Type="http://schemas.openxmlformats.org/officeDocument/2006/relationships/tags" Target="../tags/tag178.xml"/><Relationship Id="rId28" Type="http://schemas.openxmlformats.org/officeDocument/2006/relationships/slideLayout" Target="../slideLayouts/slideLayout1.xml"/><Relationship Id="rId10" Type="http://schemas.openxmlformats.org/officeDocument/2006/relationships/tags" Target="../tags/tag165.xml"/><Relationship Id="rId19" Type="http://schemas.openxmlformats.org/officeDocument/2006/relationships/tags" Target="../tags/tag174.xml"/><Relationship Id="rId31" Type="http://schemas.openxmlformats.org/officeDocument/2006/relationships/chart" Target="../charts/chart24.xml"/><Relationship Id="rId4" Type="http://schemas.openxmlformats.org/officeDocument/2006/relationships/tags" Target="../tags/tag159.xml"/><Relationship Id="rId9" Type="http://schemas.openxmlformats.org/officeDocument/2006/relationships/tags" Target="../tags/tag164.xml"/><Relationship Id="rId14" Type="http://schemas.openxmlformats.org/officeDocument/2006/relationships/tags" Target="../tags/tag169.xml"/><Relationship Id="rId22" Type="http://schemas.openxmlformats.org/officeDocument/2006/relationships/tags" Target="../tags/tag177.xml"/><Relationship Id="rId27" Type="http://schemas.openxmlformats.org/officeDocument/2006/relationships/tags" Target="../tags/tag182.xml"/><Relationship Id="rId30" Type="http://schemas.openxmlformats.org/officeDocument/2006/relationships/image" Target="../media/image6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7.xml"/><Relationship Id="rId3" Type="http://schemas.openxmlformats.org/officeDocument/2006/relationships/tags" Target="../tags/tag185.xml"/><Relationship Id="rId7" Type="http://schemas.openxmlformats.org/officeDocument/2006/relationships/chart" Target="../charts/chart26.xml"/><Relationship Id="rId2" Type="http://schemas.openxmlformats.org/officeDocument/2006/relationships/tags" Target="../tags/tag184.xml"/><Relationship Id="rId1" Type="http://schemas.openxmlformats.org/officeDocument/2006/relationships/tags" Target="../tags/tag183.x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11.bin"/><Relationship Id="rId4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tags" Target="../tags/tag198.xml"/><Relationship Id="rId18" Type="http://schemas.openxmlformats.org/officeDocument/2006/relationships/tags" Target="../tags/tag203.xml"/><Relationship Id="rId26" Type="http://schemas.openxmlformats.org/officeDocument/2006/relationships/tags" Target="../tags/tag211.xml"/><Relationship Id="rId39" Type="http://schemas.openxmlformats.org/officeDocument/2006/relationships/tags" Target="../tags/tag224.xml"/><Relationship Id="rId21" Type="http://schemas.openxmlformats.org/officeDocument/2006/relationships/tags" Target="../tags/tag206.xml"/><Relationship Id="rId34" Type="http://schemas.openxmlformats.org/officeDocument/2006/relationships/tags" Target="../tags/tag219.xml"/><Relationship Id="rId42" Type="http://schemas.openxmlformats.org/officeDocument/2006/relationships/tags" Target="../tags/tag227.xml"/><Relationship Id="rId47" Type="http://schemas.openxmlformats.org/officeDocument/2006/relationships/image" Target="../media/image9.svg"/><Relationship Id="rId7" Type="http://schemas.openxmlformats.org/officeDocument/2006/relationships/tags" Target="../tags/tag192.xml"/><Relationship Id="rId2" Type="http://schemas.openxmlformats.org/officeDocument/2006/relationships/tags" Target="../tags/tag187.xml"/><Relationship Id="rId16" Type="http://schemas.openxmlformats.org/officeDocument/2006/relationships/tags" Target="../tags/tag201.xml"/><Relationship Id="rId29" Type="http://schemas.openxmlformats.org/officeDocument/2006/relationships/tags" Target="../tags/tag214.xml"/><Relationship Id="rId1" Type="http://schemas.openxmlformats.org/officeDocument/2006/relationships/tags" Target="../tags/tag186.xml"/><Relationship Id="rId6" Type="http://schemas.openxmlformats.org/officeDocument/2006/relationships/tags" Target="../tags/tag191.xml"/><Relationship Id="rId11" Type="http://schemas.openxmlformats.org/officeDocument/2006/relationships/tags" Target="../tags/tag196.xml"/><Relationship Id="rId24" Type="http://schemas.openxmlformats.org/officeDocument/2006/relationships/tags" Target="../tags/tag209.xml"/><Relationship Id="rId32" Type="http://schemas.openxmlformats.org/officeDocument/2006/relationships/tags" Target="../tags/tag217.xml"/><Relationship Id="rId37" Type="http://schemas.openxmlformats.org/officeDocument/2006/relationships/tags" Target="../tags/tag222.xml"/><Relationship Id="rId40" Type="http://schemas.openxmlformats.org/officeDocument/2006/relationships/tags" Target="../tags/tag225.xml"/><Relationship Id="rId45" Type="http://schemas.openxmlformats.org/officeDocument/2006/relationships/image" Target="../media/image7.emf"/><Relationship Id="rId5" Type="http://schemas.openxmlformats.org/officeDocument/2006/relationships/tags" Target="../tags/tag190.xml"/><Relationship Id="rId15" Type="http://schemas.openxmlformats.org/officeDocument/2006/relationships/tags" Target="../tags/tag200.xml"/><Relationship Id="rId23" Type="http://schemas.openxmlformats.org/officeDocument/2006/relationships/tags" Target="../tags/tag208.xml"/><Relationship Id="rId28" Type="http://schemas.openxmlformats.org/officeDocument/2006/relationships/tags" Target="../tags/tag213.xml"/><Relationship Id="rId36" Type="http://schemas.openxmlformats.org/officeDocument/2006/relationships/tags" Target="../tags/tag221.xml"/><Relationship Id="rId10" Type="http://schemas.openxmlformats.org/officeDocument/2006/relationships/tags" Target="../tags/tag195.xml"/><Relationship Id="rId19" Type="http://schemas.openxmlformats.org/officeDocument/2006/relationships/tags" Target="../tags/tag204.xml"/><Relationship Id="rId31" Type="http://schemas.openxmlformats.org/officeDocument/2006/relationships/tags" Target="../tags/tag216.xml"/><Relationship Id="rId44" Type="http://schemas.openxmlformats.org/officeDocument/2006/relationships/oleObject" Target="../embeddings/oleObject12.bin"/><Relationship Id="rId4" Type="http://schemas.openxmlformats.org/officeDocument/2006/relationships/tags" Target="../tags/tag189.xml"/><Relationship Id="rId9" Type="http://schemas.openxmlformats.org/officeDocument/2006/relationships/tags" Target="../tags/tag194.xml"/><Relationship Id="rId14" Type="http://schemas.openxmlformats.org/officeDocument/2006/relationships/tags" Target="../tags/tag199.xml"/><Relationship Id="rId22" Type="http://schemas.openxmlformats.org/officeDocument/2006/relationships/tags" Target="../tags/tag207.xml"/><Relationship Id="rId27" Type="http://schemas.openxmlformats.org/officeDocument/2006/relationships/tags" Target="../tags/tag212.xml"/><Relationship Id="rId30" Type="http://schemas.openxmlformats.org/officeDocument/2006/relationships/tags" Target="../tags/tag215.xml"/><Relationship Id="rId35" Type="http://schemas.openxmlformats.org/officeDocument/2006/relationships/tags" Target="../tags/tag220.xml"/><Relationship Id="rId43" Type="http://schemas.openxmlformats.org/officeDocument/2006/relationships/slideLayout" Target="../slideLayouts/slideLayout1.xml"/><Relationship Id="rId48" Type="http://schemas.openxmlformats.org/officeDocument/2006/relationships/chart" Target="../charts/chart28.xml"/><Relationship Id="rId8" Type="http://schemas.openxmlformats.org/officeDocument/2006/relationships/tags" Target="../tags/tag193.xml"/><Relationship Id="rId3" Type="http://schemas.openxmlformats.org/officeDocument/2006/relationships/tags" Target="../tags/tag188.xml"/><Relationship Id="rId12" Type="http://schemas.openxmlformats.org/officeDocument/2006/relationships/tags" Target="../tags/tag197.xml"/><Relationship Id="rId17" Type="http://schemas.openxmlformats.org/officeDocument/2006/relationships/tags" Target="../tags/tag202.xml"/><Relationship Id="rId25" Type="http://schemas.openxmlformats.org/officeDocument/2006/relationships/tags" Target="../tags/tag210.xml"/><Relationship Id="rId33" Type="http://schemas.openxmlformats.org/officeDocument/2006/relationships/tags" Target="../tags/tag218.xml"/><Relationship Id="rId38" Type="http://schemas.openxmlformats.org/officeDocument/2006/relationships/tags" Target="../tags/tag223.xml"/><Relationship Id="rId46" Type="http://schemas.openxmlformats.org/officeDocument/2006/relationships/image" Target="../media/image8.png"/><Relationship Id="rId20" Type="http://schemas.openxmlformats.org/officeDocument/2006/relationships/tags" Target="../tags/tag205.xml"/><Relationship Id="rId41" Type="http://schemas.openxmlformats.org/officeDocument/2006/relationships/tags" Target="../tags/tag2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D48FC9FE-FF78-144E-6A01-AF4A2F8764A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2" imgW="7772400" imgH="10058400" progId="TCLayout.ActiveDocument.1">
                  <p:embed/>
                </p:oleObj>
              </mc:Choice>
              <mc:Fallback>
                <p:oleObj name="think-cell 幻灯片" r:id="rId12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48FC9FE-FF78-144E-6A01-AF4A2F8764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1160DB30-853D-B657-1D08-638F0473292E}"/>
              </a:ext>
            </a:extLst>
          </p:cNvPr>
          <p:cNvSpPr txBox="1"/>
          <p:nvPr/>
        </p:nvSpPr>
        <p:spPr>
          <a:xfrm>
            <a:off x="443001" y="261257"/>
            <a:ext cx="45432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Most B2B seller interactions have moved</a:t>
            </a:r>
          </a:p>
          <a:p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to remote or digital …</a:t>
            </a:r>
            <a:endParaRPr kumimoji="1" lang="zh-CN" altLang="en-US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7423AE6-A8AA-9366-167F-BFE12F43E977}"/>
              </a:ext>
            </a:extLst>
          </p:cNvPr>
          <p:cNvSpPr txBox="1"/>
          <p:nvPr/>
        </p:nvSpPr>
        <p:spPr>
          <a:xfrm>
            <a:off x="8120743" y="261256"/>
            <a:ext cx="25410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...and that's exactly</a:t>
            </a:r>
          </a:p>
          <a:p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what customers want.</a:t>
            </a:r>
            <a:endParaRPr kumimoji="1" lang="zh-CN" altLang="en-US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037F055-1B15-6131-93BB-3AEDBDAE1B15}"/>
              </a:ext>
            </a:extLst>
          </p:cNvPr>
          <p:cNvSpPr txBox="1"/>
          <p:nvPr/>
        </p:nvSpPr>
        <p:spPr>
          <a:xfrm>
            <a:off x="443001" y="1096145"/>
            <a:ext cx="441178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Current way of interacting with suppliers' sales reps</a:t>
            </a:r>
          </a:p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during different stages</a:t>
            </a:r>
            <a:r>
              <a:rPr kumimoji="1" lang="en-US" altLang="zh-CN" sz="1400" baseline="30000" dirty="0">
                <a:latin typeface="HarmonyOS Sans SC" pitchFamily="2" charset="-122"/>
                <a:ea typeface="HarmonyOS Sans SC" pitchFamily="2" charset="-122"/>
              </a:rPr>
              <a:t>1</a:t>
            </a:r>
            <a:r>
              <a:rPr kumimoji="1" lang="zh-CN" altLang="en-US" sz="1400" baseline="30000" dirty="0">
                <a:latin typeface="HarmonyOS Sans SC" pitchFamily="2" charset="-122"/>
                <a:ea typeface="HarmonyOS Sans SC" pitchFamily="2" charset="-122"/>
              </a:rPr>
              <a:t>，</a:t>
            </a:r>
            <a:r>
              <a:rPr kumimoji="1" lang="en-US" altLang="zh-CN" sz="1400" baseline="30000" dirty="0">
                <a:latin typeface="HarmonyOS Sans SC" pitchFamily="2" charset="-122"/>
                <a:ea typeface="HarmonyOS Sans SC" pitchFamily="2" charset="-122"/>
              </a:rPr>
              <a:t>3</a:t>
            </a:r>
          </a:p>
          <a:p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% of respondents</a:t>
            </a:r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39F514E-D11D-DAF8-BF44-A7AAF2489A0E}"/>
              </a:ext>
            </a:extLst>
          </p:cNvPr>
          <p:cNvSpPr txBox="1"/>
          <p:nvPr/>
        </p:nvSpPr>
        <p:spPr>
          <a:xfrm>
            <a:off x="443001" y="6042745"/>
            <a:ext cx="777648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baseline="30000" dirty="0">
                <a:latin typeface="HarmonyOS Sans SC Light" pitchFamily="2" charset="-122"/>
                <a:ea typeface="HarmonyOS Sans SC Light" pitchFamily="2" charset="-122"/>
              </a:rPr>
              <a:t>1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Q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： 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"</a:t>
            </a:r>
            <a:r>
              <a:rPr kumimoji="1" lang="en-US" altLang="zh-CN" sz="1000" i="1" dirty="0">
                <a:latin typeface="HarmonyOS Sans SC Light" pitchFamily="2" charset="-122"/>
                <a:ea typeface="HarmonyOS Sans SC Light" pitchFamily="2" charset="-122"/>
              </a:rPr>
              <a:t>How would you currently interact with sales reps from your company's suppliers during the following stages of interactions</a:t>
            </a:r>
            <a:r>
              <a:rPr kumimoji="1" lang="zh-CN" altLang="en-US" sz="1000" i="1" dirty="0">
                <a:latin typeface="HarmonyOS Sans SC Light" pitchFamily="2" charset="-122"/>
                <a:ea typeface="HarmonyOS Sans SC Light" pitchFamily="2" charset="-122"/>
              </a:rPr>
              <a:t>？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"</a:t>
            </a:r>
          </a:p>
          <a:p>
            <a:r>
              <a:rPr kumimoji="1" lang="en-US" altLang="zh-CN" sz="1000" baseline="30000" dirty="0">
                <a:latin typeface="HarmonyOS Sans SC Light" pitchFamily="2" charset="-122"/>
                <a:ea typeface="HarmonyOS Sans SC Light" pitchFamily="2" charset="-122"/>
              </a:rPr>
              <a:t>2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Q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： 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"</a:t>
            </a:r>
            <a:r>
              <a:rPr kumimoji="1" lang="en-US" altLang="zh-CN" sz="1000" i="1" dirty="0">
                <a:latin typeface="HarmonyOS Sans SC Light" pitchFamily="2" charset="-122"/>
                <a:ea typeface="HarmonyOS Sans SC Light" pitchFamily="2" charset="-122"/>
              </a:rPr>
              <a:t>How would you prefer to interact with sales reps from your company's suppliers during the following stages of interactions</a:t>
            </a:r>
            <a:r>
              <a:rPr kumimoji="1" lang="zh-CN" altLang="en-US" sz="1000" i="1" dirty="0">
                <a:latin typeface="HarmonyOS Sans SC Light" pitchFamily="2" charset="-122"/>
                <a:ea typeface="HarmonyOS Sans SC Light" pitchFamily="2" charset="-122"/>
              </a:rPr>
              <a:t>？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"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  <a:p>
            <a:r>
              <a:rPr kumimoji="1" lang="en-US" altLang="zh-CN" sz="1000" baseline="30000" dirty="0">
                <a:latin typeface="HarmonyOS Sans SC Light" pitchFamily="2" charset="-122"/>
                <a:ea typeface="HarmonyOS Sans SC Light" pitchFamily="2" charset="-122"/>
              </a:rPr>
              <a:t>3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Figures may not sum to 100% because of rounding.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graphicFrame>
        <p:nvGraphicFramePr>
          <p:cNvPr id="91" name="Chart 3">
            <a:extLst>
              <a:ext uri="{FF2B5EF4-FFF2-40B4-BE49-F238E27FC236}">
                <a16:creationId xmlns:a16="http://schemas.microsoft.com/office/drawing/2014/main" id="{A8968D22-C91C-AC5F-E1AA-CE21A5A1902A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1047750" y="1757363"/>
          <a:ext cx="5703888" cy="3867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13" name="文本占位符 2">
            <a:extLst>
              <a:ext uri="{FF2B5EF4-FFF2-40B4-BE49-F238E27FC236}">
                <a16:creationId xmlns:a16="http://schemas.microsoft.com/office/drawing/2014/main" id="{3B08AC9D-5375-B778-30D3-E03B5B1064AA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628650" y="2441575"/>
            <a:ext cx="6858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1D6DD7B2-760F-4916-BCB2-1CC39A039C68}" type="datetime'''In-''''''p''e''r''''''''''''''''''s''''''''o''''''''n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In-person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4" name="文本占位符 2">
            <a:extLst>
              <a:ext uri="{FF2B5EF4-FFF2-40B4-BE49-F238E27FC236}">
                <a16:creationId xmlns:a16="http://schemas.microsoft.com/office/drawing/2014/main" id="{657774D9-2DE0-6099-9E58-33C36C130243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771525" y="3741738"/>
            <a:ext cx="54292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1061B58D-3FF7-4912-B0BE-F765433EA2BB}" type="datetime'''''''''''''''R''''''e''''''m''''''''''o''''''''t''''e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Remote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5" name="文本占位符 2">
            <a:extLst>
              <a:ext uri="{FF2B5EF4-FFF2-40B4-BE49-F238E27FC236}">
                <a16:creationId xmlns:a16="http://schemas.microsoft.com/office/drawing/2014/main" id="{4F32ED3D-99EE-B24A-E75C-C9C3C7F83BB2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623888" y="4826000"/>
            <a:ext cx="690563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ED46898A-5B2C-4F9C-A140-7F8B5FF2D6B1}" type="datetime'D''''i''''g''''i''''ta''l''&#10;sel''''f-s''e''''r''''''ve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Digital
self-serve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9" name="文本占位符 2">
            <a:extLst>
              <a:ext uri="{FF2B5EF4-FFF2-40B4-BE49-F238E27FC236}">
                <a16:creationId xmlns:a16="http://schemas.microsoft.com/office/drawing/2014/main" id="{5AC9FC6F-D5E9-3AC0-75CE-1CED13E45E8A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335088" y="5408613"/>
            <a:ext cx="973138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2FC1EA5-1B89-46D6-B7D7-08B9C5729ECB}" type="datetime'Id''en''''''tify''''i''n''''g&#10;n''ew'''' suppl''''ler''s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Identifying
new suppllers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61" name="文本占位符 2">
            <a:extLst>
              <a:ext uri="{FF2B5EF4-FFF2-40B4-BE49-F238E27FC236}">
                <a16:creationId xmlns:a16="http://schemas.microsoft.com/office/drawing/2014/main" id="{59523404-5AE6-C7DD-683B-7C21340EFB38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4273550" y="5408613"/>
            <a:ext cx="63658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FA2D317F-4742-4A4C-B64F-2D2222817B4C}" type="datetime'''''''O''rd''''''''e''''''''ri''''''''''''''''''''''''n''g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Ordering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64" name="文本占位符 2">
            <a:extLst>
              <a:ext uri="{FF2B5EF4-FFF2-40B4-BE49-F238E27FC236}">
                <a16:creationId xmlns:a16="http://schemas.microsoft.com/office/drawing/2014/main" id="{8A0E7120-E2B3-3E79-BA42-8C0970DCD766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5578475" y="5408613"/>
            <a:ext cx="7937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ABBEE39-829A-46BA-AA18-4B7AFE7A0FB4}" type="datetime'''''''''''''''''Re''''''''''''or''d''e''''ring''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Reordering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58" name="文本占位符 2">
            <a:extLst>
              <a:ext uri="{FF2B5EF4-FFF2-40B4-BE49-F238E27FC236}">
                <a16:creationId xmlns:a16="http://schemas.microsoft.com/office/drawing/2014/main" id="{FB8A2664-C2E0-B75D-E5B9-B4CCEF953E18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2720975" y="5408613"/>
            <a:ext cx="973138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73E85078-6E1C-47C9-8F83-EEA1CD377A7D}" type="datetime'Evaluati''n''g''&#10;n''''''''e''''''w ''s''''u''p''p''''l''iers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Evaluating
new suppliers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cxnSp>
        <p:nvCxnSpPr>
          <p:cNvPr id="93" name="直线连接符 92">
            <a:extLst>
              <a:ext uri="{FF2B5EF4-FFF2-40B4-BE49-F238E27FC236}">
                <a16:creationId xmlns:a16="http://schemas.microsoft.com/office/drawing/2014/main" id="{67209502-4342-DC5A-5215-A938F654DFA8}"/>
              </a:ext>
            </a:extLst>
          </p:cNvPr>
          <p:cNvCxnSpPr/>
          <p:nvPr/>
        </p:nvCxnSpPr>
        <p:spPr>
          <a:xfrm>
            <a:off x="7156173" y="851926"/>
            <a:ext cx="0" cy="4969565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0" name="Chart 3">
            <a:extLst>
              <a:ext uri="{FF2B5EF4-FFF2-40B4-BE49-F238E27FC236}">
                <a16:creationId xmlns:a16="http://schemas.microsoft.com/office/drawing/2014/main" id="{F6B49236-AC81-9835-B542-4C48DE687606}"/>
              </a:ext>
            </a:extLst>
          </p:cNvPr>
          <p:cNvGraphicFramePr/>
          <p:nvPr>
            <p:custDataLst>
              <p:tags r:id="rId10"/>
            </p:custDataLst>
          </p:nvPr>
        </p:nvGraphicFramePr>
        <p:xfrm>
          <a:off x="7894638" y="1012825"/>
          <a:ext cx="3022600" cy="3022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sp>
        <p:nvSpPr>
          <p:cNvPr id="121" name="文本框 120">
            <a:extLst>
              <a:ext uri="{FF2B5EF4-FFF2-40B4-BE49-F238E27FC236}">
                <a16:creationId xmlns:a16="http://schemas.microsoft.com/office/drawing/2014/main" id="{2F6AFB6B-72BD-B6B5-5D1F-306F04906DA4}"/>
              </a:ext>
            </a:extLst>
          </p:cNvPr>
          <p:cNvSpPr txBox="1"/>
          <p:nvPr/>
        </p:nvSpPr>
        <p:spPr>
          <a:xfrm>
            <a:off x="8367605" y="2231737"/>
            <a:ext cx="20473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latin typeface="HarmonyOS Sans SC" pitchFamily="2" charset="-122"/>
                <a:ea typeface="HarmonyOS Sans SC" pitchFamily="2" charset="-122"/>
              </a:rPr>
              <a:t>～</a:t>
            </a:r>
            <a:r>
              <a:rPr kumimoji="1" lang="en-US" altLang="zh-CN" sz="3200" dirty="0">
                <a:latin typeface="HarmonyOS Sans SC" pitchFamily="2" charset="-122"/>
                <a:ea typeface="HarmonyOS Sans SC" pitchFamily="2" charset="-122"/>
              </a:rPr>
              <a:t>70-80%</a:t>
            </a:r>
            <a:endParaRPr kumimoji="1" lang="zh-CN" altLang="en-US" sz="3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B75E26DE-B6E0-86F5-5CDA-C7E0DFBC50B2}"/>
              </a:ext>
            </a:extLst>
          </p:cNvPr>
          <p:cNvSpPr txBox="1"/>
          <p:nvPr/>
        </p:nvSpPr>
        <p:spPr>
          <a:xfrm>
            <a:off x="8080896" y="4140663"/>
            <a:ext cx="265008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of B2B decision makers prefer</a:t>
            </a:r>
          </a:p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remote human interactions or</a:t>
            </a:r>
          </a:p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digital self-service</a:t>
            </a:r>
            <a:r>
              <a:rPr kumimoji="1" lang="en-US" altLang="zh-CN" sz="1400" baseline="30000" dirty="0">
                <a:latin typeface="HarmonyOS Sans SC" pitchFamily="2" charset="-122"/>
                <a:ea typeface="HarmonyOS Sans SC" pitchFamily="2" charset="-122"/>
              </a:rPr>
              <a:t>2</a:t>
            </a:r>
            <a:r>
              <a:rPr kumimoji="1" lang="zh-CN" altLang="en-US" sz="1400" baseline="30000" dirty="0">
                <a:latin typeface="HarmonyOS Sans SC" pitchFamily="2" charset="-122"/>
                <a:ea typeface="HarmonyOS Sans SC" pitchFamily="2" charset="-122"/>
              </a:rPr>
              <a:t>，</a:t>
            </a:r>
            <a:r>
              <a:rPr kumimoji="1" lang="en-US" altLang="zh-CN" sz="1400" baseline="30000" dirty="0">
                <a:latin typeface="HarmonyOS Sans SC" pitchFamily="2" charset="-122"/>
                <a:ea typeface="HarmonyOS Sans SC" pitchFamily="2" charset="-122"/>
              </a:rPr>
              <a:t>3</a:t>
            </a:r>
            <a:endParaRPr kumimoji="1" lang="zh-CN" altLang="en-US" sz="1400" baseline="300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B16A3D08-2843-41AD-A98E-BA62B6607A4C}"/>
              </a:ext>
            </a:extLst>
          </p:cNvPr>
          <p:cNvSpPr txBox="1"/>
          <p:nvPr/>
        </p:nvSpPr>
        <p:spPr>
          <a:xfrm>
            <a:off x="8080896" y="4928227"/>
            <a:ext cx="262283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>
                <a:latin typeface="HarmonyOS Sans SC" pitchFamily="2" charset="-122"/>
                <a:ea typeface="HarmonyOS Sans SC" pitchFamily="2" charset="-122"/>
              </a:rPr>
              <a:t>Why</a:t>
            </a:r>
            <a:r>
              <a:rPr kumimoji="1" lang="zh-CN" altLang="en-US" sz="1400" b="1" dirty="0">
                <a:latin typeface="HarmonyOS Sans SC" pitchFamily="2" charset="-122"/>
                <a:ea typeface="HarmonyOS Sans SC" pitchFamily="2" charset="-122"/>
              </a:rPr>
              <a:t>？</a:t>
            </a:r>
          </a:p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• Ease of scheduling</a:t>
            </a:r>
          </a:p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• Savings on travel expenses</a:t>
            </a:r>
          </a:p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•</a:t>
            </a:r>
            <a:r>
              <a:rPr kumimoji="1" lang="zh-CN" altLang="en-US" sz="1400" dirty="0">
                <a:latin typeface="HarmonyOS Sans SC" pitchFamily="2" charset="-122"/>
                <a:ea typeface="HarmonyOS Sans SC" pitchFamily="2" charset="-122"/>
              </a:rPr>
              <a:t> </a:t>
            </a:r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Safety</a:t>
            </a:r>
            <a:endParaRPr kumimoji="1" lang="zh-CN" altLang="en-US" sz="1400" baseline="300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8D9A9B19-498A-C457-AE24-79A57F828764}"/>
              </a:ext>
            </a:extLst>
          </p:cNvPr>
          <p:cNvSpPr/>
          <p:nvPr/>
        </p:nvSpPr>
        <p:spPr>
          <a:xfrm>
            <a:off x="2200090" y="2023367"/>
            <a:ext cx="625660" cy="1008758"/>
          </a:xfrm>
          <a:custGeom>
            <a:avLst/>
            <a:gdLst>
              <a:gd name="connsiteX0" fmla="*/ 0 w 613387"/>
              <a:gd name="connsiteY0" fmla="*/ 0 h 952694"/>
              <a:gd name="connsiteX1" fmla="*/ 613387 w 613387"/>
              <a:gd name="connsiteY1" fmla="*/ 0 h 952694"/>
              <a:gd name="connsiteX2" fmla="*/ 613387 w 613387"/>
              <a:gd name="connsiteY2" fmla="*/ 952694 h 952694"/>
              <a:gd name="connsiteX3" fmla="*/ 0 w 613387"/>
              <a:gd name="connsiteY3" fmla="*/ 952694 h 952694"/>
              <a:gd name="connsiteX4" fmla="*/ 0 w 613387"/>
              <a:gd name="connsiteY4" fmla="*/ 0 h 952694"/>
              <a:gd name="connsiteX0" fmla="*/ 0 w 613387"/>
              <a:gd name="connsiteY0" fmla="*/ 0 h 993969"/>
              <a:gd name="connsiteX1" fmla="*/ 613387 w 613387"/>
              <a:gd name="connsiteY1" fmla="*/ 0 h 993969"/>
              <a:gd name="connsiteX2" fmla="*/ 613387 w 613387"/>
              <a:gd name="connsiteY2" fmla="*/ 952694 h 993969"/>
              <a:gd name="connsiteX3" fmla="*/ 6350 w 613387"/>
              <a:gd name="connsiteY3" fmla="*/ 993969 h 993969"/>
              <a:gd name="connsiteX4" fmla="*/ 0 w 613387"/>
              <a:gd name="connsiteY4" fmla="*/ 0 h 993969"/>
              <a:gd name="connsiteX0" fmla="*/ 0 w 613387"/>
              <a:gd name="connsiteY0" fmla="*/ 0 h 993969"/>
              <a:gd name="connsiteX1" fmla="*/ 613387 w 613387"/>
              <a:gd name="connsiteY1" fmla="*/ 0 h 993969"/>
              <a:gd name="connsiteX2" fmla="*/ 613387 w 613387"/>
              <a:gd name="connsiteY2" fmla="*/ 968569 h 993969"/>
              <a:gd name="connsiteX3" fmla="*/ 6350 w 613387"/>
              <a:gd name="connsiteY3" fmla="*/ 993969 h 993969"/>
              <a:gd name="connsiteX4" fmla="*/ 0 w 613387"/>
              <a:gd name="connsiteY4" fmla="*/ 0 h 993969"/>
              <a:gd name="connsiteX0" fmla="*/ 611 w 613998"/>
              <a:gd name="connsiteY0" fmla="*/ 0 h 997144"/>
              <a:gd name="connsiteX1" fmla="*/ 613998 w 613998"/>
              <a:gd name="connsiteY1" fmla="*/ 0 h 997144"/>
              <a:gd name="connsiteX2" fmla="*/ 613998 w 613998"/>
              <a:gd name="connsiteY2" fmla="*/ 968569 h 997144"/>
              <a:gd name="connsiteX3" fmla="*/ 611 w 613998"/>
              <a:gd name="connsiteY3" fmla="*/ 997144 h 997144"/>
              <a:gd name="connsiteX4" fmla="*/ 611 w 613998"/>
              <a:gd name="connsiteY4" fmla="*/ 0 h 997144"/>
              <a:gd name="connsiteX0" fmla="*/ 3516 w 616903"/>
              <a:gd name="connsiteY0" fmla="*/ 0 h 1000292"/>
              <a:gd name="connsiteX1" fmla="*/ 616903 w 616903"/>
              <a:gd name="connsiteY1" fmla="*/ 0 h 1000292"/>
              <a:gd name="connsiteX2" fmla="*/ 616903 w 616903"/>
              <a:gd name="connsiteY2" fmla="*/ 968569 h 1000292"/>
              <a:gd name="connsiteX3" fmla="*/ 386 w 616903"/>
              <a:gd name="connsiteY3" fmla="*/ 1000292 h 1000292"/>
              <a:gd name="connsiteX4" fmla="*/ 3516 w 616903"/>
              <a:gd name="connsiteY4" fmla="*/ 0 h 1000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6903" h="1000292">
                <a:moveTo>
                  <a:pt x="3516" y="0"/>
                </a:moveTo>
                <a:lnTo>
                  <a:pt x="616903" y="0"/>
                </a:lnTo>
                <a:lnTo>
                  <a:pt x="616903" y="968569"/>
                </a:lnTo>
                <a:lnTo>
                  <a:pt x="386" y="1000292"/>
                </a:lnTo>
                <a:cubicBezTo>
                  <a:pt x="-1731" y="668969"/>
                  <a:pt x="5633" y="331323"/>
                  <a:pt x="3516" y="0"/>
                </a:cubicBezTo>
                <a:close/>
              </a:path>
            </a:pathLst>
          </a:custGeom>
          <a:solidFill>
            <a:srgbClr val="CCD3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5" name="矩形 123">
            <a:extLst>
              <a:ext uri="{FF2B5EF4-FFF2-40B4-BE49-F238E27FC236}">
                <a16:creationId xmlns:a16="http://schemas.microsoft.com/office/drawing/2014/main" id="{F5B7BFBC-F66B-B54A-C55C-CE3F389FCF0F}"/>
              </a:ext>
            </a:extLst>
          </p:cNvPr>
          <p:cNvSpPr/>
          <p:nvPr/>
        </p:nvSpPr>
        <p:spPr>
          <a:xfrm flipH="1" flipV="1">
            <a:off x="2203036" y="2998228"/>
            <a:ext cx="622714" cy="1634098"/>
          </a:xfrm>
          <a:custGeom>
            <a:avLst/>
            <a:gdLst>
              <a:gd name="connsiteX0" fmla="*/ 0 w 613387"/>
              <a:gd name="connsiteY0" fmla="*/ 0 h 952694"/>
              <a:gd name="connsiteX1" fmla="*/ 613387 w 613387"/>
              <a:gd name="connsiteY1" fmla="*/ 0 h 952694"/>
              <a:gd name="connsiteX2" fmla="*/ 613387 w 613387"/>
              <a:gd name="connsiteY2" fmla="*/ 952694 h 952694"/>
              <a:gd name="connsiteX3" fmla="*/ 0 w 613387"/>
              <a:gd name="connsiteY3" fmla="*/ 952694 h 952694"/>
              <a:gd name="connsiteX4" fmla="*/ 0 w 613387"/>
              <a:gd name="connsiteY4" fmla="*/ 0 h 952694"/>
              <a:gd name="connsiteX0" fmla="*/ 0 w 613387"/>
              <a:gd name="connsiteY0" fmla="*/ 0 h 993969"/>
              <a:gd name="connsiteX1" fmla="*/ 613387 w 613387"/>
              <a:gd name="connsiteY1" fmla="*/ 0 h 993969"/>
              <a:gd name="connsiteX2" fmla="*/ 613387 w 613387"/>
              <a:gd name="connsiteY2" fmla="*/ 952694 h 993969"/>
              <a:gd name="connsiteX3" fmla="*/ 6350 w 613387"/>
              <a:gd name="connsiteY3" fmla="*/ 993969 h 993969"/>
              <a:gd name="connsiteX4" fmla="*/ 0 w 613387"/>
              <a:gd name="connsiteY4" fmla="*/ 0 h 993969"/>
              <a:gd name="connsiteX0" fmla="*/ 0 w 613387"/>
              <a:gd name="connsiteY0" fmla="*/ 0 h 993969"/>
              <a:gd name="connsiteX1" fmla="*/ 613387 w 613387"/>
              <a:gd name="connsiteY1" fmla="*/ 0 h 993969"/>
              <a:gd name="connsiteX2" fmla="*/ 613387 w 613387"/>
              <a:gd name="connsiteY2" fmla="*/ 968569 h 993969"/>
              <a:gd name="connsiteX3" fmla="*/ 6350 w 613387"/>
              <a:gd name="connsiteY3" fmla="*/ 993969 h 993969"/>
              <a:gd name="connsiteX4" fmla="*/ 0 w 613387"/>
              <a:gd name="connsiteY4" fmla="*/ 0 h 993969"/>
              <a:gd name="connsiteX0" fmla="*/ 611 w 613998"/>
              <a:gd name="connsiteY0" fmla="*/ 0 h 997144"/>
              <a:gd name="connsiteX1" fmla="*/ 613998 w 613998"/>
              <a:gd name="connsiteY1" fmla="*/ 0 h 997144"/>
              <a:gd name="connsiteX2" fmla="*/ 613998 w 613998"/>
              <a:gd name="connsiteY2" fmla="*/ 968569 h 997144"/>
              <a:gd name="connsiteX3" fmla="*/ 611 w 613998"/>
              <a:gd name="connsiteY3" fmla="*/ 997144 h 997144"/>
              <a:gd name="connsiteX4" fmla="*/ 611 w 613998"/>
              <a:gd name="connsiteY4" fmla="*/ 0 h 997144"/>
              <a:gd name="connsiteX0" fmla="*/ 611 w 613998"/>
              <a:gd name="connsiteY0" fmla="*/ 0 h 997144"/>
              <a:gd name="connsiteX1" fmla="*/ 613998 w 613998"/>
              <a:gd name="connsiteY1" fmla="*/ 0 h 997144"/>
              <a:gd name="connsiteX2" fmla="*/ 613998 w 613998"/>
              <a:gd name="connsiteY2" fmla="*/ 976349 h 997144"/>
              <a:gd name="connsiteX3" fmla="*/ 611 w 613998"/>
              <a:gd name="connsiteY3" fmla="*/ 997144 h 997144"/>
              <a:gd name="connsiteX4" fmla="*/ 611 w 613998"/>
              <a:gd name="connsiteY4" fmla="*/ 0 h 997144"/>
              <a:gd name="connsiteX0" fmla="*/ 611 w 620259"/>
              <a:gd name="connsiteY0" fmla="*/ 1945 h 999089"/>
              <a:gd name="connsiteX1" fmla="*/ 620259 w 620259"/>
              <a:gd name="connsiteY1" fmla="*/ 0 h 999089"/>
              <a:gd name="connsiteX2" fmla="*/ 613998 w 620259"/>
              <a:gd name="connsiteY2" fmla="*/ 978294 h 999089"/>
              <a:gd name="connsiteX3" fmla="*/ 611 w 620259"/>
              <a:gd name="connsiteY3" fmla="*/ 999089 h 999089"/>
              <a:gd name="connsiteX4" fmla="*/ 611 w 620259"/>
              <a:gd name="connsiteY4" fmla="*/ 1945 h 999089"/>
              <a:gd name="connsiteX0" fmla="*/ 611 w 613998"/>
              <a:gd name="connsiteY0" fmla="*/ 3890 h 1001034"/>
              <a:gd name="connsiteX1" fmla="*/ 610867 w 613998"/>
              <a:gd name="connsiteY1" fmla="*/ 0 h 1001034"/>
              <a:gd name="connsiteX2" fmla="*/ 613998 w 613998"/>
              <a:gd name="connsiteY2" fmla="*/ 980239 h 1001034"/>
              <a:gd name="connsiteX3" fmla="*/ 611 w 613998"/>
              <a:gd name="connsiteY3" fmla="*/ 1001034 h 1001034"/>
              <a:gd name="connsiteX4" fmla="*/ 611 w 613998"/>
              <a:gd name="connsiteY4" fmla="*/ 3890 h 1001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3998" h="1001034">
                <a:moveTo>
                  <a:pt x="611" y="3890"/>
                </a:moveTo>
                <a:lnTo>
                  <a:pt x="610867" y="0"/>
                </a:lnTo>
                <a:cubicBezTo>
                  <a:pt x="611911" y="326746"/>
                  <a:pt x="612954" y="653493"/>
                  <a:pt x="613998" y="980239"/>
                </a:cubicBezTo>
                <a:lnTo>
                  <a:pt x="611" y="1001034"/>
                </a:lnTo>
                <a:cubicBezTo>
                  <a:pt x="-1506" y="669711"/>
                  <a:pt x="2728" y="335213"/>
                  <a:pt x="611" y="3890"/>
                </a:cubicBezTo>
                <a:close/>
              </a:path>
            </a:pathLst>
          </a:custGeom>
          <a:solidFill>
            <a:srgbClr val="C5F0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6" name="矩形 123">
            <a:extLst>
              <a:ext uri="{FF2B5EF4-FFF2-40B4-BE49-F238E27FC236}">
                <a16:creationId xmlns:a16="http://schemas.microsoft.com/office/drawing/2014/main" id="{37C5DB97-9A4D-8710-2A00-655288FC77C6}"/>
              </a:ext>
            </a:extLst>
          </p:cNvPr>
          <p:cNvSpPr/>
          <p:nvPr/>
        </p:nvSpPr>
        <p:spPr>
          <a:xfrm flipH="1" flipV="1">
            <a:off x="2203036" y="4622165"/>
            <a:ext cx="622714" cy="734620"/>
          </a:xfrm>
          <a:custGeom>
            <a:avLst/>
            <a:gdLst>
              <a:gd name="connsiteX0" fmla="*/ 0 w 613387"/>
              <a:gd name="connsiteY0" fmla="*/ 0 h 952694"/>
              <a:gd name="connsiteX1" fmla="*/ 613387 w 613387"/>
              <a:gd name="connsiteY1" fmla="*/ 0 h 952694"/>
              <a:gd name="connsiteX2" fmla="*/ 613387 w 613387"/>
              <a:gd name="connsiteY2" fmla="*/ 952694 h 952694"/>
              <a:gd name="connsiteX3" fmla="*/ 0 w 613387"/>
              <a:gd name="connsiteY3" fmla="*/ 952694 h 952694"/>
              <a:gd name="connsiteX4" fmla="*/ 0 w 613387"/>
              <a:gd name="connsiteY4" fmla="*/ 0 h 952694"/>
              <a:gd name="connsiteX0" fmla="*/ 0 w 613387"/>
              <a:gd name="connsiteY0" fmla="*/ 0 h 993969"/>
              <a:gd name="connsiteX1" fmla="*/ 613387 w 613387"/>
              <a:gd name="connsiteY1" fmla="*/ 0 h 993969"/>
              <a:gd name="connsiteX2" fmla="*/ 613387 w 613387"/>
              <a:gd name="connsiteY2" fmla="*/ 952694 h 993969"/>
              <a:gd name="connsiteX3" fmla="*/ 6350 w 613387"/>
              <a:gd name="connsiteY3" fmla="*/ 993969 h 993969"/>
              <a:gd name="connsiteX4" fmla="*/ 0 w 613387"/>
              <a:gd name="connsiteY4" fmla="*/ 0 h 993969"/>
              <a:gd name="connsiteX0" fmla="*/ 0 w 613387"/>
              <a:gd name="connsiteY0" fmla="*/ 0 h 993969"/>
              <a:gd name="connsiteX1" fmla="*/ 613387 w 613387"/>
              <a:gd name="connsiteY1" fmla="*/ 0 h 993969"/>
              <a:gd name="connsiteX2" fmla="*/ 613387 w 613387"/>
              <a:gd name="connsiteY2" fmla="*/ 968569 h 993969"/>
              <a:gd name="connsiteX3" fmla="*/ 6350 w 613387"/>
              <a:gd name="connsiteY3" fmla="*/ 993969 h 993969"/>
              <a:gd name="connsiteX4" fmla="*/ 0 w 613387"/>
              <a:gd name="connsiteY4" fmla="*/ 0 h 993969"/>
              <a:gd name="connsiteX0" fmla="*/ 611 w 613998"/>
              <a:gd name="connsiteY0" fmla="*/ 0 h 997144"/>
              <a:gd name="connsiteX1" fmla="*/ 613998 w 613998"/>
              <a:gd name="connsiteY1" fmla="*/ 0 h 997144"/>
              <a:gd name="connsiteX2" fmla="*/ 613998 w 613998"/>
              <a:gd name="connsiteY2" fmla="*/ 968569 h 997144"/>
              <a:gd name="connsiteX3" fmla="*/ 611 w 613998"/>
              <a:gd name="connsiteY3" fmla="*/ 997144 h 997144"/>
              <a:gd name="connsiteX4" fmla="*/ 611 w 613998"/>
              <a:gd name="connsiteY4" fmla="*/ 0 h 997144"/>
              <a:gd name="connsiteX0" fmla="*/ 611 w 613998"/>
              <a:gd name="connsiteY0" fmla="*/ 0 h 997144"/>
              <a:gd name="connsiteX1" fmla="*/ 613998 w 613998"/>
              <a:gd name="connsiteY1" fmla="*/ 0 h 997144"/>
              <a:gd name="connsiteX2" fmla="*/ 613998 w 613998"/>
              <a:gd name="connsiteY2" fmla="*/ 976349 h 997144"/>
              <a:gd name="connsiteX3" fmla="*/ 611 w 613998"/>
              <a:gd name="connsiteY3" fmla="*/ 997144 h 997144"/>
              <a:gd name="connsiteX4" fmla="*/ 611 w 613998"/>
              <a:gd name="connsiteY4" fmla="*/ 0 h 997144"/>
              <a:gd name="connsiteX0" fmla="*/ 611 w 613998"/>
              <a:gd name="connsiteY0" fmla="*/ 0 h 997144"/>
              <a:gd name="connsiteX1" fmla="*/ 613998 w 613998"/>
              <a:gd name="connsiteY1" fmla="*/ 0 h 997144"/>
              <a:gd name="connsiteX2" fmla="*/ 610867 w 613998"/>
              <a:gd name="connsiteY2" fmla="*/ 989345 h 997144"/>
              <a:gd name="connsiteX3" fmla="*/ 611 w 613998"/>
              <a:gd name="connsiteY3" fmla="*/ 997144 h 997144"/>
              <a:gd name="connsiteX4" fmla="*/ 611 w 613998"/>
              <a:gd name="connsiteY4" fmla="*/ 0 h 997144"/>
              <a:gd name="connsiteX0" fmla="*/ 611 w 613998"/>
              <a:gd name="connsiteY0" fmla="*/ 0 h 1002341"/>
              <a:gd name="connsiteX1" fmla="*/ 613998 w 613998"/>
              <a:gd name="connsiteY1" fmla="*/ 0 h 1002341"/>
              <a:gd name="connsiteX2" fmla="*/ 610867 w 613998"/>
              <a:gd name="connsiteY2" fmla="*/ 1002341 h 1002341"/>
              <a:gd name="connsiteX3" fmla="*/ 611 w 613998"/>
              <a:gd name="connsiteY3" fmla="*/ 997144 h 1002341"/>
              <a:gd name="connsiteX4" fmla="*/ 611 w 613998"/>
              <a:gd name="connsiteY4" fmla="*/ 0 h 1002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3998" h="1002341">
                <a:moveTo>
                  <a:pt x="611" y="0"/>
                </a:moveTo>
                <a:lnTo>
                  <a:pt x="613998" y="0"/>
                </a:lnTo>
                <a:cubicBezTo>
                  <a:pt x="612954" y="329782"/>
                  <a:pt x="611911" y="672559"/>
                  <a:pt x="610867" y="1002341"/>
                </a:cubicBezTo>
                <a:lnTo>
                  <a:pt x="611" y="997144"/>
                </a:lnTo>
                <a:cubicBezTo>
                  <a:pt x="-1506" y="665821"/>
                  <a:pt x="2728" y="331323"/>
                  <a:pt x="611" y="0"/>
                </a:cubicBezTo>
                <a:close/>
              </a:path>
            </a:pathLst>
          </a:custGeom>
          <a:solidFill>
            <a:srgbClr val="D7F6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7" name="矩形 123">
            <a:extLst>
              <a:ext uri="{FF2B5EF4-FFF2-40B4-BE49-F238E27FC236}">
                <a16:creationId xmlns:a16="http://schemas.microsoft.com/office/drawing/2014/main" id="{BDAEC477-1B16-FE98-1245-1E92D32B00DF}"/>
              </a:ext>
            </a:extLst>
          </p:cNvPr>
          <p:cNvSpPr/>
          <p:nvPr/>
        </p:nvSpPr>
        <p:spPr>
          <a:xfrm>
            <a:off x="3587336" y="2023366"/>
            <a:ext cx="622714" cy="974861"/>
          </a:xfrm>
          <a:custGeom>
            <a:avLst/>
            <a:gdLst>
              <a:gd name="connsiteX0" fmla="*/ 0 w 613387"/>
              <a:gd name="connsiteY0" fmla="*/ 0 h 952694"/>
              <a:gd name="connsiteX1" fmla="*/ 613387 w 613387"/>
              <a:gd name="connsiteY1" fmla="*/ 0 h 952694"/>
              <a:gd name="connsiteX2" fmla="*/ 613387 w 613387"/>
              <a:gd name="connsiteY2" fmla="*/ 952694 h 952694"/>
              <a:gd name="connsiteX3" fmla="*/ 0 w 613387"/>
              <a:gd name="connsiteY3" fmla="*/ 952694 h 952694"/>
              <a:gd name="connsiteX4" fmla="*/ 0 w 613387"/>
              <a:gd name="connsiteY4" fmla="*/ 0 h 952694"/>
              <a:gd name="connsiteX0" fmla="*/ 0 w 613387"/>
              <a:gd name="connsiteY0" fmla="*/ 0 h 993969"/>
              <a:gd name="connsiteX1" fmla="*/ 613387 w 613387"/>
              <a:gd name="connsiteY1" fmla="*/ 0 h 993969"/>
              <a:gd name="connsiteX2" fmla="*/ 613387 w 613387"/>
              <a:gd name="connsiteY2" fmla="*/ 952694 h 993969"/>
              <a:gd name="connsiteX3" fmla="*/ 6350 w 613387"/>
              <a:gd name="connsiteY3" fmla="*/ 993969 h 993969"/>
              <a:gd name="connsiteX4" fmla="*/ 0 w 613387"/>
              <a:gd name="connsiteY4" fmla="*/ 0 h 993969"/>
              <a:gd name="connsiteX0" fmla="*/ 0 w 613387"/>
              <a:gd name="connsiteY0" fmla="*/ 0 h 993969"/>
              <a:gd name="connsiteX1" fmla="*/ 613387 w 613387"/>
              <a:gd name="connsiteY1" fmla="*/ 0 h 993969"/>
              <a:gd name="connsiteX2" fmla="*/ 613387 w 613387"/>
              <a:gd name="connsiteY2" fmla="*/ 968569 h 993969"/>
              <a:gd name="connsiteX3" fmla="*/ 6350 w 613387"/>
              <a:gd name="connsiteY3" fmla="*/ 993969 h 993969"/>
              <a:gd name="connsiteX4" fmla="*/ 0 w 613387"/>
              <a:gd name="connsiteY4" fmla="*/ 0 h 993969"/>
              <a:gd name="connsiteX0" fmla="*/ 611 w 613998"/>
              <a:gd name="connsiteY0" fmla="*/ 0 h 997144"/>
              <a:gd name="connsiteX1" fmla="*/ 613998 w 613998"/>
              <a:gd name="connsiteY1" fmla="*/ 0 h 997144"/>
              <a:gd name="connsiteX2" fmla="*/ 613998 w 613998"/>
              <a:gd name="connsiteY2" fmla="*/ 968569 h 997144"/>
              <a:gd name="connsiteX3" fmla="*/ 611 w 613998"/>
              <a:gd name="connsiteY3" fmla="*/ 997144 h 997144"/>
              <a:gd name="connsiteX4" fmla="*/ 611 w 613998"/>
              <a:gd name="connsiteY4" fmla="*/ 0 h 997144"/>
              <a:gd name="connsiteX0" fmla="*/ 611 w 613998"/>
              <a:gd name="connsiteY0" fmla="*/ 0 h 997144"/>
              <a:gd name="connsiteX1" fmla="*/ 613998 w 613998"/>
              <a:gd name="connsiteY1" fmla="*/ 0 h 997144"/>
              <a:gd name="connsiteX2" fmla="*/ 613998 w 613998"/>
              <a:gd name="connsiteY2" fmla="*/ 689278 h 997144"/>
              <a:gd name="connsiteX3" fmla="*/ 611 w 613998"/>
              <a:gd name="connsiteY3" fmla="*/ 997144 h 997144"/>
              <a:gd name="connsiteX4" fmla="*/ 611 w 613998"/>
              <a:gd name="connsiteY4" fmla="*/ 0 h 997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3998" h="997144">
                <a:moveTo>
                  <a:pt x="611" y="0"/>
                </a:moveTo>
                <a:lnTo>
                  <a:pt x="613998" y="0"/>
                </a:lnTo>
                <a:lnTo>
                  <a:pt x="613998" y="689278"/>
                </a:lnTo>
                <a:lnTo>
                  <a:pt x="611" y="997144"/>
                </a:lnTo>
                <a:cubicBezTo>
                  <a:pt x="-1506" y="665821"/>
                  <a:pt x="2728" y="331323"/>
                  <a:pt x="611" y="0"/>
                </a:cubicBezTo>
                <a:close/>
              </a:path>
            </a:pathLst>
          </a:custGeom>
          <a:solidFill>
            <a:srgbClr val="CCD3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8" name="矩形 123">
            <a:extLst>
              <a:ext uri="{FF2B5EF4-FFF2-40B4-BE49-F238E27FC236}">
                <a16:creationId xmlns:a16="http://schemas.microsoft.com/office/drawing/2014/main" id="{5B3DCCF5-4A3B-FC25-4641-FB00DD4300A3}"/>
              </a:ext>
            </a:extLst>
          </p:cNvPr>
          <p:cNvSpPr/>
          <p:nvPr/>
        </p:nvSpPr>
        <p:spPr>
          <a:xfrm flipH="1" flipV="1">
            <a:off x="3587336" y="2695575"/>
            <a:ext cx="625888" cy="1930400"/>
          </a:xfrm>
          <a:custGeom>
            <a:avLst/>
            <a:gdLst>
              <a:gd name="connsiteX0" fmla="*/ 0 w 613387"/>
              <a:gd name="connsiteY0" fmla="*/ 0 h 952694"/>
              <a:gd name="connsiteX1" fmla="*/ 613387 w 613387"/>
              <a:gd name="connsiteY1" fmla="*/ 0 h 952694"/>
              <a:gd name="connsiteX2" fmla="*/ 613387 w 613387"/>
              <a:gd name="connsiteY2" fmla="*/ 952694 h 952694"/>
              <a:gd name="connsiteX3" fmla="*/ 0 w 613387"/>
              <a:gd name="connsiteY3" fmla="*/ 952694 h 952694"/>
              <a:gd name="connsiteX4" fmla="*/ 0 w 613387"/>
              <a:gd name="connsiteY4" fmla="*/ 0 h 952694"/>
              <a:gd name="connsiteX0" fmla="*/ 0 w 613387"/>
              <a:gd name="connsiteY0" fmla="*/ 0 h 993969"/>
              <a:gd name="connsiteX1" fmla="*/ 613387 w 613387"/>
              <a:gd name="connsiteY1" fmla="*/ 0 h 993969"/>
              <a:gd name="connsiteX2" fmla="*/ 613387 w 613387"/>
              <a:gd name="connsiteY2" fmla="*/ 952694 h 993969"/>
              <a:gd name="connsiteX3" fmla="*/ 6350 w 613387"/>
              <a:gd name="connsiteY3" fmla="*/ 993969 h 993969"/>
              <a:gd name="connsiteX4" fmla="*/ 0 w 613387"/>
              <a:gd name="connsiteY4" fmla="*/ 0 h 993969"/>
              <a:gd name="connsiteX0" fmla="*/ 0 w 613387"/>
              <a:gd name="connsiteY0" fmla="*/ 0 h 993969"/>
              <a:gd name="connsiteX1" fmla="*/ 613387 w 613387"/>
              <a:gd name="connsiteY1" fmla="*/ 0 h 993969"/>
              <a:gd name="connsiteX2" fmla="*/ 613387 w 613387"/>
              <a:gd name="connsiteY2" fmla="*/ 968569 h 993969"/>
              <a:gd name="connsiteX3" fmla="*/ 6350 w 613387"/>
              <a:gd name="connsiteY3" fmla="*/ 993969 h 993969"/>
              <a:gd name="connsiteX4" fmla="*/ 0 w 613387"/>
              <a:gd name="connsiteY4" fmla="*/ 0 h 993969"/>
              <a:gd name="connsiteX0" fmla="*/ 611 w 613998"/>
              <a:gd name="connsiteY0" fmla="*/ 0 h 997144"/>
              <a:gd name="connsiteX1" fmla="*/ 613998 w 613998"/>
              <a:gd name="connsiteY1" fmla="*/ 0 h 997144"/>
              <a:gd name="connsiteX2" fmla="*/ 613998 w 613998"/>
              <a:gd name="connsiteY2" fmla="*/ 968569 h 997144"/>
              <a:gd name="connsiteX3" fmla="*/ 611 w 613998"/>
              <a:gd name="connsiteY3" fmla="*/ 997144 h 997144"/>
              <a:gd name="connsiteX4" fmla="*/ 611 w 613998"/>
              <a:gd name="connsiteY4" fmla="*/ 0 h 997144"/>
              <a:gd name="connsiteX0" fmla="*/ 611 w 613998"/>
              <a:gd name="connsiteY0" fmla="*/ 0 h 997144"/>
              <a:gd name="connsiteX1" fmla="*/ 613998 w 613998"/>
              <a:gd name="connsiteY1" fmla="*/ 0 h 997144"/>
              <a:gd name="connsiteX2" fmla="*/ 613998 w 613998"/>
              <a:gd name="connsiteY2" fmla="*/ 976349 h 997144"/>
              <a:gd name="connsiteX3" fmla="*/ 611 w 613998"/>
              <a:gd name="connsiteY3" fmla="*/ 997144 h 997144"/>
              <a:gd name="connsiteX4" fmla="*/ 611 w 613998"/>
              <a:gd name="connsiteY4" fmla="*/ 0 h 997144"/>
              <a:gd name="connsiteX0" fmla="*/ 3516 w 616903"/>
              <a:gd name="connsiteY0" fmla="*/ 0 h 1154788"/>
              <a:gd name="connsiteX1" fmla="*/ 616903 w 616903"/>
              <a:gd name="connsiteY1" fmla="*/ 0 h 1154788"/>
              <a:gd name="connsiteX2" fmla="*/ 616903 w 616903"/>
              <a:gd name="connsiteY2" fmla="*/ 976349 h 1154788"/>
              <a:gd name="connsiteX3" fmla="*/ 386 w 616903"/>
              <a:gd name="connsiteY3" fmla="*/ 1154788 h 1154788"/>
              <a:gd name="connsiteX4" fmla="*/ 3516 w 616903"/>
              <a:gd name="connsiteY4" fmla="*/ 0 h 1154788"/>
              <a:gd name="connsiteX0" fmla="*/ 611 w 617128"/>
              <a:gd name="connsiteY0" fmla="*/ 279200 h 1154788"/>
              <a:gd name="connsiteX1" fmla="*/ 617128 w 617128"/>
              <a:gd name="connsiteY1" fmla="*/ 0 h 1154788"/>
              <a:gd name="connsiteX2" fmla="*/ 617128 w 617128"/>
              <a:gd name="connsiteY2" fmla="*/ 976349 h 1154788"/>
              <a:gd name="connsiteX3" fmla="*/ 611 w 617128"/>
              <a:gd name="connsiteY3" fmla="*/ 1154788 h 1154788"/>
              <a:gd name="connsiteX4" fmla="*/ 611 w 617128"/>
              <a:gd name="connsiteY4" fmla="*/ 279200 h 1154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128" h="1154788">
                <a:moveTo>
                  <a:pt x="611" y="279200"/>
                </a:moveTo>
                <a:lnTo>
                  <a:pt x="617128" y="0"/>
                </a:lnTo>
                <a:lnTo>
                  <a:pt x="617128" y="976349"/>
                </a:lnTo>
                <a:lnTo>
                  <a:pt x="611" y="1154788"/>
                </a:lnTo>
                <a:cubicBezTo>
                  <a:pt x="-1506" y="823465"/>
                  <a:pt x="2728" y="610523"/>
                  <a:pt x="611" y="279200"/>
                </a:cubicBezTo>
                <a:close/>
              </a:path>
            </a:pathLst>
          </a:custGeom>
          <a:solidFill>
            <a:srgbClr val="C5F0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9" name="矩形 123">
            <a:extLst>
              <a:ext uri="{FF2B5EF4-FFF2-40B4-BE49-F238E27FC236}">
                <a16:creationId xmlns:a16="http://schemas.microsoft.com/office/drawing/2014/main" id="{43F30438-1A88-5AAC-4039-C30CF8C4959F}"/>
              </a:ext>
            </a:extLst>
          </p:cNvPr>
          <p:cNvSpPr/>
          <p:nvPr/>
        </p:nvSpPr>
        <p:spPr>
          <a:xfrm flipH="1" flipV="1">
            <a:off x="3587336" y="4156073"/>
            <a:ext cx="625660" cy="1200711"/>
          </a:xfrm>
          <a:custGeom>
            <a:avLst/>
            <a:gdLst>
              <a:gd name="connsiteX0" fmla="*/ 0 w 613387"/>
              <a:gd name="connsiteY0" fmla="*/ 0 h 952694"/>
              <a:gd name="connsiteX1" fmla="*/ 613387 w 613387"/>
              <a:gd name="connsiteY1" fmla="*/ 0 h 952694"/>
              <a:gd name="connsiteX2" fmla="*/ 613387 w 613387"/>
              <a:gd name="connsiteY2" fmla="*/ 952694 h 952694"/>
              <a:gd name="connsiteX3" fmla="*/ 0 w 613387"/>
              <a:gd name="connsiteY3" fmla="*/ 952694 h 952694"/>
              <a:gd name="connsiteX4" fmla="*/ 0 w 613387"/>
              <a:gd name="connsiteY4" fmla="*/ 0 h 952694"/>
              <a:gd name="connsiteX0" fmla="*/ 0 w 613387"/>
              <a:gd name="connsiteY0" fmla="*/ 0 h 993969"/>
              <a:gd name="connsiteX1" fmla="*/ 613387 w 613387"/>
              <a:gd name="connsiteY1" fmla="*/ 0 h 993969"/>
              <a:gd name="connsiteX2" fmla="*/ 613387 w 613387"/>
              <a:gd name="connsiteY2" fmla="*/ 952694 h 993969"/>
              <a:gd name="connsiteX3" fmla="*/ 6350 w 613387"/>
              <a:gd name="connsiteY3" fmla="*/ 993969 h 993969"/>
              <a:gd name="connsiteX4" fmla="*/ 0 w 613387"/>
              <a:gd name="connsiteY4" fmla="*/ 0 h 993969"/>
              <a:gd name="connsiteX0" fmla="*/ 0 w 613387"/>
              <a:gd name="connsiteY0" fmla="*/ 0 h 993969"/>
              <a:gd name="connsiteX1" fmla="*/ 613387 w 613387"/>
              <a:gd name="connsiteY1" fmla="*/ 0 h 993969"/>
              <a:gd name="connsiteX2" fmla="*/ 613387 w 613387"/>
              <a:gd name="connsiteY2" fmla="*/ 968569 h 993969"/>
              <a:gd name="connsiteX3" fmla="*/ 6350 w 613387"/>
              <a:gd name="connsiteY3" fmla="*/ 993969 h 993969"/>
              <a:gd name="connsiteX4" fmla="*/ 0 w 613387"/>
              <a:gd name="connsiteY4" fmla="*/ 0 h 993969"/>
              <a:gd name="connsiteX0" fmla="*/ 611 w 613998"/>
              <a:gd name="connsiteY0" fmla="*/ 0 h 997144"/>
              <a:gd name="connsiteX1" fmla="*/ 613998 w 613998"/>
              <a:gd name="connsiteY1" fmla="*/ 0 h 997144"/>
              <a:gd name="connsiteX2" fmla="*/ 613998 w 613998"/>
              <a:gd name="connsiteY2" fmla="*/ 968569 h 997144"/>
              <a:gd name="connsiteX3" fmla="*/ 611 w 613998"/>
              <a:gd name="connsiteY3" fmla="*/ 997144 h 997144"/>
              <a:gd name="connsiteX4" fmla="*/ 611 w 613998"/>
              <a:gd name="connsiteY4" fmla="*/ 0 h 997144"/>
              <a:gd name="connsiteX0" fmla="*/ 611 w 613998"/>
              <a:gd name="connsiteY0" fmla="*/ 0 h 997144"/>
              <a:gd name="connsiteX1" fmla="*/ 613998 w 613998"/>
              <a:gd name="connsiteY1" fmla="*/ 0 h 997144"/>
              <a:gd name="connsiteX2" fmla="*/ 613998 w 613998"/>
              <a:gd name="connsiteY2" fmla="*/ 976349 h 997144"/>
              <a:gd name="connsiteX3" fmla="*/ 611 w 613998"/>
              <a:gd name="connsiteY3" fmla="*/ 997144 h 997144"/>
              <a:gd name="connsiteX4" fmla="*/ 611 w 613998"/>
              <a:gd name="connsiteY4" fmla="*/ 0 h 997144"/>
              <a:gd name="connsiteX0" fmla="*/ 611 w 613998"/>
              <a:gd name="connsiteY0" fmla="*/ 0 h 997144"/>
              <a:gd name="connsiteX1" fmla="*/ 613998 w 613998"/>
              <a:gd name="connsiteY1" fmla="*/ 0 h 997144"/>
              <a:gd name="connsiteX2" fmla="*/ 610867 w 613998"/>
              <a:gd name="connsiteY2" fmla="*/ 989345 h 997144"/>
              <a:gd name="connsiteX3" fmla="*/ 611 w 613998"/>
              <a:gd name="connsiteY3" fmla="*/ 997144 h 997144"/>
              <a:gd name="connsiteX4" fmla="*/ 611 w 613998"/>
              <a:gd name="connsiteY4" fmla="*/ 0 h 997144"/>
              <a:gd name="connsiteX0" fmla="*/ 611 w 613998"/>
              <a:gd name="connsiteY0" fmla="*/ 0 h 1002341"/>
              <a:gd name="connsiteX1" fmla="*/ 613998 w 613998"/>
              <a:gd name="connsiteY1" fmla="*/ 0 h 1002341"/>
              <a:gd name="connsiteX2" fmla="*/ 610867 w 613998"/>
              <a:gd name="connsiteY2" fmla="*/ 1002341 h 1002341"/>
              <a:gd name="connsiteX3" fmla="*/ 611 w 613998"/>
              <a:gd name="connsiteY3" fmla="*/ 997144 h 1002341"/>
              <a:gd name="connsiteX4" fmla="*/ 611 w 613998"/>
              <a:gd name="connsiteY4" fmla="*/ 0 h 1002341"/>
              <a:gd name="connsiteX0" fmla="*/ 611 w 613998"/>
              <a:gd name="connsiteY0" fmla="*/ 0 h 1625295"/>
              <a:gd name="connsiteX1" fmla="*/ 613998 w 613998"/>
              <a:gd name="connsiteY1" fmla="*/ 0 h 1625295"/>
              <a:gd name="connsiteX2" fmla="*/ 610867 w 613998"/>
              <a:gd name="connsiteY2" fmla="*/ 1002341 h 1625295"/>
              <a:gd name="connsiteX3" fmla="*/ 611 w 613998"/>
              <a:gd name="connsiteY3" fmla="*/ 1625295 h 1625295"/>
              <a:gd name="connsiteX4" fmla="*/ 611 w 613998"/>
              <a:gd name="connsiteY4" fmla="*/ 0 h 1625295"/>
              <a:gd name="connsiteX0" fmla="*/ 3516 w 616903"/>
              <a:gd name="connsiteY0" fmla="*/ 0 h 1638291"/>
              <a:gd name="connsiteX1" fmla="*/ 616903 w 616903"/>
              <a:gd name="connsiteY1" fmla="*/ 0 h 1638291"/>
              <a:gd name="connsiteX2" fmla="*/ 613772 w 616903"/>
              <a:gd name="connsiteY2" fmla="*/ 1002341 h 1638291"/>
              <a:gd name="connsiteX3" fmla="*/ 386 w 616903"/>
              <a:gd name="connsiteY3" fmla="*/ 1638291 h 1638291"/>
              <a:gd name="connsiteX4" fmla="*/ 3516 w 616903"/>
              <a:gd name="connsiteY4" fmla="*/ 0 h 1638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6903" h="1638291">
                <a:moveTo>
                  <a:pt x="3516" y="0"/>
                </a:moveTo>
                <a:lnTo>
                  <a:pt x="616903" y="0"/>
                </a:lnTo>
                <a:cubicBezTo>
                  <a:pt x="615859" y="329782"/>
                  <a:pt x="614816" y="672559"/>
                  <a:pt x="613772" y="1002341"/>
                </a:cubicBezTo>
                <a:lnTo>
                  <a:pt x="386" y="1638291"/>
                </a:lnTo>
                <a:cubicBezTo>
                  <a:pt x="-1731" y="1306968"/>
                  <a:pt x="5633" y="331323"/>
                  <a:pt x="3516" y="0"/>
                </a:cubicBezTo>
                <a:close/>
              </a:path>
            </a:pathLst>
          </a:custGeom>
          <a:solidFill>
            <a:srgbClr val="D7F6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0" name="矩形 123">
            <a:extLst>
              <a:ext uri="{FF2B5EF4-FFF2-40B4-BE49-F238E27FC236}">
                <a16:creationId xmlns:a16="http://schemas.microsoft.com/office/drawing/2014/main" id="{0E0AB191-06EE-CCB1-1B04-A050CF8EBFB0}"/>
              </a:ext>
            </a:extLst>
          </p:cNvPr>
          <p:cNvSpPr/>
          <p:nvPr/>
        </p:nvSpPr>
        <p:spPr>
          <a:xfrm>
            <a:off x="4971636" y="2023366"/>
            <a:ext cx="625889" cy="672209"/>
          </a:xfrm>
          <a:custGeom>
            <a:avLst/>
            <a:gdLst>
              <a:gd name="connsiteX0" fmla="*/ 0 w 613387"/>
              <a:gd name="connsiteY0" fmla="*/ 0 h 952694"/>
              <a:gd name="connsiteX1" fmla="*/ 613387 w 613387"/>
              <a:gd name="connsiteY1" fmla="*/ 0 h 952694"/>
              <a:gd name="connsiteX2" fmla="*/ 613387 w 613387"/>
              <a:gd name="connsiteY2" fmla="*/ 952694 h 952694"/>
              <a:gd name="connsiteX3" fmla="*/ 0 w 613387"/>
              <a:gd name="connsiteY3" fmla="*/ 952694 h 952694"/>
              <a:gd name="connsiteX4" fmla="*/ 0 w 613387"/>
              <a:gd name="connsiteY4" fmla="*/ 0 h 952694"/>
              <a:gd name="connsiteX0" fmla="*/ 0 w 613387"/>
              <a:gd name="connsiteY0" fmla="*/ 0 h 993969"/>
              <a:gd name="connsiteX1" fmla="*/ 613387 w 613387"/>
              <a:gd name="connsiteY1" fmla="*/ 0 h 993969"/>
              <a:gd name="connsiteX2" fmla="*/ 613387 w 613387"/>
              <a:gd name="connsiteY2" fmla="*/ 952694 h 993969"/>
              <a:gd name="connsiteX3" fmla="*/ 6350 w 613387"/>
              <a:gd name="connsiteY3" fmla="*/ 993969 h 993969"/>
              <a:gd name="connsiteX4" fmla="*/ 0 w 613387"/>
              <a:gd name="connsiteY4" fmla="*/ 0 h 993969"/>
              <a:gd name="connsiteX0" fmla="*/ 0 w 613387"/>
              <a:gd name="connsiteY0" fmla="*/ 0 h 993969"/>
              <a:gd name="connsiteX1" fmla="*/ 613387 w 613387"/>
              <a:gd name="connsiteY1" fmla="*/ 0 h 993969"/>
              <a:gd name="connsiteX2" fmla="*/ 613387 w 613387"/>
              <a:gd name="connsiteY2" fmla="*/ 968569 h 993969"/>
              <a:gd name="connsiteX3" fmla="*/ 6350 w 613387"/>
              <a:gd name="connsiteY3" fmla="*/ 993969 h 993969"/>
              <a:gd name="connsiteX4" fmla="*/ 0 w 613387"/>
              <a:gd name="connsiteY4" fmla="*/ 0 h 993969"/>
              <a:gd name="connsiteX0" fmla="*/ 611 w 613998"/>
              <a:gd name="connsiteY0" fmla="*/ 0 h 997144"/>
              <a:gd name="connsiteX1" fmla="*/ 613998 w 613998"/>
              <a:gd name="connsiteY1" fmla="*/ 0 h 997144"/>
              <a:gd name="connsiteX2" fmla="*/ 613998 w 613998"/>
              <a:gd name="connsiteY2" fmla="*/ 968569 h 997144"/>
              <a:gd name="connsiteX3" fmla="*/ 611 w 613998"/>
              <a:gd name="connsiteY3" fmla="*/ 997144 h 997144"/>
              <a:gd name="connsiteX4" fmla="*/ 611 w 613998"/>
              <a:gd name="connsiteY4" fmla="*/ 0 h 997144"/>
              <a:gd name="connsiteX0" fmla="*/ 611 w 617129"/>
              <a:gd name="connsiteY0" fmla="*/ 0 h 997144"/>
              <a:gd name="connsiteX1" fmla="*/ 613998 w 617129"/>
              <a:gd name="connsiteY1" fmla="*/ 0 h 997144"/>
              <a:gd name="connsiteX2" fmla="*/ 617129 w 617129"/>
              <a:gd name="connsiteY2" fmla="*/ 940311 h 997144"/>
              <a:gd name="connsiteX3" fmla="*/ 611 w 617129"/>
              <a:gd name="connsiteY3" fmla="*/ 997144 h 997144"/>
              <a:gd name="connsiteX4" fmla="*/ 611 w 617129"/>
              <a:gd name="connsiteY4" fmla="*/ 0 h 997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129" h="997144">
                <a:moveTo>
                  <a:pt x="611" y="0"/>
                </a:moveTo>
                <a:lnTo>
                  <a:pt x="613998" y="0"/>
                </a:lnTo>
                <a:cubicBezTo>
                  <a:pt x="615042" y="313437"/>
                  <a:pt x="616085" y="626874"/>
                  <a:pt x="617129" y="940311"/>
                </a:cubicBezTo>
                <a:lnTo>
                  <a:pt x="611" y="997144"/>
                </a:lnTo>
                <a:cubicBezTo>
                  <a:pt x="-1506" y="665821"/>
                  <a:pt x="2728" y="331323"/>
                  <a:pt x="611" y="0"/>
                </a:cubicBezTo>
                <a:close/>
              </a:path>
            </a:pathLst>
          </a:custGeom>
          <a:solidFill>
            <a:srgbClr val="CCD3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1" name="矩形 123">
            <a:extLst>
              <a:ext uri="{FF2B5EF4-FFF2-40B4-BE49-F238E27FC236}">
                <a16:creationId xmlns:a16="http://schemas.microsoft.com/office/drawing/2014/main" id="{7F14A122-A763-6389-AE2C-4884B1D4FEF7}"/>
              </a:ext>
            </a:extLst>
          </p:cNvPr>
          <p:cNvSpPr/>
          <p:nvPr/>
        </p:nvSpPr>
        <p:spPr>
          <a:xfrm flipH="1" flipV="1">
            <a:off x="4971636" y="2654301"/>
            <a:ext cx="625269" cy="1539876"/>
          </a:xfrm>
          <a:custGeom>
            <a:avLst/>
            <a:gdLst>
              <a:gd name="connsiteX0" fmla="*/ 0 w 613387"/>
              <a:gd name="connsiteY0" fmla="*/ 0 h 952694"/>
              <a:gd name="connsiteX1" fmla="*/ 613387 w 613387"/>
              <a:gd name="connsiteY1" fmla="*/ 0 h 952694"/>
              <a:gd name="connsiteX2" fmla="*/ 613387 w 613387"/>
              <a:gd name="connsiteY2" fmla="*/ 952694 h 952694"/>
              <a:gd name="connsiteX3" fmla="*/ 0 w 613387"/>
              <a:gd name="connsiteY3" fmla="*/ 952694 h 952694"/>
              <a:gd name="connsiteX4" fmla="*/ 0 w 613387"/>
              <a:gd name="connsiteY4" fmla="*/ 0 h 952694"/>
              <a:gd name="connsiteX0" fmla="*/ 0 w 613387"/>
              <a:gd name="connsiteY0" fmla="*/ 0 h 993969"/>
              <a:gd name="connsiteX1" fmla="*/ 613387 w 613387"/>
              <a:gd name="connsiteY1" fmla="*/ 0 h 993969"/>
              <a:gd name="connsiteX2" fmla="*/ 613387 w 613387"/>
              <a:gd name="connsiteY2" fmla="*/ 952694 h 993969"/>
              <a:gd name="connsiteX3" fmla="*/ 6350 w 613387"/>
              <a:gd name="connsiteY3" fmla="*/ 993969 h 993969"/>
              <a:gd name="connsiteX4" fmla="*/ 0 w 613387"/>
              <a:gd name="connsiteY4" fmla="*/ 0 h 993969"/>
              <a:gd name="connsiteX0" fmla="*/ 0 w 613387"/>
              <a:gd name="connsiteY0" fmla="*/ 0 h 993969"/>
              <a:gd name="connsiteX1" fmla="*/ 613387 w 613387"/>
              <a:gd name="connsiteY1" fmla="*/ 0 h 993969"/>
              <a:gd name="connsiteX2" fmla="*/ 613387 w 613387"/>
              <a:gd name="connsiteY2" fmla="*/ 968569 h 993969"/>
              <a:gd name="connsiteX3" fmla="*/ 6350 w 613387"/>
              <a:gd name="connsiteY3" fmla="*/ 993969 h 993969"/>
              <a:gd name="connsiteX4" fmla="*/ 0 w 613387"/>
              <a:gd name="connsiteY4" fmla="*/ 0 h 993969"/>
              <a:gd name="connsiteX0" fmla="*/ 611 w 613998"/>
              <a:gd name="connsiteY0" fmla="*/ 0 h 997144"/>
              <a:gd name="connsiteX1" fmla="*/ 613998 w 613998"/>
              <a:gd name="connsiteY1" fmla="*/ 0 h 997144"/>
              <a:gd name="connsiteX2" fmla="*/ 613998 w 613998"/>
              <a:gd name="connsiteY2" fmla="*/ 968569 h 997144"/>
              <a:gd name="connsiteX3" fmla="*/ 611 w 613998"/>
              <a:gd name="connsiteY3" fmla="*/ 997144 h 997144"/>
              <a:gd name="connsiteX4" fmla="*/ 611 w 613998"/>
              <a:gd name="connsiteY4" fmla="*/ 0 h 997144"/>
              <a:gd name="connsiteX0" fmla="*/ 611 w 613998"/>
              <a:gd name="connsiteY0" fmla="*/ 0 h 997144"/>
              <a:gd name="connsiteX1" fmla="*/ 613998 w 613998"/>
              <a:gd name="connsiteY1" fmla="*/ 0 h 997144"/>
              <a:gd name="connsiteX2" fmla="*/ 613998 w 613998"/>
              <a:gd name="connsiteY2" fmla="*/ 976349 h 997144"/>
              <a:gd name="connsiteX3" fmla="*/ 611 w 613998"/>
              <a:gd name="connsiteY3" fmla="*/ 997144 h 997144"/>
              <a:gd name="connsiteX4" fmla="*/ 611 w 613998"/>
              <a:gd name="connsiteY4" fmla="*/ 0 h 997144"/>
              <a:gd name="connsiteX0" fmla="*/ 0 w 616517"/>
              <a:gd name="connsiteY0" fmla="*/ 0 h 1011839"/>
              <a:gd name="connsiteX1" fmla="*/ 616517 w 616517"/>
              <a:gd name="connsiteY1" fmla="*/ 14695 h 1011839"/>
              <a:gd name="connsiteX2" fmla="*/ 616517 w 616517"/>
              <a:gd name="connsiteY2" fmla="*/ 991044 h 1011839"/>
              <a:gd name="connsiteX3" fmla="*/ 3130 w 616517"/>
              <a:gd name="connsiteY3" fmla="*/ 1011839 h 1011839"/>
              <a:gd name="connsiteX4" fmla="*/ 0 w 616517"/>
              <a:gd name="connsiteY4" fmla="*/ 0 h 1011839"/>
              <a:gd name="connsiteX0" fmla="*/ 0 w 616517"/>
              <a:gd name="connsiteY0" fmla="*/ 0 h 1018137"/>
              <a:gd name="connsiteX1" fmla="*/ 616517 w 616517"/>
              <a:gd name="connsiteY1" fmla="*/ 20993 h 1018137"/>
              <a:gd name="connsiteX2" fmla="*/ 616517 w 616517"/>
              <a:gd name="connsiteY2" fmla="*/ 997342 h 1018137"/>
              <a:gd name="connsiteX3" fmla="*/ 3130 w 616517"/>
              <a:gd name="connsiteY3" fmla="*/ 1018137 h 1018137"/>
              <a:gd name="connsiteX4" fmla="*/ 0 w 616517"/>
              <a:gd name="connsiteY4" fmla="*/ 0 h 101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6517" h="1018137">
                <a:moveTo>
                  <a:pt x="0" y="0"/>
                </a:moveTo>
                <a:lnTo>
                  <a:pt x="616517" y="20993"/>
                </a:lnTo>
                <a:lnTo>
                  <a:pt x="616517" y="997342"/>
                </a:lnTo>
                <a:lnTo>
                  <a:pt x="3130" y="1018137"/>
                </a:lnTo>
                <a:cubicBezTo>
                  <a:pt x="1013" y="686814"/>
                  <a:pt x="2117" y="331323"/>
                  <a:pt x="0" y="0"/>
                </a:cubicBezTo>
                <a:close/>
              </a:path>
            </a:pathLst>
          </a:custGeom>
          <a:solidFill>
            <a:srgbClr val="C5F0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2" name="矩形 123">
            <a:extLst>
              <a:ext uri="{FF2B5EF4-FFF2-40B4-BE49-F238E27FC236}">
                <a16:creationId xmlns:a16="http://schemas.microsoft.com/office/drawing/2014/main" id="{662E7387-F761-CD9B-E954-B2C20D352473}"/>
              </a:ext>
            </a:extLst>
          </p:cNvPr>
          <p:cNvSpPr/>
          <p:nvPr/>
        </p:nvSpPr>
        <p:spPr>
          <a:xfrm flipH="1" flipV="1">
            <a:off x="4971636" y="4162426"/>
            <a:ext cx="625660" cy="1194359"/>
          </a:xfrm>
          <a:custGeom>
            <a:avLst/>
            <a:gdLst>
              <a:gd name="connsiteX0" fmla="*/ 0 w 613387"/>
              <a:gd name="connsiteY0" fmla="*/ 0 h 952694"/>
              <a:gd name="connsiteX1" fmla="*/ 613387 w 613387"/>
              <a:gd name="connsiteY1" fmla="*/ 0 h 952694"/>
              <a:gd name="connsiteX2" fmla="*/ 613387 w 613387"/>
              <a:gd name="connsiteY2" fmla="*/ 952694 h 952694"/>
              <a:gd name="connsiteX3" fmla="*/ 0 w 613387"/>
              <a:gd name="connsiteY3" fmla="*/ 952694 h 952694"/>
              <a:gd name="connsiteX4" fmla="*/ 0 w 613387"/>
              <a:gd name="connsiteY4" fmla="*/ 0 h 952694"/>
              <a:gd name="connsiteX0" fmla="*/ 0 w 613387"/>
              <a:gd name="connsiteY0" fmla="*/ 0 h 993969"/>
              <a:gd name="connsiteX1" fmla="*/ 613387 w 613387"/>
              <a:gd name="connsiteY1" fmla="*/ 0 h 993969"/>
              <a:gd name="connsiteX2" fmla="*/ 613387 w 613387"/>
              <a:gd name="connsiteY2" fmla="*/ 952694 h 993969"/>
              <a:gd name="connsiteX3" fmla="*/ 6350 w 613387"/>
              <a:gd name="connsiteY3" fmla="*/ 993969 h 993969"/>
              <a:gd name="connsiteX4" fmla="*/ 0 w 613387"/>
              <a:gd name="connsiteY4" fmla="*/ 0 h 993969"/>
              <a:gd name="connsiteX0" fmla="*/ 0 w 613387"/>
              <a:gd name="connsiteY0" fmla="*/ 0 h 993969"/>
              <a:gd name="connsiteX1" fmla="*/ 613387 w 613387"/>
              <a:gd name="connsiteY1" fmla="*/ 0 h 993969"/>
              <a:gd name="connsiteX2" fmla="*/ 613387 w 613387"/>
              <a:gd name="connsiteY2" fmla="*/ 968569 h 993969"/>
              <a:gd name="connsiteX3" fmla="*/ 6350 w 613387"/>
              <a:gd name="connsiteY3" fmla="*/ 993969 h 993969"/>
              <a:gd name="connsiteX4" fmla="*/ 0 w 613387"/>
              <a:gd name="connsiteY4" fmla="*/ 0 h 993969"/>
              <a:gd name="connsiteX0" fmla="*/ 611 w 613998"/>
              <a:gd name="connsiteY0" fmla="*/ 0 h 997144"/>
              <a:gd name="connsiteX1" fmla="*/ 613998 w 613998"/>
              <a:gd name="connsiteY1" fmla="*/ 0 h 997144"/>
              <a:gd name="connsiteX2" fmla="*/ 613998 w 613998"/>
              <a:gd name="connsiteY2" fmla="*/ 968569 h 997144"/>
              <a:gd name="connsiteX3" fmla="*/ 611 w 613998"/>
              <a:gd name="connsiteY3" fmla="*/ 997144 h 997144"/>
              <a:gd name="connsiteX4" fmla="*/ 611 w 613998"/>
              <a:gd name="connsiteY4" fmla="*/ 0 h 997144"/>
              <a:gd name="connsiteX0" fmla="*/ 611 w 613998"/>
              <a:gd name="connsiteY0" fmla="*/ 0 h 997144"/>
              <a:gd name="connsiteX1" fmla="*/ 613998 w 613998"/>
              <a:gd name="connsiteY1" fmla="*/ 0 h 997144"/>
              <a:gd name="connsiteX2" fmla="*/ 613998 w 613998"/>
              <a:gd name="connsiteY2" fmla="*/ 976349 h 997144"/>
              <a:gd name="connsiteX3" fmla="*/ 611 w 613998"/>
              <a:gd name="connsiteY3" fmla="*/ 997144 h 997144"/>
              <a:gd name="connsiteX4" fmla="*/ 611 w 613998"/>
              <a:gd name="connsiteY4" fmla="*/ 0 h 997144"/>
              <a:gd name="connsiteX0" fmla="*/ 611 w 613998"/>
              <a:gd name="connsiteY0" fmla="*/ 0 h 997144"/>
              <a:gd name="connsiteX1" fmla="*/ 613998 w 613998"/>
              <a:gd name="connsiteY1" fmla="*/ 0 h 997144"/>
              <a:gd name="connsiteX2" fmla="*/ 610867 w 613998"/>
              <a:gd name="connsiteY2" fmla="*/ 989345 h 997144"/>
              <a:gd name="connsiteX3" fmla="*/ 611 w 613998"/>
              <a:gd name="connsiteY3" fmla="*/ 997144 h 997144"/>
              <a:gd name="connsiteX4" fmla="*/ 611 w 613998"/>
              <a:gd name="connsiteY4" fmla="*/ 0 h 997144"/>
              <a:gd name="connsiteX0" fmla="*/ 611 w 613998"/>
              <a:gd name="connsiteY0" fmla="*/ 0 h 1002341"/>
              <a:gd name="connsiteX1" fmla="*/ 613998 w 613998"/>
              <a:gd name="connsiteY1" fmla="*/ 0 h 1002341"/>
              <a:gd name="connsiteX2" fmla="*/ 610867 w 613998"/>
              <a:gd name="connsiteY2" fmla="*/ 1002341 h 1002341"/>
              <a:gd name="connsiteX3" fmla="*/ 611 w 613998"/>
              <a:gd name="connsiteY3" fmla="*/ 997144 h 1002341"/>
              <a:gd name="connsiteX4" fmla="*/ 611 w 613998"/>
              <a:gd name="connsiteY4" fmla="*/ 0 h 1002341"/>
              <a:gd name="connsiteX0" fmla="*/ 3516 w 616903"/>
              <a:gd name="connsiteY0" fmla="*/ 0 h 1002341"/>
              <a:gd name="connsiteX1" fmla="*/ 616903 w 616903"/>
              <a:gd name="connsiteY1" fmla="*/ 0 h 1002341"/>
              <a:gd name="connsiteX2" fmla="*/ 613772 w 616903"/>
              <a:gd name="connsiteY2" fmla="*/ 1002341 h 1002341"/>
              <a:gd name="connsiteX3" fmla="*/ 386 w 616903"/>
              <a:gd name="connsiteY3" fmla="*/ 981156 h 1002341"/>
              <a:gd name="connsiteX4" fmla="*/ 3516 w 616903"/>
              <a:gd name="connsiteY4" fmla="*/ 0 h 1002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6903" h="1002341">
                <a:moveTo>
                  <a:pt x="3516" y="0"/>
                </a:moveTo>
                <a:lnTo>
                  <a:pt x="616903" y="0"/>
                </a:lnTo>
                <a:cubicBezTo>
                  <a:pt x="615859" y="329782"/>
                  <a:pt x="614816" y="672559"/>
                  <a:pt x="613772" y="1002341"/>
                </a:cubicBezTo>
                <a:lnTo>
                  <a:pt x="386" y="981156"/>
                </a:lnTo>
                <a:cubicBezTo>
                  <a:pt x="-1731" y="649833"/>
                  <a:pt x="5633" y="331323"/>
                  <a:pt x="3516" y="0"/>
                </a:cubicBezTo>
                <a:close/>
              </a:path>
            </a:pathLst>
          </a:custGeom>
          <a:solidFill>
            <a:srgbClr val="D7F6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02973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0B8F1-5F4D-3D0E-1275-160F2F942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816A6E6B-3271-3ADB-ADE8-9D292FAFC9B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7" imgW="7772400" imgH="10058400" progId="TCLayout.ActiveDocument.1">
                  <p:embed/>
                </p:oleObj>
              </mc:Choice>
              <mc:Fallback>
                <p:oleObj name="think-cell 幻灯片" r:id="rId7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6A6E6B-3271-3ADB-ADE8-9D292FAFC9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BCA8E430-AAEC-5D15-1086-6B4BFD9238C7}"/>
              </a:ext>
            </a:extLst>
          </p:cNvPr>
          <p:cNvSpPr txBox="1"/>
          <p:nvPr/>
        </p:nvSpPr>
        <p:spPr>
          <a:xfrm>
            <a:off x="443001" y="261257"/>
            <a:ext cx="5479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…and are </a:t>
            </a:r>
            <a:r>
              <a:rPr kumimoji="1" lang="en-US" altLang="zh-CN" dirty="0" err="1">
                <a:latin typeface="HarmonyOS Sans SC Medium" pitchFamily="2" charset="-122"/>
                <a:ea typeface="HarmonyOS Sans SC Medium" pitchFamily="2" charset="-122"/>
              </a:rPr>
              <a:t>preferrred</a:t>
            </a:r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 over the phone in all cases.</a:t>
            </a:r>
            <a:r>
              <a:rPr kumimoji="1" lang="en-US" altLang="zh-CN" baseline="30000" dirty="0">
                <a:latin typeface="HarmonyOS Sans SC Medium" pitchFamily="2" charset="-122"/>
                <a:ea typeface="HarmonyOS Sans SC Medium" pitchFamily="2" charset="-122"/>
              </a:rPr>
              <a:t>3</a:t>
            </a:r>
            <a:endParaRPr kumimoji="1" lang="zh-CN" altLang="en-US" baseline="30000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DFD34FC-793C-EFD0-1362-C14175A181E1}"/>
              </a:ext>
            </a:extLst>
          </p:cNvPr>
          <p:cNvSpPr txBox="1"/>
          <p:nvPr/>
        </p:nvSpPr>
        <p:spPr>
          <a:xfrm>
            <a:off x="443001" y="667654"/>
            <a:ext cx="71320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Preference for video </a:t>
            </a:r>
            <a:r>
              <a:rPr kumimoji="1" lang="zh-CN" altLang="en-US" sz="1400" dirty="0">
                <a:latin typeface="HarmonyOS Sans SC" pitchFamily="2" charset="-122"/>
                <a:ea typeface="HarmonyOS Sans SC" pitchFamily="2" charset="-122"/>
              </a:rPr>
              <a:t>（</a:t>
            </a:r>
            <a:r>
              <a:rPr kumimoji="1" lang="en-US" altLang="zh-CN" sz="1400" dirty="0" err="1">
                <a:latin typeface="HarmonyOS Sans SC" pitchFamily="2" charset="-122"/>
                <a:ea typeface="HarmonyOS Sans SC" pitchFamily="2" charset="-122"/>
              </a:rPr>
              <a:t>eg</a:t>
            </a:r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, Zoom, </a:t>
            </a:r>
            <a:r>
              <a:rPr kumimoji="1" lang="en-US" altLang="zh-CN" sz="1400" dirty="0" err="1">
                <a:latin typeface="HarmonyOS Sans SC" pitchFamily="2" charset="-122"/>
                <a:ea typeface="HarmonyOS Sans SC" pitchFamily="2" charset="-122"/>
              </a:rPr>
              <a:t>WebEx</a:t>
            </a:r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, Teams</a:t>
            </a:r>
            <a:r>
              <a:rPr kumimoji="1" lang="zh-CN" altLang="en-US" sz="1400" dirty="0">
                <a:latin typeface="HarmonyOS Sans SC" pitchFamily="2" charset="-122"/>
                <a:ea typeface="HarmonyOS Sans SC" pitchFamily="2" charset="-122"/>
              </a:rPr>
              <a:t>） </a:t>
            </a:r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over phone in different situations</a:t>
            </a:r>
            <a:r>
              <a:rPr kumimoji="1" lang="en-US" altLang="zh-CN" sz="1400" baseline="30000" dirty="0">
                <a:latin typeface="HarmonyOS Sans SC" pitchFamily="2" charset="-122"/>
                <a:ea typeface="HarmonyOS Sans SC" pitchFamily="2" charset="-122"/>
              </a:rPr>
              <a:t>1</a:t>
            </a:r>
          </a:p>
          <a:p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% of respondents</a:t>
            </a:r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2E13F4-B6F1-662C-83B0-DBD3490DCAF6}"/>
              </a:ext>
            </a:extLst>
          </p:cNvPr>
          <p:cNvSpPr txBox="1"/>
          <p:nvPr/>
        </p:nvSpPr>
        <p:spPr>
          <a:xfrm>
            <a:off x="443001" y="5888857"/>
            <a:ext cx="81964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baseline="30000" dirty="0">
                <a:latin typeface="HarmonyOS Sans SC Light" pitchFamily="2" charset="-122"/>
                <a:ea typeface="HarmonyOS Sans SC Light" pitchFamily="2" charset="-122"/>
              </a:rPr>
              <a:t>1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Q.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： 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"</a:t>
            </a:r>
            <a:r>
              <a:rPr kumimoji="1" lang="en-US" altLang="zh-CN" sz="1000" i="1" dirty="0">
                <a:latin typeface="HarmonyOS Sans SC Light" pitchFamily="2" charset="-122"/>
                <a:ea typeface="HarmonyOS Sans SC Light" pitchFamily="2" charset="-122"/>
              </a:rPr>
              <a:t>Approximately what percentage of your company's revenue before COVID-19 was driven by..</a:t>
            </a:r>
            <a:r>
              <a:rPr kumimoji="1" lang="zh-CN" altLang="en-US" sz="1000" i="1" dirty="0">
                <a:latin typeface="HarmonyOS Sans SC Light" pitchFamily="2" charset="-122"/>
                <a:ea typeface="HarmonyOS Sans SC Light" pitchFamily="2" charset="-122"/>
              </a:rPr>
              <a:t>（</a:t>
            </a:r>
            <a:r>
              <a:rPr kumimoji="1" lang="en-US" altLang="zh-CN" sz="1000" i="1" dirty="0">
                <a:latin typeface="HarmonyOS Sans SC Light" pitchFamily="2" charset="-122"/>
                <a:ea typeface="HarmonyOS Sans SC Light" pitchFamily="2" charset="-122"/>
              </a:rPr>
              <a:t>during COVID-19 is now driven by..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"</a:t>
            </a:r>
          </a:p>
          <a:p>
            <a:r>
              <a:rPr kumimoji="1" lang="en-US" altLang="zh-CN" sz="1000" baseline="30000" dirty="0">
                <a:latin typeface="HarmonyOS Sans SC Light" pitchFamily="2" charset="-122"/>
                <a:ea typeface="HarmonyOS Sans SC Light" pitchFamily="2" charset="-122"/>
              </a:rPr>
              <a:t>2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Figures may not sum to 100% because responses under "other" option offered were not included in analysis, and because of rounding.</a:t>
            </a:r>
          </a:p>
          <a:p>
            <a:r>
              <a:rPr kumimoji="1" lang="en-US" altLang="zh-CN" sz="1000" baseline="30000" dirty="0">
                <a:latin typeface="HarmonyOS Sans SC Light" pitchFamily="2" charset="-122"/>
                <a:ea typeface="HarmonyOS Sans SC Light" pitchFamily="2" charset="-122"/>
              </a:rPr>
              <a:t>3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Q.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： 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"</a:t>
            </a:r>
            <a:r>
              <a:rPr kumimoji="1" lang="en-US" altLang="zh-CN" sz="1000" i="1" dirty="0">
                <a:latin typeface="HarmonyOS Sans SC Light" pitchFamily="2" charset="-122"/>
                <a:ea typeface="HarmonyOS Sans SC Light" pitchFamily="2" charset="-122"/>
              </a:rPr>
              <a:t>How much more or less helpful is it to use video </a:t>
            </a:r>
            <a:r>
              <a:rPr kumimoji="1" lang="zh-CN" altLang="en-US" sz="1000" i="1" dirty="0">
                <a:latin typeface="HarmonyOS Sans SC Light" pitchFamily="2" charset="-122"/>
                <a:ea typeface="HarmonyOS Sans SC Light" pitchFamily="2" charset="-122"/>
              </a:rPr>
              <a:t>（</a:t>
            </a:r>
            <a:r>
              <a:rPr kumimoji="1" lang="en-US" altLang="zh-CN" sz="1000" i="1" dirty="0" err="1">
                <a:latin typeface="HarmonyOS Sans SC Light" pitchFamily="2" charset="-122"/>
                <a:ea typeface="HarmonyOS Sans SC Light" pitchFamily="2" charset="-122"/>
              </a:rPr>
              <a:t>eg</a:t>
            </a:r>
            <a:r>
              <a:rPr kumimoji="1" lang="en-US" altLang="zh-CN" sz="1000" i="1" dirty="0">
                <a:latin typeface="HarmonyOS Sans SC Light" pitchFamily="2" charset="-122"/>
                <a:ea typeface="HarmonyOS Sans SC Light" pitchFamily="2" charset="-122"/>
              </a:rPr>
              <a:t>, Zoom, </a:t>
            </a:r>
            <a:r>
              <a:rPr kumimoji="1" lang="en-US" altLang="zh-CN" sz="1000" i="1" dirty="0" err="1">
                <a:latin typeface="HarmonyOS Sans SC Light" pitchFamily="2" charset="-122"/>
                <a:ea typeface="HarmonyOS Sans SC Light" pitchFamily="2" charset="-122"/>
              </a:rPr>
              <a:t>WebEx</a:t>
            </a:r>
            <a:r>
              <a:rPr kumimoji="1" lang="en-US" altLang="zh-CN" sz="1000" i="1" dirty="0">
                <a:latin typeface="HarmonyOS Sans SC Light" pitchFamily="2" charset="-122"/>
                <a:ea typeface="HarmonyOS Sans SC Light" pitchFamily="2" charset="-122"/>
              </a:rPr>
              <a:t>, Teams</a:t>
            </a:r>
            <a:r>
              <a:rPr kumimoji="1" lang="zh-CN" altLang="en-US" sz="1000" i="1" dirty="0">
                <a:latin typeface="HarmonyOS Sans SC Light" pitchFamily="2" charset="-122"/>
                <a:ea typeface="HarmonyOS Sans SC Light" pitchFamily="2" charset="-122"/>
              </a:rPr>
              <a:t>） </a:t>
            </a:r>
            <a:r>
              <a:rPr kumimoji="1" lang="en-US" altLang="zh-CN" sz="1000" i="1" dirty="0">
                <a:latin typeface="HarmonyOS Sans SC Light" pitchFamily="2" charset="-122"/>
                <a:ea typeface="HarmonyOS Sans SC Light" pitchFamily="2" charset="-122"/>
              </a:rPr>
              <a:t>vs phone only in the following situations</a:t>
            </a:r>
            <a:r>
              <a:rPr kumimoji="1" lang="zh-CN" altLang="en-US" sz="1000" i="1" dirty="0">
                <a:latin typeface="HarmonyOS Sans SC Light" pitchFamily="2" charset="-122"/>
                <a:ea typeface="HarmonyOS Sans SC Light" pitchFamily="2" charset="-122"/>
              </a:rPr>
              <a:t>？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"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Source: McKinsey COVID-19 B2B Decision-Maker Pulse #3 7/27-8/11/2020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（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n =3,626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）</a:t>
            </a:r>
          </a:p>
        </p:txBody>
      </p:sp>
      <p:graphicFrame>
        <p:nvGraphicFramePr>
          <p:cNvPr id="33" name="Chart 3">
            <a:extLst>
              <a:ext uri="{FF2B5EF4-FFF2-40B4-BE49-F238E27FC236}">
                <a16:creationId xmlns:a16="http://schemas.microsoft.com/office/drawing/2014/main" id="{53085EFE-47EC-4E39-B369-977404D59072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360363" y="2695575"/>
          <a:ext cx="2794000" cy="279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121" name="文本框 120">
            <a:extLst>
              <a:ext uri="{FF2B5EF4-FFF2-40B4-BE49-F238E27FC236}">
                <a16:creationId xmlns:a16="http://schemas.microsoft.com/office/drawing/2014/main" id="{FA419D5A-BE9D-50BD-F0BE-874048C8A0C0}"/>
              </a:ext>
            </a:extLst>
          </p:cNvPr>
          <p:cNvSpPr txBox="1"/>
          <p:nvPr/>
        </p:nvSpPr>
        <p:spPr>
          <a:xfrm>
            <a:off x="1111192" y="3553966"/>
            <a:ext cx="129234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3200" b="1" dirty="0">
                <a:latin typeface="HarmonyOS Sans SC" pitchFamily="2" charset="-122"/>
                <a:ea typeface="HarmonyOS Sans SC" pitchFamily="2" charset="-122"/>
              </a:rPr>
              <a:t>79%</a:t>
            </a:r>
          </a:p>
          <a:p>
            <a:pPr algn="ctr"/>
            <a:r>
              <a:rPr kumimoji="1" lang="en-US" altLang="zh-CN" sz="1600" dirty="0">
                <a:latin typeface="HarmonyOS Sans SC Light" pitchFamily="2" charset="-122"/>
                <a:ea typeface="HarmonyOS Sans SC Light" pitchFamily="2" charset="-122"/>
              </a:rPr>
              <a:t>Prefer video</a:t>
            </a:r>
          </a:p>
          <a:p>
            <a:pPr algn="ctr"/>
            <a:r>
              <a:rPr kumimoji="1" lang="en-US" altLang="zh-CN" sz="1600" dirty="0">
                <a:latin typeface="HarmonyOS Sans SC Light" pitchFamily="2" charset="-122"/>
                <a:ea typeface="HarmonyOS Sans SC Light" pitchFamily="2" charset="-122"/>
              </a:rPr>
              <a:t>to phone</a:t>
            </a:r>
            <a:endParaRPr kumimoji="1" lang="zh-CN" altLang="en-US" sz="16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graphicFrame>
        <p:nvGraphicFramePr>
          <p:cNvPr id="38" name="Chart 3">
            <a:extLst>
              <a:ext uri="{FF2B5EF4-FFF2-40B4-BE49-F238E27FC236}">
                <a16:creationId xmlns:a16="http://schemas.microsoft.com/office/drawing/2014/main" id="{2FF06481-84E3-7A34-BC94-3B3D2C73E929}"/>
              </a:ext>
            </a:extLst>
          </p:cNvPr>
          <p:cNvGraphicFramePr/>
          <p:nvPr>
            <p:custDataLst>
              <p:tags r:id="rId3"/>
            </p:custDataLst>
          </p:nvPr>
        </p:nvGraphicFramePr>
        <p:xfrm>
          <a:off x="3213100" y="2695575"/>
          <a:ext cx="2794000" cy="279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40" name="Chart 3">
            <a:extLst>
              <a:ext uri="{FF2B5EF4-FFF2-40B4-BE49-F238E27FC236}">
                <a16:creationId xmlns:a16="http://schemas.microsoft.com/office/drawing/2014/main" id="{06BE0D6D-5F38-5735-BF75-D790CC761298}"/>
              </a:ext>
            </a:extLst>
          </p:cNvPr>
          <p:cNvGraphicFramePr/>
          <p:nvPr>
            <p:custDataLst>
              <p:tags r:id="rId4"/>
            </p:custDataLst>
          </p:nvPr>
        </p:nvGraphicFramePr>
        <p:xfrm>
          <a:off x="6065838" y="2695575"/>
          <a:ext cx="2794000" cy="279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graphicFrame>
        <p:nvGraphicFramePr>
          <p:cNvPr id="42" name="Chart 3">
            <a:extLst>
              <a:ext uri="{FF2B5EF4-FFF2-40B4-BE49-F238E27FC236}">
                <a16:creationId xmlns:a16="http://schemas.microsoft.com/office/drawing/2014/main" id="{0CD0EDC7-1181-071C-82AA-F9CAA8906628}"/>
              </a:ext>
            </a:extLst>
          </p:cNvPr>
          <p:cNvGraphicFramePr/>
          <p:nvPr>
            <p:custDataLst>
              <p:tags r:id="rId5"/>
            </p:custDataLst>
          </p:nvPr>
        </p:nvGraphicFramePr>
        <p:xfrm>
          <a:off x="8918575" y="2695575"/>
          <a:ext cx="2794000" cy="279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43" name="文本框 42">
            <a:extLst>
              <a:ext uri="{FF2B5EF4-FFF2-40B4-BE49-F238E27FC236}">
                <a16:creationId xmlns:a16="http://schemas.microsoft.com/office/drawing/2014/main" id="{07E2501D-0075-67D1-8A9B-5B70797C8B3F}"/>
              </a:ext>
            </a:extLst>
          </p:cNvPr>
          <p:cNvSpPr txBox="1"/>
          <p:nvPr/>
        </p:nvSpPr>
        <p:spPr>
          <a:xfrm>
            <a:off x="3963929" y="3553966"/>
            <a:ext cx="129234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3200" b="1" dirty="0">
                <a:latin typeface="HarmonyOS Sans SC" pitchFamily="2" charset="-122"/>
                <a:ea typeface="HarmonyOS Sans SC" pitchFamily="2" charset="-122"/>
              </a:rPr>
              <a:t>76%</a:t>
            </a:r>
          </a:p>
          <a:p>
            <a:pPr algn="ctr"/>
            <a:r>
              <a:rPr kumimoji="1" lang="en-US" altLang="zh-CN" sz="1600" dirty="0">
                <a:latin typeface="HarmonyOS Sans SC Light" pitchFamily="2" charset="-122"/>
                <a:ea typeface="HarmonyOS Sans SC Light" pitchFamily="2" charset="-122"/>
              </a:rPr>
              <a:t>Prefer video</a:t>
            </a:r>
          </a:p>
          <a:p>
            <a:pPr algn="ctr"/>
            <a:r>
              <a:rPr kumimoji="1" lang="en-US" altLang="zh-CN" sz="1600" dirty="0">
                <a:latin typeface="HarmonyOS Sans SC Light" pitchFamily="2" charset="-122"/>
                <a:ea typeface="HarmonyOS Sans SC Light" pitchFamily="2" charset="-122"/>
              </a:rPr>
              <a:t>to phone</a:t>
            </a:r>
            <a:endParaRPr kumimoji="1" lang="zh-CN" altLang="en-US" sz="16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39899DA7-0EA4-63B9-748D-9801A1B1DB50}"/>
              </a:ext>
            </a:extLst>
          </p:cNvPr>
          <p:cNvSpPr txBox="1"/>
          <p:nvPr/>
        </p:nvSpPr>
        <p:spPr>
          <a:xfrm>
            <a:off x="6816667" y="3553966"/>
            <a:ext cx="129234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3200" b="1" dirty="0">
                <a:latin typeface="HarmonyOS Sans SC" pitchFamily="2" charset="-122"/>
                <a:ea typeface="HarmonyOS Sans SC" pitchFamily="2" charset="-122"/>
              </a:rPr>
              <a:t>76%</a:t>
            </a:r>
          </a:p>
          <a:p>
            <a:pPr algn="ctr"/>
            <a:r>
              <a:rPr kumimoji="1" lang="en-US" altLang="zh-CN" sz="1600" dirty="0">
                <a:latin typeface="HarmonyOS Sans SC Light" pitchFamily="2" charset="-122"/>
                <a:ea typeface="HarmonyOS Sans SC Light" pitchFamily="2" charset="-122"/>
              </a:rPr>
              <a:t>Prefer video</a:t>
            </a:r>
          </a:p>
          <a:p>
            <a:pPr algn="ctr"/>
            <a:r>
              <a:rPr kumimoji="1" lang="en-US" altLang="zh-CN" sz="1600" dirty="0">
                <a:latin typeface="HarmonyOS Sans SC Light" pitchFamily="2" charset="-122"/>
                <a:ea typeface="HarmonyOS Sans SC Light" pitchFamily="2" charset="-122"/>
              </a:rPr>
              <a:t>to phone</a:t>
            </a:r>
            <a:endParaRPr kumimoji="1" lang="zh-CN" altLang="en-US" sz="16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FCFC1E8C-0C44-98F1-0D47-FC8A5921A090}"/>
              </a:ext>
            </a:extLst>
          </p:cNvPr>
          <p:cNvSpPr txBox="1"/>
          <p:nvPr/>
        </p:nvSpPr>
        <p:spPr>
          <a:xfrm>
            <a:off x="9669404" y="3553966"/>
            <a:ext cx="129234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3200" b="1" dirty="0">
                <a:latin typeface="HarmonyOS Sans SC" pitchFamily="2" charset="-122"/>
                <a:ea typeface="HarmonyOS Sans SC" pitchFamily="2" charset="-122"/>
              </a:rPr>
              <a:t>77%</a:t>
            </a:r>
          </a:p>
          <a:p>
            <a:pPr algn="ctr"/>
            <a:r>
              <a:rPr kumimoji="1" lang="en-US" altLang="zh-CN" sz="1600" dirty="0">
                <a:latin typeface="HarmonyOS Sans SC Light" pitchFamily="2" charset="-122"/>
                <a:ea typeface="HarmonyOS Sans SC Light" pitchFamily="2" charset="-122"/>
              </a:rPr>
              <a:t>Prefer video</a:t>
            </a:r>
          </a:p>
          <a:p>
            <a:pPr algn="ctr"/>
            <a:r>
              <a:rPr kumimoji="1" lang="en-US" altLang="zh-CN" sz="1600" dirty="0">
                <a:latin typeface="HarmonyOS Sans SC Light" pitchFamily="2" charset="-122"/>
                <a:ea typeface="HarmonyOS Sans SC Light" pitchFamily="2" charset="-122"/>
              </a:rPr>
              <a:t>to phone</a:t>
            </a:r>
            <a:endParaRPr kumimoji="1" lang="zh-CN" altLang="en-US" sz="16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85094614-9BE6-9DF5-5773-A47A20F8A9FB}"/>
              </a:ext>
            </a:extLst>
          </p:cNvPr>
          <p:cNvSpPr txBox="1"/>
          <p:nvPr/>
        </p:nvSpPr>
        <p:spPr>
          <a:xfrm>
            <a:off x="610253" y="2025104"/>
            <a:ext cx="22942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600" dirty="0">
                <a:latin typeface="HarmonyOS Sans SC" pitchFamily="2" charset="-122"/>
                <a:ea typeface="HarmonyOS Sans SC" pitchFamily="2" charset="-122"/>
              </a:rPr>
              <a:t>Meeting with others in</a:t>
            </a:r>
          </a:p>
          <a:p>
            <a:pPr algn="ctr"/>
            <a:r>
              <a:rPr kumimoji="1" lang="en-US" altLang="zh-CN" sz="1600" dirty="0">
                <a:latin typeface="HarmonyOS Sans SC" pitchFamily="2" charset="-122"/>
                <a:ea typeface="HarmonyOS Sans SC" pitchFamily="2" charset="-122"/>
              </a:rPr>
              <a:t>your company</a:t>
            </a:r>
            <a:endParaRPr kumimoji="1" lang="zh-CN" altLang="en-US" sz="16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7C6E8664-3C93-3679-89B4-10B047D7CB8E}"/>
              </a:ext>
            </a:extLst>
          </p:cNvPr>
          <p:cNvSpPr txBox="1"/>
          <p:nvPr/>
        </p:nvSpPr>
        <p:spPr>
          <a:xfrm>
            <a:off x="3511080" y="2025104"/>
            <a:ext cx="21980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600" dirty="0">
                <a:latin typeface="HarmonyOS Sans SC" pitchFamily="2" charset="-122"/>
                <a:ea typeface="HarmonyOS Sans SC" pitchFamily="2" charset="-122"/>
              </a:rPr>
              <a:t>Meeting with existing</a:t>
            </a:r>
          </a:p>
          <a:p>
            <a:pPr algn="ctr"/>
            <a:r>
              <a:rPr kumimoji="1" lang="en-US" altLang="zh-CN" sz="1600" dirty="0">
                <a:latin typeface="HarmonyOS Sans SC" pitchFamily="2" charset="-122"/>
                <a:ea typeface="HarmonyOS Sans SC" pitchFamily="2" charset="-122"/>
              </a:rPr>
              <a:t>customers</a:t>
            </a:r>
            <a:endParaRPr kumimoji="1" lang="zh-CN" altLang="en-US" sz="16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E84FBBEA-F34E-AD31-881E-4C523A234CF0}"/>
              </a:ext>
            </a:extLst>
          </p:cNvPr>
          <p:cNvSpPr txBox="1"/>
          <p:nvPr/>
        </p:nvSpPr>
        <p:spPr>
          <a:xfrm>
            <a:off x="6754951" y="2025103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600" dirty="0">
                <a:latin typeface="HarmonyOS Sans SC" pitchFamily="2" charset="-122"/>
                <a:ea typeface="HarmonyOS Sans SC" pitchFamily="2" charset="-122"/>
              </a:rPr>
              <a:t>Meeting with</a:t>
            </a:r>
          </a:p>
          <a:p>
            <a:pPr algn="ctr"/>
            <a:r>
              <a:rPr kumimoji="1" lang="en-US" altLang="zh-CN" sz="1600" dirty="0">
                <a:latin typeface="HarmonyOS Sans SC" pitchFamily="2" charset="-122"/>
                <a:ea typeface="HarmonyOS Sans SC" pitchFamily="2" charset="-122"/>
              </a:rPr>
              <a:t>prospects</a:t>
            </a:r>
            <a:endParaRPr kumimoji="1" lang="zh-CN" altLang="en-US" sz="16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59F4CE94-ADB3-BC8B-AA28-5E2D977125D5}"/>
              </a:ext>
            </a:extLst>
          </p:cNvPr>
          <p:cNvSpPr txBox="1"/>
          <p:nvPr/>
        </p:nvSpPr>
        <p:spPr>
          <a:xfrm>
            <a:off x="9384870" y="2025104"/>
            <a:ext cx="18614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600" dirty="0">
                <a:latin typeface="HarmonyOS Sans SC" pitchFamily="2" charset="-122"/>
                <a:ea typeface="HarmonyOS Sans SC" pitchFamily="2" charset="-122"/>
              </a:rPr>
              <a:t>Meeting with</a:t>
            </a:r>
          </a:p>
          <a:p>
            <a:pPr algn="ctr"/>
            <a:r>
              <a:rPr kumimoji="1" lang="en-US" altLang="zh-CN" sz="1600" dirty="0">
                <a:latin typeface="HarmonyOS Sans SC" pitchFamily="2" charset="-122"/>
                <a:ea typeface="HarmonyOS Sans SC" pitchFamily="2" charset="-122"/>
              </a:rPr>
              <a:t>vendors/suppliers</a:t>
            </a:r>
            <a:endParaRPr kumimoji="1" lang="zh-CN" altLang="en-US" sz="16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713BD5D9-7CB0-AF65-E298-E06F64CE2442}"/>
              </a:ext>
            </a:extLst>
          </p:cNvPr>
          <p:cNvSpPr/>
          <p:nvPr/>
        </p:nvSpPr>
        <p:spPr>
          <a:xfrm>
            <a:off x="561860" y="1401472"/>
            <a:ext cx="162380" cy="1623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71E54FB8-DEB1-149C-ED3A-6265414B8FC2}"/>
              </a:ext>
            </a:extLst>
          </p:cNvPr>
          <p:cNvSpPr txBox="1"/>
          <p:nvPr/>
        </p:nvSpPr>
        <p:spPr>
          <a:xfrm>
            <a:off x="724240" y="1328773"/>
            <a:ext cx="12234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More helpful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98E967FC-A012-E46E-A49D-506F7C4204C7}"/>
              </a:ext>
            </a:extLst>
          </p:cNvPr>
          <p:cNvSpPr/>
          <p:nvPr/>
        </p:nvSpPr>
        <p:spPr>
          <a:xfrm>
            <a:off x="2130385" y="1401472"/>
            <a:ext cx="162380" cy="162380"/>
          </a:xfrm>
          <a:prstGeom prst="rect">
            <a:avLst/>
          </a:prstGeom>
          <a:solidFill>
            <a:srgbClr val="00AC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B034F36A-7EBC-DE35-CB3A-C80E4622DCA2}"/>
              </a:ext>
            </a:extLst>
          </p:cNvPr>
          <p:cNvSpPr txBox="1"/>
          <p:nvPr/>
        </p:nvSpPr>
        <p:spPr>
          <a:xfrm>
            <a:off x="2292765" y="1328773"/>
            <a:ext cx="7938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Neutral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7B7DA5E2-39FD-0601-DB6B-BB8FDB7CD44F}"/>
              </a:ext>
            </a:extLst>
          </p:cNvPr>
          <p:cNvSpPr/>
          <p:nvPr/>
        </p:nvSpPr>
        <p:spPr>
          <a:xfrm>
            <a:off x="3248952" y="1407790"/>
            <a:ext cx="162380" cy="162380"/>
          </a:xfrm>
          <a:prstGeom prst="rect">
            <a:avLst/>
          </a:prstGeom>
          <a:solidFill>
            <a:srgbClr val="CCD3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41DC078-6163-09FB-7224-B99F91B61C4A}"/>
              </a:ext>
            </a:extLst>
          </p:cNvPr>
          <p:cNvSpPr txBox="1"/>
          <p:nvPr/>
        </p:nvSpPr>
        <p:spPr>
          <a:xfrm>
            <a:off x="3411332" y="1335091"/>
            <a:ext cx="11576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Less helpful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51687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FFE08-6DE6-AC8F-7DB5-A117C976B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2637A16D-CE5D-2E86-5ECC-50383B53E03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9" imgW="7772400" imgH="10058400" progId="TCLayout.ActiveDocument.1">
                  <p:embed/>
                </p:oleObj>
              </mc:Choice>
              <mc:Fallback>
                <p:oleObj name="think-cell 幻灯片" r:id="rId9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637A16D-CE5D-2E86-5ECC-50383B53E03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4752CF6E-D3F3-574A-FDB8-4F9508BCDCD3}"/>
              </a:ext>
            </a:extLst>
          </p:cNvPr>
          <p:cNvSpPr txBox="1"/>
          <p:nvPr/>
        </p:nvSpPr>
        <p:spPr>
          <a:xfrm>
            <a:off x="443001" y="261257"/>
            <a:ext cx="4411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Companies expect the changes to stick.</a:t>
            </a:r>
            <a:endParaRPr kumimoji="1" lang="zh-CN" altLang="en-US" baseline="30000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707A2C4-A506-35C2-EFF9-18F4EE12C163}"/>
              </a:ext>
            </a:extLst>
          </p:cNvPr>
          <p:cNvSpPr txBox="1"/>
          <p:nvPr/>
        </p:nvSpPr>
        <p:spPr>
          <a:xfrm>
            <a:off x="443001" y="667654"/>
            <a:ext cx="58993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Likelihood of sustaining new go-to-market models for 12+ months</a:t>
            </a:r>
            <a:r>
              <a:rPr kumimoji="1" lang="en-US" altLang="zh-CN" sz="1400" baseline="30000" dirty="0">
                <a:latin typeface="HarmonyOS Sans SC" pitchFamily="2" charset="-122"/>
                <a:ea typeface="HarmonyOS Sans SC" pitchFamily="2" charset="-122"/>
              </a:rPr>
              <a:t>1,2</a:t>
            </a:r>
          </a:p>
          <a:p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% of respondents</a:t>
            </a:r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557CC6F-473B-D2B5-188F-3F81C796DEE4}"/>
              </a:ext>
            </a:extLst>
          </p:cNvPr>
          <p:cNvSpPr txBox="1"/>
          <p:nvPr/>
        </p:nvSpPr>
        <p:spPr>
          <a:xfrm>
            <a:off x="443001" y="6012290"/>
            <a:ext cx="99035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baseline="30000" dirty="0">
                <a:latin typeface="HarmonyOS Sans SC Light" pitchFamily="2" charset="-122"/>
                <a:ea typeface="HarmonyOS Sans SC Light" pitchFamily="2" charset="-122"/>
              </a:rPr>
              <a:t>1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Q.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： 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"</a:t>
            </a:r>
            <a:r>
              <a:rPr kumimoji="1" lang="en-US" altLang="zh-CN" sz="1000" i="1" dirty="0">
                <a:latin typeface="HarmonyOS Sans SC Light" pitchFamily="2" charset="-122"/>
                <a:ea typeface="HarmonyOS Sans SC Light" pitchFamily="2" charset="-122"/>
              </a:rPr>
              <a:t>Which of the following statements best describe the changes your company has made to its commercial and go-to-market model during COVID-19</a:t>
            </a:r>
            <a:r>
              <a:rPr kumimoji="1" lang="zh-CN" altLang="en-US" sz="1000" i="1" dirty="0">
                <a:latin typeface="HarmonyOS Sans SC Light" pitchFamily="2" charset="-122"/>
                <a:ea typeface="HarmonyOS Sans SC Light" pitchFamily="2" charset="-122"/>
              </a:rPr>
              <a:t>？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"</a:t>
            </a:r>
          </a:p>
          <a:p>
            <a:r>
              <a:rPr kumimoji="1" lang="en-US" altLang="zh-CN" sz="1000" baseline="30000" dirty="0">
                <a:latin typeface="HarmonyOS Sans SC Light" pitchFamily="2" charset="-122"/>
                <a:ea typeface="HarmonyOS Sans SC Light" pitchFamily="2" charset="-122"/>
              </a:rPr>
              <a:t>2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Figures may not sum to 100% because of rounding.</a:t>
            </a:r>
          </a:p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Source: McKinsey COVID-19 B2B Decision-Maker Pulse #2 4/20-4/28/2020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（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n = 3,755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）， 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McKinsey COVD-19 B2B Decision-Maker Pulse #3 7/27-8/11/2020 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（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n=3,626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）</a:t>
            </a:r>
          </a:p>
        </p:txBody>
      </p:sp>
      <p:graphicFrame>
        <p:nvGraphicFramePr>
          <p:cNvPr id="85" name="Chart 3">
            <a:extLst>
              <a:ext uri="{FF2B5EF4-FFF2-40B4-BE49-F238E27FC236}">
                <a16:creationId xmlns:a16="http://schemas.microsoft.com/office/drawing/2014/main" id="{BB4E6BC2-33D5-2AAE-54B4-4A0E0352FFA7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1301750" y="1292225"/>
          <a:ext cx="4198938" cy="4657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2" name="文本占位符 2">
            <a:extLst>
              <a:ext uri="{FF2B5EF4-FFF2-40B4-BE49-F238E27FC236}">
                <a16:creationId xmlns:a16="http://schemas.microsoft.com/office/drawing/2014/main" id="{A7BFC5F5-0521-9B44-E821-1A371EC5E77D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544513" y="1992313"/>
            <a:ext cx="7143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7956E863-3F3A-490B-AE4D-8C3FEB97AACB}" type="datetime'''''''V''''''''''''''er''''''''y l''''''''ik''e''l''y''''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Very likely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6" name="文本占位符 2">
            <a:extLst>
              <a:ext uri="{FF2B5EF4-FFF2-40B4-BE49-F238E27FC236}">
                <a16:creationId xmlns:a16="http://schemas.microsoft.com/office/drawing/2014/main" id="{B163C121-093B-DFA9-614F-1B47A4C38668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544513" y="2940050"/>
            <a:ext cx="738188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D9B4DB1B-8F29-494B-A7BF-56C995E879F5}" type="datetime'''So''''''''''me''''''''''what&#10;''lik''e''''l''''''''''y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Somewhat
likely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9" name="文本占位符 2">
            <a:extLst>
              <a:ext uri="{FF2B5EF4-FFF2-40B4-BE49-F238E27FC236}">
                <a16:creationId xmlns:a16="http://schemas.microsoft.com/office/drawing/2014/main" id="{02F231FB-9F67-39DE-30D6-2F199AA36076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544513" y="4054475"/>
            <a:ext cx="5524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141E2041-4977-43CA-B504-513DB13573B1}" type="datetime'''''U''nl''''''i''''''''''''''''ke''''''''ly''''''''''''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Unlikely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6" name="文本占位符 2">
            <a:extLst>
              <a:ext uri="{FF2B5EF4-FFF2-40B4-BE49-F238E27FC236}">
                <a16:creationId xmlns:a16="http://schemas.microsoft.com/office/drawing/2014/main" id="{2B5FFF85-C119-1F23-C97A-8195E65DAF5B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544513" y="4919663"/>
            <a:ext cx="722313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A7D6D9A3-ADDB-4059-91C1-9E1AF6750A42}" type="datetime'No ''''''go-t''''''''o-&#10;''''ma''rket''&#10;c''h''a''ng''''''e''s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No go-to-
market
changes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graphicFrame>
        <p:nvGraphicFramePr>
          <p:cNvPr id="88" name="Chart 3">
            <a:extLst>
              <a:ext uri="{FF2B5EF4-FFF2-40B4-BE49-F238E27FC236}">
                <a16:creationId xmlns:a16="http://schemas.microsoft.com/office/drawing/2014/main" id="{C59A6C40-9084-6A9C-0AEE-096B303F4F1A}"/>
              </a:ext>
            </a:extLst>
          </p:cNvPr>
          <p:cNvGraphicFramePr/>
          <p:nvPr>
            <p:custDataLst>
              <p:tags r:id="rId7"/>
            </p:custDataLst>
          </p:nvPr>
        </p:nvGraphicFramePr>
        <p:xfrm>
          <a:off x="5697538" y="1292225"/>
          <a:ext cx="4403725" cy="4657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83" name="文本框 82">
            <a:extLst>
              <a:ext uri="{FF2B5EF4-FFF2-40B4-BE49-F238E27FC236}">
                <a16:creationId xmlns:a16="http://schemas.microsoft.com/office/drawing/2014/main" id="{D4D1B356-99F5-30CD-F76D-E6E0124EE403}"/>
              </a:ext>
            </a:extLst>
          </p:cNvPr>
          <p:cNvSpPr txBox="1"/>
          <p:nvPr/>
        </p:nvSpPr>
        <p:spPr>
          <a:xfrm>
            <a:off x="1414462" y="1437705"/>
            <a:ext cx="7713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April28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77CF10BD-FCA1-FDB6-1646-2597C28BBAB8}"/>
              </a:ext>
            </a:extLst>
          </p:cNvPr>
          <p:cNvSpPr txBox="1"/>
          <p:nvPr/>
        </p:nvSpPr>
        <p:spPr>
          <a:xfrm>
            <a:off x="5819775" y="1448378"/>
            <a:ext cx="10668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>
                <a:latin typeface="HarmonyOS Sans SC" pitchFamily="2" charset="-122"/>
                <a:ea typeface="HarmonyOS Sans SC" pitchFamily="2" charset="-122"/>
              </a:rPr>
              <a:t>August 11</a:t>
            </a:r>
            <a:endParaRPr kumimoji="1" lang="zh-CN" altLang="en-US" sz="1400" b="1" dirty="0">
              <a:latin typeface="HarmonyOS Sans SC" pitchFamily="2" charset="-122"/>
              <a:ea typeface="HarmonyOS Sans SC" pitchFamily="2" charset="-122"/>
            </a:endParaRPr>
          </a:p>
        </p:txBody>
      </p: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23209732-C3D9-CBB3-FAA3-80CC6F7497B3}"/>
              </a:ext>
            </a:extLst>
          </p:cNvPr>
          <p:cNvGrpSpPr/>
          <p:nvPr/>
        </p:nvGrpSpPr>
        <p:grpSpPr>
          <a:xfrm>
            <a:off x="10082299" y="1801258"/>
            <a:ext cx="251523" cy="1568067"/>
            <a:chOff x="10082299" y="1801258"/>
            <a:chExt cx="251523" cy="1568067"/>
          </a:xfrm>
        </p:grpSpPr>
        <p:cxnSp>
          <p:nvCxnSpPr>
            <p:cNvPr id="90" name="直线连接符 89">
              <a:extLst>
                <a:ext uri="{FF2B5EF4-FFF2-40B4-BE49-F238E27FC236}">
                  <a16:creationId xmlns:a16="http://schemas.microsoft.com/office/drawing/2014/main" id="{CB35563B-7755-91F3-E3D2-5474ED8C3C3F}"/>
                </a:ext>
              </a:extLst>
            </p:cNvPr>
            <p:cNvCxnSpPr/>
            <p:nvPr/>
          </p:nvCxnSpPr>
          <p:spPr>
            <a:xfrm>
              <a:off x="10101263" y="1801258"/>
              <a:ext cx="232559" cy="0"/>
            </a:xfrm>
            <a:prstGeom prst="line">
              <a:avLst/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线连接符 90">
              <a:extLst>
                <a:ext uri="{FF2B5EF4-FFF2-40B4-BE49-F238E27FC236}">
                  <a16:creationId xmlns:a16="http://schemas.microsoft.com/office/drawing/2014/main" id="{FF8F86BD-B724-F686-4090-3636041421B4}"/>
                </a:ext>
              </a:extLst>
            </p:cNvPr>
            <p:cNvCxnSpPr>
              <a:cxnSpLocks/>
            </p:cNvCxnSpPr>
            <p:nvPr/>
          </p:nvCxnSpPr>
          <p:spPr>
            <a:xfrm>
              <a:off x="10082299" y="3369325"/>
              <a:ext cx="251523" cy="0"/>
            </a:xfrm>
            <a:prstGeom prst="line">
              <a:avLst/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线连接符 91">
              <a:extLst>
                <a:ext uri="{FF2B5EF4-FFF2-40B4-BE49-F238E27FC236}">
                  <a16:creationId xmlns:a16="http://schemas.microsoft.com/office/drawing/2014/main" id="{5F8F014D-DB30-B6F0-0C33-AF07DE93BD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33822" y="1801258"/>
              <a:ext cx="0" cy="1568067"/>
            </a:xfrm>
            <a:prstGeom prst="line">
              <a:avLst/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8" name="文本框 97">
            <a:extLst>
              <a:ext uri="{FF2B5EF4-FFF2-40B4-BE49-F238E27FC236}">
                <a16:creationId xmlns:a16="http://schemas.microsoft.com/office/drawing/2014/main" id="{3E913952-9B8E-83D5-A68B-D2D8829256DB}"/>
              </a:ext>
            </a:extLst>
          </p:cNvPr>
          <p:cNvSpPr txBox="1"/>
          <p:nvPr/>
        </p:nvSpPr>
        <p:spPr>
          <a:xfrm>
            <a:off x="10346511" y="2117725"/>
            <a:ext cx="9861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latin typeface="HarmonyOS Sans SC Medium" pitchFamily="2" charset="-122"/>
                <a:ea typeface="HarmonyOS Sans SC Medium" pitchFamily="2" charset="-122"/>
              </a:rPr>
              <a:t>89%</a:t>
            </a:r>
            <a:endParaRPr kumimoji="1" lang="zh-CN" altLang="en-US" sz="3200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99" name="上箭头 98">
            <a:extLst>
              <a:ext uri="{FF2B5EF4-FFF2-40B4-BE49-F238E27FC236}">
                <a16:creationId xmlns:a16="http://schemas.microsoft.com/office/drawing/2014/main" id="{CE2BAFFF-2A40-FF6B-B609-AC799116B06F}"/>
              </a:ext>
            </a:extLst>
          </p:cNvPr>
          <p:cNvSpPr/>
          <p:nvPr/>
        </p:nvSpPr>
        <p:spPr>
          <a:xfrm>
            <a:off x="10426700" y="2882900"/>
            <a:ext cx="139682" cy="460375"/>
          </a:xfrm>
          <a:prstGeom prst="up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B121867B-E5EE-6C5F-B5FC-05E669C178C9}"/>
              </a:ext>
            </a:extLst>
          </p:cNvPr>
          <p:cNvSpPr txBox="1"/>
          <p:nvPr/>
        </p:nvSpPr>
        <p:spPr>
          <a:xfrm>
            <a:off x="10541000" y="2820699"/>
            <a:ext cx="12394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HarmonyOS Sans SC" pitchFamily="2" charset="-122"/>
                <a:ea typeface="HarmonyOS Sans SC" pitchFamily="2" charset="-122"/>
              </a:rPr>
              <a:t>Up </a:t>
            </a:r>
            <a:r>
              <a:rPr kumimoji="1" lang="en-US" altLang="zh-CN" sz="1600" b="1" dirty="0">
                <a:latin typeface="HarmonyOS Sans SC" pitchFamily="2" charset="-122"/>
                <a:ea typeface="HarmonyOS Sans SC" pitchFamily="2" charset="-122"/>
              </a:rPr>
              <a:t>11.25%</a:t>
            </a:r>
          </a:p>
          <a:p>
            <a:r>
              <a:rPr kumimoji="1" lang="en-US" altLang="zh-CN" sz="1600" dirty="0">
                <a:latin typeface="HarmonyOS Sans SC" pitchFamily="2" charset="-122"/>
                <a:ea typeface="HarmonyOS Sans SC" pitchFamily="2" charset="-122"/>
              </a:rPr>
              <a:t>since April</a:t>
            </a:r>
            <a:endParaRPr kumimoji="1" lang="zh-CN" altLang="en-US" sz="1600" dirty="0">
              <a:latin typeface="HarmonyOS Sans SC" pitchFamily="2" charset="-122"/>
              <a:ea typeface="HarmonyOS Sans SC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6936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F6D27-3C13-774B-2F2C-0B6B52B91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D3B56355-0E71-3323-9752-873C6D5771F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1" imgW="7772400" imgH="10058400" progId="TCLayout.ActiveDocument.1">
                  <p:embed/>
                </p:oleObj>
              </mc:Choice>
              <mc:Fallback>
                <p:oleObj name="think-cell 幻灯片" r:id="rId11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3B56355-0E71-3323-9752-873C6D5771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5C4102C5-1307-1777-5E6D-93A3753CBD58}"/>
              </a:ext>
            </a:extLst>
          </p:cNvPr>
          <p:cNvSpPr txBox="1"/>
          <p:nvPr/>
        </p:nvSpPr>
        <p:spPr>
          <a:xfrm>
            <a:off x="443001" y="261257"/>
            <a:ext cx="11305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A significant number of decision makers across industries expects capex and </a:t>
            </a:r>
            <a:r>
              <a:rPr kumimoji="1" lang="en-US" altLang="zh-CN" dirty="0" err="1">
                <a:latin typeface="HarmonyOS Sans SC Medium" pitchFamily="2" charset="-122"/>
                <a:ea typeface="HarmonyOS Sans SC Medium" pitchFamily="2" charset="-122"/>
              </a:rPr>
              <a:t>opex</a:t>
            </a:r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 to rise.</a:t>
            </a:r>
            <a:endParaRPr kumimoji="1" lang="zh-CN" altLang="en-US" baseline="30000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AAE076D-DBF2-DEEB-DB44-BBEDA6ED341E}"/>
              </a:ext>
            </a:extLst>
          </p:cNvPr>
          <p:cNvSpPr txBox="1"/>
          <p:nvPr/>
        </p:nvSpPr>
        <p:spPr>
          <a:xfrm>
            <a:off x="443001" y="667654"/>
            <a:ext cx="85667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Expected change in capex and </a:t>
            </a:r>
            <a:r>
              <a:rPr kumimoji="1" lang="en-US" altLang="zh-CN" sz="1400" dirty="0" err="1">
                <a:latin typeface="HarmonyOS Sans SC" pitchFamily="2" charset="-122"/>
                <a:ea typeface="HarmonyOS Sans SC" pitchFamily="2" charset="-122"/>
              </a:rPr>
              <a:t>opex</a:t>
            </a:r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 investments in industry over the next 5 years due to COVID-19</a:t>
            </a:r>
            <a:r>
              <a:rPr kumimoji="1" lang="en-US" altLang="zh-CN" sz="1400" baseline="30000" dirty="0">
                <a:latin typeface="HarmonyOS Sans SC" pitchFamily="2" charset="-122"/>
                <a:ea typeface="HarmonyOS Sans SC" pitchFamily="2" charset="-122"/>
              </a:rPr>
              <a:t>1,2</a:t>
            </a:r>
          </a:p>
          <a:p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% of respondents</a:t>
            </a:r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D01A4F0-9EB5-F767-75A9-9D3A2E340D33}"/>
              </a:ext>
            </a:extLst>
          </p:cNvPr>
          <p:cNvSpPr txBox="1"/>
          <p:nvPr/>
        </p:nvSpPr>
        <p:spPr>
          <a:xfrm>
            <a:off x="443001" y="6080003"/>
            <a:ext cx="99035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baseline="30000" dirty="0">
                <a:latin typeface="HarmonyOS Sans SC Light" pitchFamily="2" charset="-122"/>
                <a:ea typeface="HarmonyOS Sans SC Light" pitchFamily="2" charset="-122"/>
              </a:rPr>
              <a:t>1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Q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： 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"</a:t>
            </a:r>
            <a:r>
              <a:rPr kumimoji="1" lang="en-US" altLang="zh-CN" sz="1000" i="1" dirty="0">
                <a:latin typeface="HarmonyOS Sans SC Light" pitchFamily="2" charset="-122"/>
                <a:ea typeface="HarmonyOS Sans SC Light" pitchFamily="2" charset="-122"/>
              </a:rPr>
              <a:t>Over the next 5 years, how do you think will COVID-19 affect your industry's costs and investments in each of the following areas</a:t>
            </a:r>
            <a:r>
              <a:rPr kumimoji="1" lang="zh-CN" altLang="en-US" sz="1000" i="1" dirty="0">
                <a:latin typeface="HarmonyOS Sans SC Light" pitchFamily="2" charset="-122"/>
                <a:ea typeface="HarmonyOS Sans SC Light" pitchFamily="2" charset="-122"/>
              </a:rPr>
              <a:t>？</a:t>
            </a:r>
            <a:r>
              <a:rPr kumimoji="1" lang="en-US" altLang="zh-CN" sz="1000" i="1" dirty="0">
                <a:latin typeface="HarmonyOS Sans SC Light" pitchFamily="2" charset="-122"/>
                <a:ea typeface="HarmonyOS Sans SC Light" pitchFamily="2" charset="-122"/>
              </a:rPr>
              <a:t> 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"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  <a:p>
            <a:r>
              <a:rPr kumimoji="1" lang="en-US" altLang="zh-CN" sz="1000" baseline="30000" dirty="0">
                <a:latin typeface="HarmonyOS Sans SC Light" pitchFamily="2" charset="-122"/>
                <a:ea typeface="HarmonyOS Sans SC Light" pitchFamily="2" charset="-122"/>
              </a:rPr>
              <a:t>2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Figures may not sum to 100% because responses under "prefer not to answer" option not included in analysis, and because of rounding.</a:t>
            </a:r>
          </a:p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Source: McKinsey COVID-19 B2B Decision-Maker Pulse #3 7/27-8/11/2020 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（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n = 3,626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）</a:t>
            </a:r>
          </a:p>
        </p:txBody>
      </p:sp>
      <p:graphicFrame>
        <p:nvGraphicFramePr>
          <p:cNvPr id="101" name="Chart 3">
            <a:extLst>
              <a:ext uri="{FF2B5EF4-FFF2-40B4-BE49-F238E27FC236}">
                <a16:creationId xmlns:a16="http://schemas.microsoft.com/office/drawing/2014/main" id="{C27D5CB5-C47A-CEA7-DA3B-8C8EBD168759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1635125" y="1179513"/>
          <a:ext cx="8886825" cy="459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sp>
        <p:nvSpPr>
          <p:cNvPr id="13" name="文本占位符 2">
            <a:extLst>
              <a:ext uri="{FF2B5EF4-FFF2-40B4-BE49-F238E27FC236}">
                <a16:creationId xmlns:a16="http://schemas.microsoft.com/office/drawing/2014/main" id="{E9BF0E12-481E-5374-FBC6-09E38B7DBCDA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1303338" y="1589088"/>
            <a:ext cx="18589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C8BF3C09-7AF5-4519-BDBB-3B6D09D9C0F2}" type="datetime'''In''''''c''r''''eas''e o''f'' m''''ore'''' ''than ''''15''%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Increase of more than 15%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4" name="文本占位符 2">
            <a:extLst>
              <a:ext uri="{FF2B5EF4-FFF2-40B4-BE49-F238E27FC236}">
                <a16:creationId xmlns:a16="http://schemas.microsoft.com/office/drawing/2014/main" id="{BBDCC970-1267-2242-5115-D9F812BFBD5D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1303338" y="2430463"/>
            <a:ext cx="150812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91BCBD32-313B-40D8-BFF9-C3F19EFF46CA}" type="datetime'''In''''c''''r''''e''a''''s''e'''' of u''p'' ''to'''' ''15%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Increase of up to 15%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5" name="文本占位符 2">
            <a:extLst>
              <a:ext uri="{FF2B5EF4-FFF2-40B4-BE49-F238E27FC236}">
                <a16:creationId xmlns:a16="http://schemas.microsoft.com/office/drawing/2014/main" id="{A1D8774F-BF85-878E-3FFF-BE9657CDDF2F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1303338" y="3457575"/>
            <a:ext cx="6477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D710E1FD-A1BE-4229-93EC-50F137E58CAD}" type="datetime'''''''''''''N''''''''o'''''' ''''''e''f''f''''''e''''''c''t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No effect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A703459-FD9C-3BE9-ADC6-B33761096DA8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3443288" y="5561013"/>
            <a:ext cx="908050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B3146D1-58BF-4DF6-97C0-7351D5F81CB7}" type="datetime'Al''l'' i''nd''''''''us''''t''rie''s&#10;''''''c''''ap''''''ex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All industries
capex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4" name="文本占位符 2">
            <a:extLst>
              <a:ext uri="{FF2B5EF4-FFF2-40B4-BE49-F238E27FC236}">
                <a16:creationId xmlns:a16="http://schemas.microsoft.com/office/drawing/2014/main" id="{2B065178-2A80-B7E6-81F9-B5232D067461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303338" y="5202238"/>
            <a:ext cx="19875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A8C0CA17-8B60-4A31-A002-77C535876105}" type="datetime'''Red''ucti''''o''''n of ''''''more th''a''''''''n ''15''%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Reduction of more than 15%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64" name="文本占位符 2">
            <a:extLst>
              <a:ext uri="{FF2B5EF4-FFF2-40B4-BE49-F238E27FC236}">
                <a16:creationId xmlns:a16="http://schemas.microsoft.com/office/drawing/2014/main" id="{8F9C3C07-41C7-1DB4-60EC-8494B9739C71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7804150" y="5561013"/>
            <a:ext cx="908050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CE4A8EE-8438-4C1C-8DB8-950F2E6FE42D}" type="datetime'''''''''''''A''ll'' indus''''t''''''ri''''''''e''s&#10;''''Ope''x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All industries
Opex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8" name="文本占位符 2">
            <a:extLst>
              <a:ext uri="{FF2B5EF4-FFF2-40B4-BE49-F238E27FC236}">
                <a16:creationId xmlns:a16="http://schemas.microsoft.com/office/drawing/2014/main" id="{A4A9C039-40D4-533F-4FA0-E763A09D535C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1303338" y="4402138"/>
            <a:ext cx="163671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668D955E-E9E2-4982-942A-326B39AE6944}" type="datetime'''''R''''e''''du''c''''''tion'' ''o''f'' up'' t''o 15''%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Reduction of up to 15%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507F10B1-6D7C-4EFA-1CA3-CAC4E5DEAA0D}"/>
              </a:ext>
            </a:extLst>
          </p:cNvPr>
          <p:cNvGrpSpPr/>
          <p:nvPr/>
        </p:nvGrpSpPr>
        <p:grpSpPr>
          <a:xfrm>
            <a:off x="4429645" y="1495397"/>
            <a:ext cx="251523" cy="1680065"/>
            <a:chOff x="10082299" y="1801258"/>
            <a:chExt cx="251523" cy="1568067"/>
          </a:xfrm>
        </p:grpSpPr>
        <p:cxnSp>
          <p:nvCxnSpPr>
            <p:cNvPr id="103" name="直线连接符 102">
              <a:extLst>
                <a:ext uri="{FF2B5EF4-FFF2-40B4-BE49-F238E27FC236}">
                  <a16:creationId xmlns:a16="http://schemas.microsoft.com/office/drawing/2014/main" id="{BFD40110-62BC-69A6-2A74-5665B4362931}"/>
                </a:ext>
              </a:extLst>
            </p:cNvPr>
            <p:cNvCxnSpPr/>
            <p:nvPr/>
          </p:nvCxnSpPr>
          <p:spPr>
            <a:xfrm>
              <a:off x="10101263" y="1801258"/>
              <a:ext cx="232559" cy="0"/>
            </a:xfrm>
            <a:prstGeom prst="line">
              <a:avLst/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线连接符 103">
              <a:extLst>
                <a:ext uri="{FF2B5EF4-FFF2-40B4-BE49-F238E27FC236}">
                  <a16:creationId xmlns:a16="http://schemas.microsoft.com/office/drawing/2014/main" id="{70EE7304-12EA-E847-B3C5-E57B9B1718DF}"/>
                </a:ext>
              </a:extLst>
            </p:cNvPr>
            <p:cNvCxnSpPr>
              <a:cxnSpLocks/>
            </p:cNvCxnSpPr>
            <p:nvPr/>
          </p:nvCxnSpPr>
          <p:spPr>
            <a:xfrm>
              <a:off x="10082299" y="3369325"/>
              <a:ext cx="251523" cy="0"/>
            </a:xfrm>
            <a:prstGeom prst="line">
              <a:avLst/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线连接符 104">
              <a:extLst>
                <a:ext uri="{FF2B5EF4-FFF2-40B4-BE49-F238E27FC236}">
                  <a16:creationId xmlns:a16="http://schemas.microsoft.com/office/drawing/2014/main" id="{35BDF898-6832-8E36-F38B-B3A5A92585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33822" y="1801258"/>
              <a:ext cx="0" cy="1568067"/>
            </a:xfrm>
            <a:prstGeom prst="line">
              <a:avLst/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" name="文本框 105">
            <a:extLst>
              <a:ext uri="{FF2B5EF4-FFF2-40B4-BE49-F238E27FC236}">
                <a16:creationId xmlns:a16="http://schemas.microsoft.com/office/drawing/2014/main" id="{5FE280A7-0DD5-02E7-1A18-6D8211EB1B06}"/>
              </a:ext>
            </a:extLst>
          </p:cNvPr>
          <p:cNvSpPr txBox="1"/>
          <p:nvPr/>
        </p:nvSpPr>
        <p:spPr>
          <a:xfrm>
            <a:off x="4726385" y="1796820"/>
            <a:ext cx="154080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b="1" dirty="0">
                <a:latin typeface="HarmonyOS Sans SC" pitchFamily="2" charset="-122"/>
                <a:ea typeface="HarmonyOS Sans SC" pitchFamily="2" charset="-122"/>
              </a:rPr>
              <a:t>79%</a:t>
            </a:r>
          </a:p>
          <a:p>
            <a:r>
              <a:rPr kumimoji="1" lang="en-US" altLang="zh-CN" sz="1600" dirty="0">
                <a:latin typeface="HarmonyOS Sans SC Light" pitchFamily="2" charset="-122"/>
                <a:ea typeface="HarmonyOS Sans SC Light" pitchFamily="2" charset="-122"/>
              </a:rPr>
              <a:t>Expected to</a:t>
            </a:r>
          </a:p>
          <a:p>
            <a:r>
              <a:rPr kumimoji="1" lang="en-US" altLang="zh-CN" sz="1600" dirty="0">
                <a:latin typeface="HarmonyOS Sans SC Light" pitchFamily="2" charset="-122"/>
                <a:ea typeface="HarmonyOS Sans SC Light" pitchFamily="2" charset="-122"/>
              </a:rPr>
              <a:t>increase capex</a:t>
            </a:r>
            <a:endParaRPr kumimoji="1" lang="zh-CN" altLang="en-US" sz="16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grpSp>
        <p:nvGrpSpPr>
          <p:cNvPr id="108" name="组合 107">
            <a:extLst>
              <a:ext uri="{FF2B5EF4-FFF2-40B4-BE49-F238E27FC236}">
                <a16:creationId xmlns:a16="http://schemas.microsoft.com/office/drawing/2014/main" id="{E2EC1B87-CD5C-28D3-32F3-2083C018739B}"/>
              </a:ext>
            </a:extLst>
          </p:cNvPr>
          <p:cNvGrpSpPr/>
          <p:nvPr/>
        </p:nvGrpSpPr>
        <p:grpSpPr>
          <a:xfrm>
            <a:off x="8799369" y="1452766"/>
            <a:ext cx="251523" cy="1639570"/>
            <a:chOff x="10082299" y="1801258"/>
            <a:chExt cx="251523" cy="1568067"/>
          </a:xfrm>
        </p:grpSpPr>
        <p:cxnSp>
          <p:nvCxnSpPr>
            <p:cNvPr id="109" name="直线连接符 108">
              <a:extLst>
                <a:ext uri="{FF2B5EF4-FFF2-40B4-BE49-F238E27FC236}">
                  <a16:creationId xmlns:a16="http://schemas.microsoft.com/office/drawing/2014/main" id="{2265C00E-8CFF-D2C6-6D26-29CFB8709EB2}"/>
                </a:ext>
              </a:extLst>
            </p:cNvPr>
            <p:cNvCxnSpPr/>
            <p:nvPr/>
          </p:nvCxnSpPr>
          <p:spPr>
            <a:xfrm>
              <a:off x="10101263" y="1801258"/>
              <a:ext cx="232559" cy="0"/>
            </a:xfrm>
            <a:prstGeom prst="line">
              <a:avLst/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线连接符 109">
              <a:extLst>
                <a:ext uri="{FF2B5EF4-FFF2-40B4-BE49-F238E27FC236}">
                  <a16:creationId xmlns:a16="http://schemas.microsoft.com/office/drawing/2014/main" id="{01F8A80C-3250-85B8-9CC1-72084AE3156A}"/>
                </a:ext>
              </a:extLst>
            </p:cNvPr>
            <p:cNvCxnSpPr>
              <a:cxnSpLocks/>
            </p:cNvCxnSpPr>
            <p:nvPr/>
          </p:nvCxnSpPr>
          <p:spPr>
            <a:xfrm>
              <a:off x="10082299" y="3369325"/>
              <a:ext cx="251523" cy="0"/>
            </a:xfrm>
            <a:prstGeom prst="line">
              <a:avLst/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线连接符 110">
              <a:extLst>
                <a:ext uri="{FF2B5EF4-FFF2-40B4-BE49-F238E27FC236}">
                  <a16:creationId xmlns:a16="http://schemas.microsoft.com/office/drawing/2014/main" id="{8E1A8AA8-5519-CE89-239F-60768BBFF2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33822" y="1801258"/>
              <a:ext cx="0" cy="1568067"/>
            </a:xfrm>
            <a:prstGeom prst="line">
              <a:avLst/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2" name="文本框 111">
            <a:extLst>
              <a:ext uri="{FF2B5EF4-FFF2-40B4-BE49-F238E27FC236}">
                <a16:creationId xmlns:a16="http://schemas.microsoft.com/office/drawing/2014/main" id="{4C05DE58-D751-A6CB-13B8-6711744D5C86}"/>
              </a:ext>
            </a:extLst>
          </p:cNvPr>
          <p:cNvSpPr txBox="1"/>
          <p:nvPr/>
        </p:nvSpPr>
        <p:spPr>
          <a:xfrm>
            <a:off x="9096109" y="1754188"/>
            <a:ext cx="145103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b="1" dirty="0">
                <a:latin typeface="HarmonyOS Sans SC" pitchFamily="2" charset="-122"/>
                <a:ea typeface="HarmonyOS Sans SC" pitchFamily="2" charset="-122"/>
              </a:rPr>
              <a:t>40%</a:t>
            </a:r>
          </a:p>
          <a:p>
            <a:r>
              <a:rPr kumimoji="1" lang="en-US" altLang="zh-CN" sz="1600" dirty="0">
                <a:latin typeface="HarmonyOS Sans SC Light" pitchFamily="2" charset="-122"/>
                <a:ea typeface="HarmonyOS Sans SC Light" pitchFamily="2" charset="-122"/>
              </a:rPr>
              <a:t>Expected to</a:t>
            </a:r>
          </a:p>
          <a:p>
            <a:r>
              <a:rPr kumimoji="1" lang="en-US" altLang="zh-CN" sz="1600" dirty="0">
                <a:latin typeface="HarmonyOS Sans SC Light" pitchFamily="2" charset="-122"/>
                <a:ea typeface="HarmonyOS Sans SC Light" pitchFamily="2" charset="-122"/>
              </a:rPr>
              <a:t>increase </a:t>
            </a:r>
            <a:r>
              <a:rPr kumimoji="1" lang="en-US" altLang="zh-CN" sz="1600" dirty="0" err="1">
                <a:latin typeface="HarmonyOS Sans SC Light" pitchFamily="2" charset="-122"/>
                <a:ea typeface="HarmonyOS Sans SC Light" pitchFamily="2" charset="-122"/>
              </a:rPr>
              <a:t>opex</a:t>
            </a:r>
            <a:endParaRPr kumimoji="1" lang="zh-CN" altLang="en-US" sz="1600" dirty="0">
              <a:latin typeface="HarmonyOS Sans SC Light" pitchFamily="2" charset="-122"/>
              <a:ea typeface="HarmonyOS Sans SC Light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03255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836E2234-4F07-9493-7B39-CAC9445B882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4" imgW="7772400" imgH="10058400" progId="TCLayout.ActiveDocument.1">
                  <p:embed/>
                </p:oleObj>
              </mc:Choice>
              <mc:Fallback>
                <p:oleObj name="think-cell 幻灯片" r:id="rId14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36E2234-4F07-9493-7B39-CAC9445B88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F8593719-1F7D-6AB5-6638-5EBCB575DE74}"/>
              </a:ext>
            </a:extLst>
          </p:cNvPr>
          <p:cNvSpPr txBox="1"/>
          <p:nvPr/>
        </p:nvSpPr>
        <p:spPr>
          <a:xfrm>
            <a:off x="391884" y="193102"/>
            <a:ext cx="113590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Investors continue to fund </a:t>
            </a:r>
            <a:r>
              <a:rPr kumimoji="1" lang="en-US" altLang="zh-CN" dirty="0" err="1">
                <a:latin typeface="HarmonyOS Sans SC Medium" pitchFamily="2" charset="-122"/>
                <a:ea typeface="HarmonyOS Sans SC Medium" pitchFamily="2" charset="-122"/>
              </a:rPr>
              <a:t>fintechs</a:t>
            </a:r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 globally, while </a:t>
            </a:r>
            <a:r>
              <a:rPr kumimoji="1" lang="en-US" altLang="zh-CN" dirty="0" err="1">
                <a:latin typeface="HarmonyOS Sans SC Medium" pitchFamily="2" charset="-122"/>
                <a:ea typeface="HarmonyOS Sans SC Medium" pitchFamily="2" charset="-122"/>
              </a:rPr>
              <a:t>fintechs</a:t>
            </a:r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 continue to have a material cost</a:t>
            </a:r>
            <a:r>
              <a:rPr kumimoji="1" lang="zh-CN" altLang="en-US" dirty="0">
                <a:latin typeface="HarmonyOS Sans SC Medium" pitchFamily="2" charset="-122"/>
                <a:ea typeface="HarmonyOS Sans SC Medium" pitchFamily="2" charset="-122"/>
              </a:rPr>
              <a:t> </a:t>
            </a:r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advantage over traditional banks</a:t>
            </a:r>
            <a:endParaRPr kumimoji="1" lang="zh-CN" altLang="en-US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graphicFrame>
        <p:nvGraphicFramePr>
          <p:cNvPr id="374" name="Chart 3">
            <a:extLst>
              <a:ext uri="{FF2B5EF4-FFF2-40B4-BE49-F238E27FC236}">
                <a16:creationId xmlns:a16="http://schemas.microsoft.com/office/drawing/2014/main" id="{5482199A-AEB6-B342-9D14-FF13E6C7D870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395288" y="3027363"/>
          <a:ext cx="5208587" cy="261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sp>
        <p:nvSpPr>
          <p:cNvPr id="8" name="文本占位符 2">
            <a:extLst>
              <a:ext uri="{FF2B5EF4-FFF2-40B4-BE49-F238E27FC236}">
                <a16:creationId xmlns:a16="http://schemas.microsoft.com/office/drawing/2014/main" id="{B3C33A40-019D-7199-2830-440DCEA0E008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1809750" y="5611813"/>
            <a:ext cx="3619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73794587-0B8B-468A-B4FF-DBEC131A9D47}" type="datetime'2''''''''''''''''''''''''''''''''01''''''''5'">
              <a:rPr kumimoji="1" lang="zh-CN" altLang="en-US" sz="1200" smtClean="0">
                <a:latin typeface="HarmonyOS Sans SC" pitchFamily="2" charset="-122"/>
                <a:ea typeface="HarmonyOS Sans SC" pitchFamily="2" charset="-122"/>
              </a:rPr>
              <a:pPr/>
              <a:t>2015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9" name="文本占位符 2">
            <a:extLst>
              <a:ext uri="{FF2B5EF4-FFF2-40B4-BE49-F238E27FC236}">
                <a16:creationId xmlns:a16="http://schemas.microsoft.com/office/drawing/2014/main" id="{2FD3D87E-B6F3-E50C-C526-AD7B44D2320B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2817813" y="5611813"/>
            <a:ext cx="3619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BB000EB-89D5-4506-9D63-6B489548F550}" type="datetime'''2''''''''''''''0''1''''6'''''''''">
              <a:rPr kumimoji="1" lang="zh-CN" altLang="en-US" sz="1200" smtClean="0">
                <a:latin typeface="HarmonyOS Sans SC" pitchFamily="2" charset="-122"/>
                <a:ea typeface="HarmonyOS Sans SC" pitchFamily="2" charset="-122"/>
              </a:rPr>
              <a:pPr/>
              <a:t>2016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5" name="文本占位符 2">
            <a:extLst>
              <a:ext uri="{FF2B5EF4-FFF2-40B4-BE49-F238E27FC236}">
                <a16:creationId xmlns:a16="http://schemas.microsoft.com/office/drawing/2014/main" id="{B536BB2B-9C81-D1D5-A8F3-8C98C2F98151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3827463" y="5611813"/>
            <a:ext cx="3619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61E48B4-F170-4D15-A949-3D44D2F4CD01}" type="datetime'''''''''''''''2''''''''''''''''''0''''''1''''''''''''7'''''">
              <a:rPr kumimoji="1" lang="zh-CN" altLang="en-US" sz="1200" smtClean="0">
                <a:latin typeface="HarmonyOS Sans SC" pitchFamily="2" charset="-122"/>
                <a:ea typeface="HarmonyOS Sans SC" pitchFamily="2" charset="-122"/>
              </a:rPr>
              <a:pPr/>
              <a:t>2017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8" name="文本占位符 2">
            <a:extLst>
              <a:ext uri="{FF2B5EF4-FFF2-40B4-BE49-F238E27FC236}">
                <a16:creationId xmlns:a16="http://schemas.microsoft.com/office/drawing/2014/main" id="{D9694646-B28A-DFBB-E016-FE326CDC3B09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4835525" y="5611813"/>
            <a:ext cx="3619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D862EE5-0D14-440F-818F-F398A74CF8A8}" type="datetime'''''''2''''''''''''''''''''''0''''''''''''''1''''''8'''''''">
              <a:rPr kumimoji="1" lang="zh-CN" altLang="en-US" sz="1200" smtClean="0">
                <a:latin typeface="HarmonyOS Sans SC" pitchFamily="2" charset="-122"/>
                <a:ea typeface="HarmonyOS Sans SC" pitchFamily="2" charset="-122"/>
              </a:rPr>
              <a:pPr/>
              <a:t>2018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6" name="文本占位符 2">
            <a:extLst>
              <a:ext uri="{FF2B5EF4-FFF2-40B4-BE49-F238E27FC236}">
                <a16:creationId xmlns:a16="http://schemas.microsoft.com/office/drawing/2014/main" id="{06F79D77-4F6B-4A8A-54CA-7A754732B995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800100" y="5611813"/>
            <a:ext cx="3619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7DD1776D-3EAF-47C0-8102-FC00AF7261A3}" type="datetime'''''''''2''''''''''0''''''''1''''''''''''''''4'''''''''''">
              <a:rPr kumimoji="1" lang="zh-CN" altLang="en-US" sz="1200" smtClean="0">
                <a:latin typeface="HarmonyOS Sans SC" pitchFamily="2" charset="-122"/>
                <a:ea typeface="HarmonyOS Sans SC" pitchFamily="2" charset="-122"/>
              </a:rPr>
              <a:pPr/>
              <a:t>2014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66" name="文本占位符 2">
            <a:extLst>
              <a:ext uri="{FF2B5EF4-FFF2-40B4-BE49-F238E27FC236}">
                <a16:creationId xmlns:a16="http://schemas.microsoft.com/office/drawing/2014/main" id="{9597889C-B7CF-AD7D-2791-11A4ECBC1CEE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gray">
          <a:xfrm>
            <a:off x="1819275" y="4097338"/>
            <a:ext cx="3429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E1C45B6-299F-4B9E-A544-EFF686D6654F}" type="datetime'''''''1''''''''''''2'''''''''''''''''',''''2'''''''''''''''''">
              <a:rPr kumimoji="1" lang="zh-CN" altLang="en-US" sz="12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12,2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67" name="文本占位符 2">
            <a:extLst>
              <a:ext uri="{FF2B5EF4-FFF2-40B4-BE49-F238E27FC236}">
                <a16:creationId xmlns:a16="http://schemas.microsoft.com/office/drawing/2014/main" id="{6B3CF4D6-9BCB-6782-8917-700E2DFAB686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gray">
          <a:xfrm>
            <a:off x="2827338" y="3462338"/>
            <a:ext cx="3429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FFB90E7-B25A-47A6-BC2C-63DEC7851652}" type="datetime'''''1''8'''''''''''',''''3'''''''''''''''''''''''''''''''''">
              <a:rPr kumimoji="1" lang="zh-CN" altLang="en-US" sz="12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18,3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68" name="文本占位符 2">
            <a:extLst>
              <a:ext uri="{FF2B5EF4-FFF2-40B4-BE49-F238E27FC236}">
                <a16:creationId xmlns:a16="http://schemas.microsoft.com/office/drawing/2014/main" id="{84889A16-06CC-4761-7D1C-7BC76BB8F7E2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gray">
          <a:xfrm>
            <a:off x="3836988" y="3462338"/>
            <a:ext cx="3429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A713C7C-7971-433A-9AD4-1C0E506C875E}" type="datetime'''''''''''''''1''''8'''''''''''''''''''''''',''''''''3'">
              <a:rPr kumimoji="1" lang="zh-CN" altLang="en-US" sz="12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18,3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69" name="文本占位符 2">
            <a:extLst>
              <a:ext uri="{FF2B5EF4-FFF2-40B4-BE49-F238E27FC236}">
                <a16:creationId xmlns:a16="http://schemas.microsoft.com/office/drawing/2014/main" id="{2048E830-F3ED-42AA-B9B3-5117F355F2D2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gray">
          <a:xfrm>
            <a:off x="4845050" y="2919413"/>
            <a:ext cx="3429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5E2FB21-593F-4B23-BDC9-D1BD27C8FF21}" type="datetime'''''2''''''3'''''''''''''''''''''''''''',''5'''''''">
              <a:rPr kumimoji="1" lang="zh-CN" altLang="en-US" sz="12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23,5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65" name="文本占位符 2">
            <a:extLst>
              <a:ext uri="{FF2B5EF4-FFF2-40B4-BE49-F238E27FC236}">
                <a16:creationId xmlns:a16="http://schemas.microsoft.com/office/drawing/2014/main" id="{EEF6F7F6-0A55-467D-23B5-1F660EBDC9C8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gray">
          <a:xfrm>
            <a:off x="854075" y="4765675"/>
            <a:ext cx="25558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CE37E8FA-32E2-4839-81DE-B510C9BE2723}" type="datetime'''''''''''''''''''''5'''''',''''''''''''''''''''''''8'">
              <a:rPr kumimoji="1" lang="zh-CN" altLang="en-US" sz="12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5,8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4245E525-0E04-15ED-B37A-5CED1C4C9078}"/>
              </a:ext>
            </a:extLst>
          </p:cNvPr>
          <p:cNvSpPr txBox="1"/>
          <p:nvPr/>
        </p:nvSpPr>
        <p:spPr>
          <a:xfrm>
            <a:off x="391884" y="6025953"/>
            <a:ext cx="1135900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baseline="30000" dirty="0">
                <a:latin typeface="HarmonyOS Sans SC Light" pitchFamily="2" charset="-122"/>
                <a:ea typeface="HarmonyOS Sans SC Light" pitchFamily="2" charset="-122"/>
              </a:rPr>
              <a:t>1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Excluding Ant Financial. 2Based on sample of top 1,000 banks' data. 3Cost leader direct bank peer group includes ING Bank Australia, </a:t>
            </a:r>
            <a:r>
              <a:rPr kumimoji="1" lang="en-US" altLang="zh-CN" sz="1000" dirty="0" err="1">
                <a:latin typeface="HarmonyOS Sans SC Light" pitchFamily="2" charset="-122"/>
                <a:ea typeface="HarmonyOS Sans SC Light" pitchFamily="2" charset="-122"/>
              </a:rPr>
              <a:t>UmweltBank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, Granit Bank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，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Rakuten Bank, </a:t>
            </a:r>
            <a:r>
              <a:rPr kumimoji="1" lang="en-US" altLang="zh-CN" sz="1000" dirty="0" err="1">
                <a:latin typeface="HarmonyOS Sans SC Light" pitchFamily="2" charset="-122"/>
                <a:ea typeface="HarmonyOS Sans SC Light" pitchFamily="2" charset="-122"/>
              </a:rPr>
              <a:t>Sumishin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 SBI Netbank, </a:t>
            </a:r>
            <a:r>
              <a:rPr kumimoji="1" lang="en-US" altLang="zh-CN" sz="1000" dirty="0" err="1">
                <a:latin typeface="HarmonyOS Sans SC Light" pitchFamily="2" charset="-122"/>
                <a:ea typeface="HarmonyOS Sans SC Light" pitchFamily="2" charset="-122"/>
              </a:rPr>
              <a:t>Sbanken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 ASA, </a:t>
            </a:r>
            <a:r>
              <a:rPr kumimoji="1" lang="en-US" altLang="zh-CN" sz="1000" dirty="0" err="1">
                <a:latin typeface="HarmonyOS Sans SC Light" pitchFamily="2" charset="-122"/>
                <a:ea typeface="HarmonyOS Sans SC Light" pitchFamily="2" charset="-122"/>
              </a:rPr>
              <a:t>Gjensidige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 Bank.</a:t>
            </a:r>
          </a:p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Source: CB Insights; KPMG Pulse of Fintech; McKinsey Panorama Digital Attacker Database &amp; Insights; Reuters; S&amp;P Global Market Intelligence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cxnSp>
        <p:nvCxnSpPr>
          <p:cNvPr id="44" name="直线连接符 43">
            <a:extLst>
              <a:ext uri="{FF2B5EF4-FFF2-40B4-BE49-F238E27FC236}">
                <a16:creationId xmlns:a16="http://schemas.microsoft.com/office/drawing/2014/main" id="{7684A618-45F8-FE5C-83F0-30AD9D7D8A64}"/>
              </a:ext>
            </a:extLst>
          </p:cNvPr>
          <p:cNvCxnSpPr>
            <a:cxnSpLocks/>
          </p:cNvCxnSpPr>
          <p:nvPr/>
        </p:nvCxnSpPr>
        <p:spPr>
          <a:xfrm flipV="1">
            <a:off x="988234" y="3217733"/>
            <a:ext cx="0" cy="1470554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线连接符 44">
            <a:extLst>
              <a:ext uri="{FF2B5EF4-FFF2-40B4-BE49-F238E27FC236}">
                <a16:creationId xmlns:a16="http://schemas.microsoft.com/office/drawing/2014/main" id="{B756B323-32FA-9A88-94C3-26CB34D39D16}"/>
              </a:ext>
            </a:extLst>
          </p:cNvPr>
          <p:cNvCxnSpPr>
            <a:cxnSpLocks/>
          </p:cNvCxnSpPr>
          <p:nvPr/>
        </p:nvCxnSpPr>
        <p:spPr>
          <a:xfrm flipH="1">
            <a:off x="981075" y="3217733"/>
            <a:ext cx="3018121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直线连接符 47">
            <a:extLst>
              <a:ext uri="{FF2B5EF4-FFF2-40B4-BE49-F238E27FC236}">
                <a16:creationId xmlns:a16="http://schemas.microsoft.com/office/drawing/2014/main" id="{A46DF81B-0F84-A309-2EEC-A3B243A21F3B}"/>
              </a:ext>
            </a:extLst>
          </p:cNvPr>
          <p:cNvCxnSpPr>
            <a:cxnSpLocks/>
          </p:cNvCxnSpPr>
          <p:nvPr/>
        </p:nvCxnSpPr>
        <p:spPr>
          <a:xfrm flipV="1">
            <a:off x="4006355" y="2297392"/>
            <a:ext cx="0" cy="110695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直线连接符 50">
            <a:extLst>
              <a:ext uri="{FF2B5EF4-FFF2-40B4-BE49-F238E27FC236}">
                <a16:creationId xmlns:a16="http://schemas.microsoft.com/office/drawing/2014/main" id="{6BC6D448-6972-1C08-59AF-53AF216959F0}"/>
              </a:ext>
            </a:extLst>
          </p:cNvPr>
          <p:cNvCxnSpPr>
            <a:cxnSpLocks/>
          </p:cNvCxnSpPr>
          <p:nvPr/>
        </p:nvCxnSpPr>
        <p:spPr>
          <a:xfrm flipH="1">
            <a:off x="3996830" y="2297392"/>
            <a:ext cx="101967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1ABD14B4-E18E-402A-2FEB-90DC8CDA97D0}"/>
              </a:ext>
            </a:extLst>
          </p:cNvPr>
          <p:cNvCxnSpPr>
            <a:cxnSpLocks/>
          </p:cNvCxnSpPr>
          <p:nvPr/>
        </p:nvCxnSpPr>
        <p:spPr>
          <a:xfrm>
            <a:off x="5016500" y="2297392"/>
            <a:ext cx="0" cy="54449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B2F3C5C7-3B2E-CEE3-EE55-FEB84DA4BD8A}"/>
              </a:ext>
            </a:extLst>
          </p:cNvPr>
          <p:cNvSpPr txBox="1"/>
          <p:nvPr/>
        </p:nvSpPr>
        <p:spPr>
          <a:xfrm>
            <a:off x="1652873" y="2817297"/>
            <a:ext cx="1962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HarmonyOS Sans SC" pitchFamily="2" charset="-122"/>
                <a:ea typeface="HarmonyOS Sans SC" pitchFamily="2" charset="-122"/>
              </a:rPr>
              <a:t>+46% per annum</a:t>
            </a:r>
            <a:endParaRPr kumimoji="1" lang="zh-CN" altLang="en-US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9790EA1F-2E45-FFF7-C144-C8BE137E7CDE}"/>
              </a:ext>
            </a:extLst>
          </p:cNvPr>
          <p:cNvSpPr txBox="1"/>
          <p:nvPr/>
        </p:nvSpPr>
        <p:spPr>
          <a:xfrm>
            <a:off x="4128196" y="1921531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HarmonyOS Sans SC" pitchFamily="2" charset="-122"/>
                <a:ea typeface="HarmonyOS Sans SC" pitchFamily="2" charset="-122"/>
              </a:rPr>
              <a:t>+29%</a:t>
            </a:r>
            <a:endParaRPr kumimoji="1" lang="zh-CN" altLang="en-US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72" name="椭圆 71">
            <a:extLst>
              <a:ext uri="{FF2B5EF4-FFF2-40B4-BE49-F238E27FC236}">
                <a16:creationId xmlns:a16="http://schemas.microsoft.com/office/drawing/2014/main" id="{E470DC91-E7A8-F275-93B3-C63949BD7B36}"/>
              </a:ext>
            </a:extLst>
          </p:cNvPr>
          <p:cNvSpPr/>
          <p:nvPr/>
        </p:nvSpPr>
        <p:spPr>
          <a:xfrm>
            <a:off x="6196821" y="3868103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3" name="椭圆 72">
            <a:extLst>
              <a:ext uri="{FF2B5EF4-FFF2-40B4-BE49-F238E27FC236}">
                <a16:creationId xmlns:a16="http://schemas.microsoft.com/office/drawing/2014/main" id="{43414E4B-5C79-D1D7-3D4A-72960E302059}"/>
              </a:ext>
            </a:extLst>
          </p:cNvPr>
          <p:cNvSpPr/>
          <p:nvPr/>
        </p:nvSpPr>
        <p:spPr>
          <a:xfrm>
            <a:off x="6398892" y="3868103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4" name="椭圆 73">
            <a:extLst>
              <a:ext uri="{FF2B5EF4-FFF2-40B4-BE49-F238E27FC236}">
                <a16:creationId xmlns:a16="http://schemas.microsoft.com/office/drawing/2014/main" id="{851A9770-0612-E036-182B-D7D558AC33A3}"/>
              </a:ext>
            </a:extLst>
          </p:cNvPr>
          <p:cNvSpPr/>
          <p:nvPr/>
        </p:nvSpPr>
        <p:spPr>
          <a:xfrm>
            <a:off x="6600963" y="3868103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5" name="椭圆 74">
            <a:extLst>
              <a:ext uri="{FF2B5EF4-FFF2-40B4-BE49-F238E27FC236}">
                <a16:creationId xmlns:a16="http://schemas.microsoft.com/office/drawing/2014/main" id="{E19257AA-897E-8D25-16FD-C52CDBFA0D4D}"/>
              </a:ext>
            </a:extLst>
          </p:cNvPr>
          <p:cNvSpPr/>
          <p:nvPr/>
        </p:nvSpPr>
        <p:spPr>
          <a:xfrm>
            <a:off x="6803034" y="3868103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6" name="椭圆 75">
            <a:extLst>
              <a:ext uri="{FF2B5EF4-FFF2-40B4-BE49-F238E27FC236}">
                <a16:creationId xmlns:a16="http://schemas.microsoft.com/office/drawing/2014/main" id="{17C1BE79-4B7F-E2F9-A2DD-7A4E39124B31}"/>
              </a:ext>
            </a:extLst>
          </p:cNvPr>
          <p:cNvSpPr/>
          <p:nvPr/>
        </p:nvSpPr>
        <p:spPr>
          <a:xfrm>
            <a:off x="7005105" y="3868103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7" name="椭圆 76">
            <a:extLst>
              <a:ext uri="{FF2B5EF4-FFF2-40B4-BE49-F238E27FC236}">
                <a16:creationId xmlns:a16="http://schemas.microsoft.com/office/drawing/2014/main" id="{B9EECF33-A14E-E693-2EC6-023875AE7646}"/>
              </a:ext>
            </a:extLst>
          </p:cNvPr>
          <p:cNvSpPr/>
          <p:nvPr/>
        </p:nvSpPr>
        <p:spPr>
          <a:xfrm>
            <a:off x="7204768" y="3868103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8" name="椭圆 77">
            <a:extLst>
              <a:ext uri="{FF2B5EF4-FFF2-40B4-BE49-F238E27FC236}">
                <a16:creationId xmlns:a16="http://schemas.microsoft.com/office/drawing/2014/main" id="{6934631D-8B49-FF76-380D-2F63D34AA451}"/>
              </a:ext>
            </a:extLst>
          </p:cNvPr>
          <p:cNvSpPr/>
          <p:nvPr/>
        </p:nvSpPr>
        <p:spPr>
          <a:xfrm>
            <a:off x="7406839" y="3868103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9" name="椭圆 78">
            <a:extLst>
              <a:ext uri="{FF2B5EF4-FFF2-40B4-BE49-F238E27FC236}">
                <a16:creationId xmlns:a16="http://schemas.microsoft.com/office/drawing/2014/main" id="{8B1A7593-74A9-6787-8AE2-36E2E5A733F4}"/>
              </a:ext>
            </a:extLst>
          </p:cNvPr>
          <p:cNvSpPr/>
          <p:nvPr/>
        </p:nvSpPr>
        <p:spPr>
          <a:xfrm>
            <a:off x="7608910" y="3868103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59AE8171-BC16-89DE-A02C-B956720BC8D5}"/>
              </a:ext>
            </a:extLst>
          </p:cNvPr>
          <p:cNvSpPr/>
          <p:nvPr/>
        </p:nvSpPr>
        <p:spPr>
          <a:xfrm>
            <a:off x="7810981" y="3868103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1" name="椭圆 80">
            <a:extLst>
              <a:ext uri="{FF2B5EF4-FFF2-40B4-BE49-F238E27FC236}">
                <a16:creationId xmlns:a16="http://schemas.microsoft.com/office/drawing/2014/main" id="{FB0295B6-A888-76E0-361A-DE437157E7AB}"/>
              </a:ext>
            </a:extLst>
          </p:cNvPr>
          <p:cNvSpPr/>
          <p:nvPr/>
        </p:nvSpPr>
        <p:spPr>
          <a:xfrm>
            <a:off x="8013052" y="3868103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23A8FF88-BE52-2381-C249-84C61FC568AC}"/>
              </a:ext>
            </a:extLst>
          </p:cNvPr>
          <p:cNvSpPr/>
          <p:nvPr/>
        </p:nvSpPr>
        <p:spPr>
          <a:xfrm>
            <a:off x="6196821" y="4060216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3" name="椭圆 82">
            <a:extLst>
              <a:ext uri="{FF2B5EF4-FFF2-40B4-BE49-F238E27FC236}">
                <a16:creationId xmlns:a16="http://schemas.microsoft.com/office/drawing/2014/main" id="{EF74A9B3-2063-5064-4425-DCDB76F9AD91}"/>
              </a:ext>
            </a:extLst>
          </p:cNvPr>
          <p:cNvSpPr/>
          <p:nvPr/>
        </p:nvSpPr>
        <p:spPr>
          <a:xfrm>
            <a:off x="6398892" y="4060216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E51C80C0-8D15-2C14-9086-788E411B3F4F}"/>
              </a:ext>
            </a:extLst>
          </p:cNvPr>
          <p:cNvSpPr/>
          <p:nvPr/>
        </p:nvSpPr>
        <p:spPr>
          <a:xfrm>
            <a:off x="6600963" y="4060216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5" name="椭圆 84">
            <a:extLst>
              <a:ext uri="{FF2B5EF4-FFF2-40B4-BE49-F238E27FC236}">
                <a16:creationId xmlns:a16="http://schemas.microsoft.com/office/drawing/2014/main" id="{FCA9DF36-F01F-C17C-FDB4-91991564AEF3}"/>
              </a:ext>
            </a:extLst>
          </p:cNvPr>
          <p:cNvSpPr/>
          <p:nvPr/>
        </p:nvSpPr>
        <p:spPr>
          <a:xfrm>
            <a:off x="6803034" y="4060216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6CDE4DE5-6032-EF2C-BACF-A99C1D551D6D}"/>
              </a:ext>
            </a:extLst>
          </p:cNvPr>
          <p:cNvSpPr/>
          <p:nvPr/>
        </p:nvSpPr>
        <p:spPr>
          <a:xfrm>
            <a:off x="7005105" y="4060216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7" name="椭圆 86">
            <a:extLst>
              <a:ext uri="{FF2B5EF4-FFF2-40B4-BE49-F238E27FC236}">
                <a16:creationId xmlns:a16="http://schemas.microsoft.com/office/drawing/2014/main" id="{1B1C6E7B-E2E1-F616-FDBD-B01D781BCED9}"/>
              </a:ext>
            </a:extLst>
          </p:cNvPr>
          <p:cNvSpPr/>
          <p:nvPr/>
        </p:nvSpPr>
        <p:spPr>
          <a:xfrm>
            <a:off x="7204768" y="4060216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C8EA0F3B-AEA4-1B67-D750-060324FF8423}"/>
              </a:ext>
            </a:extLst>
          </p:cNvPr>
          <p:cNvSpPr/>
          <p:nvPr/>
        </p:nvSpPr>
        <p:spPr>
          <a:xfrm>
            <a:off x="7406839" y="4060216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9" name="椭圆 88">
            <a:extLst>
              <a:ext uri="{FF2B5EF4-FFF2-40B4-BE49-F238E27FC236}">
                <a16:creationId xmlns:a16="http://schemas.microsoft.com/office/drawing/2014/main" id="{73EFA06F-84EC-1ECB-E88C-C5A7D6924F8E}"/>
              </a:ext>
            </a:extLst>
          </p:cNvPr>
          <p:cNvSpPr/>
          <p:nvPr/>
        </p:nvSpPr>
        <p:spPr>
          <a:xfrm>
            <a:off x="7608910" y="4060216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7D5A26E3-BEBA-1F60-C794-EB7F8A8013DE}"/>
              </a:ext>
            </a:extLst>
          </p:cNvPr>
          <p:cNvSpPr/>
          <p:nvPr/>
        </p:nvSpPr>
        <p:spPr>
          <a:xfrm>
            <a:off x="7810981" y="4060216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1" name="椭圆 90">
            <a:extLst>
              <a:ext uri="{FF2B5EF4-FFF2-40B4-BE49-F238E27FC236}">
                <a16:creationId xmlns:a16="http://schemas.microsoft.com/office/drawing/2014/main" id="{CAE6B677-FAF5-6F00-308F-1C80582C28A8}"/>
              </a:ext>
            </a:extLst>
          </p:cNvPr>
          <p:cNvSpPr/>
          <p:nvPr/>
        </p:nvSpPr>
        <p:spPr>
          <a:xfrm>
            <a:off x="8013052" y="4060216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605355BA-4D7F-A92E-2B3E-91CA99B47CAF}"/>
              </a:ext>
            </a:extLst>
          </p:cNvPr>
          <p:cNvSpPr/>
          <p:nvPr/>
        </p:nvSpPr>
        <p:spPr>
          <a:xfrm>
            <a:off x="6196821" y="4244734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3" name="椭圆 92">
            <a:extLst>
              <a:ext uri="{FF2B5EF4-FFF2-40B4-BE49-F238E27FC236}">
                <a16:creationId xmlns:a16="http://schemas.microsoft.com/office/drawing/2014/main" id="{AB6D7A2F-DE80-7A63-8361-0D18F150F057}"/>
              </a:ext>
            </a:extLst>
          </p:cNvPr>
          <p:cNvSpPr/>
          <p:nvPr/>
        </p:nvSpPr>
        <p:spPr>
          <a:xfrm>
            <a:off x="6398892" y="4244734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E5B87AA9-49F2-C24B-38A4-16950C81295C}"/>
              </a:ext>
            </a:extLst>
          </p:cNvPr>
          <p:cNvSpPr/>
          <p:nvPr/>
        </p:nvSpPr>
        <p:spPr>
          <a:xfrm>
            <a:off x="6600963" y="4244734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5" name="椭圆 94">
            <a:extLst>
              <a:ext uri="{FF2B5EF4-FFF2-40B4-BE49-F238E27FC236}">
                <a16:creationId xmlns:a16="http://schemas.microsoft.com/office/drawing/2014/main" id="{AC731DDE-67A8-908B-779C-50A6078F7257}"/>
              </a:ext>
            </a:extLst>
          </p:cNvPr>
          <p:cNvSpPr/>
          <p:nvPr/>
        </p:nvSpPr>
        <p:spPr>
          <a:xfrm>
            <a:off x="6803034" y="4244734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5DD4BD66-E16F-18CB-77B3-7307931081FA}"/>
              </a:ext>
            </a:extLst>
          </p:cNvPr>
          <p:cNvSpPr/>
          <p:nvPr/>
        </p:nvSpPr>
        <p:spPr>
          <a:xfrm>
            <a:off x="7005105" y="4244734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7" name="椭圆 96">
            <a:extLst>
              <a:ext uri="{FF2B5EF4-FFF2-40B4-BE49-F238E27FC236}">
                <a16:creationId xmlns:a16="http://schemas.microsoft.com/office/drawing/2014/main" id="{FFA940E7-4577-2663-1238-D11EBECCD9FD}"/>
              </a:ext>
            </a:extLst>
          </p:cNvPr>
          <p:cNvSpPr/>
          <p:nvPr/>
        </p:nvSpPr>
        <p:spPr>
          <a:xfrm>
            <a:off x="7204768" y="4244734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8" name="椭圆 97">
            <a:extLst>
              <a:ext uri="{FF2B5EF4-FFF2-40B4-BE49-F238E27FC236}">
                <a16:creationId xmlns:a16="http://schemas.microsoft.com/office/drawing/2014/main" id="{C72F0020-F23D-5719-3955-79475A9E7641}"/>
              </a:ext>
            </a:extLst>
          </p:cNvPr>
          <p:cNvSpPr/>
          <p:nvPr/>
        </p:nvSpPr>
        <p:spPr>
          <a:xfrm>
            <a:off x="7406839" y="4244734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9" name="椭圆 98">
            <a:extLst>
              <a:ext uri="{FF2B5EF4-FFF2-40B4-BE49-F238E27FC236}">
                <a16:creationId xmlns:a16="http://schemas.microsoft.com/office/drawing/2014/main" id="{D680B29A-481F-A731-5C2B-84F88EFE0CD8}"/>
              </a:ext>
            </a:extLst>
          </p:cNvPr>
          <p:cNvSpPr/>
          <p:nvPr/>
        </p:nvSpPr>
        <p:spPr>
          <a:xfrm>
            <a:off x="7608910" y="4244734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35D2FA2B-53B2-351B-B050-AF13A0374CF8}"/>
              </a:ext>
            </a:extLst>
          </p:cNvPr>
          <p:cNvSpPr/>
          <p:nvPr/>
        </p:nvSpPr>
        <p:spPr>
          <a:xfrm>
            <a:off x="7810981" y="4244734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1" name="椭圆 100">
            <a:extLst>
              <a:ext uri="{FF2B5EF4-FFF2-40B4-BE49-F238E27FC236}">
                <a16:creationId xmlns:a16="http://schemas.microsoft.com/office/drawing/2014/main" id="{ED98B97F-6E95-DEDF-97FC-004F4CF8D1D3}"/>
              </a:ext>
            </a:extLst>
          </p:cNvPr>
          <p:cNvSpPr/>
          <p:nvPr/>
        </p:nvSpPr>
        <p:spPr>
          <a:xfrm>
            <a:off x="8013052" y="4244734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2EE6F74D-D712-AF5C-C722-FE9B72B49683}"/>
              </a:ext>
            </a:extLst>
          </p:cNvPr>
          <p:cNvSpPr/>
          <p:nvPr/>
        </p:nvSpPr>
        <p:spPr>
          <a:xfrm>
            <a:off x="6196821" y="4436847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3" name="椭圆 102">
            <a:extLst>
              <a:ext uri="{FF2B5EF4-FFF2-40B4-BE49-F238E27FC236}">
                <a16:creationId xmlns:a16="http://schemas.microsoft.com/office/drawing/2014/main" id="{773A8DEC-31D7-7BD2-549F-73181116B399}"/>
              </a:ext>
            </a:extLst>
          </p:cNvPr>
          <p:cNvSpPr/>
          <p:nvPr/>
        </p:nvSpPr>
        <p:spPr>
          <a:xfrm>
            <a:off x="6398892" y="4436847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6A9BC4C3-2AEB-39FF-D6C1-F9AFAF859971}"/>
              </a:ext>
            </a:extLst>
          </p:cNvPr>
          <p:cNvSpPr/>
          <p:nvPr/>
        </p:nvSpPr>
        <p:spPr>
          <a:xfrm>
            <a:off x="6600963" y="4436847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5" name="椭圆 104">
            <a:extLst>
              <a:ext uri="{FF2B5EF4-FFF2-40B4-BE49-F238E27FC236}">
                <a16:creationId xmlns:a16="http://schemas.microsoft.com/office/drawing/2014/main" id="{AFE7F84D-ED5A-953B-E20E-D2E812422DE4}"/>
              </a:ext>
            </a:extLst>
          </p:cNvPr>
          <p:cNvSpPr/>
          <p:nvPr/>
        </p:nvSpPr>
        <p:spPr>
          <a:xfrm>
            <a:off x="6803034" y="4436847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17551B58-2286-97DB-BE2E-C47E819F04EE}"/>
              </a:ext>
            </a:extLst>
          </p:cNvPr>
          <p:cNvSpPr/>
          <p:nvPr/>
        </p:nvSpPr>
        <p:spPr>
          <a:xfrm>
            <a:off x="7005105" y="4436847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7" name="椭圆 106">
            <a:extLst>
              <a:ext uri="{FF2B5EF4-FFF2-40B4-BE49-F238E27FC236}">
                <a16:creationId xmlns:a16="http://schemas.microsoft.com/office/drawing/2014/main" id="{28C88330-8531-054C-02A2-E0E3E46F4F5A}"/>
              </a:ext>
            </a:extLst>
          </p:cNvPr>
          <p:cNvSpPr/>
          <p:nvPr/>
        </p:nvSpPr>
        <p:spPr>
          <a:xfrm>
            <a:off x="7204768" y="4436847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8" name="椭圆 107">
            <a:extLst>
              <a:ext uri="{FF2B5EF4-FFF2-40B4-BE49-F238E27FC236}">
                <a16:creationId xmlns:a16="http://schemas.microsoft.com/office/drawing/2014/main" id="{FC3ED68A-8184-FB15-8D57-B3664746E6AB}"/>
              </a:ext>
            </a:extLst>
          </p:cNvPr>
          <p:cNvSpPr/>
          <p:nvPr/>
        </p:nvSpPr>
        <p:spPr>
          <a:xfrm>
            <a:off x="7406839" y="4436847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9" name="椭圆 108">
            <a:extLst>
              <a:ext uri="{FF2B5EF4-FFF2-40B4-BE49-F238E27FC236}">
                <a16:creationId xmlns:a16="http://schemas.microsoft.com/office/drawing/2014/main" id="{78D3EBAF-B1B5-C5E2-88CA-24AB57559457}"/>
              </a:ext>
            </a:extLst>
          </p:cNvPr>
          <p:cNvSpPr/>
          <p:nvPr/>
        </p:nvSpPr>
        <p:spPr>
          <a:xfrm>
            <a:off x="7608910" y="4436847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0" name="椭圆 109">
            <a:extLst>
              <a:ext uri="{FF2B5EF4-FFF2-40B4-BE49-F238E27FC236}">
                <a16:creationId xmlns:a16="http://schemas.microsoft.com/office/drawing/2014/main" id="{795C58BC-4226-1E4D-07B3-64F5FF66F1A1}"/>
              </a:ext>
            </a:extLst>
          </p:cNvPr>
          <p:cNvSpPr/>
          <p:nvPr/>
        </p:nvSpPr>
        <p:spPr>
          <a:xfrm>
            <a:off x="7810981" y="4436847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1" name="椭圆 110">
            <a:extLst>
              <a:ext uri="{FF2B5EF4-FFF2-40B4-BE49-F238E27FC236}">
                <a16:creationId xmlns:a16="http://schemas.microsoft.com/office/drawing/2014/main" id="{2CD37076-98F2-E78A-8FE1-53EB6ADC46EF}"/>
              </a:ext>
            </a:extLst>
          </p:cNvPr>
          <p:cNvSpPr/>
          <p:nvPr/>
        </p:nvSpPr>
        <p:spPr>
          <a:xfrm>
            <a:off x="8013052" y="4436847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2" name="椭圆 111">
            <a:extLst>
              <a:ext uri="{FF2B5EF4-FFF2-40B4-BE49-F238E27FC236}">
                <a16:creationId xmlns:a16="http://schemas.microsoft.com/office/drawing/2014/main" id="{0938A7CA-A0AE-A646-44F8-3FBE4622C20F}"/>
              </a:ext>
            </a:extLst>
          </p:cNvPr>
          <p:cNvSpPr/>
          <p:nvPr/>
        </p:nvSpPr>
        <p:spPr>
          <a:xfrm>
            <a:off x="6196821" y="4628960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3" name="椭圆 112">
            <a:extLst>
              <a:ext uri="{FF2B5EF4-FFF2-40B4-BE49-F238E27FC236}">
                <a16:creationId xmlns:a16="http://schemas.microsoft.com/office/drawing/2014/main" id="{88A82FBC-D92A-B688-4415-F40F05AB07FE}"/>
              </a:ext>
            </a:extLst>
          </p:cNvPr>
          <p:cNvSpPr/>
          <p:nvPr/>
        </p:nvSpPr>
        <p:spPr>
          <a:xfrm>
            <a:off x="6398892" y="4628960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4" name="椭圆 113">
            <a:extLst>
              <a:ext uri="{FF2B5EF4-FFF2-40B4-BE49-F238E27FC236}">
                <a16:creationId xmlns:a16="http://schemas.microsoft.com/office/drawing/2014/main" id="{45B671DD-0FE4-BAD0-BDAD-AD676483746D}"/>
              </a:ext>
            </a:extLst>
          </p:cNvPr>
          <p:cNvSpPr/>
          <p:nvPr/>
        </p:nvSpPr>
        <p:spPr>
          <a:xfrm>
            <a:off x="6600963" y="4628960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5" name="椭圆 114">
            <a:extLst>
              <a:ext uri="{FF2B5EF4-FFF2-40B4-BE49-F238E27FC236}">
                <a16:creationId xmlns:a16="http://schemas.microsoft.com/office/drawing/2014/main" id="{61579FB8-0BDC-CB24-4BDA-00DA3B4DCDDE}"/>
              </a:ext>
            </a:extLst>
          </p:cNvPr>
          <p:cNvSpPr/>
          <p:nvPr/>
        </p:nvSpPr>
        <p:spPr>
          <a:xfrm>
            <a:off x="6803034" y="4628960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6" name="椭圆 115">
            <a:extLst>
              <a:ext uri="{FF2B5EF4-FFF2-40B4-BE49-F238E27FC236}">
                <a16:creationId xmlns:a16="http://schemas.microsoft.com/office/drawing/2014/main" id="{30505465-233B-93FD-DBA3-DF42FE2B31DE}"/>
              </a:ext>
            </a:extLst>
          </p:cNvPr>
          <p:cNvSpPr/>
          <p:nvPr/>
        </p:nvSpPr>
        <p:spPr>
          <a:xfrm>
            <a:off x="7005105" y="4628960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7" name="椭圆 116">
            <a:extLst>
              <a:ext uri="{FF2B5EF4-FFF2-40B4-BE49-F238E27FC236}">
                <a16:creationId xmlns:a16="http://schemas.microsoft.com/office/drawing/2014/main" id="{94966CE9-999A-D264-36BE-8AEC162A1547}"/>
              </a:ext>
            </a:extLst>
          </p:cNvPr>
          <p:cNvSpPr/>
          <p:nvPr/>
        </p:nvSpPr>
        <p:spPr>
          <a:xfrm>
            <a:off x="7204768" y="4628960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8" name="椭圆 117">
            <a:extLst>
              <a:ext uri="{FF2B5EF4-FFF2-40B4-BE49-F238E27FC236}">
                <a16:creationId xmlns:a16="http://schemas.microsoft.com/office/drawing/2014/main" id="{C35D2D81-FDEC-46A7-3A94-A1B4089150A0}"/>
              </a:ext>
            </a:extLst>
          </p:cNvPr>
          <p:cNvSpPr/>
          <p:nvPr/>
        </p:nvSpPr>
        <p:spPr>
          <a:xfrm>
            <a:off x="7406839" y="4628960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9" name="椭圆 118">
            <a:extLst>
              <a:ext uri="{FF2B5EF4-FFF2-40B4-BE49-F238E27FC236}">
                <a16:creationId xmlns:a16="http://schemas.microsoft.com/office/drawing/2014/main" id="{B6A61792-DE07-BEE8-E02E-A4D7EB055B65}"/>
              </a:ext>
            </a:extLst>
          </p:cNvPr>
          <p:cNvSpPr/>
          <p:nvPr/>
        </p:nvSpPr>
        <p:spPr>
          <a:xfrm>
            <a:off x="7608910" y="4628960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0" name="椭圆 119">
            <a:extLst>
              <a:ext uri="{FF2B5EF4-FFF2-40B4-BE49-F238E27FC236}">
                <a16:creationId xmlns:a16="http://schemas.microsoft.com/office/drawing/2014/main" id="{2D3B133B-011C-DC5C-E416-239679347BD2}"/>
              </a:ext>
            </a:extLst>
          </p:cNvPr>
          <p:cNvSpPr/>
          <p:nvPr/>
        </p:nvSpPr>
        <p:spPr>
          <a:xfrm>
            <a:off x="7810981" y="4628960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1" name="椭圆 120">
            <a:extLst>
              <a:ext uri="{FF2B5EF4-FFF2-40B4-BE49-F238E27FC236}">
                <a16:creationId xmlns:a16="http://schemas.microsoft.com/office/drawing/2014/main" id="{9950CDA5-7B5E-BEBC-BF10-BDEAEB3D70E0}"/>
              </a:ext>
            </a:extLst>
          </p:cNvPr>
          <p:cNvSpPr/>
          <p:nvPr/>
        </p:nvSpPr>
        <p:spPr>
          <a:xfrm>
            <a:off x="8013052" y="4628960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2" name="椭圆 121">
            <a:extLst>
              <a:ext uri="{FF2B5EF4-FFF2-40B4-BE49-F238E27FC236}">
                <a16:creationId xmlns:a16="http://schemas.microsoft.com/office/drawing/2014/main" id="{DBDFDD83-A0EF-9AC3-5938-E1A88A77DB78}"/>
              </a:ext>
            </a:extLst>
          </p:cNvPr>
          <p:cNvSpPr/>
          <p:nvPr/>
        </p:nvSpPr>
        <p:spPr>
          <a:xfrm>
            <a:off x="6196821" y="4812017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3" name="椭圆 122">
            <a:extLst>
              <a:ext uri="{FF2B5EF4-FFF2-40B4-BE49-F238E27FC236}">
                <a16:creationId xmlns:a16="http://schemas.microsoft.com/office/drawing/2014/main" id="{74997107-5B5C-E5FB-1266-E1F470960536}"/>
              </a:ext>
            </a:extLst>
          </p:cNvPr>
          <p:cNvSpPr/>
          <p:nvPr/>
        </p:nvSpPr>
        <p:spPr>
          <a:xfrm>
            <a:off x="6398892" y="4812017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4" name="椭圆 123">
            <a:extLst>
              <a:ext uri="{FF2B5EF4-FFF2-40B4-BE49-F238E27FC236}">
                <a16:creationId xmlns:a16="http://schemas.microsoft.com/office/drawing/2014/main" id="{1992E631-2395-51AF-1135-9CA15C5F4579}"/>
              </a:ext>
            </a:extLst>
          </p:cNvPr>
          <p:cNvSpPr/>
          <p:nvPr/>
        </p:nvSpPr>
        <p:spPr>
          <a:xfrm>
            <a:off x="6600963" y="4812017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5" name="椭圆 124">
            <a:extLst>
              <a:ext uri="{FF2B5EF4-FFF2-40B4-BE49-F238E27FC236}">
                <a16:creationId xmlns:a16="http://schemas.microsoft.com/office/drawing/2014/main" id="{2D1D789A-D125-41FF-7B60-2A1E1AACE1E9}"/>
              </a:ext>
            </a:extLst>
          </p:cNvPr>
          <p:cNvSpPr/>
          <p:nvPr/>
        </p:nvSpPr>
        <p:spPr>
          <a:xfrm>
            <a:off x="6803034" y="4812017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6" name="椭圆 125">
            <a:extLst>
              <a:ext uri="{FF2B5EF4-FFF2-40B4-BE49-F238E27FC236}">
                <a16:creationId xmlns:a16="http://schemas.microsoft.com/office/drawing/2014/main" id="{ECEE97CD-748B-8250-2D09-46C5A6B646F1}"/>
              </a:ext>
            </a:extLst>
          </p:cNvPr>
          <p:cNvSpPr/>
          <p:nvPr/>
        </p:nvSpPr>
        <p:spPr>
          <a:xfrm>
            <a:off x="7005105" y="4812017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7" name="椭圆 126">
            <a:extLst>
              <a:ext uri="{FF2B5EF4-FFF2-40B4-BE49-F238E27FC236}">
                <a16:creationId xmlns:a16="http://schemas.microsoft.com/office/drawing/2014/main" id="{F918FC39-E247-58DD-B760-89DCD6AB80A2}"/>
              </a:ext>
            </a:extLst>
          </p:cNvPr>
          <p:cNvSpPr/>
          <p:nvPr/>
        </p:nvSpPr>
        <p:spPr>
          <a:xfrm>
            <a:off x="7204768" y="4812017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8" name="椭圆 127">
            <a:extLst>
              <a:ext uri="{FF2B5EF4-FFF2-40B4-BE49-F238E27FC236}">
                <a16:creationId xmlns:a16="http://schemas.microsoft.com/office/drawing/2014/main" id="{6AEB2624-4E1C-8967-13EE-EA1C01E61AA1}"/>
              </a:ext>
            </a:extLst>
          </p:cNvPr>
          <p:cNvSpPr/>
          <p:nvPr/>
        </p:nvSpPr>
        <p:spPr>
          <a:xfrm>
            <a:off x="7406839" y="4812017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9" name="椭圆 128">
            <a:extLst>
              <a:ext uri="{FF2B5EF4-FFF2-40B4-BE49-F238E27FC236}">
                <a16:creationId xmlns:a16="http://schemas.microsoft.com/office/drawing/2014/main" id="{DC532176-F817-7321-F5AA-15CA6BFA7EB7}"/>
              </a:ext>
            </a:extLst>
          </p:cNvPr>
          <p:cNvSpPr/>
          <p:nvPr/>
        </p:nvSpPr>
        <p:spPr>
          <a:xfrm>
            <a:off x="7608910" y="4812017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0" name="椭圆 129">
            <a:extLst>
              <a:ext uri="{FF2B5EF4-FFF2-40B4-BE49-F238E27FC236}">
                <a16:creationId xmlns:a16="http://schemas.microsoft.com/office/drawing/2014/main" id="{C7A8A6BC-8FD0-A48B-99F4-F3B20022E24C}"/>
              </a:ext>
            </a:extLst>
          </p:cNvPr>
          <p:cNvSpPr/>
          <p:nvPr/>
        </p:nvSpPr>
        <p:spPr>
          <a:xfrm>
            <a:off x="7810981" y="4812017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1" name="椭圆 130">
            <a:extLst>
              <a:ext uri="{FF2B5EF4-FFF2-40B4-BE49-F238E27FC236}">
                <a16:creationId xmlns:a16="http://schemas.microsoft.com/office/drawing/2014/main" id="{C33D6DCA-D03F-2BE2-483E-A4EECAD82366}"/>
              </a:ext>
            </a:extLst>
          </p:cNvPr>
          <p:cNvSpPr/>
          <p:nvPr/>
        </p:nvSpPr>
        <p:spPr>
          <a:xfrm>
            <a:off x="8013052" y="4812017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2" name="椭圆 131">
            <a:extLst>
              <a:ext uri="{FF2B5EF4-FFF2-40B4-BE49-F238E27FC236}">
                <a16:creationId xmlns:a16="http://schemas.microsoft.com/office/drawing/2014/main" id="{A0D43AB0-C3EA-0E2B-A752-D86E281547E6}"/>
              </a:ext>
            </a:extLst>
          </p:cNvPr>
          <p:cNvSpPr/>
          <p:nvPr/>
        </p:nvSpPr>
        <p:spPr>
          <a:xfrm>
            <a:off x="6196821" y="5004131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3" name="椭圆 132">
            <a:extLst>
              <a:ext uri="{FF2B5EF4-FFF2-40B4-BE49-F238E27FC236}">
                <a16:creationId xmlns:a16="http://schemas.microsoft.com/office/drawing/2014/main" id="{BC9D1F8C-59CE-409E-F101-9411A3A72388}"/>
              </a:ext>
            </a:extLst>
          </p:cNvPr>
          <p:cNvSpPr/>
          <p:nvPr/>
        </p:nvSpPr>
        <p:spPr>
          <a:xfrm>
            <a:off x="6398892" y="5004131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4" name="椭圆 133">
            <a:extLst>
              <a:ext uri="{FF2B5EF4-FFF2-40B4-BE49-F238E27FC236}">
                <a16:creationId xmlns:a16="http://schemas.microsoft.com/office/drawing/2014/main" id="{C002FB67-6CF1-0029-5162-394BEF50A8F6}"/>
              </a:ext>
            </a:extLst>
          </p:cNvPr>
          <p:cNvSpPr/>
          <p:nvPr/>
        </p:nvSpPr>
        <p:spPr>
          <a:xfrm>
            <a:off x="6600963" y="5004131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5" name="椭圆 134">
            <a:extLst>
              <a:ext uri="{FF2B5EF4-FFF2-40B4-BE49-F238E27FC236}">
                <a16:creationId xmlns:a16="http://schemas.microsoft.com/office/drawing/2014/main" id="{0B035E37-923E-07F2-F6E0-CB6F19F210C7}"/>
              </a:ext>
            </a:extLst>
          </p:cNvPr>
          <p:cNvSpPr/>
          <p:nvPr/>
        </p:nvSpPr>
        <p:spPr>
          <a:xfrm>
            <a:off x="6803034" y="5004131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3AFBFA8C-78B5-3F64-CEB5-054C4281E8DA}"/>
              </a:ext>
            </a:extLst>
          </p:cNvPr>
          <p:cNvSpPr/>
          <p:nvPr/>
        </p:nvSpPr>
        <p:spPr>
          <a:xfrm>
            <a:off x="7005105" y="5004131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7" name="椭圆 136">
            <a:extLst>
              <a:ext uri="{FF2B5EF4-FFF2-40B4-BE49-F238E27FC236}">
                <a16:creationId xmlns:a16="http://schemas.microsoft.com/office/drawing/2014/main" id="{68D28797-4BF4-ABF7-7A0E-3E2D5CF02698}"/>
              </a:ext>
            </a:extLst>
          </p:cNvPr>
          <p:cNvSpPr/>
          <p:nvPr/>
        </p:nvSpPr>
        <p:spPr>
          <a:xfrm>
            <a:off x="7204768" y="5004131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8" name="椭圆 137">
            <a:extLst>
              <a:ext uri="{FF2B5EF4-FFF2-40B4-BE49-F238E27FC236}">
                <a16:creationId xmlns:a16="http://schemas.microsoft.com/office/drawing/2014/main" id="{B50D90FA-CCC8-E9F8-6F45-C3A98BB70178}"/>
              </a:ext>
            </a:extLst>
          </p:cNvPr>
          <p:cNvSpPr/>
          <p:nvPr/>
        </p:nvSpPr>
        <p:spPr>
          <a:xfrm>
            <a:off x="7406839" y="5004131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9" name="椭圆 138">
            <a:extLst>
              <a:ext uri="{FF2B5EF4-FFF2-40B4-BE49-F238E27FC236}">
                <a16:creationId xmlns:a16="http://schemas.microsoft.com/office/drawing/2014/main" id="{64A00391-70AA-63DF-53FA-4E6B10AF1BB2}"/>
              </a:ext>
            </a:extLst>
          </p:cNvPr>
          <p:cNvSpPr/>
          <p:nvPr/>
        </p:nvSpPr>
        <p:spPr>
          <a:xfrm>
            <a:off x="7608910" y="5004131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0" name="椭圆 139">
            <a:extLst>
              <a:ext uri="{FF2B5EF4-FFF2-40B4-BE49-F238E27FC236}">
                <a16:creationId xmlns:a16="http://schemas.microsoft.com/office/drawing/2014/main" id="{96CCC41B-4C16-3843-591D-A6E3461E88C7}"/>
              </a:ext>
            </a:extLst>
          </p:cNvPr>
          <p:cNvSpPr/>
          <p:nvPr/>
        </p:nvSpPr>
        <p:spPr>
          <a:xfrm>
            <a:off x="7810981" y="5004131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1" name="椭圆 140">
            <a:extLst>
              <a:ext uri="{FF2B5EF4-FFF2-40B4-BE49-F238E27FC236}">
                <a16:creationId xmlns:a16="http://schemas.microsoft.com/office/drawing/2014/main" id="{97071F82-C2AB-0DDD-0D40-54E7B1C8D926}"/>
              </a:ext>
            </a:extLst>
          </p:cNvPr>
          <p:cNvSpPr/>
          <p:nvPr/>
        </p:nvSpPr>
        <p:spPr>
          <a:xfrm>
            <a:off x="8013052" y="5004131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2" name="椭圆 141">
            <a:extLst>
              <a:ext uri="{FF2B5EF4-FFF2-40B4-BE49-F238E27FC236}">
                <a16:creationId xmlns:a16="http://schemas.microsoft.com/office/drawing/2014/main" id="{AB2136A9-DD4D-A1EE-E5DB-AEEE7F30773E}"/>
              </a:ext>
            </a:extLst>
          </p:cNvPr>
          <p:cNvSpPr/>
          <p:nvPr/>
        </p:nvSpPr>
        <p:spPr>
          <a:xfrm>
            <a:off x="6196821" y="5188648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3" name="椭圆 142">
            <a:extLst>
              <a:ext uri="{FF2B5EF4-FFF2-40B4-BE49-F238E27FC236}">
                <a16:creationId xmlns:a16="http://schemas.microsoft.com/office/drawing/2014/main" id="{11FC24EE-D597-2E21-468F-E694443B5544}"/>
              </a:ext>
            </a:extLst>
          </p:cNvPr>
          <p:cNvSpPr/>
          <p:nvPr/>
        </p:nvSpPr>
        <p:spPr>
          <a:xfrm>
            <a:off x="6398892" y="5188648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4" name="椭圆 143">
            <a:extLst>
              <a:ext uri="{FF2B5EF4-FFF2-40B4-BE49-F238E27FC236}">
                <a16:creationId xmlns:a16="http://schemas.microsoft.com/office/drawing/2014/main" id="{87DA6957-5167-4A3A-CCB1-7B25CBB0C749}"/>
              </a:ext>
            </a:extLst>
          </p:cNvPr>
          <p:cNvSpPr/>
          <p:nvPr/>
        </p:nvSpPr>
        <p:spPr>
          <a:xfrm>
            <a:off x="6600963" y="5188648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5" name="椭圆 144">
            <a:extLst>
              <a:ext uri="{FF2B5EF4-FFF2-40B4-BE49-F238E27FC236}">
                <a16:creationId xmlns:a16="http://schemas.microsoft.com/office/drawing/2014/main" id="{6FE19457-1838-A546-2FD4-3808E7B67C95}"/>
              </a:ext>
            </a:extLst>
          </p:cNvPr>
          <p:cNvSpPr/>
          <p:nvPr/>
        </p:nvSpPr>
        <p:spPr>
          <a:xfrm>
            <a:off x="6803034" y="5188648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6" name="椭圆 145">
            <a:extLst>
              <a:ext uri="{FF2B5EF4-FFF2-40B4-BE49-F238E27FC236}">
                <a16:creationId xmlns:a16="http://schemas.microsoft.com/office/drawing/2014/main" id="{73DCF341-C6BE-0E19-4B2F-BADD03C62548}"/>
              </a:ext>
            </a:extLst>
          </p:cNvPr>
          <p:cNvSpPr/>
          <p:nvPr/>
        </p:nvSpPr>
        <p:spPr>
          <a:xfrm>
            <a:off x="7005105" y="5188648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7" name="椭圆 146">
            <a:extLst>
              <a:ext uri="{FF2B5EF4-FFF2-40B4-BE49-F238E27FC236}">
                <a16:creationId xmlns:a16="http://schemas.microsoft.com/office/drawing/2014/main" id="{453C513A-A452-6E77-B2C6-26E6005AF981}"/>
              </a:ext>
            </a:extLst>
          </p:cNvPr>
          <p:cNvSpPr/>
          <p:nvPr/>
        </p:nvSpPr>
        <p:spPr>
          <a:xfrm>
            <a:off x="7204768" y="5188648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8" name="椭圆 147">
            <a:extLst>
              <a:ext uri="{FF2B5EF4-FFF2-40B4-BE49-F238E27FC236}">
                <a16:creationId xmlns:a16="http://schemas.microsoft.com/office/drawing/2014/main" id="{4E7D345E-CA4B-B94B-2227-DFF178E5E8C5}"/>
              </a:ext>
            </a:extLst>
          </p:cNvPr>
          <p:cNvSpPr/>
          <p:nvPr/>
        </p:nvSpPr>
        <p:spPr>
          <a:xfrm>
            <a:off x="7406839" y="5188648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9" name="椭圆 148">
            <a:extLst>
              <a:ext uri="{FF2B5EF4-FFF2-40B4-BE49-F238E27FC236}">
                <a16:creationId xmlns:a16="http://schemas.microsoft.com/office/drawing/2014/main" id="{BC782F41-9870-D8DD-DC41-7EC59CE3E740}"/>
              </a:ext>
            </a:extLst>
          </p:cNvPr>
          <p:cNvSpPr/>
          <p:nvPr/>
        </p:nvSpPr>
        <p:spPr>
          <a:xfrm>
            <a:off x="7608910" y="5188648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0" name="椭圆 149">
            <a:extLst>
              <a:ext uri="{FF2B5EF4-FFF2-40B4-BE49-F238E27FC236}">
                <a16:creationId xmlns:a16="http://schemas.microsoft.com/office/drawing/2014/main" id="{1CA40868-3633-05F5-8E8D-35A1F1910B90}"/>
              </a:ext>
            </a:extLst>
          </p:cNvPr>
          <p:cNvSpPr/>
          <p:nvPr/>
        </p:nvSpPr>
        <p:spPr>
          <a:xfrm>
            <a:off x="7810981" y="5188648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1" name="椭圆 150">
            <a:extLst>
              <a:ext uri="{FF2B5EF4-FFF2-40B4-BE49-F238E27FC236}">
                <a16:creationId xmlns:a16="http://schemas.microsoft.com/office/drawing/2014/main" id="{D672FD86-BED4-19AE-9D9B-DE9FA24E8FAF}"/>
              </a:ext>
            </a:extLst>
          </p:cNvPr>
          <p:cNvSpPr/>
          <p:nvPr/>
        </p:nvSpPr>
        <p:spPr>
          <a:xfrm>
            <a:off x="8013052" y="5188648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2" name="椭圆 151">
            <a:extLst>
              <a:ext uri="{FF2B5EF4-FFF2-40B4-BE49-F238E27FC236}">
                <a16:creationId xmlns:a16="http://schemas.microsoft.com/office/drawing/2014/main" id="{6F871F53-6C70-87C6-1607-E0C9D24D5C56}"/>
              </a:ext>
            </a:extLst>
          </p:cNvPr>
          <p:cNvSpPr/>
          <p:nvPr/>
        </p:nvSpPr>
        <p:spPr>
          <a:xfrm>
            <a:off x="6196821" y="5380762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3" name="椭圆 152">
            <a:extLst>
              <a:ext uri="{FF2B5EF4-FFF2-40B4-BE49-F238E27FC236}">
                <a16:creationId xmlns:a16="http://schemas.microsoft.com/office/drawing/2014/main" id="{E8BC47B8-A5C7-2FBE-9A78-96E40FF6C475}"/>
              </a:ext>
            </a:extLst>
          </p:cNvPr>
          <p:cNvSpPr/>
          <p:nvPr/>
        </p:nvSpPr>
        <p:spPr>
          <a:xfrm>
            <a:off x="6398892" y="5380762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4" name="椭圆 153">
            <a:extLst>
              <a:ext uri="{FF2B5EF4-FFF2-40B4-BE49-F238E27FC236}">
                <a16:creationId xmlns:a16="http://schemas.microsoft.com/office/drawing/2014/main" id="{D78E6627-D38F-6E18-A1CD-FB941D9C1EDB}"/>
              </a:ext>
            </a:extLst>
          </p:cNvPr>
          <p:cNvSpPr/>
          <p:nvPr/>
        </p:nvSpPr>
        <p:spPr>
          <a:xfrm>
            <a:off x="6600963" y="5380762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5" name="椭圆 154">
            <a:extLst>
              <a:ext uri="{FF2B5EF4-FFF2-40B4-BE49-F238E27FC236}">
                <a16:creationId xmlns:a16="http://schemas.microsoft.com/office/drawing/2014/main" id="{6EB5387E-66C2-4B5E-D044-9A235252AB56}"/>
              </a:ext>
            </a:extLst>
          </p:cNvPr>
          <p:cNvSpPr/>
          <p:nvPr/>
        </p:nvSpPr>
        <p:spPr>
          <a:xfrm>
            <a:off x="6803034" y="5380762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6" name="椭圆 155">
            <a:extLst>
              <a:ext uri="{FF2B5EF4-FFF2-40B4-BE49-F238E27FC236}">
                <a16:creationId xmlns:a16="http://schemas.microsoft.com/office/drawing/2014/main" id="{FDDB1A67-8FB9-DA3A-BEEC-99508BEB683D}"/>
              </a:ext>
            </a:extLst>
          </p:cNvPr>
          <p:cNvSpPr/>
          <p:nvPr/>
        </p:nvSpPr>
        <p:spPr>
          <a:xfrm>
            <a:off x="7005105" y="5380762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7" name="椭圆 156">
            <a:extLst>
              <a:ext uri="{FF2B5EF4-FFF2-40B4-BE49-F238E27FC236}">
                <a16:creationId xmlns:a16="http://schemas.microsoft.com/office/drawing/2014/main" id="{522B26AE-602D-1472-8D39-A198700F0B18}"/>
              </a:ext>
            </a:extLst>
          </p:cNvPr>
          <p:cNvSpPr/>
          <p:nvPr/>
        </p:nvSpPr>
        <p:spPr>
          <a:xfrm>
            <a:off x="7204768" y="5380762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8" name="椭圆 157">
            <a:extLst>
              <a:ext uri="{FF2B5EF4-FFF2-40B4-BE49-F238E27FC236}">
                <a16:creationId xmlns:a16="http://schemas.microsoft.com/office/drawing/2014/main" id="{1A5BD9F0-4501-3040-A327-4D02B90A839A}"/>
              </a:ext>
            </a:extLst>
          </p:cNvPr>
          <p:cNvSpPr/>
          <p:nvPr/>
        </p:nvSpPr>
        <p:spPr>
          <a:xfrm>
            <a:off x="7406839" y="5380762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9" name="椭圆 158">
            <a:extLst>
              <a:ext uri="{FF2B5EF4-FFF2-40B4-BE49-F238E27FC236}">
                <a16:creationId xmlns:a16="http://schemas.microsoft.com/office/drawing/2014/main" id="{94DAB505-7209-0302-5828-491AB1089C1B}"/>
              </a:ext>
            </a:extLst>
          </p:cNvPr>
          <p:cNvSpPr/>
          <p:nvPr/>
        </p:nvSpPr>
        <p:spPr>
          <a:xfrm>
            <a:off x="7608910" y="5380762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0" name="椭圆 159">
            <a:extLst>
              <a:ext uri="{FF2B5EF4-FFF2-40B4-BE49-F238E27FC236}">
                <a16:creationId xmlns:a16="http://schemas.microsoft.com/office/drawing/2014/main" id="{41899433-E451-7076-727B-573C59E92B41}"/>
              </a:ext>
            </a:extLst>
          </p:cNvPr>
          <p:cNvSpPr/>
          <p:nvPr/>
        </p:nvSpPr>
        <p:spPr>
          <a:xfrm>
            <a:off x="7810981" y="5380762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1" name="椭圆 160">
            <a:extLst>
              <a:ext uri="{FF2B5EF4-FFF2-40B4-BE49-F238E27FC236}">
                <a16:creationId xmlns:a16="http://schemas.microsoft.com/office/drawing/2014/main" id="{A30CB681-93D0-2D43-6A4B-8648AF715EF3}"/>
              </a:ext>
            </a:extLst>
          </p:cNvPr>
          <p:cNvSpPr/>
          <p:nvPr/>
        </p:nvSpPr>
        <p:spPr>
          <a:xfrm>
            <a:off x="8013052" y="5380762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2" name="椭圆 161">
            <a:extLst>
              <a:ext uri="{FF2B5EF4-FFF2-40B4-BE49-F238E27FC236}">
                <a16:creationId xmlns:a16="http://schemas.microsoft.com/office/drawing/2014/main" id="{9B640356-439C-CB55-F8DF-D6099D8A84FF}"/>
              </a:ext>
            </a:extLst>
          </p:cNvPr>
          <p:cNvSpPr/>
          <p:nvPr/>
        </p:nvSpPr>
        <p:spPr>
          <a:xfrm>
            <a:off x="6196821" y="5572875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3" name="椭圆 162">
            <a:extLst>
              <a:ext uri="{FF2B5EF4-FFF2-40B4-BE49-F238E27FC236}">
                <a16:creationId xmlns:a16="http://schemas.microsoft.com/office/drawing/2014/main" id="{0413BE9E-CBF0-0AF4-084C-4CC4BEE9DD2D}"/>
              </a:ext>
            </a:extLst>
          </p:cNvPr>
          <p:cNvSpPr/>
          <p:nvPr/>
        </p:nvSpPr>
        <p:spPr>
          <a:xfrm>
            <a:off x="6398892" y="5572875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4" name="椭圆 163">
            <a:extLst>
              <a:ext uri="{FF2B5EF4-FFF2-40B4-BE49-F238E27FC236}">
                <a16:creationId xmlns:a16="http://schemas.microsoft.com/office/drawing/2014/main" id="{8972220C-0B9A-191C-B11D-88672BF2F664}"/>
              </a:ext>
            </a:extLst>
          </p:cNvPr>
          <p:cNvSpPr/>
          <p:nvPr/>
        </p:nvSpPr>
        <p:spPr>
          <a:xfrm>
            <a:off x="6600963" y="5572875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5" name="椭圆 164">
            <a:extLst>
              <a:ext uri="{FF2B5EF4-FFF2-40B4-BE49-F238E27FC236}">
                <a16:creationId xmlns:a16="http://schemas.microsoft.com/office/drawing/2014/main" id="{6E306797-F363-4396-7CA7-737CEC1FA242}"/>
              </a:ext>
            </a:extLst>
          </p:cNvPr>
          <p:cNvSpPr/>
          <p:nvPr/>
        </p:nvSpPr>
        <p:spPr>
          <a:xfrm>
            <a:off x="6803034" y="5572875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6" name="椭圆 165">
            <a:extLst>
              <a:ext uri="{FF2B5EF4-FFF2-40B4-BE49-F238E27FC236}">
                <a16:creationId xmlns:a16="http://schemas.microsoft.com/office/drawing/2014/main" id="{1E7EEA85-25C2-F67D-90E6-EC42B9C05F98}"/>
              </a:ext>
            </a:extLst>
          </p:cNvPr>
          <p:cNvSpPr/>
          <p:nvPr/>
        </p:nvSpPr>
        <p:spPr>
          <a:xfrm>
            <a:off x="7005105" y="5572875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7" name="椭圆 166">
            <a:extLst>
              <a:ext uri="{FF2B5EF4-FFF2-40B4-BE49-F238E27FC236}">
                <a16:creationId xmlns:a16="http://schemas.microsoft.com/office/drawing/2014/main" id="{53849A12-E460-9133-F1A5-84931B0F5A5B}"/>
              </a:ext>
            </a:extLst>
          </p:cNvPr>
          <p:cNvSpPr/>
          <p:nvPr/>
        </p:nvSpPr>
        <p:spPr>
          <a:xfrm>
            <a:off x="7204768" y="5572875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8" name="椭圆 167">
            <a:extLst>
              <a:ext uri="{FF2B5EF4-FFF2-40B4-BE49-F238E27FC236}">
                <a16:creationId xmlns:a16="http://schemas.microsoft.com/office/drawing/2014/main" id="{D86DCA8C-195E-BCAD-5D61-59FAB9F74710}"/>
              </a:ext>
            </a:extLst>
          </p:cNvPr>
          <p:cNvSpPr/>
          <p:nvPr/>
        </p:nvSpPr>
        <p:spPr>
          <a:xfrm>
            <a:off x="7406839" y="5572875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9" name="椭圆 168">
            <a:extLst>
              <a:ext uri="{FF2B5EF4-FFF2-40B4-BE49-F238E27FC236}">
                <a16:creationId xmlns:a16="http://schemas.microsoft.com/office/drawing/2014/main" id="{0D011589-BF1E-FE49-70FA-FF08B4FDE143}"/>
              </a:ext>
            </a:extLst>
          </p:cNvPr>
          <p:cNvSpPr/>
          <p:nvPr/>
        </p:nvSpPr>
        <p:spPr>
          <a:xfrm>
            <a:off x="7608910" y="5572875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0" name="椭圆 169">
            <a:extLst>
              <a:ext uri="{FF2B5EF4-FFF2-40B4-BE49-F238E27FC236}">
                <a16:creationId xmlns:a16="http://schemas.microsoft.com/office/drawing/2014/main" id="{7C76DBF7-45DB-3422-EE37-E6CF4C5A5BF6}"/>
              </a:ext>
            </a:extLst>
          </p:cNvPr>
          <p:cNvSpPr/>
          <p:nvPr/>
        </p:nvSpPr>
        <p:spPr>
          <a:xfrm>
            <a:off x="7810981" y="5572875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1" name="椭圆 170">
            <a:extLst>
              <a:ext uri="{FF2B5EF4-FFF2-40B4-BE49-F238E27FC236}">
                <a16:creationId xmlns:a16="http://schemas.microsoft.com/office/drawing/2014/main" id="{06827030-3C35-9EA2-0F1D-B105DAD88F2A}"/>
              </a:ext>
            </a:extLst>
          </p:cNvPr>
          <p:cNvSpPr/>
          <p:nvPr/>
        </p:nvSpPr>
        <p:spPr>
          <a:xfrm>
            <a:off x="8013052" y="5572875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3" name="椭圆 182">
            <a:extLst>
              <a:ext uri="{FF2B5EF4-FFF2-40B4-BE49-F238E27FC236}">
                <a16:creationId xmlns:a16="http://schemas.microsoft.com/office/drawing/2014/main" id="{659EEA74-6895-6F7F-DD60-54110C55FC63}"/>
              </a:ext>
            </a:extLst>
          </p:cNvPr>
          <p:cNvSpPr/>
          <p:nvPr/>
        </p:nvSpPr>
        <p:spPr>
          <a:xfrm>
            <a:off x="8705559" y="3868103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4" name="椭圆 183">
            <a:extLst>
              <a:ext uri="{FF2B5EF4-FFF2-40B4-BE49-F238E27FC236}">
                <a16:creationId xmlns:a16="http://schemas.microsoft.com/office/drawing/2014/main" id="{9CA5D052-54C3-8234-9E07-C354E6DE25A1}"/>
              </a:ext>
            </a:extLst>
          </p:cNvPr>
          <p:cNvSpPr/>
          <p:nvPr/>
        </p:nvSpPr>
        <p:spPr>
          <a:xfrm>
            <a:off x="8907630" y="3868103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5" name="椭圆 184">
            <a:extLst>
              <a:ext uri="{FF2B5EF4-FFF2-40B4-BE49-F238E27FC236}">
                <a16:creationId xmlns:a16="http://schemas.microsoft.com/office/drawing/2014/main" id="{96E6780D-71D6-773D-474E-4C40F3695D3C}"/>
              </a:ext>
            </a:extLst>
          </p:cNvPr>
          <p:cNvSpPr/>
          <p:nvPr/>
        </p:nvSpPr>
        <p:spPr>
          <a:xfrm>
            <a:off x="9109701" y="3868103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6" name="椭圆 185">
            <a:extLst>
              <a:ext uri="{FF2B5EF4-FFF2-40B4-BE49-F238E27FC236}">
                <a16:creationId xmlns:a16="http://schemas.microsoft.com/office/drawing/2014/main" id="{56BF7B96-43AF-D510-FC7B-E2A379C2982C}"/>
              </a:ext>
            </a:extLst>
          </p:cNvPr>
          <p:cNvSpPr/>
          <p:nvPr/>
        </p:nvSpPr>
        <p:spPr>
          <a:xfrm>
            <a:off x="9311772" y="3868103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7" name="椭圆 186">
            <a:extLst>
              <a:ext uri="{FF2B5EF4-FFF2-40B4-BE49-F238E27FC236}">
                <a16:creationId xmlns:a16="http://schemas.microsoft.com/office/drawing/2014/main" id="{2709C3DD-1631-D220-6F2E-EA9A65836468}"/>
              </a:ext>
            </a:extLst>
          </p:cNvPr>
          <p:cNvSpPr/>
          <p:nvPr/>
        </p:nvSpPr>
        <p:spPr>
          <a:xfrm>
            <a:off x="9513843" y="3868103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8" name="椭圆 187">
            <a:extLst>
              <a:ext uri="{FF2B5EF4-FFF2-40B4-BE49-F238E27FC236}">
                <a16:creationId xmlns:a16="http://schemas.microsoft.com/office/drawing/2014/main" id="{DC44C9B6-A0E4-5D48-8599-C25DDE0683D6}"/>
              </a:ext>
            </a:extLst>
          </p:cNvPr>
          <p:cNvSpPr/>
          <p:nvPr/>
        </p:nvSpPr>
        <p:spPr>
          <a:xfrm>
            <a:off x="9713506" y="3868103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9" name="椭圆 188">
            <a:extLst>
              <a:ext uri="{FF2B5EF4-FFF2-40B4-BE49-F238E27FC236}">
                <a16:creationId xmlns:a16="http://schemas.microsoft.com/office/drawing/2014/main" id="{4FE485B1-0D9A-58AF-9F4A-672877710692}"/>
              </a:ext>
            </a:extLst>
          </p:cNvPr>
          <p:cNvSpPr/>
          <p:nvPr/>
        </p:nvSpPr>
        <p:spPr>
          <a:xfrm>
            <a:off x="9915577" y="3868103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0" name="椭圆 189">
            <a:extLst>
              <a:ext uri="{FF2B5EF4-FFF2-40B4-BE49-F238E27FC236}">
                <a16:creationId xmlns:a16="http://schemas.microsoft.com/office/drawing/2014/main" id="{8002CBAF-BB33-85EC-88D4-6D8600BD5515}"/>
              </a:ext>
            </a:extLst>
          </p:cNvPr>
          <p:cNvSpPr/>
          <p:nvPr/>
        </p:nvSpPr>
        <p:spPr>
          <a:xfrm>
            <a:off x="10117648" y="3868103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1" name="椭圆 190">
            <a:extLst>
              <a:ext uri="{FF2B5EF4-FFF2-40B4-BE49-F238E27FC236}">
                <a16:creationId xmlns:a16="http://schemas.microsoft.com/office/drawing/2014/main" id="{12E6B52D-01BE-62EB-0FA7-42602369F145}"/>
              </a:ext>
            </a:extLst>
          </p:cNvPr>
          <p:cNvSpPr/>
          <p:nvPr/>
        </p:nvSpPr>
        <p:spPr>
          <a:xfrm>
            <a:off x="10319719" y="3868103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2" name="椭圆 191">
            <a:extLst>
              <a:ext uri="{FF2B5EF4-FFF2-40B4-BE49-F238E27FC236}">
                <a16:creationId xmlns:a16="http://schemas.microsoft.com/office/drawing/2014/main" id="{6E4DF3A1-402A-D6EE-0781-38D79770B273}"/>
              </a:ext>
            </a:extLst>
          </p:cNvPr>
          <p:cNvSpPr/>
          <p:nvPr/>
        </p:nvSpPr>
        <p:spPr>
          <a:xfrm>
            <a:off x="10521790" y="3868103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3" name="椭圆 192">
            <a:extLst>
              <a:ext uri="{FF2B5EF4-FFF2-40B4-BE49-F238E27FC236}">
                <a16:creationId xmlns:a16="http://schemas.microsoft.com/office/drawing/2014/main" id="{1CA6FDCA-F2EC-AABE-0896-5ABA7A44AEB0}"/>
              </a:ext>
            </a:extLst>
          </p:cNvPr>
          <p:cNvSpPr/>
          <p:nvPr/>
        </p:nvSpPr>
        <p:spPr>
          <a:xfrm>
            <a:off x="8705559" y="4060216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4" name="椭圆 193">
            <a:extLst>
              <a:ext uri="{FF2B5EF4-FFF2-40B4-BE49-F238E27FC236}">
                <a16:creationId xmlns:a16="http://schemas.microsoft.com/office/drawing/2014/main" id="{1B58D783-72BF-EC36-D42B-E77F20208F60}"/>
              </a:ext>
            </a:extLst>
          </p:cNvPr>
          <p:cNvSpPr/>
          <p:nvPr/>
        </p:nvSpPr>
        <p:spPr>
          <a:xfrm>
            <a:off x="8907630" y="4060216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5" name="椭圆 194">
            <a:extLst>
              <a:ext uri="{FF2B5EF4-FFF2-40B4-BE49-F238E27FC236}">
                <a16:creationId xmlns:a16="http://schemas.microsoft.com/office/drawing/2014/main" id="{ECBCB624-96B2-75A2-B79F-DB60BB68D3D8}"/>
              </a:ext>
            </a:extLst>
          </p:cNvPr>
          <p:cNvSpPr/>
          <p:nvPr/>
        </p:nvSpPr>
        <p:spPr>
          <a:xfrm>
            <a:off x="9109701" y="4060216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6" name="椭圆 195">
            <a:extLst>
              <a:ext uri="{FF2B5EF4-FFF2-40B4-BE49-F238E27FC236}">
                <a16:creationId xmlns:a16="http://schemas.microsoft.com/office/drawing/2014/main" id="{A3A31455-0A04-2A42-0BCF-09A2282487A4}"/>
              </a:ext>
            </a:extLst>
          </p:cNvPr>
          <p:cNvSpPr/>
          <p:nvPr/>
        </p:nvSpPr>
        <p:spPr>
          <a:xfrm>
            <a:off x="9311772" y="4060216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7" name="椭圆 196">
            <a:extLst>
              <a:ext uri="{FF2B5EF4-FFF2-40B4-BE49-F238E27FC236}">
                <a16:creationId xmlns:a16="http://schemas.microsoft.com/office/drawing/2014/main" id="{4CCA53C7-AE56-E576-7E4E-1007AA3C1C3E}"/>
              </a:ext>
            </a:extLst>
          </p:cNvPr>
          <p:cNvSpPr/>
          <p:nvPr/>
        </p:nvSpPr>
        <p:spPr>
          <a:xfrm>
            <a:off x="9513843" y="4060216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8" name="椭圆 197">
            <a:extLst>
              <a:ext uri="{FF2B5EF4-FFF2-40B4-BE49-F238E27FC236}">
                <a16:creationId xmlns:a16="http://schemas.microsoft.com/office/drawing/2014/main" id="{919E43DB-F555-3BFB-0A6B-B5B7A1456D51}"/>
              </a:ext>
            </a:extLst>
          </p:cNvPr>
          <p:cNvSpPr/>
          <p:nvPr/>
        </p:nvSpPr>
        <p:spPr>
          <a:xfrm>
            <a:off x="9713506" y="4060216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9" name="椭圆 198">
            <a:extLst>
              <a:ext uri="{FF2B5EF4-FFF2-40B4-BE49-F238E27FC236}">
                <a16:creationId xmlns:a16="http://schemas.microsoft.com/office/drawing/2014/main" id="{7AF18BDA-2B73-EF4B-EE90-AE59EE9E006C}"/>
              </a:ext>
            </a:extLst>
          </p:cNvPr>
          <p:cNvSpPr/>
          <p:nvPr/>
        </p:nvSpPr>
        <p:spPr>
          <a:xfrm>
            <a:off x="9915577" y="4060216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0" name="椭圆 199">
            <a:extLst>
              <a:ext uri="{FF2B5EF4-FFF2-40B4-BE49-F238E27FC236}">
                <a16:creationId xmlns:a16="http://schemas.microsoft.com/office/drawing/2014/main" id="{6B05AEC5-E545-1401-4A6B-0E0E5F9AA583}"/>
              </a:ext>
            </a:extLst>
          </p:cNvPr>
          <p:cNvSpPr/>
          <p:nvPr/>
        </p:nvSpPr>
        <p:spPr>
          <a:xfrm>
            <a:off x="10117648" y="4060216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1" name="椭圆 200">
            <a:extLst>
              <a:ext uri="{FF2B5EF4-FFF2-40B4-BE49-F238E27FC236}">
                <a16:creationId xmlns:a16="http://schemas.microsoft.com/office/drawing/2014/main" id="{018B972A-D461-41C4-7FB0-634B46619E00}"/>
              </a:ext>
            </a:extLst>
          </p:cNvPr>
          <p:cNvSpPr/>
          <p:nvPr/>
        </p:nvSpPr>
        <p:spPr>
          <a:xfrm>
            <a:off x="10319719" y="4060216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2" name="椭圆 201">
            <a:extLst>
              <a:ext uri="{FF2B5EF4-FFF2-40B4-BE49-F238E27FC236}">
                <a16:creationId xmlns:a16="http://schemas.microsoft.com/office/drawing/2014/main" id="{FE6A8ABA-6027-DDDE-C670-90D04141E5E2}"/>
              </a:ext>
            </a:extLst>
          </p:cNvPr>
          <p:cNvSpPr/>
          <p:nvPr/>
        </p:nvSpPr>
        <p:spPr>
          <a:xfrm>
            <a:off x="10521790" y="4060216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3" name="椭圆 202">
            <a:extLst>
              <a:ext uri="{FF2B5EF4-FFF2-40B4-BE49-F238E27FC236}">
                <a16:creationId xmlns:a16="http://schemas.microsoft.com/office/drawing/2014/main" id="{56A8246F-B434-596B-2C97-66F838755550}"/>
              </a:ext>
            </a:extLst>
          </p:cNvPr>
          <p:cNvSpPr/>
          <p:nvPr/>
        </p:nvSpPr>
        <p:spPr>
          <a:xfrm>
            <a:off x="8705559" y="4244734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4" name="椭圆 203">
            <a:extLst>
              <a:ext uri="{FF2B5EF4-FFF2-40B4-BE49-F238E27FC236}">
                <a16:creationId xmlns:a16="http://schemas.microsoft.com/office/drawing/2014/main" id="{225F8903-A2C8-66D5-ED72-E886EF777E6F}"/>
              </a:ext>
            </a:extLst>
          </p:cNvPr>
          <p:cNvSpPr/>
          <p:nvPr/>
        </p:nvSpPr>
        <p:spPr>
          <a:xfrm>
            <a:off x="8907630" y="4244734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5" name="椭圆 204">
            <a:extLst>
              <a:ext uri="{FF2B5EF4-FFF2-40B4-BE49-F238E27FC236}">
                <a16:creationId xmlns:a16="http://schemas.microsoft.com/office/drawing/2014/main" id="{C48D8C52-268B-B1E2-029D-D01668D318CA}"/>
              </a:ext>
            </a:extLst>
          </p:cNvPr>
          <p:cNvSpPr/>
          <p:nvPr/>
        </p:nvSpPr>
        <p:spPr>
          <a:xfrm>
            <a:off x="9109701" y="4244734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6" name="椭圆 205">
            <a:extLst>
              <a:ext uri="{FF2B5EF4-FFF2-40B4-BE49-F238E27FC236}">
                <a16:creationId xmlns:a16="http://schemas.microsoft.com/office/drawing/2014/main" id="{41F978D5-0D3E-51B5-D9FE-09694CFC4C9E}"/>
              </a:ext>
            </a:extLst>
          </p:cNvPr>
          <p:cNvSpPr/>
          <p:nvPr/>
        </p:nvSpPr>
        <p:spPr>
          <a:xfrm>
            <a:off x="9311772" y="4244734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7" name="椭圆 206">
            <a:extLst>
              <a:ext uri="{FF2B5EF4-FFF2-40B4-BE49-F238E27FC236}">
                <a16:creationId xmlns:a16="http://schemas.microsoft.com/office/drawing/2014/main" id="{229CB131-9BEA-73E5-06C8-25E699913154}"/>
              </a:ext>
            </a:extLst>
          </p:cNvPr>
          <p:cNvSpPr/>
          <p:nvPr/>
        </p:nvSpPr>
        <p:spPr>
          <a:xfrm>
            <a:off x="9513843" y="4244734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8" name="椭圆 207">
            <a:extLst>
              <a:ext uri="{FF2B5EF4-FFF2-40B4-BE49-F238E27FC236}">
                <a16:creationId xmlns:a16="http://schemas.microsoft.com/office/drawing/2014/main" id="{E65EFDAE-364A-E9E7-D165-48FB43469924}"/>
              </a:ext>
            </a:extLst>
          </p:cNvPr>
          <p:cNvSpPr/>
          <p:nvPr/>
        </p:nvSpPr>
        <p:spPr>
          <a:xfrm>
            <a:off x="9713506" y="4244734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9" name="椭圆 208">
            <a:extLst>
              <a:ext uri="{FF2B5EF4-FFF2-40B4-BE49-F238E27FC236}">
                <a16:creationId xmlns:a16="http://schemas.microsoft.com/office/drawing/2014/main" id="{7552D994-E15B-6CD4-F5C6-CCEE2E037C0A}"/>
              </a:ext>
            </a:extLst>
          </p:cNvPr>
          <p:cNvSpPr/>
          <p:nvPr/>
        </p:nvSpPr>
        <p:spPr>
          <a:xfrm>
            <a:off x="9915577" y="4244734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0" name="椭圆 209">
            <a:extLst>
              <a:ext uri="{FF2B5EF4-FFF2-40B4-BE49-F238E27FC236}">
                <a16:creationId xmlns:a16="http://schemas.microsoft.com/office/drawing/2014/main" id="{1A569BA1-4058-2533-68E6-ACF482D9431C}"/>
              </a:ext>
            </a:extLst>
          </p:cNvPr>
          <p:cNvSpPr/>
          <p:nvPr/>
        </p:nvSpPr>
        <p:spPr>
          <a:xfrm>
            <a:off x="10117648" y="4244734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1" name="椭圆 210">
            <a:extLst>
              <a:ext uri="{FF2B5EF4-FFF2-40B4-BE49-F238E27FC236}">
                <a16:creationId xmlns:a16="http://schemas.microsoft.com/office/drawing/2014/main" id="{660E5554-A757-5324-AE7D-4521F7F17F4F}"/>
              </a:ext>
            </a:extLst>
          </p:cNvPr>
          <p:cNvSpPr/>
          <p:nvPr/>
        </p:nvSpPr>
        <p:spPr>
          <a:xfrm>
            <a:off x="10319719" y="4244734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2" name="椭圆 211">
            <a:extLst>
              <a:ext uri="{FF2B5EF4-FFF2-40B4-BE49-F238E27FC236}">
                <a16:creationId xmlns:a16="http://schemas.microsoft.com/office/drawing/2014/main" id="{FC5CA0A2-55B5-224D-3E91-13FFF2222772}"/>
              </a:ext>
            </a:extLst>
          </p:cNvPr>
          <p:cNvSpPr/>
          <p:nvPr/>
        </p:nvSpPr>
        <p:spPr>
          <a:xfrm>
            <a:off x="10521790" y="4244734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3" name="椭圆 212">
            <a:extLst>
              <a:ext uri="{FF2B5EF4-FFF2-40B4-BE49-F238E27FC236}">
                <a16:creationId xmlns:a16="http://schemas.microsoft.com/office/drawing/2014/main" id="{D91B23BC-B546-8340-C132-B30FA2A62DF5}"/>
              </a:ext>
            </a:extLst>
          </p:cNvPr>
          <p:cNvSpPr/>
          <p:nvPr/>
        </p:nvSpPr>
        <p:spPr>
          <a:xfrm>
            <a:off x="8705559" y="4436847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4" name="椭圆 213">
            <a:extLst>
              <a:ext uri="{FF2B5EF4-FFF2-40B4-BE49-F238E27FC236}">
                <a16:creationId xmlns:a16="http://schemas.microsoft.com/office/drawing/2014/main" id="{01E8ED56-A738-FA18-DB34-57360136FAB8}"/>
              </a:ext>
            </a:extLst>
          </p:cNvPr>
          <p:cNvSpPr/>
          <p:nvPr/>
        </p:nvSpPr>
        <p:spPr>
          <a:xfrm>
            <a:off x="8907630" y="4436847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5" name="椭圆 214">
            <a:extLst>
              <a:ext uri="{FF2B5EF4-FFF2-40B4-BE49-F238E27FC236}">
                <a16:creationId xmlns:a16="http://schemas.microsoft.com/office/drawing/2014/main" id="{B2D8349E-B802-FF3E-7950-6D2D1FB64B4F}"/>
              </a:ext>
            </a:extLst>
          </p:cNvPr>
          <p:cNvSpPr/>
          <p:nvPr/>
        </p:nvSpPr>
        <p:spPr>
          <a:xfrm>
            <a:off x="9109701" y="4436847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6" name="椭圆 215">
            <a:extLst>
              <a:ext uri="{FF2B5EF4-FFF2-40B4-BE49-F238E27FC236}">
                <a16:creationId xmlns:a16="http://schemas.microsoft.com/office/drawing/2014/main" id="{1BD3D78A-E165-DC53-CA5B-8F2491571F94}"/>
              </a:ext>
            </a:extLst>
          </p:cNvPr>
          <p:cNvSpPr/>
          <p:nvPr/>
        </p:nvSpPr>
        <p:spPr>
          <a:xfrm>
            <a:off x="9311772" y="4436847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7" name="椭圆 216">
            <a:extLst>
              <a:ext uri="{FF2B5EF4-FFF2-40B4-BE49-F238E27FC236}">
                <a16:creationId xmlns:a16="http://schemas.microsoft.com/office/drawing/2014/main" id="{6930A2E8-CD21-519C-B5E0-0713153D09DB}"/>
              </a:ext>
            </a:extLst>
          </p:cNvPr>
          <p:cNvSpPr/>
          <p:nvPr/>
        </p:nvSpPr>
        <p:spPr>
          <a:xfrm>
            <a:off x="9513843" y="4436847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8" name="椭圆 217">
            <a:extLst>
              <a:ext uri="{FF2B5EF4-FFF2-40B4-BE49-F238E27FC236}">
                <a16:creationId xmlns:a16="http://schemas.microsoft.com/office/drawing/2014/main" id="{F22AC261-0ECF-B8F5-B31E-0A59A7C3BE94}"/>
              </a:ext>
            </a:extLst>
          </p:cNvPr>
          <p:cNvSpPr/>
          <p:nvPr/>
        </p:nvSpPr>
        <p:spPr>
          <a:xfrm>
            <a:off x="9713506" y="4436847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9" name="椭圆 218">
            <a:extLst>
              <a:ext uri="{FF2B5EF4-FFF2-40B4-BE49-F238E27FC236}">
                <a16:creationId xmlns:a16="http://schemas.microsoft.com/office/drawing/2014/main" id="{AAE2764F-C3C1-2270-CDA5-29661898D7CA}"/>
              </a:ext>
            </a:extLst>
          </p:cNvPr>
          <p:cNvSpPr/>
          <p:nvPr/>
        </p:nvSpPr>
        <p:spPr>
          <a:xfrm>
            <a:off x="9915577" y="4436847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0" name="椭圆 219">
            <a:extLst>
              <a:ext uri="{FF2B5EF4-FFF2-40B4-BE49-F238E27FC236}">
                <a16:creationId xmlns:a16="http://schemas.microsoft.com/office/drawing/2014/main" id="{11267A31-367C-CD99-AD68-AAEB1E2A7A70}"/>
              </a:ext>
            </a:extLst>
          </p:cNvPr>
          <p:cNvSpPr/>
          <p:nvPr/>
        </p:nvSpPr>
        <p:spPr>
          <a:xfrm>
            <a:off x="10117648" y="4436847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1" name="椭圆 220">
            <a:extLst>
              <a:ext uri="{FF2B5EF4-FFF2-40B4-BE49-F238E27FC236}">
                <a16:creationId xmlns:a16="http://schemas.microsoft.com/office/drawing/2014/main" id="{474D4A67-6256-C720-8E7F-D8D1E644BE91}"/>
              </a:ext>
            </a:extLst>
          </p:cNvPr>
          <p:cNvSpPr/>
          <p:nvPr/>
        </p:nvSpPr>
        <p:spPr>
          <a:xfrm>
            <a:off x="10319719" y="4436847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2" name="椭圆 221">
            <a:extLst>
              <a:ext uri="{FF2B5EF4-FFF2-40B4-BE49-F238E27FC236}">
                <a16:creationId xmlns:a16="http://schemas.microsoft.com/office/drawing/2014/main" id="{B1413F99-3726-EFA9-5277-A5624AA0769F}"/>
              </a:ext>
            </a:extLst>
          </p:cNvPr>
          <p:cNvSpPr/>
          <p:nvPr/>
        </p:nvSpPr>
        <p:spPr>
          <a:xfrm>
            <a:off x="10521790" y="4436847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3" name="椭圆 222">
            <a:extLst>
              <a:ext uri="{FF2B5EF4-FFF2-40B4-BE49-F238E27FC236}">
                <a16:creationId xmlns:a16="http://schemas.microsoft.com/office/drawing/2014/main" id="{0BD74683-A32C-1763-D304-61B1F020EEA1}"/>
              </a:ext>
            </a:extLst>
          </p:cNvPr>
          <p:cNvSpPr/>
          <p:nvPr/>
        </p:nvSpPr>
        <p:spPr>
          <a:xfrm>
            <a:off x="8705559" y="4628960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4" name="椭圆 223">
            <a:extLst>
              <a:ext uri="{FF2B5EF4-FFF2-40B4-BE49-F238E27FC236}">
                <a16:creationId xmlns:a16="http://schemas.microsoft.com/office/drawing/2014/main" id="{52ACA2EF-04A4-1BB7-6855-D018455CB06B}"/>
              </a:ext>
            </a:extLst>
          </p:cNvPr>
          <p:cNvSpPr/>
          <p:nvPr/>
        </p:nvSpPr>
        <p:spPr>
          <a:xfrm>
            <a:off x="8907630" y="4628960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5" name="椭圆 224">
            <a:extLst>
              <a:ext uri="{FF2B5EF4-FFF2-40B4-BE49-F238E27FC236}">
                <a16:creationId xmlns:a16="http://schemas.microsoft.com/office/drawing/2014/main" id="{8C6F5DCD-7D59-F305-BF08-408233A0E645}"/>
              </a:ext>
            </a:extLst>
          </p:cNvPr>
          <p:cNvSpPr/>
          <p:nvPr/>
        </p:nvSpPr>
        <p:spPr>
          <a:xfrm>
            <a:off x="9109701" y="4628960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6" name="椭圆 225">
            <a:extLst>
              <a:ext uri="{FF2B5EF4-FFF2-40B4-BE49-F238E27FC236}">
                <a16:creationId xmlns:a16="http://schemas.microsoft.com/office/drawing/2014/main" id="{FC400819-76A8-CF2D-81E5-056F701222EC}"/>
              </a:ext>
            </a:extLst>
          </p:cNvPr>
          <p:cNvSpPr/>
          <p:nvPr/>
        </p:nvSpPr>
        <p:spPr>
          <a:xfrm>
            <a:off x="9311772" y="4628960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7" name="椭圆 226">
            <a:extLst>
              <a:ext uri="{FF2B5EF4-FFF2-40B4-BE49-F238E27FC236}">
                <a16:creationId xmlns:a16="http://schemas.microsoft.com/office/drawing/2014/main" id="{9B698E6E-4B15-6F53-5611-D7186018A88F}"/>
              </a:ext>
            </a:extLst>
          </p:cNvPr>
          <p:cNvSpPr/>
          <p:nvPr/>
        </p:nvSpPr>
        <p:spPr>
          <a:xfrm>
            <a:off x="9513843" y="4628960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8" name="椭圆 227">
            <a:extLst>
              <a:ext uri="{FF2B5EF4-FFF2-40B4-BE49-F238E27FC236}">
                <a16:creationId xmlns:a16="http://schemas.microsoft.com/office/drawing/2014/main" id="{BD91E66B-C5E8-6297-94FD-381A9C50C0AA}"/>
              </a:ext>
            </a:extLst>
          </p:cNvPr>
          <p:cNvSpPr/>
          <p:nvPr/>
        </p:nvSpPr>
        <p:spPr>
          <a:xfrm>
            <a:off x="9713506" y="4628960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9" name="椭圆 228">
            <a:extLst>
              <a:ext uri="{FF2B5EF4-FFF2-40B4-BE49-F238E27FC236}">
                <a16:creationId xmlns:a16="http://schemas.microsoft.com/office/drawing/2014/main" id="{16ACF857-8F27-1C1F-0E30-813C52A1D390}"/>
              </a:ext>
            </a:extLst>
          </p:cNvPr>
          <p:cNvSpPr/>
          <p:nvPr/>
        </p:nvSpPr>
        <p:spPr>
          <a:xfrm>
            <a:off x="9915577" y="4628960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0" name="椭圆 229">
            <a:extLst>
              <a:ext uri="{FF2B5EF4-FFF2-40B4-BE49-F238E27FC236}">
                <a16:creationId xmlns:a16="http://schemas.microsoft.com/office/drawing/2014/main" id="{3FDCDCFC-835B-1BAA-32DD-E7CC699C13E6}"/>
              </a:ext>
            </a:extLst>
          </p:cNvPr>
          <p:cNvSpPr/>
          <p:nvPr/>
        </p:nvSpPr>
        <p:spPr>
          <a:xfrm>
            <a:off x="10117648" y="4628960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1" name="椭圆 230">
            <a:extLst>
              <a:ext uri="{FF2B5EF4-FFF2-40B4-BE49-F238E27FC236}">
                <a16:creationId xmlns:a16="http://schemas.microsoft.com/office/drawing/2014/main" id="{2D7BAD15-9971-DA83-B4CC-BFD4F5101FBD}"/>
              </a:ext>
            </a:extLst>
          </p:cNvPr>
          <p:cNvSpPr/>
          <p:nvPr/>
        </p:nvSpPr>
        <p:spPr>
          <a:xfrm>
            <a:off x="10319719" y="4628960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2" name="椭圆 231">
            <a:extLst>
              <a:ext uri="{FF2B5EF4-FFF2-40B4-BE49-F238E27FC236}">
                <a16:creationId xmlns:a16="http://schemas.microsoft.com/office/drawing/2014/main" id="{3259D7A5-8BCD-B86D-08E7-7305A48EF0C7}"/>
              </a:ext>
            </a:extLst>
          </p:cNvPr>
          <p:cNvSpPr/>
          <p:nvPr/>
        </p:nvSpPr>
        <p:spPr>
          <a:xfrm>
            <a:off x="10521790" y="4628960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3" name="椭圆 232">
            <a:extLst>
              <a:ext uri="{FF2B5EF4-FFF2-40B4-BE49-F238E27FC236}">
                <a16:creationId xmlns:a16="http://schemas.microsoft.com/office/drawing/2014/main" id="{E4E7827D-89CF-05B9-66A3-C77734D71A8E}"/>
              </a:ext>
            </a:extLst>
          </p:cNvPr>
          <p:cNvSpPr/>
          <p:nvPr/>
        </p:nvSpPr>
        <p:spPr>
          <a:xfrm>
            <a:off x="8705559" y="4812017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4" name="椭圆 233">
            <a:extLst>
              <a:ext uri="{FF2B5EF4-FFF2-40B4-BE49-F238E27FC236}">
                <a16:creationId xmlns:a16="http://schemas.microsoft.com/office/drawing/2014/main" id="{2B1644C2-3BB9-01BA-9CD8-F47E3B0041E6}"/>
              </a:ext>
            </a:extLst>
          </p:cNvPr>
          <p:cNvSpPr/>
          <p:nvPr/>
        </p:nvSpPr>
        <p:spPr>
          <a:xfrm>
            <a:off x="8907630" y="4812017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5" name="椭圆 234">
            <a:extLst>
              <a:ext uri="{FF2B5EF4-FFF2-40B4-BE49-F238E27FC236}">
                <a16:creationId xmlns:a16="http://schemas.microsoft.com/office/drawing/2014/main" id="{CB2B148F-3053-0687-1032-C32B8E2AEC7D}"/>
              </a:ext>
            </a:extLst>
          </p:cNvPr>
          <p:cNvSpPr/>
          <p:nvPr/>
        </p:nvSpPr>
        <p:spPr>
          <a:xfrm>
            <a:off x="9109701" y="4812017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6" name="椭圆 235">
            <a:extLst>
              <a:ext uri="{FF2B5EF4-FFF2-40B4-BE49-F238E27FC236}">
                <a16:creationId xmlns:a16="http://schemas.microsoft.com/office/drawing/2014/main" id="{FEA901B4-45CF-BB36-FA36-7172FB9529FF}"/>
              </a:ext>
            </a:extLst>
          </p:cNvPr>
          <p:cNvSpPr/>
          <p:nvPr/>
        </p:nvSpPr>
        <p:spPr>
          <a:xfrm>
            <a:off x="9311772" y="4812017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7" name="椭圆 236">
            <a:extLst>
              <a:ext uri="{FF2B5EF4-FFF2-40B4-BE49-F238E27FC236}">
                <a16:creationId xmlns:a16="http://schemas.microsoft.com/office/drawing/2014/main" id="{68BC7A7D-51FE-9695-87E9-6CDF07AC9646}"/>
              </a:ext>
            </a:extLst>
          </p:cNvPr>
          <p:cNvSpPr/>
          <p:nvPr/>
        </p:nvSpPr>
        <p:spPr>
          <a:xfrm>
            <a:off x="9513843" y="4812017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8" name="椭圆 237">
            <a:extLst>
              <a:ext uri="{FF2B5EF4-FFF2-40B4-BE49-F238E27FC236}">
                <a16:creationId xmlns:a16="http://schemas.microsoft.com/office/drawing/2014/main" id="{1CC14AC6-2214-229B-2FA6-4400F3F10939}"/>
              </a:ext>
            </a:extLst>
          </p:cNvPr>
          <p:cNvSpPr/>
          <p:nvPr/>
        </p:nvSpPr>
        <p:spPr>
          <a:xfrm>
            <a:off x="9713506" y="4812017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9" name="椭圆 238">
            <a:extLst>
              <a:ext uri="{FF2B5EF4-FFF2-40B4-BE49-F238E27FC236}">
                <a16:creationId xmlns:a16="http://schemas.microsoft.com/office/drawing/2014/main" id="{43D88706-30F0-1CD2-B7FB-7F3812FFCF75}"/>
              </a:ext>
            </a:extLst>
          </p:cNvPr>
          <p:cNvSpPr/>
          <p:nvPr/>
        </p:nvSpPr>
        <p:spPr>
          <a:xfrm>
            <a:off x="9915577" y="4812017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0" name="椭圆 239">
            <a:extLst>
              <a:ext uri="{FF2B5EF4-FFF2-40B4-BE49-F238E27FC236}">
                <a16:creationId xmlns:a16="http://schemas.microsoft.com/office/drawing/2014/main" id="{D9783A51-A6C5-1B92-B666-09248FF9BF25}"/>
              </a:ext>
            </a:extLst>
          </p:cNvPr>
          <p:cNvSpPr/>
          <p:nvPr/>
        </p:nvSpPr>
        <p:spPr>
          <a:xfrm>
            <a:off x="10117648" y="4812017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1" name="椭圆 240">
            <a:extLst>
              <a:ext uri="{FF2B5EF4-FFF2-40B4-BE49-F238E27FC236}">
                <a16:creationId xmlns:a16="http://schemas.microsoft.com/office/drawing/2014/main" id="{4C895C6F-949D-DCAE-368B-489BEE5EA1F1}"/>
              </a:ext>
            </a:extLst>
          </p:cNvPr>
          <p:cNvSpPr/>
          <p:nvPr/>
        </p:nvSpPr>
        <p:spPr>
          <a:xfrm>
            <a:off x="10319719" y="4812017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2" name="椭圆 241">
            <a:extLst>
              <a:ext uri="{FF2B5EF4-FFF2-40B4-BE49-F238E27FC236}">
                <a16:creationId xmlns:a16="http://schemas.microsoft.com/office/drawing/2014/main" id="{D892C10B-5517-C3D0-01B6-861FB6ACA5A3}"/>
              </a:ext>
            </a:extLst>
          </p:cNvPr>
          <p:cNvSpPr/>
          <p:nvPr/>
        </p:nvSpPr>
        <p:spPr>
          <a:xfrm>
            <a:off x="10521790" y="4812017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3" name="椭圆 242">
            <a:extLst>
              <a:ext uri="{FF2B5EF4-FFF2-40B4-BE49-F238E27FC236}">
                <a16:creationId xmlns:a16="http://schemas.microsoft.com/office/drawing/2014/main" id="{0BCBB309-08B6-21A0-C7ED-F3E0B1E94F32}"/>
              </a:ext>
            </a:extLst>
          </p:cNvPr>
          <p:cNvSpPr/>
          <p:nvPr/>
        </p:nvSpPr>
        <p:spPr>
          <a:xfrm>
            <a:off x="8705559" y="5004131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4" name="椭圆 243">
            <a:extLst>
              <a:ext uri="{FF2B5EF4-FFF2-40B4-BE49-F238E27FC236}">
                <a16:creationId xmlns:a16="http://schemas.microsoft.com/office/drawing/2014/main" id="{3C98AEDC-458A-2C39-62D6-AA205B93473E}"/>
              </a:ext>
            </a:extLst>
          </p:cNvPr>
          <p:cNvSpPr/>
          <p:nvPr/>
        </p:nvSpPr>
        <p:spPr>
          <a:xfrm>
            <a:off x="8907630" y="5004131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5" name="椭圆 244">
            <a:extLst>
              <a:ext uri="{FF2B5EF4-FFF2-40B4-BE49-F238E27FC236}">
                <a16:creationId xmlns:a16="http://schemas.microsoft.com/office/drawing/2014/main" id="{F6879D0A-9396-603A-A254-A5A8A0BD26C6}"/>
              </a:ext>
            </a:extLst>
          </p:cNvPr>
          <p:cNvSpPr/>
          <p:nvPr/>
        </p:nvSpPr>
        <p:spPr>
          <a:xfrm>
            <a:off x="9109701" y="5004131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6" name="椭圆 245">
            <a:extLst>
              <a:ext uri="{FF2B5EF4-FFF2-40B4-BE49-F238E27FC236}">
                <a16:creationId xmlns:a16="http://schemas.microsoft.com/office/drawing/2014/main" id="{8A88EEFC-8A91-1E13-8C14-D0E70758A314}"/>
              </a:ext>
            </a:extLst>
          </p:cNvPr>
          <p:cNvSpPr/>
          <p:nvPr/>
        </p:nvSpPr>
        <p:spPr>
          <a:xfrm>
            <a:off x="9311772" y="5004131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7" name="椭圆 246">
            <a:extLst>
              <a:ext uri="{FF2B5EF4-FFF2-40B4-BE49-F238E27FC236}">
                <a16:creationId xmlns:a16="http://schemas.microsoft.com/office/drawing/2014/main" id="{8FC16CE8-6931-8032-FAA6-459570EFA0BD}"/>
              </a:ext>
            </a:extLst>
          </p:cNvPr>
          <p:cNvSpPr/>
          <p:nvPr/>
        </p:nvSpPr>
        <p:spPr>
          <a:xfrm>
            <a:off x="9513843" y="5004131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8" name="椭圆 247">
            <a:extLst>
              <a:ext uri="{FF2B5EF4-FFF2-40B4-BE49-F238E27FC236}">
                <a16:creationId xmlns:a16="http://schemas.microsoft.com/office/drawing/2014/main" id="{C6FCC579-0C31-2E21-05AD-9EE8781E37A8}"/>
              </a:ext>
            </a:extLst>
          </p:cNvPr>
          <p:cNvSpPr/>
          <p:nvPr/>
        </p:nvSpPr>
        <p:spPr>
          <a:xfrm>
            <a:off x="9713506" y="5004131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9" name="椭圆 248">
            <a:extLst>
              <a:ext uri="{FF2B5EF4-FFF2-40B4-BE49-F238E27FC236}">
                <a16:creationId xmlns:a16="http://schemas.microsoft.com/office/drawing/2014/main" id="{B7F54567-48A2-39F9-8F6E-DA7EB38C135B}"/>
              </a:ext>
            </a:extLst>
          </p:cNvPr>
          <p:cNvSpPr/>
          <p:nvPr/>
        </p:nvSpPr>
        <p:spPr>
          <a:xfrm>
            <a:off x="9915577" y="5004131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0" name="椭圆 249">
            <a:extLst>
              <a:ext uri="{FF2B5EF4-FFF2-40B4-BE49-F238E27FC236}">
                <a16:creationId xmlns:a16="http://schemas.microsoft.com/office/drawing/2014/main" id="{296D346A-7570-5FB1-C768-372799BCD889}"/>
              </a:ext>
            </a:extLst>
          </p:cNvPr>
          <p:cNvSpPr/>
          <p:nvPr/>
        </p:nvSpPr>
        <p:spPr>
          <a:xfrm>
            <a:off x="10117648" y="5004131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1" name="椭圆 250">
            <a:extLst>
              <a:ext uri="{FF2B5EF4-FFF2-40B4-BE49-F238E27FC236}">
                <a16:creationId xmlns:a16="http://schemas.microsoft.com/office/drawing/2014/main" id="{5AB2406F-DD5C-DF1D-4320-F0CEBE0C3E27}"/>
              </a:ext>
            </a:extLst>
          </p:cNvPr>
          <p:cNvSpPr/>
          <p:nvPr/>
        </p:nvSpPr>
        <p:spPr>
          <a:xfrm>
            <a:off x="10319719" y="5004131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2" name="椭圆 251">
            <a:extLst>
              <a:ext uri="{FF2B5EF4-FFF2-40B4-BE49-F238E27FC236}">
                <a16:creationId xmlns:a16="http://schemas.microsoft.com/office/drawing/2014/main" id="{BCEBD747-37B3-F650-7DD3-01920C3D96F2}"/>
              </a:ext>
            </a:extLst>
          </p:cNvPr>
          <p:cNvSpPr/>
          <p:nvPr/>
        </p:nvSpPr>
        <p:spPr>
          <a:xfrm>
            <a:off x="10521790" y="5004131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3" name="椭圆 252">
            <a:extLst>
              <a:ext uri="{FF2B5EF4-FFF2-40B4-BE49-F238E27FC236}">
                <a16:creationId xmlns:a16="http://schemas.microsoft.com/office/drawing/2014/main" id="{85A695E5-9F12-F697-A798-7CEB484BAE29}"/>
              </a:ext>
            </a:extLst>
          </p:cNvPr>
          <p:cNvSpPr/>
          <p:nvPr/>
        </p:nvSpPr>
        <p:spPr>
          <a:xfrm>
            <a:off x="8705559" y="5188648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4" name="椭圆 253">
            <a:extLst>
              <a:ext uri="{FF2B5EF4-FFF2-40B4-BE49-F238E27FC236}">
                <a16:creationId xmlns:a16="http://schemas.microsoft.com/office/drawing/2014/main" id="{85BFFF7A-8329-CD63-52BB-FA59728B0A3D}"/>
              </a:ext>
            </a:extLst>
          </p:cNvPr>
          <p:cNvSpPr/>
          <p:nvPr/>
        </p:nvSpPr>
        <p:spPr>
          <a:xfrm>
            <a:off x="8907630" y="5188648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5" name="椭圆 254">
            <a:extLst>
              <a:ext uri="{FF2B5EF4-FFF2-40B4-BE49-F238E27FC236}">
                <a16:creationId xmlns:a16="http://schemas.microsoft.com/office/drawing/2014/main" id="{2747E0D4-DE63-49D7-3772-2232F1C44A98}"/>
              </a:ext>
            </a:extLst>
          </p:cNvPr>
          <p:cNvSpPr/>
          <p:nvPr/>
        </p:nvSpPr>
        <p:spPr>
          <a:xfrm>
            <a:off x="9109701" y="5188648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6" name="椭圆 255">
            <a:extLst>
              <a:ext uri="{FF2B5EF4-FFF2-40B4-BE49-F238E27FC236}">
                <a16:creationId xmlns:a16="http://schemas.microsoft.com/office/drawing/2014/main" id="{640A6C18-808D-3B81-3A00-7484531A02C8}"/>
              </a:ext>
            </a:extLst>
          </p:cNvPr>
          <p:cNvSpPr/>
          <p:nvPr/>
        </p:nvSpPr>
        <p:spPr>
          <a:xfrm>
            <a:off x="9311772" y="5188648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7" name="椭圆 256">
            <a:extLst>
              <a:ext uri="{FF2B5EF4-FFF2-40B4-BE49-F238E27FC236}">
                <a16:creationId xmlns:a16="http://schemas.microsoft.com/office/drawing/2014/main" id="{AC7B3AF7-B7E9-7A64-0621-1FDBB62C3E56}"/>
              </a:ext>
            </a:extLst>
          </p:cNvPr>
          <p:cNvSpPr/>
          <p:nvPr/>
        </p:nvSpPr>
        <p:spPr>
          <a:xfrm>
            <a:off x="9513843" y="5188648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8" name="椭圆 257">
            <a:extLst>
              <a:ext uri="{FF2B5EF4-FFF2-40B4-BE49-F238E27FC236}">
                <a16:creationId xmlns:a16="http://schemas.microsoft.com/office/drawing/2014/main" id="{AD3EF6F8-BF95-B940-EE82-9FB454663AB0}"/>
              </a:ext>
            </a:extLst>
          </p:cNvPr>
          <p:cNvSpPr/>
          <p:nvPr/>
        </p:nvSpPr>
        <p:spPr>
          <a:xfrm>
            <a:off x="9713506" y="5188648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9" name="椭圆 258">
            <a:extLst>
              <a:ext uri="{FF2B5EF4-FFF2-40B4-BE49-F238E27FC236}">
                <a16:creationId xmlns:a16="http://schemas.microsoft.com/office/drawing/2014/main" id="{30DE6DC4-D5DC-E8DE-8BC5-6841B0A84A05}"/>
              </a:ext>
            </a:extLst>
          </p:cNvPr>
          <p:cNvSpPr/>
          <p:nvPr/>
        </p:nvSpPr>
        <p:spPr>
          <a:xfrm>
            <a:off x="9915577" y="5188648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0" name="椭圆 259">
            <a:extLst>
              <a:ext uri="{FF2B5EF4-FFF2-40B4-BE49-F238E27FC236}">
                <a16:creationId xmlns:a16="http://schemas.microsoft.com/office/drawing/2014/main" id="{40BAB70A-A584-2315-BFFA-AA0CC6A19F8F}"/>
              </a:ext>
            </a:extLst>
          </p:cNvPr>
          <p:cNvSpPr/>
          <p:nvPr/>
        </p:nvSpPr>
        <p:spPr>
          <a:xfrm>
            <a:off x="10117648" y="5188648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1" name="椭圆 260">
            <a:extLst>
              <a:ext uri="{FF2B5EF4-FFF2-40B4-BE49-F238E27FC236}">
                <a16:creationId xmlns:a16="http://schemas.microsoft.com/office/drawing/2014/main" id="{184A639A-67DE-317D-A567-35A21B64CFF0}"/>
              </a:ext>
            </a:extLst>
          </p:cNvPr>
          <p:cNvSpPr/>
          <p:nvPr/>
        </p:nvSpPr>
        <p:spPr>
          <a:xfrm>
            <a:off x="10319719" y="5188648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2" name="椭圆 261">
            <a:extLst>
              <a:ext uri="{FF2B5EF4-FFF2-40B4-BE49-F238E27FC236}">
                <a16:creationId xmlns:a16="http://schemas.microsoft.com/office/drawing/2014/main" id="{6EA80A41-5F16-A3D3-B4F2-61D1ED981ACD}"/>
              </a:ext>
            </a:extLst>
          </p:cNvPr>
          <p:cNvSpPr/>
          <p:nvPr/>
        </p:nvSpPr>
        <p:spPr>
          <a:xfrm>
            <a:off x="10521790" y="5188648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3" name="椭圆 262">
            <a:extLst>
              <a:ext uri="{FF2B5EF4-FFF2-40B4-BE49-F238E27FC236}">
                <a16:creationId xmlns:a16="http://schemas.microsoft.com/office/drawing/2014/main" id="{894621E8-D291-756C-9D8D-7FF793897612}"/>
              </a:ext>
            </a:extLst>
          </p:cNvPr>
          <p:cNvSpPr/>
          <p:nvPr/>
        </p:nvSpPr>
        <p:spPr>
          <a:xfrm>
            <a:off x="8705559" y="5380762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4" name="椭圆 263">
            <a:extLst>
              <a:ext uri="{FF2B5EF4-FFF2-40B4-BE49-F238E27FC236}">
                <a16:creationId xmlns:a16="http://schemas.microsoft.com/office/drawing/2014/main" id="{FAC1AB91-9A3C-4DEE-68A1-479C0119CBF6}"/>
              </a:ext>
            </a:extLst>
          </p:cNvPr>
          <p:cNvSpPr/>
          <p:nvPr/>
        </p:nvSpPr>
        <p:spPr>
          <a:xfrm>
            <a:off x="8907630" y="5380762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5" name="椭圆 264">
            <a:extLst>
              <a:ext uri="{FF2B5EF4-FFF2-40B4-BE49-F238E27FC236}">
                <a16:creationId xmlns:a16="http://schemas.microsoft.com/office/drawing/2014/main" id="{81B17999-5F17-D37B-8E82-EB9C949413BC}"/>
              </a:ext>
            </a:extLst>
          </p:cNvPr>
          <p:cNvSpPr/>
          <p:nvPr/>
        </p:nvSpPr>
        <p:spPr>
          <a:xfrm>
            <a:off x="9109701" y="5380762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6" name="椭圆 265">
            <a:extLst>
              <a:ext uri="{FF2B5EF4-FFF2-40B4-BE49-F238E27FC236}">
                <a16:creationId xmlns:a16="http://schemas.microsoft.com/office/drawing/2014/main" id="{5B5FB2D8-AB21-0899-A820-642272553152}"/>
              </a:ext>
            </a:extLst>
          </p:cNvPr>
          <p:cNvSpPr/>
          <p:nvPr/>
        </p:nvSpPr>
        <p:spPr>
          <a:xfrm>
            <a:off x="9311772" y="5380762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7" name="椭圆 266">
            <a:extLst>
              <a:ext uri="{FF2B5EF4-FFF2-40B4-BE49-F238E27FC236}">
                <a16:creationId xmlns:a16="http://schemas.microsoft.com/office/drawing/2014/main" id="{9A26437B-B270-F911-2AA2-BE909C4E2E86}"/>
              </a:ext>
            </a:extLst>
          </p:cNvPr>
          <p:cNvSpPr/>
          <p:nvPr/>
        </p:nvSpPr>
        <p:spPr>
          <a:xfrm>
            <a:off x="9513843" y="5380762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8" name="椭圆 267">
            <a:extLst>
              <a:ext uri="{FF2B5EF4-FFF2-40B4-BE49-F238E27FC236}">
                <a16:creationId xmlns:a16="http://schemas.microsoft.com/office/drawing/2014/main" id="{6052690C-64C2-B93E-8D7A-780449B8C88C}"/>
              </a:ext>
            </a:extLst>
          </p:cNvPr>
          <p:cNvSpPr/>
          <p:nvPr/>
        </p:nvSpPr>
        <p:spPr>
          <a:xfrm>
            <a:off x="9713506" y="5380762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9" name="椭圆 268">
            <a:extLst>
              <a:ext uri="{FF2B5EF4-FFF2-40B4-BE49-F238E27FC236}">
                <a16:creationId xmlns:a16="http://schemas.microsoft.com/office/drawing/2014/main" id="{93F2B022-16DE-5CE6-B9E8-A966210DDD23}"/>
              </a:ext>
            </a:extLst>
          </p:cNvPr>
          <p:cNvSpPr/>
          <p:nvPr/>
        </p:nvSpPr>
        <p:spPr>
          <a:xfrm>
            <a:off x="9915577" y="5380762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0" name="椭圆 269">
            <a:extLst>
              <a:ext uri="{FF2B5EF4-FFF2-40B4-BE49-F238E27FC236}">
                <a16:creationId xmlns:a16="http://schemas.microsoft.com/office/drawing/2014/main" id="{DF220CDC-1CF3-EAE7-E257-A126F32A36D7}"/>
              </a:ext>
            </a:extLst>
          </p:cNvPr>
          <p:cNvSpPr/>
          <p:nvPr/>
        </p:nvSpPr>
        <p:spPr>
          <a:xfrm>
            <a:off x="10117648" y="5380762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1" name="椭圆 270">
            <a:extLst>
              <a:ext uri="{FF2B5EF4-FFF2-40B4-BE49-F238E27FC236}">
                <a16:creationId xmlns:a16="http://schemas.microsoft.com/office/drawing/2014/main" id="{1D47486A-037D-36FE-FFAA-8CDA3D287B07}"/>
              </a:ext>
            </a:extLst>
          </p:cNvPr>
          <p:cNvSpPr/>
          <p:nvPr/>
        </p:nvSpPr>
        <p:spPr>
          <a:xfrm>
            <a:off x="10319719" y="5380762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2" name="椭圆 271">
            <a:extLst>
              <a:ext uri="{FF2B5EF4-FFF2-40B4-BE49-F238E27FC236}">
                <a16:creationId xmlns:a16="http://schemas.microsoft.com/office/drawing/2014/main" id="{5438423A-0593-7D44-6875-8FF9FECE858C}"/>
              </a:ext>
            </a:extLst>
          </p:cNvPr>
          <p:cNvSpPr/>
          <p:nvPr/>
        </p:nvSpPr>
        <p:spPr>
          <a:xfrm>
            <a:off x="10521790" y="5380762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3" name="椭圆 272">
            <a:extLst>
              <a:ext uri="{FF2B5EF4-FFF2-40B4-BE49-F238E27FC236}">
                <a16:creationId xmlns:a16="http://schemas.microsoft.com/office/drawing/2014/main" id="{7F4EA2F5-DEAF-D5BA-0A79-57ABDA81FAAA}"/>
              </a:ext>
            </a:extLst>
          </p:cNvPr>
          <p:cNvSpPr/>
          <p:nvPr/>
        </p:nvSpPr>
        <p:spPr>
          <a:xfrm>
            <a:off x="8705559" y="5572875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4" name="椭圆 273">
            <a:extLst>
              <a:ext uri="{FF2B5EF4-FFF2-40B4-BE49-F238E27FC236}">
                <a16:creationId xmlns:a16="http://schemas.microsoft.com/office/drawing/2014/main" id="{195ACFC9-C4B2-E67F-B23B-D1271837FFA7}"/>
              </a:ext>
            </a:extLst>
          </p:cNvPr>
          <p:cNvSpPr/>
          <p:nvPr/>
        </p:nvSpPr>
        <p:spPr>
          <a:xfrm>
            <a:off x="8907630" y="5572875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5" name="椭圆 274">
            <a:extLst>
              <a:ext uri="{FF2B5EF4-FFF2-40B4-BE49-F238E27FC236}">
                <a16:creationId xmlns:a16="http://schemas.microsoft.com/office/drawing/2014/main" id="{9DD524F0-4D4F-0C4B-641C-C2CAA5E86908}"/>
              </a:ext>
            </a:extLst>
          </p:cNvPr>
          <p:cNvSpPr/>
          <p:nvPr/>
        </p:nvSpPr>
        <p:spPr>
          <a:xfrm>
            <a:off x="9109701" y="5572875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6" name="椭圆 275">
            <a:extLst>
              <a:ext uri="{FF2B5EF4-FFF2-40B4-BE49-F238E27FC236}">
                <a16:creationId xmlns:a16="http://schemas.microsoft.com/office/drawing/2014/main" id="{E8B5B757-7BF0-80A9-AFE3-847F3EA0C5CB}"/>
              </a:ext>
            </a:extLst>
          </p:cNvPr>
          <p:cNvSpPr/>
          <p:nvPr/>
        </p:nvSpPr>
        <p:spPr>
          <a:xfrm>
            <a:off x="9311772" y="5572875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7" name="椭圆 276">
            <a:extLst>
              <a:ext uri="{FF2B5EF4-FFF2-40B4-BE49-F238E27FC236}">
                <a16:creationId xmlns:a16="http://schemas.microsoft.com/office/drawing/2014/main" id="{7A904E1A-6684-8EC6-48C1-97F0E1EBDB4A}"/>
              </a:ext>
            </a:extLst>
          </p:cNvPr>
          <p:cNvSpPr/>
          <p:nvPr/>
        </p:nvSpPr>
        <p:spPr>
          <a:xfrm>
            <a:off x="9513843" y="5572875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8" name="椭圆 277">
            <a:extLst>
              <a:ext uri="{FF2B5EF4-FFF2-40B4-BE49-F238E27FC236}">
                <a16:creationId xmlns:a16="http://schemas.microsoft.com/office/drawing/2014/main" id="{DFCD45A2-1307-11D7-F0FC-39D49775E3CB}"/>
              </a:ext>
            </a:extLst>
          </p:cNvPr>
          <p:cNvSpPr/>
          <p:nvPr/>
        </p:nvSpPr>
        <p:spPr>
          <a:xfrm>
            <a:off x="9713506" y="5572875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9" name="椭圆 278">
            <a:extLst>
              <a:ext uri="{FF2B5EF4-FFF2-40B4-BE49-F238E27FC236}">
                <a16:creationId xmlns:a16="http://schemas.microsoft.com/office/drawing/2014/main" id="{30F58236-20EC-DC38-4EEA-958E6B90FF13}"/>
              </a:ext>
            </a:extLst>
          </p:cNvPr>
          <p:cNvSpPr/>
          <p:nvPr/>
        </p:nvSpPr>
        <p:spPr>
          <a:xfrm>
            <a:off x="9915577" y="5572875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0" name="椭圆 279">
            <a:extLst>
              <a:ext uri="{FF2B5EF4-FFF2-40B4-BE49-F238E27FC236}">
                <a16:creationId xmlns:a16="http://schemas.microsoft.com/office/drawing/2014/main" id="{FD7F4744-6F4F-A091-1DFF-CA758676F60A}"/>
              </a:ext>
            </a:extLst>
          </p:cNvPr>
          <p:cNvSpPr/>
          <p:nvPr/>
        </p:nvSpPr>
        <p:spPr>
          <a:xfrm>
            <a:off x="10117648" y="5572875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1" name="椭圆 280">
            <a:extLst>
              <a:ext uri="{FF2B5EF4-FFF2-40B4-BE49-F238E27FC236}">
                <a16:creationId xmlns:a16="http://schemas.microsoft.com/office/drawing/2014/main" id="{F6887F4A-8F8F-4DF5-1C99-032FDD53D7A6}"/>
              </a:ext>
            </a:extLst>
          </p:cNvPr>
          <p:cNvSpPr/>
          <p:nvPr/>
        </p:nvSpPr>
        <p:spPr>
          <a:xfrm>
            <a:off x="10319719" y="5572875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2" name="椭圆 281">
            <a:extLst>
              <a:ext uri="{FF2B5EF4-FFF2-40B4-BE49-F238E27FC236}">
                <a16:creationId xmlns:a16="http://schemas.microsoft.com/office/drawing/2014/main" id="{2C69CBAC-C34A-EFE6-AB4D-B46F81121FCD}"/>
              </a:ext>
            </a:extLst>
          </p:cNvPr>
          <p:cNvSpPr/>
          <p:nvPr/>
        </p:nvSpPr>
        <p:spPr>
          <a:xfrm>
            <a:off x="10521790" y="5572875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3" name="椭圆 282">
            <a:extLst>
              <a:ext uri="{FF2B5EF4-FFF2-40B4-BE49-F238E27FC236}">
                <a16:creationId xmlns:a16="http://schemas.microsoft.com/office/drawing/2014/main" id="{41329866-9703-1910-FDC1-F3E54A9A6A24}"/>
              </a:ext>
            </a:extLst>
          </p:cNvPr>
          <p:cNvSpPr/>
          <p:nvPr/>
        </p:nvSpPr>
        <p:spPr>
          <a:xfrm>
            <a:off x="6196821" y="2953379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4" name="椭圆 283">
            <a:extLst>
              <a:ext uri="{FF2B5EF4-FFF2-40B4-BE49-F238E27FC236}">
                <a16:creationId xmlns:a16="http://schemas.microsoft.com/office/drawing/2014/main" id="{F42A806C-76D8-8005-2DDF-17BDC96FECC3}"/>
              </a:ext>
            </a:extLst>
          </p:cNvPr>
          <p:cNvSpPr/>
          <p:nvPr/>
        </p:nvSpPr>
        <p:spPr>
          <a:xfrm>
            <a:off x="6398892" y="2953379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5" name="椭圆 284">
            <a:extLst>
              <a:ext uri="{FF2B5EF4-FFF2-40B4-BE49-F238E27FC236}">
                <a16:creationId xmlns:a16="http://schemas.microsoft.com/office/drawing/2014/main" id="{863EFD39-3269-2C62-002A-C6960A93E561}"/>
              </a:ext>
            </a:extLst>
          </p:cNvPr>
          <p:cNvSpPr/>
          <p:nvPr/>
        </p:nvSpPr>
        <p:spPr>
          <a:xfrm>
            <a:off x="6600963" y="2953379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6" name="椭圆 285">
            <a:extLst>
              <a:ext uri="{FF2B5EF4-FFF2-40B4-BE49-F238E27FC236}">
                <a16:creationId xmlns:a16="http://schemas.microsoft.com/office/drawing/2014/main" id="{6C8463A7-145F-EC89-AD13-A56D5BDE01AB}"/>
              </a:ext>
            </a:extLst>
          </p:cNvPr>
          <p:cNvSpPr/>
          <p:nvPr/>
        </p:nvSpPr>
        <p:spPr>
          <a:xfrm>
            <a:off x="6803034" y="2953379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7" name="椭圆 286">
            <a:extLst>
              <a:ext uri="{FF2B5EF4-FFF2-40B4-BE49-F238E27FC236}">
                <a16:creationId xmlns:a16="http://schemas.microsoft.com/office/drawing/2014/main" id="{78F4D6C6-A1C5-CF7A-CE5C-6F7480751281}"/>
              </a:ext>
            </a:extLst>
          </p:cNvPr>
          <p:cNvSpPr/>
          <p:nvPr/>
        </p:nvSpPr>
        <p:spPr>
          <a:xfrm>
            <a:off x="7005105" y="2953379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8" name="椭圆 287">
            <a:extLst>
              <a:ext uri="{FF2B5EF4-FFF2-40B4-BE49-F238E27FC236}">
                <a16:creationId xmlns:a16="http://schemas.microsoft.com/office/drawing/2014/main" id="{1F70E6F4-FACA-E5EE-6243-683719A601CE}"/>
              </a:ext>
            </a:extLst>
          </p:cNvPr>
          <p:cNvSpPr/>
          <p:nvPr/>
        </p:nvSpPr>
        <p:spPr>
          <a:xfrm>
            <a:off x="7204768" y="2953379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3" name="椭圆 292">
            <a:extLst>
              <a:ext uri="{FF2B5EF4-FFF2-40B4-BE49-F238E27FC236}">
                <a16:creationId xmlns:a16="http://schemas.microsoft.com/office/drawing/2014/main" id="{57C32764-6802-C552-4B5A-88498E01DA6C}"/>
              </a:ext>
            </a:extLst>
          </p:cNvPr>
          <p:cNvSpPr/>
          <p:nvPr/>
        </p:nvSpPr>
        <p:spPr>
          <a:xfrm>
            <a:off x="6196821" y="3145492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4" name="椭圆 293">
            <a:extLst>
              <a:ext uri="{FF2B5EF4-FFF2-40B4-BE49-F238E27FC236}">
                <a16:creationId xmlns:a16="http://schemas.microsoft.com/office/drawing/2014/main" id="{3F3F574A-C9E0-8E63-A775-1906D950475D}"/>
              </a:ext>
            </a:extLst>
          </p:cNvPr>
          <p:cNvSpPr/>
          <p:nvPr/>
        </p:nvSpPr>
        <p:spPr>
          <a:xfrm>
            <a:off x="6398892" y="3145492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5" name="椭圆 294">
            <a:extLst>
              <a:ext uri="{FF2B5EF4-FFF2-40B4-BE49-F238E27FC236}">
                <a16:creationId xmlns:a16="http://schemas.microsoft.com/office/drawing/2014/main" id="{A43FF88A-2BC5-7B78-FFC9-07709A08D750}"/>
              </a:ext>
            </a:extLst>
          </p:cNvPr>
          <p:cNvSpPr/>
          <p:nvPr/>
        </p:nvSpPr>
        <p:spPr>
          <a:xfrm>
            <a:off x="6600963" y="3145492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6" name="椭圆 295">
            <a:extLst>
              <a:ext uri="{FF2B5EF4-FFF2-40B4-BE49-F238E27FC236}">
                <a16:creationId xmlns:a16="http://schemas.microsoft.com/office/drawing/2014/main" id="{98BB192E-0E59-FE66-72E7-23AD96A67D2A}"/>
              </a:ext>
            </a:extLst>
          </p:cNvPr>
          <p:cNvSpPr/>
          <p:nvPr/>
        </p:nvSpPr>
        <p:spPr>
          <a:xfrm>
            <a:off x="6803034" y="3145492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7" name="椭圆 296">
            <a:extLst>
              <a:ext uri="{FF2B5EF4-FFF2-40B4-BE49-F238E27FC236}">
                <a16:creationId xmlns:a16="http://schemas.microsoft.com/office/drawing/2014/main" id="{14C7A3C5-541C-A48D-EC58-C7A41405C519}"/>
              </a:ext>
            </a:extLst>
          </p:cNvPr>
          <p:cNvSpPr/>
          <p:nvPr/>
        </p:nvSpPr>
        <p:spPr>
          <a:xfrm>
            <a:off x="7005105" y="3145492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8" name="椭圆 297">
            <a:extLst>
              <a:ext uri="{FF2B5EF4-FFF2-40B4-BE49-F238E27FC236}">
                <a16:creationId xmlns:a16="http://schemas.microsoft.com/office/drawing/2014/main" id="{CF01B9F8-1B8B-501E-0E68-C55C01A72852}"/>
              </a:ext>
            </a:extLst>
          </p:cNvPr>
          <p:cNvSpPr/>
          <p:nvPr/>
        </p:nvSpPr>
        <p:spPr>
          <a:xfrm>
            <a:off x="7204768" y="3145492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9" name="椭圆 298">
            <a:extLst>
              <a:ext uri="{FF2B5EF4-FFF2-40B4-BE49-F238E27FC236}">
                <a16:creationId xmlns:a16="http://schemas.microsoft.com/office/drawing/2014/main" id="{D0661335-9726-89A9-7ED2-61277D0E2792}"/>
              </a:ext>
            </a:extLst>
          </p:cNvPr>
          <p:cNvSpPr/>
          <p:nvPr/>
        </p:nvSpPr>
        <p:spPr>
          <a:xfrm>
            <a:off x="7406839" y="3145492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0" name="椭圆 299">
            <a:extLst>
              <a:ext uri="{FF2B5EF4-FFF2-40B4-BE49-F238E27FC236}">
                <a16:creationId xmlns:a16="http://schemas.microsoft.com/office/drawing/2014/main" id="{78F9C3FC-320D-44A2-2B13-F542CCC2C5B6}"/>
              </a:ext>
            </a:extLst>
          </p:cNvPr>
          <p:cNvSpPr/>
          <p:nvPr/>
        </p:nvSpPr>
        <p:spPr>
          <a:xfrm>
            <a:off x="7608910" y="3145492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1" name="椭圆 300">
            <a:extLst>
              <a:ext uri="{FF2B5EF4-FFF2-40B4-BE49-F238E27FC236}">
                <a16:creationId xmlns:a16="http://schemas.microsoft.com/office/drawing/2014/main" id="{752068FF-F9B3-FAA7-F6D5-2A5306E056C1}"/>
              </a:ext>
            </a:extLst>
          </p:cNvPr>
          <p:cNvSpPr/>
          <p:nvPr/>
        </p:nvSpPr>
        <p:spPr>
          <a:xfrm>
            <a:off x="7810981" y="3145492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2" name="椭圆 301">
            <a:extLst>
              <a:ext uri="{FF2B5EF4-FFF2-40B4-BE49-F238E27FC236}">
                <a16:creationId xmlns:a16="http://schemas.microsoft.com/office/drawing/2014/main" id="{A67E3B25-65EE-6B53-A23D-BE174B35C96E}"/>
              </a:ext>
            </a:extLst>
          </p:cNvPr>
          <p:cNvSpPr/>
          <p:nvPr/>
        </p:nvSpPr>
        <p:spPr>
          <a:xfrm>
            <a:off x="8013052" y="3145492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3" name="椭圆 302">
            <a:extLst>
              <a:ext uri="{FF2B5EF4-FFF2-40B4-BE49-F238E27FC236}">
                <a16:creationId xmlns:a16="http://schemas.microsoft.com/office/drawing/2014/main" id="{7E416BFD-DD06-F6FF-1CB3-CFDDC0D64970}"/>
              </a:ext>
            </a:extLst>
          </p:cNvPr>
          <p:cNvSpPr/>
          <p:nvPr/>
        </p:nvSpPr>
        <p:spPr>
          <a:xfrm>
            <a:off x="6196821" y="3330010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4" name="椭圆 303">
            <a:extLst>
              <a:ext uri="{FF2B5EF4-FFF2-40B4-BE49-F238E27FC236}">
                <a16:creationId xmlns:a16="http://schemas.microsoft.com/office/drawing/2014/main" id="{F7458CA7-4BBC-5666-88C5-6A324936D6E0}"/>
              </a:ext>
            </a:extLst>
          </p:cNvPr>
          <p:cNvSpPr/>
          <p:nvPr/>
        </p:nvSpPr>
        <p:spPr>
          <a:xfrm>
            <a:off x="6398892" y="3330010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5" name="椭圆 304">
            <a:extLst>
              <a:ext uri="{FF2B5EF4-FFF2-40B4-BE49-F238E27FC236}">
                <a16:creationId xmlns:a16="http://schemas.microsoft.com/office/drawing/2014/main" id="{BEC818E9-D4F3-F575-E360-6F15012C750E}"/>
              </a:ext>
            </a:extLst>
          </p:cNvPr>
          <p:cNvSpPr/>
          <p:nvPr/>
        </p:nvSpPr>
        <p:spPr>
          <a:xfrm>
            <a:off x="6600963" y="3330010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6" name="椭圆 305">
            <a:extLst>
              <a:ext uri="{FF2B5EF4-FFF2-40B4-BE49-F238E27FC236}">
                <a16:creationId xmlns:a16="http://schemas.microsoft.com/office/drawing/2014/main" id="{948D7E03-725B-932A-18A5-0794C6384146}"/>
              </a:ext>
            </a:extLst>
          </p:cNvPr>
          <p:cNvSpPr/>
          <p:nvPr/>
        </p:nvSpPr>
        <p:spPr>
          <a:xfrm>
            <a:off x="6803034" y="3330010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7" name="椭圆 306">
            <a:extLst>
              <a:ext uri="{FF2B5EF4-FFF2-40B4-BE49-F238E27FC236}">
                <a16:creationId xmlns:a16="http://schemas.microsoft.com/office/drawing/2014/main" id="{D589BC4F-9B31-2C4D-9F93-F44087125C2D}"/>
              </a:ext>
            </a:extLst>
          </p:cNvPr>
          <p:cNvSpPr/>
          <p:nvPr/>
        </p:nvSpPr>
        <p:spPr>
          <a:xfrm>
            <a:off x="7005105" y="3330010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8" name="椭圆 307">
            <a:extLst>
              <a:ext uri="{FF2B5EF4-FFF2-40B4-BE49-F238E27FC236}">
                <a16:creationId xmlns:a16="http://schemas.microsoft.com/office/drawing/2014/main" id="{F5F90E0F-DE9F-A8D8-F5E6-F0ECBA6ECB33}"/>
              </a:ext>
            </a:extLst>
          </p:cNvPr>
          <p:cNvSpPr/>
          <p:nvPr/>
        </p:nvSpPr>
        <p:spPr>
          <a:xfrm>
            <a:off x="7204768" y="3330010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9" name="椭圆 308">
            <a:extLst>
              <a:ext uri="{FF2B5EF4-FFF2-40B4-BE49-F238E27FC236}">
                <a16:creationId xmlns:a16="http://schemas.microsoft.com/office/drawing/2014/main" id="{FA95C6F1-DBE9-84CF-E8FB-2192149D4A11}"/>
              </a:ext>
            </a:extLst>
          </p:cNvPr>
          <p:cNvSpPr/>
          <p:nvPr/>
        </p:nvSpPr>
        <p:spPr>
          <a:xfrm>
            <a:off x="7406839" y="3330010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0" name="椭圆 309">
            <a:extLst>
              <a:ext uri="{FF2B5EF4-FFF2-40B4-BE49-F238E27FC236}">
                <a16:creationId xmlns:a16="http://schemas.microsoft.com/office/drawing/2014/main" id="{3ADB03DA-47A2-80FD-B07A-2D7B3BEA289E}"/>
              </a:ext>
            </a:extLst>
          </p:cNvPr>
          <p:cNvSpPr/>
          <p:nvPr/>
        </p:nvSpPr>
        <p:spPr>
          <a:xfrm>
            <a:off x="7608910" y="3330010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1" name="椭圆 310">
            <a:extLst>
              <a:ext uri="{FF2B5EF4-FFF2-40B4-BE49-F238E27FC236}">
                <a16:creationId xmlns:a16="http://schemas.microsoft.com/office/drawing/2014/main" id="{694FECC2-7203-E9E6-0ECA-A2573ED4E71C}"/>
              </a:ext>
            </a:extLst>
          </p:cNvPr>
          <p:cNvSpPr/>
          <p:nvPr/>
        </p:nvSpPr>
        <p:spPr>
          <a:xfrm>
            <a:off x="7810981" y="3330010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2" name="椭圆 311">
            <a:extLst>
              <a:ext uri="{FF2B5EF4-FFF2-40B4-BE49-F238E27FC236}">
                <a16:creationId xmlns:a16="http://schemas.microsoft.com/office/drawing/2014/main" id="{099F1BE3-4F2C-9933-4478-CB2AA5334A52}"/>
              </a:ext>
            </a:extLst>
          </p:cNvPr>
          <p:cNvSpPr/>
          <p:nvPr/>
        </p:nvSpPr>
        <p:spPr>
          <a:xfrm>
            <a:off x="8013052" y="3330010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3" name="椭圆 312">
            <a:extLst>
              <a:ext uri="{FF2B5EF4-FFF2-40B4-BE49-F238E27FC236}">
                <a16:creationId xmlns:a16="http://schemas.microsoft.com/office/drawing/2014/main" id="{DE74AAD2-0549-1896-4008-3D00CE27CBCF}"/>
              </a:ext>
            </a:extLst>
          </p:cNvPr>
          <p:cNvSpPr/>
          <p:nvPr/>
        </p:nvSpPr>
        <p:spPr>
          <a:xfrm>
            <a:off x="6196821" y="3522123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4" name="椭圆 313">
            <a:extLst>
              <a:ext uri="{FF2B5EF4-FFF2-40B4-BE49-F238E27FC236}">
                <a16:creationId xmlns:a16="http://schemas.microsoft.com/office/drawing/2014/main" id="{28CC3D50-16AD-1F5A-E653-0A576A48B048}"/>
              </a:ext>
            </a:extLst>
          </p:cNvPr>
          <p:cNvSpPr/>
          <p:nvPr/>
        </p:nvSpPr>
        <p:spPr>
          <a:xfrm>
            <a:off x="6398892" y="3522123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5" name="椭圆 314">
            <a:extLst>
              <a:ext uri="{FF2B5EF4-FFF2-40B4-BE49-F238E27FC236}">
                <a16:creationId xmlns:a16="http://schemas.microsoft.com/office/drawing/2014/main" id="{C8BB8F4F-2427-1F19-C411-8773D0C0B032}"/>
              </a:ext>
            </a:extLst>
          </p:cNvPr>
          <p:cNvSpPr/>
          <p:nvPr/>
        </p:nvSpPr>
        <p:spPr>
          <a:xfrm>
            <a:off x="6600963" y="3522123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6" name="椭圆 315">
            <a:extLst>
              <a:ext uri="{FF2B5EF4-FFF2-40B4-BE49-F238E27FC236}">
                <a16:creationId xmlns:a16="http://schemas.microsoft.com/office/drawing/2014/main" id="{A12ABD3D-3734-6FAF-BFBC-F33640A6156D}"/>
              </a:ext>
            </a:extLst>
          </p:cNvPr>
          <p:cNvSpPr/>
          <p:nvPr/>
        </p:nvSpPr>
        <p:spPr>
          <a:xfrm>
            <a:off x="6803034" y="3522123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7" name="椭圆 316">
            <a:extLst>
              <a:ext uri="{FF2B5EF4-FFF2-40B4-BE49-F238E27FC236}">
                <a16:creationId xmlns:a16="http://schemas.microsoft.com/office/drawing/2014/main" id="{1E6AEB88-EA53-1E61-9DDA-A8AEDB25C250}"/>
              </a:ext>
            </a:extLst>
          </p:cNvPr>
          <p:cNvSpPr/>
          <p:nvPr/>
        </p:nvSpPr>
        <p:spPr>
          <a:xfrm>
            <a:off x="7005105" y="3522123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8" name="椭圆 317">
            <a:extLst>
              <a:ext uri="{FF2B5EF4-FFF2-40B4-BE49-F238E27FC236}">
                <a16:creationId xmlns:a16="http://schemas.microsoft.com/office/drawing/2014/main" id="{A0412E93-ED4A-DD52-A4C4-CFCEF390E28F}"/>
              </a:ext>
            </a:extLst>
          </p:cNvPr>
          <p:cNvSpPr/>
          <p:nvPr/>
        </p:nvSpPr>
        <p:spPr>
          <a:xfrm>
            <a:off x="7204768" y="3522123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9" name="椭圆 318">
            <a:extLst>
              <a:ext uri="{FF2B5EF4-FFF2-40B4-BE49-F238E27FC236}">
                <a16:creationId xmlns:a16="http://schemas.microsoft.com/office/drawing/2014/main" id="{7C327804-C92D-107C-64AF-B908D24BF963}"/>
              </a:ext>
            </a:extLst>
          </p:cNvPr>
          <p:cNvSpPr/>
          <p:nvPr/>
        </p:nvSpPr>
        <p:spPr>
          <a:xfrm>
            <a:off x="7406839" y="3522123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0" name="椭圆 319">
            <a:extLst>
              <a:ext uri="{FF2B5EF4-FFF2-40B4-BE49-F238E27FC236}">
                <a16:creationId xmlns:a16="http://schemas.microsoft.com/office/drawing/2014/main" id="{B8887BC3-D822-039D-265F-3477DA27742D}"/>
              </a:ext>
            </a:extLst>
          </p:cNvPr>
          <p:cNvSpPr/>
          <p:nvPr/>
        </p:nvSpPr>
        <p:spPr>
          <a:xfrm>
            <a:off x="7608910" y="3522123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1" name="椭圆 320">
            <a:extLst>
              <a:ext uri="{FF2B5EF4-FFF2-40B4-BE49-F238E27FC236}">
                <a16:creationId xmlns:a16="http://schemas.microsoft.com/office/drawing/2014/main" id="{87974C08-EF5C-FD23-1A1B-B8458A5B0751}"/>
              </a:ext>
            </a:extLst>
          </p:cNvPr>
          <p:cNvSpPr/>
          <p:nvPr/>
        </p:nvSpPr>
        <p:spPr>
          <a:xfrm>
            <a:off x="7810981" y="3522123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2" name="椭圆 321">
            <a:extLst>
              <a:ext uri="{FF2B5EF4-FFF2-40B4-BE49-F238E27FC236}">
                <a16:creationId xmlns:a16="http://schemas.microsoft.com/office/drawing/2014/main" id="{69DACE34-DDD4-0FB1-8EBD-1CA238CDA8EE}"/>
              </a:ext>
            </a:extLst>
          </p:cNvPr>
          <p:cNvSpPr/>
          <p:nvPr/>
        </p:nvSpPr>
        <p:spPr>
          <a:xfrm>
            <a:off x="8013052" y="3522123"/>
            <a:ext cx="164953" cy="1614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3" name="椭圆 322">
            <a:extLst>
              <a:ext uri="{FF2B5EF4-FFF2-40B4-BE49-F238E27FC236}">
                <a16:creationId xmlns:a16="http://schemas.microsoft.com/office/drawing/2014/main" id="{05351200-886F-6500-AA4C-808DBDE2CC87}"/>
              </a:ext>
            </a:extLst>
          </p:cNvPr>
          <p:cNvSpPr/>
          <p:nvPr/>
        </p:nvSpPr>
        <p:spPr>
          <a:xfrm>
            <a:off x="8699698" y="2943657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4" name="椭圆 323">
            <a:extLst>
              <a:ext uri="{FF2B5EF4-FFF2-40B4-BE49-F238E27FC236}">
                <a16:creationId xmlns:a16="http://schemas.microsoft.com/office/drawing/2014/main" id="{CDF391B7-6DB9-69AD-DDED-CF4B04C15888}"/>
              </a:ext>
            </a:extLst>
          </p:cNvPr>
          <p:cNvSpPr/>
          <p:nvPr/>
        </p:nvSpPr>
        <p:spPr>
          <a:xfrm>
            <a:off x="8901769" y="2943657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5" name="椭圆 324">
            <a:extLst>
              <a:ext uri="{FF2B5EF4-FFF2-40B4-BE49-F238E27FC236}">
                <a16:creationId xmlns:a16="http://schemas.microsoft.com/office/drawing/2014/main" id="{FB45947E-7445-6271-B2C5-2B04AB371ED4}"/>
              </a:ext>
            </a:extLst>
          </p:cNvPr>
          <p:cNvSpPr/>
          <p:nvPr/>
        </p:nvSpPr>
        <p:spPr>
          <a:xfrm>
            <a:off x="9103840" y="2943657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6" name="椭圆 325">
            <a:extLst>
              <a:ext uri="{FF2B5EF4-FFF2-40B4-BE49-F238E27FC236}">
                <a16:creationId xmlns:a16="http://schemas.microsoft.com/office/drawing/2014/main" id="{7C088068-43F1-9894-5EAA-10EA501769F0}"/>
              </a:ext>
            </a:extLst>
          </p:cNvPr>
          <p:cNvSpPr/>
          <p:nvPr/>
        </p:nvSpPr>
        <p:spPr>
          <a:xfrm>
            <a:off x="9305911" y="2943657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7" name="椭圆 326">
            <a:extLst>
              <a:ext uri="{FF2B5EF4-FFF2-40B4-BE49-F238E27FC236}">
                <a16:creationId xmlns:a16="http://schemas.microsoft.com/office/drawing/2014/main" id="{08F4BF85-3AC3-4243-0587-439DD6C225B0}"/>
              </a:ext>
            </a:extLst>
          </p:cNvPr>
          <p:cNvSpPr/>
          <p:nvPr/>
        </p:nvSpPr>
        <p:spPr>
          <a:xfrm>
            <a:off x="9507982" y="2943657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8" name="椭圆 327">
            <a:extLst>
              <a:ext uri="{FF2B5EF4-FFF2-40B4-BE49-F238E27FC236}">
                <a16:creationId xmlns:a16="http://schemas.microsoft.com/office/drawing/2014/main" id="{5C0BD78D-AADD-101B-74E5-4701F13AEC3E}"/>
              </a:ext>
            </a:extLst>
          </p:cNvPr>
          <p:cNvSpPr/>
          <p:nvPr/>
        </p:nvSpPr>
        <p:spPr>
          <a:xfrm>
            <a:off x="9707645" y="2943657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3" name="椭圆 332">
            <a:extLst>
              <a:ext uri="{FF2B5EF4-FFF2-40B4-BE49-F238E27FC236}">
                <a16:creationId xmlns:a16="http://schemas.microsoft.com/office/drawing/2014/main" id="{0A693561-87DE-B1A2-39CE-E25911CBD06A}"/>
              </a:ext>
            </a:extLst>
          </p:cNvPr>
          <p:cNvSpPr/>
          <p:nvPr/>
        </p:nvSpPr>
        <p:spPr>
          <a:xfrm>
            <a:off x="8699698" y="3135770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4" name="椭圆 333">
            <a:extLst>
              <a:ext uri="{FF2B5EF4-FFF2-40B4-BE49-F238E27FC236}">
                <a16:creationId xmlns:a16="http://schemas.microsoft.com/office/drawing/2014/main" id="{64B3A50A-EB5E-F8E4-7AA1-23E7339C2519}"/>
              </a:ext>
            </a:extLst>
          </p:cNvPr>
          <p:cNvSpPr/>
          <p:nvPr/>
        </p:nvSpPr>
        <p:spPr>
          <a:xfrm>
            <a:off x="8901769" y="3135770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5" name="椭圆 334">
            <a:extLst>
              <a:ext uri="{FF2B5EF4-FFF2-40B4-BE49-F238E27FC236}">
                <a16:creationId xmlns:a16="http://schemas.microsoft.com/office/drawing/2014/main" id="{AE16CBBA-053D-A12C-8102-0AFC1C69637A}"/>
              </a:ext>
            </a:extLst>
          </p:cNvPr>
          <p:cNvSpPr/>
          <p:nvPr/>
        </p:nvSpPr>
        <p:spPr>
          <a:xfrm>
            <a:off x="9103840" y="3135770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6" name="椭圆 335">
            <a:extLst>
              <a:ext uri="{FF2B5EF4-FFF2-40B4-BE49-F238E27FC236}">
                <a16:creationId xmlns:a16="http://schemas.microsoft.com/office/drawing/2014/main" id="{973D7F3B-C78E-5E69-B725-34F1CE865D33}"/>
              </a:ext>
            </a:extLst>
          </p:cNvPr>
          <p:cNvSpPr/>
          <p:nvPr/>
        </p:nvSpPr>
        <p:spPr>
          <a:xfrm>
            <a:off x="9305911" y="3135770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7" name="椭圆 336">
            <a:extLst>
              <a:ext uri="{FF2B5EF4-FFF2-40B4-BE49-F238E27FC236}">
                <a16:creationId xmlns:a16="http://schemas.microsoft.com/office/drawing/2014/main" id="{1A61B7B2-6A42-5B32-1699-91831C20CDA9}"/>
              </a:ext>
            </a:extLst>
          </p:cNvPr>
          <p:cNvSpPr/>
          <p:nvPr/>
        </p:nvSpPr>
        <p:spPr>
          <a:xfrm>
            <a:off x="9507982" y="3135770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8" name="椭圆 337">
            <a:extLst>
              <a:ext uri="{FF2B5EF4-FFF2-40B4-BE49-F238E27FC236}">
                <a16:creationId xmlns:a16="http://schemas.microsoft.com/office/drawing/2014/main" id="{B921D91A-90F2-7FC7-0382-230D5EEE1C50}"/>
              </a:ext>
            </a:extLst>
          </p:cNvPr>
          <p:cNvSpPr/>
          <p:nvPr/>
        </p:nvSpPr>
        <p:spPr>
          <a:xfrm>
            <a:off x="9707645" y="3135770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9" name="椭圆 338">
            <a:extLst>
              <a:ext uri="{FF2B5EF4-FFF2-40B4-BE49-F238E27FC236}">
                <a16:creationId xmlns:a16="http://schemas.microsoft.com/office/drawing/2014/main" id="{AC6F8CAC-B643-7634-1909-0DF2DFEDC2B7}"/>
              </a:ext>
            </a:extLst>
          </p:cNvPr>
          <p:cNvSpPr/>
          <p:nvPr/>
        </p:nvSpPr>
        <p:spPr>
          <a:xfrm>
            <a:off x="9909716" y="3135770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0" name="椭圆 339">
            <a:extLst>
              <a:ext uri="{FF2B5EF4-FFF2-40B4-BE49-F238E27FC236}">
                <a16:creationId xmlns:a16="http://schemas.microsoft.com/office/drawing/2014/main" id="{64C7DA94-E8A5-FD39-411D-E76E83EAB0E1}"/>
              </a:ext>
            </a:extLst>
          </p:cNvPr>
          <p:cNvSpPr/>
          <p:nvPr/>
        </p:nvSpPr>
        <p:spPr>
          <a:xfrm>
            <a:off x="10111787" y="3135770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1" name="椭圆 340">
            <a:extLst>
              <a:ext uri="{FF2B5EF4-FFF2-40B4-BE49-F238E27FC236}">
                <a16:creationId xmlns:a16="http://schemas.microsoft.com/office/drawing/2014/main" id="{10A813B8-9F2B-C66D-67F6-59D6B848E81F}"/>
              </a:ext>
            </a:extLst>
          </p:cNvPr>
          <p:cNvSpPr/>
          <p:nvPr/>
        </p:nvSpPr>
        <p:spPr>
          <a:xfrm>
            <a:off x="10313858" y="3135770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2" name="椭圆 341">
            <a:extLst>
              <a:ext uri="{FF2B5EF4-FFF2-40B4-BE49-F238E27FC236}">
                <a16:creationId xmlns:a16="http://schemas.microsoft.com/office/drawing/2014/main" id="{A3952182-0F97-F97D-BE62-BAD2F99DF87B}"/>
              </a:ext>
            </a:extLst>
          </p:cNvPr>
          <p:cNvSpPr/>
          <p:nvPr/>
        </p:nvSpPr>
        <p:spPr>
          <a:xfrm>
            <a:off x="10515929" y="3135770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3" name="椭圆 342">
            <a:extLst>
              <a:ext uri="{FF2B5EF4-FFF2-40B4-BE49-F238E27FC236}">
                <a16:creationId xmlns:a16="http://schemas.microsoft.com/office/drawing/2014/main" id="{FCA52FCA-7DFD-79A8-B5E0-C77BD4DE2023}"/>
              </a:ext>
            </a:extLst>
          </p:cNvPr>
          <p:cNvSpPr/>
          <p:nvPr/>
        </p:nvSpPr>
        <p:spPr>
          <a:xfrm>
            <a:off x="8699698" y="3320288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4" name="椭圆 343">
            <a:extLst>
              <a:ext uri="{FF2B5EF4-FFF2-40B4-BE49-F238E27FC236}">
                <a16:creationId xmlns:a16="http://schemas.microsoft.com/office/drawing/2014/main" id="{4E7F8DE5-3074-CE5F-72DA-85B09E51D304}"/>
              </a:ext>
            </a:extLst>
          </p:cNvPr>
          <p:cNvSpPr/>
          <p:nvPr/>
        </p:nvSpPr>
        <p:spPr>
          <a:xfrm>
            <a:off x="8901769" y="3320288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5" name="椭圆 344">
            <a:extLst>
              <a:ext uri="{FF2B5EF4-FFF2-40B4-BE49-F238E27FC236}">
                <a16:creationId xmlns:a16="http://schemas.microsoft.com/office/drawing/2014/main" id="{D29D6704-0C9A-6C05-3D6D-145EA42DE6F6}"/>
              </a:ext>
            </a:extLst>
          </p:cNvPr>
          <p:cNvSpPr/>
          <p:nvPr/>
        </p:nvSpPr>
        <p:spPr>
          <a:xfrm>
            <a:off x="9103840" y="3320288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6" name="椭圆 345">
            <a:extLst>
              <a:ext uri="{FF2B5EF4-FFF2-40B4-BE49-F238E27FC236}">
                <a16:creationId xmlns:a16="http://schemas.microsoft.com/office/drawing/2014/main" id="{A4DC60D4-D005-76B8-D393-603E2209E82D}"/>
              </a:ext>
            </a:extLst>
          </p:cNvPr>
          <p:cNvSpPr/>
          <p:nvPr/>
        </p:nvSpPr>
        <p:spPr>
          <a:xfrm>
            <a:off x="9305911" y="3320288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7" name="椭圆 346">
            <a:extLst>
              <a:ext uri="{FF2B5EF4-FFF2-40B4-BE49-F238E27FC236}">
                <a16:creationId xmlns:a16="http://schemas.microsoft.com/office/drawing/2014/main" id="{3C1241CF-CEF2-4ED0-68EA-C03B19FD19F2}"/>
              </a:ext>
            </a:extLst>
          </p:cNvPr>
          <p:cNvSpPr/>
          <p:nvPr/>
        </p:nvSpPr>
        <p:spPr>
          <a:xfrm>
            <a:off x="9507982" y="3320288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8" name="椭圆 347">
            <a:extLst>
              <a:ext uri="{FF2B5EF4-FFF2-40B4-BE49-F238E27FC236}">
                <a16:creationId xmlns:a16="http://schemas.microsoft.com/office/drawing/2014/main" id="{C5FF4F05-DC60-AA25-8B1C-3B90007AC835}"/>
              </a:ext>
            </a:extLst>
          </p:cNvPr>
          <p:cNvSpPr/>
          <p:nvPr/>
        </p:nvSpPr>
        <p:spPr>
          <a:xfrm>
            <a:off x="9707645" y="3320288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9" name="椭圆 348">
            <a:extLst>
              <a:ext uri="{FF2B5EF4-FFF2-40B4-BE49-F238E27FC236}">
                <a16:creationId xmlns:a16="http://schemas.microsoft.com/office/drawing/2014/main" id="{8B7FC98C-D811-5E2B-7252-74E3A2B943DD}"/>
              </a:ext>
            </a:extLst>
          </p:cNvPr>
          <p:cNvSpPr/>
          <p:nvPr/>
        </p:nvSpPr>
        <p:spPr>
          <a:xfrm>
            <a:off x="9909716" y="3320288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0" name="椭圆 349">
            <a:extLst>
              <a:ext uri="{FF2B5EF4-FFF2-40B4-BE49-F238E27FC236}">
                <a16:creationId xmlns:a16="http://schemas.microsoft.com/office/drawing/2014/main" id="{9EB171CD-4947-4C45-7FC3-CD40D4B7E713}"/>
              </a:ext>
            </a:extLst>
          </p:cNvPr>
          <p:cNvSpPr/>
          <p:nvPr/>
        </p:nvSpPr>
        <p:spPr>
          <a:xfrm>
            <a:off x="10111787" y="3320288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1" name="椭圆 350">
            <a:extLst>
              <a:ext uri="{FF2B5EF4-FFF2-40B4-BE49-F238E27FC236}">
                <a16:creationId xmlns:a16="http://schemas.microsoft.com/office/drawing/2014/main" id="{3236DF05-7708-8BDB-D05C-D089280CAB85}"/>
              </a:ext>
            </a:extLst>
          </p:cNvPr>
          <p:cNvSpPr/>
          <p:nvPr/>
        </p:nvSpPr>
        <p:spPr>
          <a:xfrm>
            <a:off x="10313858" y="3320288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2" name="椭圆 351">
            <a:extLst>
              <a:ext uri="{FF2B5EF4-FFF2-40B4-BE49-F238E27FC236}">
                <a16:creationId xmlns:a16="http://schemas.microsoft.com/office/drawing/2014/main" id="{27A99B64-7462-1AC6-0A57-7D20A088B94D}"/>
              </a:ext>
            </a:extLst>
          </p:cNvPr>
          <p:cNvSpPr/>
          <p:nvPr/>
        </p:nvSpPr>
        <p:spPr>
          <a:xfrm>
            <a:off x="10515929" y="3320288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3" name="椭圆 352">
            <a:extLst>
              <a:ext uri="{FF2B5EF4-FFF2-40B4-BE49-F238E27FC236}">
                <a16:creationId xmlns:a16="http://schemas.microsoft.com/office/drawing/2014/main" id="{284116E8-8C3B-BDE5-3268-860EEAFFB407}"/>
              </a:ext>
            </a:extLst>
          </p:cNvPr>
          <p:cNvSpPr/>
          <p:nvPr/>
        </p:nvSpPr>
        <p:spPr>
          <a:xfrm>
            <a:off x="8699698" y="3512401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4" name="椭圆 353">
            <a:extLst>
              <a:ext uri="{FF2B5EF4-FFF2-40B4-BE49-F238E27FC236}">
                <a16:creationId xmlns:a16="http://schemas.microsoft.com/office/drawing/2014/main" id="{4C635983-092B-3E02-87EB-9ABE11ADA781}"/>
              </a:ext>
            </a:extLst>
          </p:cNvPr>
          <p:cNvSpPr/>
          <p:nvPr/>
        </p:nvSpPr>
        <p:spPr>
          <a:xfrm>
            <a:off x="8901769" y="3512401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5" name="椭圆 354">
            <a:extLst>
              <a:ext uri="{FF2B5EF4-FFF2-40B4-BE49-F238E27FC236}">
                <a16:creationId xmlns:a16="http://schemas.microsoft.com/office/drawing/2014/main" id="{F2970E28-BBAD-3027-854A-921165B5FB94}"/>
              </a:ext>
            </a:extLst>
          </p:cNvPr>
          <p:cNvSpPr/>
          <p:nvPr/>
        </p:nvSpPr>
        <p:spPr>
          <a:xfrm>
            <a:off x="9103840" y="3512401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6" name="椭圆 355">
            <a:extLst>
              <a:ext uri="{FF2B5EF4-FFF2-40B4-BE49-F238E27FC236}">
                <a16:creationId xmlns:a16="http://schemas.microsoft.com/office/drawing/2014/main" id="{F25A78F3-D866-4818-E697-80E107B1C420}"/>
              </a:ext>
            </a:extLst>
          </p:cNvPr>
          <p:cNvSpPr/>
          <p:nvPr/>
        </p:nvSpPr>
        <p:spPr>
          <a:xfrm>
            <a:off x="9305911" y="3512401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7" name="椭圆 356">
            <a:extLst>
              <a:ext uri="{FF2B5EF4-FFF2-40B4-BE49-F238E27FC236}">
                <a16:creationId xmlns:a16="http://schemas.microsoft.com/office/drawing/2014/main" id="{11DD3B8B-7302-6FEA-672F-4DA5F6E61AF9}"/>
              </a:ext>
            </a:extLst>
          </p:cNvPr>
          <p:cNvSpPr/>
          <p:nvPr/>
        </p:nvSpPr>
        <p:spPr>
          <a:xfrm>
            <a:off x="9507982" y="3512401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8" name="椭圆 357">
            <a:extLst>
              <a:ext uri="{FF2B5EF4-FFF2-40B4-BE49-F238E27FC236}">
                <a16:creationId xmlns:a16="http://schemas.microsoft.com/office/drawing/2014/main" id="{C02C5126-A83F-E4E4-2664-21E72D5A6E79}"/>
              </a:ext>
            </a:extLst>
          </p:cNvPr>
          <p:cNvSpPr/>
          <p:nvPr/>
        </p:nvSpPr>
        <p:spPr>
          <a:xfrm>
            <a:off x="9707645" y="3512401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9" name="椭圆 358">
            <a:extLst>
              <a:ext uri="{FF2B5EF4-FFF2-40B4-BE49-F238E27FC236}">
                <a16:creationId xmlns:a16="http://schemas.microsoft.com/office/drawing/2014/main" id="{16FA4023-64E4-170B-C48A-577B92086840}"/>
              </a:ext>
            </a:extLst>
          </p:cNvPr>
          <p:cNvSpPr/>
          <p:nvPr/>
        </p:nvSpPr>
        <p:spPr>
          <a:xfrm>
            <a:off x="9909716" y="3512401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0" name="椭圆 359">
            <a:extLst>
              <a:ext uri="{FF2B5EF4-FFF2-40B4-BE49-F238E27FC236}">
                <a16:creationId xmlns:a16="http://schemas.microsoft.com/office/drawing/2014/main" id="{1E849E10-7351-941F-469B-C2250B090843}"/>
              </a:ext>
            </a:extLst>
          </p:cNvPr>
          <p:cNvSpPr/>
          <p:nvPr/>
        </p:nvSpPr>
        <p:spPr>
          <a:xfrm>
            <a:off x="10111787" y="3512401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1" name="椭圆 360">
            <a:extLst>
              <a:ext uri="{FF2B5EF4-FFF2-40B4-BE49-F238E27FC236}">
                <a16:creationId xmlns:a16="http://schemas.microsoft.com/office/drawing/2014/main" id="{C2DF8F65-50D3-6120-6733-5F58C90B40F2}"/>
              </a:ext>
            </a:extLst>
          </p:cNvPr>
          <p:cNvSpPr/>
          <p:nvPr/>
        </p:nvSpPr>
        <p:spPr>
          <a:xfrm>
            <a:off x="10313858" y="3512401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2" name="椭圆 361">
            <a:extLst>
              <a:ext uri="{FF2B5EF4-FFF2-40B4-BE49-F238E27FC236}">
                <a16:creationId xmlns:a16="http://schemas.microsoft.com/office/drawing/2014/main" id="{C28AED17-6BA5-2502-0F80-DDABEB61AD85}"/>
              </a:ext>
            </a:extLst>
          </p:cNvPr>
          <p:cNvSpPr/>
          <p:nvPr/>
        </p:nvSpPr>
        <p:spPr>
          <a:xfrm>
            <a:off x="10515929" y="3512401"/>
            <a:ext cx="164953" cy="161462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3" name="文本框 362">
            <a:extLst>
              <a:ext uri="{FF2B5EF4-FFF2-40B4-BE49-F238E27FC236}">
                <a16:creationId xmlns:a16="http://schemas.microsoft.com/office/drawing/2014/main" id="{7EEC6341-8CA1-03C4-6748-D95A6E4A98B3}"/>
              </a:ext>
            </a:extLst>
          </p:cNvPr>
          <p:cNvSpPr txBox="1"/>
          <p:nvPr/>
        </p:nvSpPr>
        <p:spPr>
          <a:xfrm>
            <a:off x="6958546" y="2620700"/>
            <a:ext cx="4924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136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cxnSp>
        <p:nvCxnSpPr>
          <p:cNvPr id="365" name="直线箭头连接符 364">
            <a:extLst>
              <a:ext uri="{FF2B5EF4-FFF2-40B4-BE49-F238E27FC236}">
                <a16:creationId xmlns:a16="http://schemas.microsoft.com/office/drawing/2014/main" id="{E77B2FFB-B550-F0D1-C3E2-33B44F0AEA81}"/>
              </a:ext>
            </a:extLst>
          </p:cNvPr>
          <p:cNvCxnSpPr>
            <a:cxnSpLocks/>
            <a:endCxn id="363" idx="0"/>
          </p:cNvCxnSpPr>
          <p:nvPr/>
        </p:nvCxnSpPr>
        <p:spPr>
          <a:xfrm>
            <a:off x="7204768" y="2232025"/>
            <a:ext cx="0" cy="3886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6" name="文本框 365">
            <a:extLst>
              <a:ext uri="{FF2B5EF4-FFF2-40B4-BE49-F238E27FC236}">
                <a16:creationId xmlns:a16="http://schemas.microsoft.com/office/drawing/2014/main" id="{2BAAA1B6-22A6-2A6A-30D8-EC7F55532C39}"/>
              </a:ext>
            </a:extLst>
          </p:cNvPr>
          <p:cNvSpPr txBox="1"/>
          <p:nvPr/>
        </p:nvSpPr>
        <p:spPr>
          <a:xfrm>
            <a:off x="6644349" y="1911299"/>
            <a:ext cx="11336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Traditional</a:t>
            </a:r>
            <a:r>
              <a:rPr kumimoji="1" lang="en-US" altLang="zh-CN" sz="1400" baseline="30000" dirty="0">
                <a:latin typeface="HarmonyOS Sans SC" pitchFamily="2" charset="-122"/>
                <a:ea typeface="HarmonyOS Sans SC" pitchFamily="2" charset="-122"/>
              </a:rPr>
              <a:t>2</a:t>
            </a:r>
            <a:endParaRPr kumimoji="1" lang="zh-CN" altLang="en-US" sz="1400" baseline="300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367" name="文本框 366">
            <a:extLst>
              <a:ext uri="{FF2B5EF4-FFF2-40B4-BE49-F238E27FC236}">
                <a16:creationId xmlns:a16="http://schemas.microsoft.com/office/drawing/2014/main" id="{8697A6D7-F8AE-C2EE-9BAC-45F0E4541556}"/>
              </a:ext>
            </a:extLst>
          </p:cNvPr>
          <p:cNvSpPr txBox="1"/>
          <p:nvPr/>
        </p:nvSpPr>
        <p:spPr>
          <a:xfrm>
            <a:off x="9490731" y="4282958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64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cxnSp>
        <p:nvCxnSpPr>
          <p:cNvPr id="368" name="直线箭头连接符 367">
            <a:extLst>
              <a:ext uri="{FF2B5EF4-FFF2-40B4-BE49-F238E27FC236}">
                <a16:creationId xmlns:a16="http://schemas.microsoft.com/office/drawing/2014/main" id="{283FB8BE-8DCC-2CC5-A21D-BC351400C4BE}"/>
              </a:ext>
            </a:extLst>
          </p:cNvPr>
          <p:cNvCxnSpPr>
            <a:cxnSpLocks/>
          </p:cNvCxnSpPr>
          <p:nvPr/>
        </p:nvCxnSpPr>
        <p:spPr>
          <a:xfrm>
            <a:off x="9690060" y="2232025"/>
            <a:ext cx="0" cy="20632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0" name="文本框 369">
            <a:extLst>
              <a:ext uri="{FF2B5EF4-FFF2-40B4-BE49-F238E27FC236}">
                <a16:creationId xmlns:a16="http://schemas.microsoft.com/office/drawing/2014/main" id="{C98EDDE9-D914-8613-27DC-DEB486A643EC}"/>
              </a:ext>
            </a:extLst>
          </p:cNvPr>
          <p:cNvSpPr txBox="1"/>
          <p:nvPr/>
        </p:nvSpPr>
        <p:spPr>
          <a:xfrm>
            <a:off x="8443842" y="1695908"/>
            <a:ext cx="23134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Cost leader digital banks</a:t>
            </a:r>
            <a:r>
              <a:rPr kumimoji="1" lang="en-US" altLang="zh-CN" sz="1400" baseline="30000" dirty="0">
                <a:latin typeface="HarmonyOS Sans SC" pitchFamily="2" charset="-122"/>
                <a:ea typeface="HarmonyOS Sans SC" pitchFamily="2" charset="-122"/>
              </a:rPr>
              <a:t>3</a:t>
            </a:r>
          </a:p>
          <a:p>
            <a:pPr algn="ctr"/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-72 basis points</a:t>
            </a:r>
            <a:endParaRPr kumimoji="1" lang="zh-CN" altLang="en-US" sz="1400" baseline="300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379" name="文本框 378">
            <a:extLst>
              <a:ext uri="{FF2B5EF4-FFF2-40B4-BE49-F238E27FC236}">
                <a16:creationId xmlns:a16="http://schemas.microsoft.com/office/drawing/2014/main" id="{16DC979B-7ABC-6196-CA1F-7E3179739FC8}"/>
              </a:ext>
            </a:extLst>
          </p:cNvPr>
          <p:cNvSpPr txBox="1"/>
          <p:nvPr/>
        </p:nvSpPr>
        <p:spPr>
          <a:xfrm>
            <a:off x="1384403" y="1180824"/>
            <a:ext cx="32287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Global fintech deal funding amount,</a:t>
            </a:r>
            <a:r>
              <a:rPr kumimoji="1" lang="en-US" altLang="zh-CN" sz="1400" baseline="30000" dirty="0">
                <a:latin typeface="HarmonyOS Sans SC" pitchFamily="2" charset="-122"/>
                <a:ea typeface="HarmonyOS Sans SC" pitchFamily="2" charset="-122"/>
              </a:rPr>
              <a:t>1</a:t>
            </a:r>
          </a:p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2014-18</a:t>
            </a:r>
            <a:r>
              <a:rPr kumimoji="1" lang="zh-CN" altLang="en-US" sz="1400" dirty="0">
                <a:latin typeface="HarmonyOS Sans SC" pitchFamily="2" charset="-122"/>
                <a:ea typeface="HarmonyOS Sans SC" pitchFamily="2" charset="-122"/>
              </a:rPr>
              <a:t>，</a:t>
            </a:r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$</a:t>
            </a:r>
            <a:r>
              <a:rPr kumimoji="1" lang="zh-CN" altLang="en-US" sz="1400" dirty="0">
                <a:latin typeface="HarmonyOS Sans SC Light" pitchFamily="2" charset="-122"/>
                <a:ea typeface="HarmonyOS Sans SC Light" pitchFamily="2" charset="-122"/>
              </a:rPr>
              <a:t> </a:t>
            </a:r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billion</a:t>
            </a:r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380" name="文本框 379">
            <a:extLst>
              <a:ext uri="{FF2B5EF4-FFF2-40B4-BE49-F238E27FC236}">
                <a16:creationId xmlns:a16="http://schemas.microsoft.com/office/drawing/2014/main" id="{9309030A-8960-2B39-B449-0F9E6C9D5BB1}"/>
              </a:ext>
            </a:extLst>
          </p:cNvPr>
          <p:cNvSpPr txBox="1"/>
          <p:nvPr/>
        </p:nvSpPr>
        <p:spPr>
          <a:xfrm>
            <a:off x="6096000" y="981794"/>
            <a:ext cx="505138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Operating-expense comparison across banks with different</a:t>
            </a:r>
          </a:p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digitization levels, 2018, </a:t>
            </a:r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basis points, operating costs to</a:t>
            </a:r>
          </a:p>
          <a:p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assets</a:t>
            </a:r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33161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DD417-6699-5FF0-0CED-01B9DCC18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B9E97117-0814-FA68-4E5F-AF2E75449F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5" imgW="7772400" imgH="10058400" progId="TCLayout.ActiveDocument.1">
                  <p:embed/>
                </p:oleObj>
              </mc:Choice>
              <mc:Fallback>
                <p:oleObj name="think-cell 幻灯片" r:id="rId35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9E97117-0814-FA68-4E5F-AF2E75449F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1CA1BB99-4AC8-8CE6-C4DA-F1C486A05AAC}"/>
              </a:ext>
            </a:extLst>
          </p:cNvPr>
          <p:cNvSpPr txBox="1"/>
          <p:nvPr/>
        </p:nvSpPr>
        <p:spPr>
          <a:xfrm>
            <a:off x="391884" y="193102"/>
            <a:ext cx="113590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The impact of scale on cost synergies is clear across geographies, though the degree of effect</a:t>
            </a:r>
          </a:p>
          <a:p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varies by market; highest in markets with high level of digitization</a:t>
            </a:r>
            <a:endParaRPr kumimoji="1" lang="zh-CN" altLang="en-US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3A7D26F-676B-040D-DE18-D5F6D3AA2DBB}"/>
              </a:ext>
            </a:extLst>
          </p:cNvPr>
          <p:cNvSpPr txBox="1"/>
          <p:nvPr/>
        </p:nvSpPr>
        <p:spPr>
          <a:xfrm>
            <a:off x="391884" y="6142654"/>
            <a:ext cx="113590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Source: S&amp;P Global Market Intelligence; McKinsey Panorama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1B76DDD-322D-CE48-2E24-ADF695B4E19D}"/>
              </a:ext>
            </a:extLst>
          </p:cNvPr>
          <p:cNvSpPr txBox="1"/>
          <p:nvPr/>
        </p:nvSpPr>
        <p:spPr>
          <a:xfrm>
            <a:off x="391884" y="886325"/>
            <a:ext cx="64620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Average cost-to-assets ratio by </a:t>
            </a:r>
            <a:r>
              <a:rPr kumimoji="1" lang="en-US" altLang="zh-CN" sz="1400" dirty="0" err="1">
                <a:latin typeface="HarmonyOS Sans SC" pitchFamily="2" charset="-122"/>
                <a:ea typeface="HarmonyOS Sans SC" pitchFamily="2" charset="-122"/>
              </a:rPr>
              <a:t>country,by</a:t>
            </a:r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 market share quintile-2016-18</a:t>
            </a:r>
            <a:r>
              <a:rPr kumimoji="1" lang="zh-CN" altLang="en-US" sz="1400" dirty="0">
                <a:latin typeface="HarmonyOS Sans SC" pitchFamily="2" charset="-122"/>
                <a:ea typeface="HarmonyOS Sans SC" pitchFamily="2" charset="-122"/>
              </a:rPr>
              <a:t>，</a:t>
            </a:r>
          </a:p>
          <a:p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basis points</a:t>
            </a:r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graphicFrame>
        <p:nvGraphicFramePr>
          <p:cNvPr id="420" name="Chart 3">
            <a:extLst>
              <a:ext uri="{FF2B5EF4-FFF2-40B4-BE49-F238E27FC236}">
                <a16:creationId xmlns:a16="http://schemas.microsoft.com/office/drawing/2014/main" id="{67371FF1-7E7C-0CEB-AFC5-A5B7AFE31454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12700" y="3138488"/>
          <a:ext cx="2143125" cy="24876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7"/>
          </a:graphicData>
        </a:graphic>
      </p:graphicFrame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1A941D51-C4B9-4722-1BB5-4684F10F4EF7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1017589" y="3444875"/>
            <a:ext cx="404813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2DB4CF57-E451-FB22-D1B6-1C6948F7BB18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 flipV="1">
            <a:off x="1379538" y="3441700"/>
            <a:ext cx="0" cy="1146175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triangl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文本占位符 2">
            <a:extLst>
              <a:ext uri="{FF2B5EF4-FFF2-40B4-BE49-F238E27FC236}">
                <a16:creationId xmlns:a16="http://schemas.microsoft.com/office/drawing/2014/main" id="{2C251284-57CB-EABC-A90B-C14FC57CF5B3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1169988" y="3878263"/>
            <a:ext cx="419100" cy="273050"/>
          </a:xfrm>
          <a:prstGeom prst="ellipse">
            <a:avLst/>
          </a:prstGeom>
          <a:solidFill>
            <a:schemeClr val="bg1"/>
          </a:solidFill>
          <a:ln w="9525" cmpd="sng">
            <a:noFill/>
          </a:ln>
          <a:effectLst/>
          <a:extLst>
            <a:ext uri="{91240B29-F687-4F45-9708-019B960494DF}">
              <a14:hiddenLine xmlns:a14="http://schemas.microsoft.com/office/drawing/2010/main" w="9525" cmpd="sng">
                <a:solidFill>
                  <a:schemeClr val="tx1"/>
                </a:solidFill>
              </a14:hiddenLine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A0EBD39-6F72-4647-A2DD-04AB0AB5DF76}" type="datetime'''''''''''''''''''''''''1''''''''''''6''''''''''''''''6'''''''">
              <a:rPr kumimoji="1" lang="en-US" altLang="en-US" sz="1400" b="1" smtClean="0">
                <a:effectLst/>
                <a:ea typeface="等线" panose="02010600030101010101" pitchFamily="2" charset="-122"/>
              </a:rPr>
              <a:pPr/>
              <a:t>166</a:t>
            </a:fld>
            <a:endParaRPr kumimoji="1" lang="zh-CN" altLang="en-US" sz="1400" b="1" dirty="0">
              <a:ea typeface="等线" panose="02010600030101010101" pitchFamily="2" charset="-122"/>
            </a:endParaRPr>
          </a:p>
        </p:txBody>
      </p:sp>
      <p:graphicFrame>
        <p:nvGraphicFramePr>
          <p:cNvPr id="412" name="Chart 3">
            <a:extLst>
              <a:ext uri="{FF2B5EF4-FFF2-40B4-BE49-F238E27FC236}">
                <a16:creationId xmlns:a16="http://schemas.microsoft.com/office/drawing/2014/main" id="{12B5BDF8-BD83-2CDB-0C92-C5B4DCBDC3B9}"/>
              </a:ext>
            </a:extLst>
          </p:cNvPr>
          <p:cNvGraphicFramePr/>
          <p:nvPr>
            <p:custDataLst>
              <p:tags r:id="rId6"/>
            </p:custDataLst>
          </p:nvPr>
        </p:nvGraphicFramePr>
        <p:xfrm>
          <a:off x="1416050" y="2524125"/>
          <a:ext cx="2143125" cy="31019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8"/>
          </a:graphicData>
        </a:graphic>
      </p:graphicFrame>
      <p:cxnSp>
        <p:nvCxnSpPr>
          <p:cNvPr id="64" name="直线连接符 63">
            <a:extLst>
              <a:ext uri="{FF2B5EF4-FFF2-40B4-BE49-F238E27FC236}">
                <a16:creationId xmlns:a16="http://schemas.microsoft.com/office/drawing/2014/main" id="{5CB4635E-2A29-8DC3-6BBD-A6051C0FF37C}"/>
              </a:ext>
            </a:extLst>
          </p:cNvPr>
          <p:cNvCxnSpPr/>
          <p:nvPr>
            <p:custDataLst>
              <p:tags r:id="rId7"/>
            </p:custDataLst>
          </p:nvPr>
        </p:nvCxnSpPr>
        <p:spPr bwMode="auto">
          <a:xfrm>
            <a:off x="2420938" y="2830513"/>
            <a:ext cx="404813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直线连接符 69">
            <a:extLst>
              <a:ext uri="{FF2B5EF4-FFF2-40B4-BE49-F238E27FC236}">
                <a16:creationId xmlns:a16="http://schemas.microsoft.com/office/drawing/2014/main" id="{18DA712D-CBF2-7718-284D-BB350ACA0479}"/>
              </a:ext>
            </a:extLst>
          </p:cNvPr>
          <p:cNvCxnSpPr/>
          <p:nvPr>
            <p:custDataLst>
              <p:tags r:id="rId8"/>
            </p:custDataLst>
          </p:nvPr>
        </p:nvCxnSpPr>
        <p:spPr bwMode="auto">
          <a:xfrm flipV="1">
            <a:off x="2782888" y="2827338"/>
            <a:ext cx="0" cy="215265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triangl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文本占位符 2">
            <a:extLst>
              <a:ext uri="{FF2B5EF4-FFF2-40B4-BE49-F238E27FC236}">
                <a16:creationId xmlns:a16="http://schemas.microsoft.com/office/drawing/2014/main" id="{958207D9-0AA1-03A9-0976-4310D526C2A1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2573338" y="3767138"/>
            <a:ext cx="419100" cy="273050"/>
          </a:xfrm>
          <a:prstGeom prst="ellipse">
            <a:avLst/>
          </a:prstGeom>
          <a:solidFill>
            <a:schemeClr val="bg1"/>
          </a:solidFill>
          <a:ln w="9525" cmpd="sng">
            <a:noFill/>
          </a:ln>
          <a:effectLst/>
          <a:extLst>
            <a:ext uri="{91240B29-F687-4F45-9708-019B960494DF}">
              <a14:hiddenLine xmlns:a14="http://schemas.microsoft.com/office/drawing/2010/main" w="9525" cmpd="sng">
                <a:solidFill>
                  <a:schemeClr val="tx1"/>
                </a:solidFill>
              </a14:hiddenLine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6047CA4-6D94-4022-AB1C-235E8C0332F2}" type="datetime'''''''''''''3''''''''''''''''0''''''''''''''''''7'''''''''''''">
              <a:rPr kumimoji="1" lang="zh-CN" altLang="en-US" sz="1400" b="1" smtClean="0"/>
              <a:pPr/>
              <a:t>307</a:t>
            </a:fld>
            <a:endParaRPr kumimoji="1" lang="zh-CN" altLang="en-US" sz="1400" b="1" dirty="0">
              <a:ea typeface="等线" panose="02010600030101010101" pitchFamily="2" charset="-122"/>
            </a:endParaRPr>
          </a:p>
        </p:txBody>
      </p:sp>
      <p:graphicFrame>
        <p:nvGraphicFramePr>
          <p:cNvPr id="414" name="Chart 3">
            <a:extLst>
              <a:ext uri="{FF2B5EF4-FFF2-40B4-BE49-F238E27FC236}">
                <a16:creationId xmlns:a16="http://schemas.microsoft.com/office/drawing/2014/main" id="{84A6F3BA-2B88-E077-DBD9-3447BAD6C4F4}"/>
              </a:ext>
            </a:extLst>
          </p:cNvPr>
          <p:cNvGraphicFramePr/>
          <p:nvPr>
            <p:custDataLst>
              <p:tags r:id="rId10"/>
            </p:custDataLst>
          </p:nvPr>
        </p:nvGraphicFramePr>
        <p:xfrm>
          <a:off x="2817813" y="2657475"/>
          <a:ext cx="2143125" cy="2968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9"/>
          </a:graphicData>
        </a:graphic>
      </p:graphicFrame>
      <p:cxnSp>
        <p:nvCxnSpPr>
          <p:cNvPr id="175" name="直线连接符 174">
            <a:extLst>
              <a:ext uri="{FF2B5EF4-FFF2-40B4-BE49-F238E27FC236}">
                <a16:creationId xmlns:a16="http://schemas.microsoft.com/office/drawing/2014/main" id="{559B170E-C4E7-44B4-D4AC-D157F385DB23}"/>
              </a:ext>
            </a:extLst>
          </p:cNvPr>
          <p:cNvCxnSpPr/>
          <p:nvPr>
            <p:custDataLst>
              <p:tags r:id="rId11"/>
            </p:custDataLst>
          </p:nvPr>
        </p:nvCxnSpPr>
        <p:spPr bwMode="auto">
          <a:xfrm>
            <a:off x="3822700" y="2963863"/>
            <a:ext cx="404813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6" name="直线连接符 175">
            <a:extLst>
              <a:ext uri="{FF2B5EF4-FFF2-40B4-BE49-F238E27FC236}">
                <a16:creationId xmlns:a16="http://schemas.microsoft.com/office/drawing/2014/main" id="{7D9878C1-3FAB-7B25-630C-B46ED3B52C96}"/>
              </a:ext>
            </a:extLst>
          </p:cNvPr>
          <p:cNvCxnSpPr/>
          <p:nvPr>
            <p:custDataLst>
              <p:tags r:id="rId12"/>
            </p:custDataLst>
          </p:nvPr>
        </p:nvCxnSpPr>
        <p:spPr bwMode="auto">
          <a:xfrm flipV="1">
            <a:off x="4184650" y="2960688"/>
            <a:ext cx="0" cy="1838325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triangl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7" name="文本占位符 2">
            <a:extLst>
              <a:ext uri="{FF2B5EF4-FFF2-40B4-BE49-F238E27FC236}">
                <a16:creationId xmlns:a16="http://schemas.microsoft.com/office/drawing/2014/main" id="{646F1BF8-D3DE-06BD-1BF2-74FBBC136EC4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auto">
          <a:xfrm>
            <a:off x="3975100" y="3743325"/>
            <a:ext cx="419100" cy="273050"/>
          </a:xfrm>
          <a:prstGeom prst="ellipse">
            <a:avLst/>
          </a:prstGeom>
          <a:solidFill>
            <a:schemeClr val="bg1"/>
          </a:solidFill>
          <a:ln w="9525" cmpd="sng">
            <a:noFill/>
          </a:ln>
          <a:effectLst/>
          <a:extLst>
            <a:ext uri="{91240B29-F687-4F45-9708-019B960494DF}">
              <a14:hiddenLine xmlns:a14="http://schemas.microsoft.com/office/drawing/2010/main" w="9525" cmpd="sng">
                <a:solidFill>
                  <a:schemeClr val="tx1"/>
                </a:solidFill>
              </a14:hiddenLine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CFC64B0C-740B-452E-83E9-E10ECD7D224A}" type="datetime'''''''''''''''''''''2''''6''''''''''''''''''''''''''9'''''">
              <a:rPr kumimoji="1" lang="zh-CN" altLang="en-US" sz="1400" b="1" smtClean="0"/>
              <a:pPr/>
              <a:t>269</a:t>
            </a:fld>
            <a:endParaRPr kumimoji="1" lang="zh-CN" altLang="en-US" sz="1400" b="1" dirty="0">
              <a:ea typeface="等线" panose="02010600030101010101" pitchFamily="2" charset="-122"/>
            </a:endParaRPr>
          </a:p>
        </p:txBody>
      </p:sp>
      <p:graphicFrame>
        <p:nvGraphicFramePr>
          <p:cNvPr id="419" name="Chart 3">
            <a:extLst>
              <a:ext uri="{FF2B5EF4-FFF2-40B4-BE49-F238E27FC236}">
                <a16:creationId xmlns:a16="http://schemas.microsoft.com/office/drawing/2014/main" id="{90E5616E-52E6-9960-827A-2819107C9A0E}"/>
              </a:ext>
            </a:extLst>
          </p:cNvPr>
          <p:cNvGraphicFramePr/>
          <p:nvPr>
            <p:custDataLst>
              <p:tags r:id="rId14"/>
            </p:custDataLst>
          </p:nvPr>
        </p:nvGraphicFramePr>
        <p:xfrm>
          <a:off x="4221163" y="2755900"/>
          <a:ext cx="2143125" cy="287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0"/>
          </a:graphicData>
        </a:graphic>
      </p:graphicFrame>
      <p:cxnSp>
        <p:nvCxnSpPr>
          <p:cNvPr id="181" name="直线连接符 180">
            <a:extLst>
              <a:ext uri="{FF2B5EF4-FFF2-40B4-BE49-F238E27FC236}">
                <a16:creationId xmlns:a16="http://schemas.microsoft.com/office/drawing/2014/main" id="{1900D370-6152-5AA2-CEF4-B69AF5442B28}"/>
              </a:ext>
            </a:extLst>
          </p:cNvPr>
          <p:cNvCxnSpPr/>
          <p:nvPr>
            <p:custDataLst>
              <p:tags r:id="rId15"/>
            </p:custDataLst>
          </p:nvPr>
        </p:nvCxnSpPr>
        <p:spPr bwMode="auto">
          <a:xfrm>
            <a:off x="5226050" y="3062288"/>
            <a:ext cx="404813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2" name="直线连接符 181">
            <a:extLst>
              <a:ext uri="{FF2B5EF4-FFF2-40B4-BE49-F238E27FC236}">
                <a16:creationId xmlns:a16="http://schemas.microsoft.com/office/drawing/2014/main" id="{733B7AEC-50C2-B75D-9F02-B6AD8CA94082}"/>
              </a:ext>
            </a:extLst>
          </p:cNvPr>
          <p:cNvCxnSpPr/>
          <p:nvPr>
            <p:custDataLst>
              <p:tags r:id="rId16"/>
            </p:custDataLst>
          </p:nvPr>
        </p:nvCxnSpPr>
        <p:spPr bwMode="auto">
          <a:xfrm flipV="1">
            <a:off x="5588000" y="3059113"/>
            <a:ext cx="0" cy="137160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triangl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9" name="文本占位符 2">
            <a:extLst>
              <a:ext uri="{FF2B5EF4-FFF2-40B4-BE49-F238E27FC236}">
                <a16:creationId xmlns:a16="http://schemas.microsoft.com/office/drawing/2014/main" id="{EBC7DDDB-839F-E20F-E064-FC18809D3211}"/>
              </a:ext>
            </a:extLst>
          </p:cNvPr>
          <p:cNvSpPr txBox="1">
            <a:spLocks/>
          </p:cNvSpPr>
          <p:nvPr>
            <p:custDataLst>
              <p:tags r:id="rId17"/>
            </p:custDataLst>
          </p:nvPr>
        </p:nvSpPr>
        <p:spPr bwMode="auto">
          <a:xfrm>
            <a:off x="5378450" y="3608388"/>
            <a:ext cx="419100" cy="273050"/>
          </a:xfrm>
          <a:prstGeom prst="ellipse">
            <a:avLst/>
          </a:prstGeom>
          <a:solidFill>
            <a:schemeClr val="bg1"/>
          </a:solidFill>
          <a:ln w="9525" cmpd="sng">
            <a:noFill/>
          </a:ln>
          <a:effectLst/>
          <a:extLst>
            <a:ext uri="{91240B29-F687-4F45-9708-019B960494DF}">
              <a14:hiddenLine xmlns:a14="http://schemas.microsoft.com/office/drawing/2010/main" w="9525" cmpd="sng">
                <a:solidFill>
                  <a:schemeClr val="tx1"/>
                </a:solidFill>
              </a14:hiddenLine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C6C42F3-B3C1-43BC-9F5C-3DC296F0B99D}" type="datetime'''''''''''''''''''''''2''''''''''''''0''''5'''''''''">
              <a:rPr kumimoji="1" lang="zh-CN" altLang="en-US" sz="1400" b="1" smtClean="0"/>
              <a:pPr/>
              <a:t>205</a:t>
            </a:fld>
            <a:endParaRPr kumimoji="1" lang="zh-CN" altLang="en-US" sz="1400" b="1" dirty="0">
              <a:ea typeface="等线" panose="02010600030101010101" pitchFamily="2" charset="-122"/>
            </a:endParaRPr>
          </a:p>
        </p:txBody>
      </p:sp>
      <p:graphicFrame>
        <p:nvGraphicFramePr>
          <p:cNvPr id="425" name="Chart 3">
            <a:extLst>
              <a:ext uri="{FF2B5EF4-FFF2-40B4-BE49-F238E27FC236}">
                <a16:creationId xmlns:a16="http://schemas.microsoft.com/office/drawing/2014/main" id="{72EBFE33-7192-223E-8BE3-2F41440ECC54}"/>
              </a:ext>
            </a:extLst>
          </p:cNvPr>
          <p:cNvGraphicFramePr/>
          <p:nvPr>
            <p:custDataLst>
              <p:tags r:id="rId18"/>
            </p:custDataLst>
          </p:nvPr>
        </p:nvGraphicFramePr>
        <p:xfrm>
          <a:off x="5624513" y="1657350"/>
          <a:ext cx="2143125" cy="3968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1"/>
          </a:graphicData>
        </a:graphic>
      </p:graphicFrame>
      <p:cxnSp>
        <p:nvCxnSpPr>
          <p:cNvPr id="329" name="直线连接符 328">
            <a:extLst>
              <a:ext uri="{FF2B5EF4-FFF2-40B4-BE49-F238E27FC236}">
                <a16:creationId xmlns:a16="http://schemas.microsoft.com/office/drawing/2014/main" id="{5B8490BA-18CE-B2B6-3DF8-CC03D689F863}"/>
              </a:ext>
            </a:extLst>
          </p:cNvPr>
          <p:cNvCxnSpPr/>
          <p:nvPr>
            <p:custDataLst>
              <p:tags r:id="rId19"/>
            </p:custDataLst>
          </p:nvPr>
        </p:nvCxnSpPr>
        <p:spPr bwMode="auto">
          <a:xfrm>
            <a:off x="6629400" y="1963738"/>
            <a:ext cx="404813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0" name="直线连接符 329">
            <a:extLst>
              <a:ext uri="{FF2B5EF4-FFF2-40B4-BE49-F238E27FC236}">
                <a16:creationId xmlns:a16="http://schemas.microsoft.com/office/drawing/2014/main" id="{C4E144C3-2471-D479-77C5-8D67F2568D3D}"/>
              </a:ext>
            </a:extLst>
          </p:cNvPr>
          <p:cNvCxnSpPr/>
          <p:nvPr>
            <p:custDataLst>
              <p:tags r:id="rId20"/>
            </p:custDataLst>
          </p:nvPr>
        </p:nvCxnSpPr>
        <p:spPr bwMode="auto">
          <a:xfrm flipV="1">
            <a:off x="6991350" y="1960563"/>
            <a:ext cx="0" cy="1801813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triangl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1" name="文本占位符 2">
            <a:extLst>
              <a:ext uri="{FF2B5EF4-FFF2-40B4-BE49-F238E27FC236}">
                <a16:creationId xmlns:a16="http://schemas.microsoft.com/office/drawing/2014/main" id="{391AF0F8-951D-8A7B-C9C7-A28707983064}"/>
              </a:ext>
            </a:extLst>
          </p:cNvPr>
          <p:cNvSpPr txBox="1">
            <a:spLocks/>
          </p:cNvSpPr>
          <p:nvPr>
            <p:custDataLst>
              <p:tags r:id="rId21"/>
            </p:custDataLst>
          </p:nvPr>
        </p:nvSpPr>
        <p:spPr bwMode="auto">
          <a:xfrm>
            <a:off x="6781800" y="2724150"/>
            <a:ext cx="419100" cy="273050"/>
          </a:xfrm>
          <a:prstGeom prst="ellipse">
            <a:avLst/>
          </a:prstGeom>
          <a:solidFill>
            <a:schemeClr val="bg1"/>
          </a:solidFill>
          <a:ln w="9525" cmpd="sng">
            <a:noFill/>
          </a:ln>
          <a:effectLst/>
          <a:extLst>
            <a:ext uri="{91240B29-F687-4F45-9708-019B960494DF}">
              <a14:hiddenLine xmlns:a14="http://schemas.microsoft.com/office/drawing/2010/main" w="9525" cmpd="sng">
                <a:solidFill>
                  <a:schemeClr val="tx1"/>
                </a:solidFill>
              </a14:hiddenLine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360BD4E-6D76-459C-826C-4DF534356521}" type="datetime'''''''''2''''''''''''''3''''''''''''''''''''''0'''''''">
              <a:rPr kumimoji="1" lang="zh-CN" altLang="en-US" sz="1400" b="1" smtClean="0"/>
              <a:pPr/>
              <a:t>230</a:t>
            </a:fld>
            <a:endParaRPr kumimoji="1" lang="zh-CN" altLang="en-US" sz="1400" b="1" dirty="0">
              <a:ea typeface="等线" panose="02010600030101010101" pitchFamily="2" charset="-122"/>
            </a:endParaRPr>
          </a:p>
        </p:txBody>
      </p:sp>
      <p:graphicFrame>
        <p:nvGraphicFramePr>
          <p:cNvPr id="430" name="Chart 3">
            <a:extLst>
              <a:ext uri="{FF2B5EF4-FFF2-40B4-BE49-F238E27FC236}">
                <a16:creationId xmlns:a16="http://schemas.microsoft.com/office/drawing/2014/main" id="{46163651-4D83-789B-1235-D9159D46FD32}"/>
              </a:ext>
            </a:extLst>
          </p:cNvPr>
          <p:cNvGraphicFramePr/>
          <p:nvPr>
            <p:custDataLst>
              <p:tags r:id="rId22"/>
            </p:custDataLst>
          </p:nvPr>
        </p:nvGraphicFramePr>
        <p:xfrm>
          <a:off x="7027863" y="2841625"/>
          <a:ext cx="2143125" cy="27844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2"/>
          </a:graphicData>
        </a:graphic>
      </p:graphicFrame>
      <p:cxnSp>
        <p:nvCxnSpPr>
          <p:cNvPr id="364" name="直线连接符 363">
            <a:extLst>
              <a:ext uri="{FF2B5EF4-FFF2-40B4-BE49-F238E27FC236}">
                <a16:creationId xmlns:a16="http://schemas.microsoft.com/office/drawing/2014/main" id="{1EEEAC89-F234-0964-0DA9-5C84C3D5D9C1}"/>
              </a:ext>
            </a:extLst>
          </p:cNvPr>
          <p:cNvCxnSpPr/>
          <p:nvPr>
            <p:custDataLst>
              <p:tags r:id="rId23"/>
            </p:custDataLst>
          </p:nvPr>
        </p:nvCxnSpPr>
        <p:spPr bwMode="auto">
          <a:xfrm>
            <a:off x="8032750" y="3148013"/>
            <a:ext cx="404813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9" name="直线连接符 368">
            <a:extLst>
              <a:ext uri="{FF2B5EF4-FFF2-40B4-BE49-F238E27FC236}">
                <a16:creationId xmlns:a16="http://schemas.microsoft.com/office/drawing/2014/main" id="{2111A2B7-53B0-EEC7-845F-FCB0B27A6559}"/>
              </a:ext>
            </a:extLst>
          </p:cNvPr>
          <p:cNvCxnSpPr/>
          <p:nvPr>
            <p:custDataLst>
              <p:tags r:id="rId24"/>
            </p:custDataLst>
          </p:nvPr>
        </p:nvCxnSpPr>
        <p:spPr bwMode="auto">
          <a:xfrm flipV="1">
            <a:off x="8394700" y="3144838"/>
            <a:ext cx="0" cy="56673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triangl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1" name="文本占位符 2">
            <a:extLst>
              <a:ext uri="{FF2B5EF4-FFF2-40B4-BE49-F238E27FC236}">
                <a16:creationId xmlns:a16="http://schemas.microsoft.com/office/drawing/2014/main" id="{CE31A0D6-6C8B-C043-ECA2-89DC30F1F44D}"/>
              </a:ext>
            </a:extLst>
          </p:cNvPr>
          <p:cNvSpPr txBox="1">
            <a:spLocks/>
          </p:cNvSpPr>
          <p:nvPr>
            <p:custDataLst>
              <p:tags r:id="rId25"/>
            </p:custDataLst>
          </p:nvPr>
        </p:nvSpPr>
        <p:spPr bwMode="auto">
          <a:xfrm>
            <a:off x="8255000" y="3290888"/>
            <a:ext cx="279400" cy="273050"/>
          </a:xfrm>
          <a:prstGeom prst="ellipse">
            <a:avLst/>
          </a:prstGeom>
          <a:solidFill>
            <a:schemeClr val="bg1"/>
          </a:solidFill>
          <a:ln w="9525" cmpd="sng">
            <a:noFill/>
          </a:ln>
          <a:effectLst/>
          <a:extLst>
            <a:ext uri="{91240B29-F687-4F45-9708-019B960494DF}">
              <a14:hiddenLine xmlns:a14="http://schemas.microsoft.com/office/drawing/2010/main" w="9525" cmpd="sng">
                <a:solidFill>
                  <a:schemeClr val="tx1"/>
                </a:solidFill>
              </a14:hiddenLine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08325FC7-F899-447C-849A-789E4C78C9D3}" type="datetime'''''''''''''''''''''''''''''''''''''''''7''1'''''''''''">
              <a:rPr kumimoji="1" lang="zh-CN" altLang="en-US" sz="1400" b="1" smtClean="0"/>
              <a:pPr/>
              <a:t>71</a:t>
            </a:fld>
            <a:endParaRPr kumimoji="1" lang="zh-CN" altLang="en-US" sz="1400" b="1" dirty="0">
              <a:ea typeface="等线" panose="02010600030101010101" pitchFamily="2" charset="-122"/>
            </a:endParaRPr>
          </a:p>
        </p:txBody>
      </p:sp>
      <p:graphicFrame>
        <p:nvGraphicFramePr>
          <p:cNvPr id="436" name="Chart 3">
            <a:extLst>
              <a:ext uri="{FF2B5EF4-FFF2-40B4-BE49-F238E27FC236}">
                <a16:creationId xmlns:a16="http://schemas.microsoft.com/office/drawing/2014/main" id="{84B8C133-F624-FCAC-FC55-F6019C723E12}"/>
              </a:ext>
            </a:extLst>
          </p:cNvPr>
          <p:cNvGraphicFramePr/>
          <p:nvPr>
            <p:custDataLst>
              <p:tags r:id="rId26"/>
            </p:custDataLst>
          </p:nvPr>
        </p:nvGraphicFramePr>
        <p:xfrm>
          <a:off x="8429625" y="3673475"/>
          <a:ext cx="2143125" cy="1952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3"/>
          </a:graphicData>
        </a:graphic>
      </p:graphicFrame>
      <p:cxnSp>
        <p:nvCxnSpPr>
          <p:cNvPr id="373" name="直线连接符 372">
            <a:extLst>
              <a:ext uri="{FF2B5EF4-FFF2-40B4-BE49-F238E27FC236}">
                <a16:creationId xmlns:a16="http://schemas.microsoft.com/office/drawing/2014/main" id="{B25B280F-9A7A-54F4-88FB-4639F87F7313}"/>
              </a:ext>
            </a:extLst>
          </p:cNvPr>
          <p:cNvCxnSpPr/>
          <p:nvPr>
            <p:custDataLst>
              <p:tags r:id="rId27"/>
            </p:custDataLst>
          </p:nvPr>
        </p:nvCxnSpPr>
        <p:spPr bwMode="auto">
          <a:xfrm>
            <a:off x="9434513" y="3979863"/>
            <a:ext cx="404813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5" name="直线连接符 374">
            <a:extLst>
              <a:ext uri="{FF2B5EF4-FFF2-40B4-BE49-F238E27FC236}">
                <a16:creationId xmlns:a16="http://schemas.microsoft.com/office/drawing/2014/main" id="{54F320D0-04C4-9632-D503-BB4D467077E9}"/>
              </a:ext>
            </a:extLst>
          </p:cNvPr>
          <p:cNvCxnSpPr/>
          <p:nvPr>
            <p:custDataLst>
              <p:tags r:id="rId28"/>
            </p:custDataLst>
          </p:nvPr>
        </p:nvCxnSpPr>
        <p:spPr bwMode="auto">
          <a:xfrm flipV="1">
            <a:off x="9796463" y="3976688"/>
            <a:ext cx="0" cy="67945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triangl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6" name="文本占位符 2">
            <a:extLst>
              <a:ext uri="{FF2B5EF4-FFF2-40B4-BE49-F238E27FC236}">
                <a16:creationId xmlns:a16="http://schemas.microsoft.com/office/drawing/2014/main" id="{EE999929-2B0D-01E1-2242-2291D7E52BA8}"/>
              </a:ext>
            </a:extLst>
          </p:cNvPr>
          <p:cNvSpPr txBox="1">
            <a:spLocks/>
          </p:cNvSpPr>
          <p:nvPr>
            <p:custDataLst>
              <p:tags r:id="rId29"/>
            </p:custDataLst>
          </p:nvPr>
        </p:nvSpPr>
        <p:spPr bwMode="auto">
          <a:xfrm>
            <a:off x="9656763" y="4179888"/>
            <a:ext cx="279400" cy="273050"/>
          </a:xfrm>
          <a:prstGeom prst="ellipse">
            <a:avLst/>
          </a:prstGeom>
          <a:solidFill>
            <a:schemeClr val="bg1"/>
          </a:solidFill>
          <a:ln w="9525" cmpd="sng">
            <a:noFill/>
          </a:ln>
          <a:effectLst/>
          <a:extLst>
            <a:ext uri="{91240B29-F687-4F45-9708-019B960494DF}">
              <a14:hiddenLine xmlns:a14="http://schemas.microsoft.com/office/drawing/2010/main" w="9525" cmpd="sng">
                <a:solidFill>
                  <a:schemeClr val="tx1"/>
                </a:solidFill>
              </a14:hiddenLine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5774A6B-A81D-4C86-B412-43A52AE33AA1}" type="datetime'''''''''''''''''''''''''''''''''''''''''''''''8''''''''''5'''">
              <a:rPr kumimoji="1" lang="zh-CN" altLang="en-US" sz="1400" b="1" smtClean="0"/>
              <a:pPr/>
              <a:t>85</a:t>
            </a:fld>
            <a:endParaRPr kumimoji="1" lang="zh-CN" altLang="en-US" sz="1400" b="1" dirty="0">
              <a:ea typeface="等线" panose="02010600030101010101" pitchFamily="2" charset="-122"/>
            </a:endParaRPr>
          </a:p>
        </p:txBody>
      </p:sp>
      <p:graphicFrame>
        <p:nvGraphicFramePr>
          <p:cNvPr id="442" name="Chart 3">
            <a:extLst>
              <a:ext uri="{FF2B5EF4-FFF2-40B4-BE49-F238E27FC236}">
                <a16:creationId xmlns:a16="http://schemas.microsoft.com/office/drawing/2014/main" id="{27D8A7E2-E999-72B6-A5BE-8E58F913A817}"/>
              </a:ext>
            </a:extLst>
          </p:cNvPr>
          <p:cNvGraphicFramePr/>
          <p:nvPr>
            <p:custDataLst>
              <p:tags r:id="rId30"/>
            </p:custDataLst>
          </p:nvPr>
        </p:nvGraphicFramePr>
        <p:xfrm>
          <a:off x="9832975" y="1978025"/>
          <a:ext cx="2143125" cy="3648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4"/>
          </a:graphicData>
        </a:graphic>
      </p:graphicFrame>
      <p:cxnSp>
        <p:nvCxnSpPr>
          <p:cNvPr id="378" name="直线连接符 377">
            <a:extLst>
              <a:ext uri="{FF2B5EF4-FFF2-40B4-BE49-F238E27FC236}">
                <a16:creationId xmlns:a16="http://schemas.microsoft.com/office/drawing/2014/main" id="{EBA2A382-E7F4-7A12-0C0F-9F852BCFC8B8}"/>
              </a:ext>
            </a:extLst>
          </p:cNvPr>
          <p:cNvCxnSpPr/>
          <p:nvPr>
            <p:custDataLst>
              <p:tags r:id="rId31"/>
            </p:custDataLst>
          </p:nvPr>
        </p:nvCxnSpPr>
        <p:spPr bwMode="auto">
          <a:xfrm>
            <a:off x="10837863" y="2284413"/>
            <a:ext cx="404813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1" name="直线连接符 380">
            <a:extLst>
              <a:ext uri="{FF2B5EF4-FFF2-40B4-BE49-F238E27FC236}">
                <a16:creationId xmlns:a16="http://schemas.microsoft.com/office/drawing/2014/main" id="{AEC6513C-75C3-F072-A839-65C6A93CD21A}"/>
              </a:ext>
            </a:extLst>
          </p:cNvPr>
          <p:cNvCxnSpPr/>
          <p:nvPr>
            <p:custDataLst>
              <p:tags r:id="rId32"/>
            </p:custDataLst>
          </p:nvPr>
        </p:nvCxnSpPr>
        <p:spPr bwMode="auto">
          <a:xfrm flipV="1">
            <a:off x="11199813" y="2281237"/>
            <a:ext cx="0" cy="140335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triangl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2" name="文本占位符 2">
            <a:extLst>
              <a:ext uri="{FF2B5EF4-FFF2-40B4-BE49-F238E27FC236}">
                <a16:creationId xmlns:a16="http://schemas.microsoft.com/office/drawing/2014/main" id="{376D7B44-A6C2-3947-3EEC-18BB1DF9499A}"/>
              </a:ext>
            </a:extLst>
          </p:cNvPr>
          <p:cNvSpPr txBox="1">
            <a:spLocks/>
          </p:cNvSpPr>
          <p:nvPr>
            <p:custDataLst>
              <p:tags r:id="rId33"/>
            </p:custDataLst>
          </p:nvPr>
        </p:nvSpPr>
        <p:spPr bwMode="auto">
          <a:xfrm>
            <a:off x="10990263" y="2846388"/>
            <a:ext cx="419100" cy="273050"/>
          </a:xfrm>
          <a:prstGeom prst="ellipse">
            <a:avLst/>
          </a:prstGeom>
          <a:solidFill>
            <a:schemeClr val="bg1"/>
          </a:solidFill>
          <a:ln w="9525" cmpd="sng">
            <a:noFill/>
          </a:ln>
          <a:effectLst/>
          <a:extLst>
            <a:ext uri="{91240B29-F687-4F45-9708-019B960494DF}">
              <a14:hiddenLine xmlns:a14="http://schemas.microsoft.com/office/drawing/2010/main" w="9525" cmpd="sng">
                <a:solidFill>
                  <a:schemeClr val="tx1"/>
                </a:solidFill>
              </a14:hiddenLine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8FFE70E-92B3-4EE6-BE4A-3D82EC26F34A}" type="datetime'''''1''''8''''''''''''''''6'''''''''''''''''''''''''''''''">
              <a:rPr kumimoji="1" lang="zh-CN" altLang="en-US" sz="1400" b="1" smtClean="0"/>
              <a:pPr/>
              <a:t>186</a:t>
            </a:fld>
            <a:endParaRPr kumimoji="1" lang="zh-CN" altLang="en-US" sz="1400" b="1" dirty="0">
              <a:ea typeface="等线" panose="02010600030101010101" pitchFamily="2" charset="-122"/>
            </a:endParaRPr>
          </a:p>
        </p:txBody>
      </p:sp>
      <p:cxnSp>
        <p:nvCxnSpPr>
          <p:cNvPr id="444" name="直线连接符 443">
            <a:extLst>
              <a:ext uri="{FF2B5EF4-FFF2-40B4-BE49-F238E27FC236}">
                <a16:creationId xmlns:a16="http://schemas.microsoft.com/office/drawing/2014/main" id="{B8C8B4AA-0431-B03F-6B1D-4D4AE30F23EB}"/>
              </a:ext>
            </a:extLst>
          </p:cNvPr>
          <p:cNvCxnSpPr/>
          <p:nvPr/>
        </p:nvCxnSpPr>
        <p:spPr>
          <a:xfrm>
            <a:off x="1776046" y="1507759"/>
            <a:ext cx="0" cy="3839308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直线连接符 444">
            <a:extLst>
              <a:ext uri="{FF2B5EF4-FFF2-40B4-BE49-F238E27FC236}">
                <a16:creationId xmlns:a16="http://schemas.microsoft.com/office/drawing/2014/main" id="{E6C81A1C-B689-FDAF-F984-3D1B1FFBECAE}"/>
              </a:ext>
            </a:extLst>
          </p:cNvPr>
          <p:cNvCxnSpPr/>
          <p:nvPr/>
        </p:nvCxnSpPr>
        <p:spPr>
          <a:xfrm>
            <a:off x="3188676" y="1507759"/>
            <a:ext cx="0" cy="3839308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直线连接符 445">
            <a:extLst>
              <a:ext uri="{FF2B5EF4-FFF2-40B4-BE49-F238E27FC236}">
                <a16:creationId xmlns:a16="http://schemas.microsoft.com/office/drawing/2014/main" id="{34CF56B0-BA6C-01F1-74A3-8DE8DDDD3E82}"/>
              </a:ext>
            </a:extLst>
          </p:cNvPr>
          <p:cNvCxnSpPr>
            <a:cxnSpLocks/>
          </p:cNvCxnSpPr>
          <p:nvPr/>
        </p:nvCxnSpPr>
        <p:spPr>
          <a:xfrm>
            <a:off x="4601307" y="1507759"/>
            <a:ext cx="0" cy="4406533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直线连接符 447">
            <a:extLst>
              <a:ext uri="{FF2B5EF4-FFF2-40B4-BE49-F238E27FC236}">
                <a16:creationId xmlns:a16="http://schemas.microsoft.com/office/drawing/2014/main" id="{A41D6999-F5A9-03A6-BA06-7866E889A893}"/>
              </a:ext>
            </a:extLst>
          </p:cNvPr>
          <p:cNvCxnSpPr>
            <a:cxnSpLocks/>
          </p:cNvCxnSpPr>
          <p:nvPr/>
        </p:nvCxnSpPr>
        <p:spPr>
          <a:xfrm>
            <a:off x="5996353" y="1481320"/>
            <a:ext cx="0" cy="3865747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直线连接符 449">
            <a:extLst>
              <a:ext uri="{FF2B5EF4-FFF2-40B4-BE49-F238E27FC236}">
                <a16:creationId xmlns:a16="http://schemas.microsoft.com/office/drawing/2014/main" id="{EA06D307-19F8-F6B4-4AED-9FF18C6ABBCA}"/>
              </a:ext>
            </a:extLst>
          </p:cNvPr>
          <p:cNvCxnSpPr>
            <a:cxnSpLocks/>
          </p:cNvCxnSpPr>
          <p:nvPr/>
        </p:nvCxnSpPr>
        <p:spPr>
          <a:xfrm>
            <a:off x="7403123" y="1479733"/>
            <a:ext cx="0" cy="3865747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直线连接符 450">
            <a:extLst>
              <a:ext uri="{FF2B5EF4-FFF2-40B4-BE49-F238E27FC236}">
                <a16:creationId xmlns:a16="http://schemas.microsoft.com/office/drawing/2014/main" id="{73CB8F85-2CDC-A7D2-E694-5988024CBBC8}"/>
              </a:ext>
            </a:extLst>
          </p:cNvPr>
          <p:cNvCxnSpPr>
            <a:cxnSpLocks/>
          </p:cNvCxnSpPr>
          <p:nvPr/>
        </p:nvCxnSpPr>
        <p:spPr>
          <a:xfrm>
            <a:off x="8815754" y="1479732"/>
            <a:ext cx="0" cy="443456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" name="直线连接符 452">
            <a:extLst>
              <a:ext uri="{FF2B5EF4-FFF2-40B4-BE49-F238E27FC236}">
                <a16:creationId xmlns:a16="http://schemas.microsoft.com/office/drawing/2014/main" id="{A7C9BC5A-9598-03D9-C4D3-98300E6AA6ED}"/>
              </a:ext>
            </a:extLst>
          </p:cNvPr>
          <p:cNvCxnSpPr>
            <a:cxnSpLocks/>
          </p:cNvCxnSpPr>
          <p:nvPr/>
        </p:nvCxnSpPr>
        <p:spPr>
          <a:xfrm>
            <a:off x="10204938" y="1479732"/>
            <a:ext cx="0" cy="3865747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4" name="文本框 453">
            <a:extLst>
              <a:ext uri="{FF2B5EF4-FFF2-40B4-BE49-F238E27FC236}">
                <a16:creationId xmlns:a16="http://schemas.microsoft.com/office/drawing/2014/main" id="{98A8B150-6A94-0A0E-8FEE-833AD92D2D34}"/>
              </a:ext>
            </a:extLst>
          </p:cNvPr>
          <p:cNvSpPr txBox="1"/>
          <p:nvPr/>
        </p:nvSpPr>
        <p:spPr>
          <a:xfrm>
            <a:off x="1676671" y="5520396"/>
            <a:ext cx="19175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HarmonyOS Sans SC" pitchFamily="2" charset="-122"/>
                <a:ea typeface="HarmonyOS Sans SC" pitchFamily="2" charset="-122"/>
              </a:rPr>
              <a:t>Digitally advanced</a:t>
            </a:r>
            <a:endParaRPr kumimoji="1" lang="zh-CN" altLang="en-US" sz="16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455" name="文本框 454">
            <a:extLst>
              <a:ext uri="{FF2B5EF4-FFF2-40B4-BE49-F238E27FC236}">
                <a16:creationId xmlns:a16="http://schemas.microsoft.com/office/drawing/2014/main" id="{968EC59A-F3E5-552D-2B4F-7AFAB828DD88}"/>
              </a:ext>
            </a:extLst>
          </p:cNvPr>
          <p:cNvSpPr txBox="1"/>
          <p:nvPr/>
        </p:nvSpPr>
        <p:spPr>
          <a:xfrm>
            <a:off x="5881021" y="5522212"/>
            <a:ext cx="19175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HarmonyOS Sans SC" pitchFamily="2" charset="-122"/>
                <a:ea typeface="HarmonyOS Sans SC" pitchFamily="2" charset="-122"/>
              </a:rPr>
              <a:t>Digitally advanced</a:t>
            </a:r>
            <a:endParaRPr kumimoji="1" lang="zh-CN" altLang="en-US" sz="16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456" name="文本框 455">
            <a:extLst>
              <a:ext uri="{FF2B5EF4-FFF2-40B4-BE49-F238E27FC236}">
                <a16:creationId xmlns:a16="http://schemas.microsoft.com/office/drawing/2014/main" id="{C0D7E807-3741-FE47-1B18-BA324DCE1375}"/>
              </a:ext>
            </a:extLst>
          </p:cNvPr>
          <p:cNvSpPr txBox="1"/>
          <p:nvPr/>
        </p:nvSpPr>
        <p:spPr>
          <a:xfrm>
            <a:off x="9545362" y="5520396"/>
            <a:ext cx="15359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HarmonyOS Sans SC" pitchFamily="2" charset="-122"/>
                <a:ea typeface="HarmonyOS Sans SC" pitchFamily="2" charset="-122"/>
              </a:rPr>
              <a:t>Emerging Asia</a:t>
            </a:r>
            <a:endParaRPr kumimoji="1" lang="zh-CN" altLang="en-US" sz="16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457" name="文本框 456">
            <a:extLst>
              <a:ext uri="{FF2B5EF4-FFF2-40B4-BE49-F238E27FC236}">
                <a16:creationId xmlns:a16="http://schemas.microsoft.com/office/drawing/2014/main" id="{7051E363-7B1D-2A29-6D38-F84D7C1B8DAE}"/>
              </a:ext>
            </a:extLst>
          </p:cNvPr>
          <p:cNvSpPr txBox="1"/>
          <p:nvPr/>
        </p:nvSpPr>
        <p:spPr>
          <a:xfrm>
            <a:off x="632054" y="1471768"/>
            <a:ext cx="9044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Australia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458" name="文本框 457">
            <a:extLst>
              <a:ext uri="{FF2B5EF4-FFF2-40B4-BE49-F238E27FC236}">
                <a16:creationId xmlns:a16="http://schemas.microsoft.com/office/drawing/2014/main" id="{7FBD9951-30A9-C587-415F-48CC5729DECF}"/>
              </a:ext>
            </a:extLst>
          </p:cNvPr>
          <p:cNvSpPr txBox="1"/>
          <p:nvPr/>
        </p:nvSpPr>
        <p:spPr>
          <a:xfrm>
            <a:off x="2035404" y="1478017"/>
            <a:ext cx="9284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Denmark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459" name="文本框 458">
            <a:extLst>
              <a:ext uri="{FF2B5EF4-FFF2-40B4-BE49-F238E27FC236}">
                <a16:creationId xmlns:a16="http://schemas.microsoft.com/office/drawing/2014/main" id="{5A9551FF-4823-8936-3600-9B3F596FF105}"/>
              </a:ext>
            </a:extLst>
          </p:cNvPr>
          <p:cNvSpPr txBox="1"/>
          <p:nvPr/>
        </p:nvSpPr>
        <p:spPr>
          <a:xfrm>
            <a:off x="3536396" y="1471768"/>
            <a:ext cx="8354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Sweden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460" name="文本框 459">
            <a:extLst>
              <a:ext uri="{FF2B5EF4-FFF2-40B4-BE49-F238E27FC236}">
                <a16:creationId xmlns:a16="http://schemas.microsoft.com/office/drawing/2014/main" id="{6E78C2F5-970A-795F-69C6-0DD4A2D8103E}"/>
              </a:ext>
            </a:extLst>
          </p:cNvPr>
          <p:cNvSpPr txBox="1"/>
          <p:nvPr/>
        </p:nvSpPr>
        <p:spPr>
          <a:xfrm>
            <a:off x="4880327" y="1478017"/>
            <a:ext cx="9284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Germany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461" name="文本框 460">
            <a:extLst>
              <a:ext uri="{FF2B5EF4-FFF2-40B4-BE49-F238E27FC236}">
                <a16:creationId xmlns:a16="http://schemas.microsoft.com/office/drawing/2014/main" id="{450F5AC4-50E6-B6AF-32BB-D8C590EF72DF}"/>
              </a:ext>
            </a:extLst>
          </p:cNvPr>
          <p:cNvSpPr txBox="1"/>
          <p:nvPr/>
        </p:nvSpPr>
        <p:spPr>
          <a:xfrm>
            <a:off x="6386116" y="1479732"/>
            <a:ext cx="7088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Russia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462" name="文本框 461">
            <a:extLst>
              <a:ext uri="{FF2B5EF4-FFF2-40B4-BE49-F238E27FC236}">
                <a16:creationId xmlns:a16="http://schemas.microsoft.com/office/drawing/2014/main" id="{99B47507-A6EE-A61F-4EEC-767E051A2D6A}"/>
              </a:ext>
            </a:extLst>
          </p:cNvPr>
          <p:cNvSpPr txBox="1"/>
          <p:nvPr/>
        </p:nvSpPr>
        <p:spPr>
          <a:xfrm>
            <a:off x="7797935" y="1486773"/>
            <a:ext cx="7360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United</a:t>
            </a:r>
          </a:p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States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463" name="文本框 462">
            <a:extLst>
              <a:ext uri="{FF2B5EF4-FFF2-40B4-BE49-F238E27FC236}">
                <a16:creationId xmlns:a16="http://schemas.microsoft.com/office/drawing/2014/main" id="{B48FCAAF-146E-C022-6F39-0835027E172A}"/>
              </a:ext>
            </a:extLst>
          </p:cNvPr>
          <p:cNvSpPr txBox="1"/>
          <p:nvPr/>
        </p:nvSpPr>
        <p:spPr>
          <a:xfrm>
            <a:off x="9236808" y="1483618"/>
            <a:ext cx="6511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China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464" name="文本框 463">
            <a:extLst>
              <a:ext uri="{FF2B5EF4-FFF2-40B4-BE49-F238E27FC236}">
                <a16:creationId xmlns:a16="http://schemas.microsoft.com/office/drawing/2014/main" id="{5EEEA113-0180-95FB-3CAC-509C126ABF71}"/>
              </a:ext>
            </a:extLst>
          </p:cNvPr>
          <p:cNvSpPr txBox="1"/>
          <p:nvPr/>
        </p:nvSpPr>
        <p:spPr>
          <a:xfrm>
            <a:off x="10655305" y="1483231"/>
            <a:ext cx="5854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India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465" name="矩形 464">
            <a:extLst>
              <a:ext uri="{FF2B5EF4-FFF2-40B4-BE49-F238E27FC236}">
                <a16:creationId xmlns:a16="http://schemas.microsoft.com/office/drawing/2014/main" id="{1E8128C2-8334-AF95-67C3-125858C5E18E}"/>
              </a:ext>
            </a:extLst>
          </p:cNvPr>
          <p:cNvSpPr/>
          <p:nvPr/>
        </p:nvSpPr>
        <p:spPr>
          <a:xfrm>
            <a:off x="7866185" y="979256"/>
            <a:ext cx="166565" cy="16656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66" name="文本框 465">
            <a:extLst>
              <a:ext uri="{FF2B5EF4-FFF2-40B4-BE49-F238E27FC236}">
                <a16:creationId xmlns:a16="http://schemas.microsoft.com/office/drawing/2014/main" id="{12536AAE-354E-10B0-9189-E85B37465181}"/>
              </a:ext>
            </a:extLst>
          </p:cNvPr>
          <p:cNvSpPr txBox="1"/>
          <p:nvPr/>
        </p:nvSpPr>
        <p:spPr>
          <a:xfrm>
            <a:off x="8059738" y="918893"/>
            <a:ext cx="12602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Lowest quintile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467" name="矩形 466">
            <a:extLst>
              <a:ext uri="{FF2B5EF4-FFF2-40B4-BE49-F238E27FC236}">
                <a16:creationId xmlns:a16="http://schemas.microsoft.com/office/drawing/2014/main" id="{684FB3D9-940C-3A8B-D83C-4B273C2A6FA7}"/>
              </a:ext>
            </a:extLst>
          </p:cNvPr>
          <p:cNvSpPr/>
          <p:nvPr/>
        </p:nvSpPr>
        <p:spPr>
          <a:xfrm>
            <a:off x="9463210" y="978403"/>
            <a:ext cx="166565" cy="16656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68" name="文本框 467">
            <a:extLst>
              <a:ext uri="{FF2B5EF4-FFF2-40B4-BE49-F238E27FC236}">
                <a16:creationId xmlns:a16="http://schemas.microsoft.com/office/drawing/2014/main" id="{423C484C-77A6-40B4-8F39-D3517A19E58D}"/>
              </a:ext>
            </a:extLst>
          </p:cNvPr>
          <p:cNvSpPr txBox="1"/>
          <p:nvPr/>
        </p:nvSpPr>
        <p:spPr>
          <a:xfrm>
            <a:off x="9656763" y="918040"/>
            <a:ext cx="10454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Top 3 banks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18589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0AA883BF-7ADB-9E39-4AD9-23FDAD8FC6F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90" imgH="504" progId="TCLayout.ActiveDocument.1">
                  <p:embed/>
                </p:oleObj>
              </mc:Choice>
              <mc:Fallback>
                <p:oleObj name="think-cell 幻灯片" r:id="rId4" imgW="490" imgH="50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AA883BF-7ADB-9E39-4AD9-23FDAD8FC6F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图表 7">
            <a:extLst>
              <a:ext uri="{FF2B5EF4-FFF2-40B4-BE49-F238E27FC236}">
                <a16:creationId xmlns:a16="http://schemas.microsoft.com/office/drawing/2014/main" id="{1A0D4402-5617-F316-636F-04A9FE120058}"/>
              </a:ext>
            </a:extLst>
          </p:cNvPr>
          <p:cNvGraphicFramePr/>
          <p:nvPr/>
        </p:nvGraphicFramePr>
        <p:xfrm>
          <a:off x="2032000" y="1289548"/>
          <a:ext cx="6512910" cy="47171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986AF12F-993C-B63E-AC0E-0403476384FE}"/>
              </a:ext>
            </a:extLst>
          </p:cNvPr>
          <p:cNvSpPr txBox="1"/>
          <p:nvPr/>
        </p:nvSpPr>
        <p:spPr>
          <a:xfrm>
            <a:off x="383792" y="248978"/>
            <a:ext cx="11403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base"/>
            <a:r>
              <a:rPr lang="en-US" altLang="zh-CN" dirty="0">
                <a:effectLst/>
                <a:latin typeface="HarmonyOS Sans SC Medium" pitchFamily="2" charset="-122"/>
                <a:ea typeface="HarmonyOS Sans SC Medium" pitchFamily="2" charset="-122"/>
              </a:rPr>
              <a:t>The least satisfied customers are far more likely to refinance their mortgage with another</a:t>
            </a:r>
            <a:r>
              <a:rPr lang="zh-CN" altLang="en-US" dirty="0">
                <a:effectLst/>
                <a:latin typeface="HarmonyOS Sans SC Medium" pitchFamily="2" charset="-122"/>
                <a:ea typeface="HarmonyOS Sans SC Medium" pitchFamily="2" charset="-122"/>
              </a:rPr>
              <a:t> </a:t>
            </a:r>
            <a:r>
              <a:rPr lang="en-US" altLang="zh-CN" dirty="0">
                <a:effectLst/>
                <a:latin typeface="HarmonyOS Sans SC Medium" pitchFamily="2" charset="-122"/>
                <a:ea typeface="HarmonyOS Sans SC Medium" pitchFamily="2" charset="-122"/>
              </a:rPr>
              <a:t>provider</a:t>
            </a:r>
            <a:endParaRPr lang="zh-CN" altLang="en-US" dirty="0">
              <a:effectLst/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908B365-BAC6-35E4-910C-193603243E66}"/>
              </a:ext>
            </a:extLst>
          </p:cNvPr>
          <p:cNvSpPr txBox="1"/>
          <p:nvPr/>
        </p:nvSpPr>
        <p:spPr>
          <a:xfrm>
            <a:off x="383792" y="743694"/>
            <a:ext cx="73452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Customers who intend to refinance mortgage with another bank, by satisfaction rate, </a:t>
            </a:r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%</a:t>
            </a:r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30C4829C-FE02-4908-96A1-3E19A3E09871}"/>
              </a:ext>
            </a:extLst>
          </p:cNvPr>
          <p:cNvCxnSpPr>
            <a:cxnSpLocks/>
          </p:cNvCxnSpPr>
          <p:nvPr/>
        </p:nvCxnSpPr>
        <p:spPr>
          <a:xfrm>
            <a:off x="1150883" y="1289548"/>
            <a:ext cx="0" cy="4464867"/>
          </a:xfrm>
          <a:prstGeom prst="straightConnector1">
            <a:avLst/>
          </a:prstGeom>
          <a:ln w="317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A9D8F294-B753-BAAF-DA7E-9F5850094474}"/>
              </a:ext>
            </a:extLst>
          </p:cNvPr>
          <p:cNvSpPr txBox="1"/>
          <p:nvPr/>
        </p:nvSpPr>
        <p:spPr>
          <a:xfrm>
            <a:off x="383792" y="2967983"/>
            <a:ext cx="1499128" cy="553998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000" dirty="0">
                <a:latin typeface="HarmonyOS Sans SC" pitchFamily="2" charset="-122"/>
                <a:ea typeface="HarmonyOS Sans SC" pitchFamily="2" charset="-122"/>
              </a:rPr>
              <a:t>Customers who intend</a:t>
            </a:r>
          </a:p>
          <a:p>
            <a:pPr algn="ctr"/>
            <a:r>
              <a:rPr kumimoji="1" lang="en-US" altLang="zh-CN" sz="1000" dirty="0">
                <a:latin typeface="HarmonyOS Sans SC" pitchFamily="2" charset="-122"/>
                <a:ea typeface="HarmonyOS Sans SC" pitchFamily="2" charset="-122"/>
              </a:rPr>
              <a:t>to refinance mortgage</a:t>
            </a:r>
          </a:p>
          <a:p>
            <a:pPr algn="ctr"/>
            <a:r>
              <a:rPr kumimoji="1" lang="en-US" altLang="zh-CN" sz="1000" dirty="0">
                <a:latin typeface="HarmonyOS Sans SC" pitchFamily="2" charset="-122"/>
                <a:ea typeface="HarmonyOS Sans SC" pitchFamily="2" charset="-122"/>
              </a:rPr>
              <a:t>with another bank</a:t>
            </a:r>
            <a:endParaRPr kumimoji="1" lang="zh-CN" altLang="en-US" sz="1000" dirty="0">
              <a:latin typeface="HarmonyOS Sans SC" pitchFamily="2" charset="-122"/>
              <a:ea typeface="HarmonyOS Sans SC" pitchFamily="2" charset="-122"/>
            </a:endParaRPr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0368375C-005D-829F-B4F5-4A0E5BB51D98}"/>
              </a:ext>
            </a:extLst>
          </p:cNvPr>
          <p:cNvCxnSpPr>
            <a:cxnSpLocks/>
          </p:cNvCxnSpPr>
          <p:nvPr/>
        </p:nvCxnSpPr>
        <p:spPr>
          <a:xfrm>
            <a:off x="2813534" y="6163441"/>
            <a:ext cx="5076092" cy="0"/>
          </a:xfrm>
          <a:prstGeom prst="straightConnector1">
            <a:avLst/>
          </a:prstGeom>
          <a:ln w="317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AE02CF84-829F-945C-0D84-4243199C604F}"/>
              </a:ext>
            </a:extLst>
          </p:cNvPr>
          <p:cNvSpPr txBox="1"/>
          <p:nvPr/>
        </p:nvSpPr>
        <p:spPr>
          <a:xfrm>
            <a:off x="4427817" y="6040330"/>
            <a:ext cx="1721946" cy="24622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" pitchFamily="2" charset="-122"/>
                <a:ea typeface="HarmonyOS Sans SC" pitchFamily="2" charset="-122"/>
              </a:rPr>
              <a:t>Customer satisfaction rate</a:t>
            </a:r>
            <a:endParaRPr kumimoji="1" lang="zh-CN" altLang="en-US" sz="1000" dirty="0">
              <a:latin typeface="HarmonyOS Sans SC" pitchFamily="2" charset="-122"/>
              <a:ea typeface="HarmonyOS Sans SC" pitchFamily="2" charset="-122"/>
            </a:endParaRPr>
          </a:p>
        </p:txBody>
      </p: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0D023AC5-C16D-3C67-CA83-6490E97886E2}"/>
              </a:ext>
            </a:extLst>
          </p:cNvPr>
          <p:cNvCxnSpPr>
            <a:cxnSpLocks/>
          </p:cNvCxnSpPr>
          <p:nvPr/>
        </p:nvCxnSpPr>
        <p:spPr>
          <a:xfrm>
            <a:off x="2455783" y="2827081"/>
            <a:ext cx="5949663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6367BE97-A0F7-99B5-D546-A5719E6A1067}"/>
              </a:ext>
            </a:extLst>
          </p:cNvPr>
          <p:cNvCxnSpPr>
            <a:cxnSpLocks/>
          </p:cNvCxnSpPr>
          <p:nvPr/>
        </p:nvCxnSpPr>
        <p:spPr>
          <a:xfrm>
            <a:off x="5108917" y="5145017"/>
            <a:ext cx="3296529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FA4DD19F-066C-939B-AF43-E872EC7E8E62}"/>
              </a:ext>
            </a:extLst>
          </p:cNvPr>
          <p:cNvGrpSpPr/>
          <p:nvPr/>
        </p:nvGrpSpPr>
        <p:grpSpPr>
          <a:xfrm>
            <a:off x="8522442" y="2346772"/>
            <a:ext cx="511630" cy="976859"/>
            <a:chOff x="8522442" y="2697454"/>
            <a:chExt cx="511630" cy="976859"/>
          </a:xfrm>
        </p:grpSpPr>
        <p:cxnSp>
          <p:nvCxnSpPr>
            <p:cNvPr id="27" name="直线连接符 26">
              <a:extLst>
                <a:ext uri="{FF2B5EF4-FFF2-40B4-BE49-F238E27FC236}">
                  <a16:creationId xmlns:a16="http://schemas.microsoft.com/office/drawing/2014/main" id="{C07BB1AF-FBB5-BE29-2B45-58D4ED9D8678}"/>
                </a:ext>
              </a:extLst>
            </p:cNvPr>
            <p:cNvCxnSpPr>
              <a:cxnSpLocks/>
            </p:cNvCxnSpPr>
            <p:nvPr/>
          </p:nvCxnSpPr>
          <p:spPr>
            <a:xfrm>
              <a:off x="8522442" y="3184635"/>
              <a:ext cx="248283" cy="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线连接符 28">
              <a:extLst>
                <a:ext uri="{FF2B5EF4-FFF2-40B4-BE49-F238E27FC236}">
                  <a16:creationId xmlns:a16="http://schemas.microsoft.com/office/drawing/2014/main" id="{90776BE9-C11E-8A6E-6CC9-4B35144D62A7}"/>
                </a:ext>
              </a:extLst>
            </p:cNvPr>
            <p:cNvCxnSpPr/>
            <p:nvPr/>
          </p:nvCxnSpPr>
          <p:spPr>
            <a:xfrm>
              <a:off x="8770725" y="2697454"/>
              <a:ext cx="0" cy="974361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线连接符 30">
              <a:extLst>
                <a:ext uri="{FF2B5EF4-FFF2-40B4-BE49-F238E27FC236}">
                  <a16:creationId xmlns:a16="http://schemas.microsoft.com/office/drawing/2014/main" id="{6E591014-E7B5-2D10-0F5F-0446C5096CA8}"/>
                </a:ext>
              </a:extLst>
            </p:cNvPr>
            <p:cNvCxnSpPr/>
            <p:nvPr/>
          </p:nvCxnSpPr>
          <p:spPr>
            <a:xfrm>
              <a:off x="8770725" y="2703226"/>
              <a:ext cx="263347" cy="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线连接符 31">
              <a:extLst>
                <a:ext uri="{FF2B5EF4-FFF2-40B4-BE49-F238E27FC236}">
                  <a16:creationId xmlns:a16="http://schemas.microsoft.com/office/drawing/2014/main" id="{376A8152-9DC1-D030-F9F3-BD9B684EED37}"/>
                </a:ext>
              </a:extLst>
            </p:cNvPr>
            <p:cNvCxnSpPr/>
            <p:nvPr/>
          </p:nvCxnSpPr>
          <p:spPr>
            <a:xfrm>
              <a:off x="8770725" y="3674313"/>
              <a:ext cx="263347" cy="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A6AB234F-81B7-8075-6C33-517DB05F74B4}"/>
              </a:ext>
            </a:extLst>
          </p:cNvPr>
          <p:cNvSpPr txBox="1"/>
          <p:nvPr/>
        </p:nvSpPr>
        <p:spPr>
          <a:xfrm>
            <a:off x="8902398" y="2534677"/>
            <a:ext cx="10903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b="1" dirty="0">
                <a:latin typeface="HarmonyOS Sans SC Black" pitchFamily="2" charset="-122"/>
                <a:ea typeface="HarmonyOS Sans SC Black" pitchFamily="2" charset="-122"/>
              </a:rPr>
              <a:t>40%</a:t>
            </a:r>
            <a:endParaRPr kumimoji="1" lang="zh-CN" altLang="en-US" sz="3200" b="1" dirty="0">
              <a:latin typeface="HarmonyOS Sans SC Black" pitchFamily="2" charset="-122"/>
              <a:ea typeface="HarmonyOS Sans SC Black" pitchFamily="2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937E9C10-7B96-B06F-D5D1-A497C812D4BA}"/>
              </a:ext>
            </a:extLst>
          </p:cNvPr>
          <p:cNvSpPr txBox="1"/>
          <p:nvPr/>
        </p:nvSpPr>
        <p:spPr>
          <a:xfrm>
            <a:off x="9992761" y="2224013"/>
            <a:ext cx="140936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Average</a:t>
            </a:r>
          </a:p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refinancing</a:t>
            </a:r>
          </a:p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1 rate of</a:t>
            </a:r>
          </a:p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D customers with</a:t>
            </a:r>
          </a:p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satisfaction </a:t>
            </a:r>
            <a:r>
              <a:rPr kumimoji="1" lang="en-US" altLang="zh-CN" sz="1200" b="1" dirty="0">
                <a:latin typeface="HarmonyOS Sans SC" pitchFamily="2" charset="-122"/>
                <a:ea typeface="HarmonyOS Sans SC" pitchFamily="2" charset="-122"/>
              </a:rPr>
              <a:t>of</a:t>
            </a:r>
          </a:p>
          <a:p>
            <a:r>
              <a:rPr kumimoji="1" lang="en-US" altLang="zh-CN" sz="1200" b="1" dirty="0">
                <a:latin typeface="HarmonyOS Sans SC" pitchFamily="2" charset="-122"/>
                <a:ea typeface="HarmonyOS Sans SC" pitchFamily="2" charset="-122"/>
              </a:rPr>
              <a:t>4 or less</a:t>
            </a:r>
            <a:endParaRPr kumimoji="1" lang="zh-CN" altLang="en-US" sz="1200" b="1" dirty="0">
              <a:latin typeface="HarmonyOS Sans SC" pitchFamily="2" charset="-122"/>
              <a:ea typeface="HarmonyOS Sans SC" pitchFamily="2" charset="-122"/>
            </a:endParaRP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F2199857-39A8-42BD-E80C-3A3B8B567FC4}"/>
              </a:ext>
            </a:extLst>
          </p:cNvPr>
          <p:cNvGrpSpPr/>
          <p:nvPr/>
        </p:nvGrpSpPr>
        <p:grpSpPr>
          <a:xfrm>
            <a:off x="8522442" y="4603833"/>
            <a:ext cx="511630" cy="976859"/>
            <a:chOff x="8522442" y="2697454"/>
            <a:chExt cx="511630" cy="976859"/>
          </a:xfrm>
        </p:grpSpPr>
        <p:cxnSp>
          <p:nvCxnSpPr>
            <p:cNvPr id="37" name="直线连接符 36">
              <a:extLst>
                <a:ext uri="{FF2B5EF4-FFF2-40B4-BE49-F238E27FC236}">
                  <a16:creationId xmlns:a16="http://schemas.microsoft.com/office/drawing/2014/main" id="{85D64648-1A50-E213-8E58-F53BDF318CCC}"/>
                </a:ext>
              </a:extLst>
            </p:cNvPr>
            <p:cNvCxnSpPr>
              <a:cxnSpLocks/>
            </p:cNvCxnSpPr>
            <p:nvPr/>
          </p:nvCxnSpPr>
          <p:spPr>
            <a:xfrm>
              <a:off x="8522442" y="3184635"/>
              <a:ext cx="248283" cy="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线连接符 37">
              <a:extLst>
                <a:ext uri="{FF2B5EF4-FFF2-40B4-BE49-F238E27FC236}">
                  <a16:creationId xmlns:a16="http://schemas.microsoft.com/office/drawing/2014/main" id="{119D6635-79E4-26D6-8014-C6693BA363F6}"/>
                </a:ext>
              </a:extLst>
            </p:cNvPr>
            <p:cNvCxnSpPr/>
            <p:nvPr/>
          </p:nvCxnSpPr>
          <p:spPr>
            <a:xfrm>
              <a:off x="8770725" y="2697454"/>
              <a:ext cx="0" cy="974361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线连接符 38">
              <a:extLst>
                <a:ext uri="{FF2B5EF4-FFF2-40B4-BE49-F238E27FC236}">
                  <a16:creationId xmlns:a16="http://schemas.microsoft.com/office/drawing/2014/main" id="{EA2E3C91-1220-3B4E-87FA-CD665288275F}"/>
                </a:ext>
              </a:extLst>
            </p:cNvPr>
            <p:cNvCxnSpPr/>
            <p:nvPr/>
          </p:nvCxnSpPr>
          <p:spPr>
            <a:xfrm>
              <a:off x="8770725" y="2703226"/>
              <a:ext cx="263347" cy="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线连接符 39">
              <a:extLst>
                <a:ext uri="{FF2B5EF4-FFF2-40B4-BE49-F238E27FC236}">
                  <a16:creationId xmlns:a16="http://schemas.microsoft.com/office/drawing/2014/main" id="{BF5F2AFB-6BFF-4E23-06E8-8FDD0A9D7D14}"/>
                </a:ext>
              </a:extLst>
            </p:cNvPr>
            <p:cNvCxnSpPr/>
            <p:nvPr/>
          </p:nvCxnSpPr>
          <p:spPr>
            <a:xfrm>
              <a:off x="8770725" y="3674313"/>
              <a:ext cx="263347" cy="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文本框 40">
            <a:extLst>
              <a:ext uri="{FF2B5EF4-FFF2-40B4-BE49-F238E27FC236}">
                <a16:creationId xmlns:a16="http://schemas.microsoft.com/office/drawing/2014/main" id="{DC0BF891-25AB-103B-C387-8CB883DEC25B}"/>
              </a:ext>
            </a:extLst>
          </p:cNvPr>
          <p:cNvSpPr txBox="1"/>
          <p:nvPr/>
        </p:nvSpPr>
        <p:spPr>
          <a:xfrm>
            <a:off x="8902398" y="4801513"/>
            <a:ext cx="8034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b="1" dirty="0">
                <a:latin typeface="HarmonyOS Sans SC Black" pitchFamily="2" charset="-122"/>
                <a:ea typeface="HarmonyOS Sans SC Black" pitchFamily="2" charset="-122"/>
              </a:rPr>
              <a:t>6%</a:t>
            </a:r>
            <a:endParaRPr kumimoji="1" lang="zh-CN" altLang="en-US" sz="3200" b="1" dirty="0">
              <a:latin typeface="HarmonyOS Sans SC Black" pitchFamily="2" charset="-122"/>
              <a:ea typeface="HarmonyOS Sans SC Black" pitchFamily="2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5D349F4C-8425-1CE8-9749-91329D0F11D9}"/>
              </a:ext>
            </a:extLst>
          </p:cNvPr>
          <p:cNvSpPr txBox="1"/>
          <p:nvPr/>
        </p:nvSpPr>
        <p:spPr>
          <a:xfrm>
            <a:off x="9992761" y="4490849"/>
            <a:ext cx="125707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Average</a:t>
            </a:r>
          </a:p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refinancing</a:t>
            </a:r>
          </a:p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rate of</a:t>
            </a:r>
          </a:p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customers with</a:t>
            </a:r>
          </a:p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satisfaction of</a:t>
            </a:r>
          </a:p>
          <a:p>
            <a:r>
              <a:rPr kumimoji="1" lang="en-US" altLang="zh-CN" sz="1200" b="1" dirty="0">
                <a:latin typeface="HarmonyOS Sans SC" pitchFamily="2" charset="-122"/>
                <a:ea typeface="HarmonyOS Sans SC" pitchFamily="2" charset="-122"/>
              </a:rPr>
              <a:t>5 or more</a:t>
            </a:r>
            <a:endParaRPr kumimoji="1" lang="zh-CN" altLang="en-US" sz="1200" b="1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E82532E-BB64-0248-D3C1-8981402E58C6}"/>
              </a:ext>
            </a:extLst>
          </p:cNvPr>
          <p:cNvSpPr txBox="1"/>
          <p:nvPr/>
        </p:nvSpPr>
        <p:spPr>
          <a:xfrm>
            <a:off x="2190325" y="6009551"/>
            <a:ext cx="5309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Low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2F64234-5A61-31FC-19E2-748499016410}"/>
              </a:ext>
            </a:extLst>
          </p:cNvPr>
          <p:cNvSpPr txBox="1"/>
          <p:nvPr/>
        </p:nvSpPr>
        <p:spPr>
          <a:xfrm>
            <a:off x="7948246" y="6013533"/>
            <a:ext cx="5741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High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05BE05F-A980-E55B-C6D2-6646A71179E2}"/>
              </a:ext>
            </a:extLst>
          </p:cNvPr>
          <p:cNvSpPr txBox="1"/>
          <p:nvPr/>
        </p:nvSpPr>
        <p:spPr>
          <a:xfrm>
            <a:off x="383792" y="6447191"/>
            <a:ext cx="30796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Source: 2018 McKinsey Journey Pulse Benchmarks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68348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89E11-9655-1833-412A-67DDF4A8A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D55C693-7914-8541-B1CF-3F9AD98868E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7" imgW="490" imgH="504" progId="TCLayout.ActiveDocument.1">
                  <p:embed/>
                </p:oleObj>
              </mc:Choice>
              <mc:Fallback>
                <p:oleObj name="think-cell 幻灯片" r:id="rId27" imgW="490" imgH="50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D55C693-7914-8541-B1CF-3F9AD98868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DF667B41-8B2B-6F3C-5662-BA85C5FE25CD}"/>
              </a:ext>
            </a:extLst>
          </p:cNvPr>
          <p:cNvSpPr txBox="1"/>
          <p:nvPr/>
        </p:nvSpPr>
        <p:spPr>
          <a:xfrm>
            <a:off x="383791" y="248978"/>
            <a:ext cx="115678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base"/>
            <a:r>
              <a:rPr lang="en-US" altLang="zh-CN" dirty="0">
                <a:effectLst/>
                <a:latin typeface="HarmonyOS Sans SC Medium" pitchFamily="2" charset="-122"/>
                <a:ea typeface="HarmonyOS Sans SC Medium" pitchFamily="2" charset="-122"/>
              </a:rPr>
              <a:t>An organization without clear aspirations and quantified, committed goals for innovation will</a:t>
            </a:r>
            <a:r>
              <a:rPr lang="zh-CN" altLang="en-US" dirty="0">
                <a:effectLst/>
                <a:latin typeface="HarmonyOS Sans SC Medium" pitchFamily="2" charset="-122"/>
                <a:ea typeface="HarmonyOS Sans SC Medium" pitchFamily="2" charset="-122"/>
              </a:rPr>
              <a:t> </a:t>
            </a:r>
            <a:r>
              <a:rPr lang="en-US" altLang="zh-CN" dirty="0">
                <a:effectLst/>
                <a:latin typeface="HarmonyOS Sans SC Medium" pitchFamily="2" charset="-122"/>
                <a:ea typeface="HarmonyOS Sans SC Medium" pitchFamily="2" charset="-122"/>
              </a:rPr>
              <a:t>fail to</a:t>
            </a:r>
            <a:r>
              <a:rPr lang="zh-CN" altLang="en-US" dirty="0">
                <a:effectLst/>
                <a:latin typeface="HarmonyOS Sans SC Medium" pitchFamily="2" charset="-122"/>
                <a:ea typeface="HarmonyOS Sans SC Medium" pitchFamily="2" charset="-122"/>
              </a:rPr>
              <a:t> </a:t>
            </a:r>
            <a:r>
              <a:rPr lang="en-US" altLang="zh-CN" dirty="0">
                <a:effectLst/>
                <a:latin typeface="HarmonyOS Sans SC Medium" pitchFamily="2" charset="-122"/>
                <a:ea typeface="HarmonyOS Sans SC Medium" pitchFamily="2" charset="-122"/>
              </a:rPr>
              <a:t>innovate at scale</a:t>
            </a:r>
            <a:endParaRPr lang="zh-CN" altLang="en-US" dirty="0">
              <a:effectLst/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9729836-91ED-BE37-F9C0-530A6835227F}"/>
              </a:ext>
            </a:extLst>
          </p:cNvPr>
          <p:cNvSpPr txBox="1"/>
          <p:nvPr/>
        </p:nvSpPr>
        <p:spPr>
          <a:xfrm>
            <a:off x="383792" y="849202"/>
            <a:ext cx="41585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Revenues of hypothetical organization</a:t>
            </a:r>
            <a:r>
              <a:rPr kumimoji="1" lang="zh-CN" altLang="en-US" sz="1400" dirty="0">
                <a:latin typeface="HarmonyOS Sans SC" pitchFamily="2" charset="-122"/>
                <a:ea typeface="HarmonyOS Sans SC" pitchFamily="2" charset="-122"/>
              </a:rPr>
              <a:t>， </a:t>
            </a:r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$</a:t>
            </a:r>
            <a:r>
              <a:rPr kumimoji="1" lang="zh-CN" altLang="en-US" sz="1400" dirty="0">
                <a:latin typeface="HarmonyOS Sans SC Light" pitchFamily="2" charset="-122"/>
                <a:ea typeface="HarmonyOS Sans SC Light" pitchFamily="2" charset="-122"/>
              </a:rPr>
              <a:t> </a:t>
            </a:r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billion</a:t>
            </a:r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369A85C-225A-C52D-B422-0AE3763FDD1A}"/>
              </a:ext>
            </a:extLst>
          </p:cNvPr>
          <p:cNvSpPr txBox="1"/>
          <p:nvPr/>
        </p:nvSpPr>
        <p:spPr>
          <a:xfrm>
            <a:off x="383792" y="6447191"/>
            <a:ext cx="30796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Source: 2018 McKinsey Journey Pulse Benchmarks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53D34B22-4B2B-8387-3758-D9810D42FDED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>
            <a:off x="3656013" y="4222750"/>
            <a:ext cx="5207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F9FE844E-FE4A-9B39-6A5C-D2283870FA1E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7173913" y="2665413"/>
            <a:ext cx="520700" cy="0"/>
          </a:xfrm>
          <a:prstGeom prst="line">
            <a:avLst/>
          </a:prstGeom>
          <a:noFill/>
          <a:ln w="3175" cap="flat" cmpd="sng" algn="ctr">
            <a:noFill/>
            <a:prstDash val="lgDash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3175" cap="flat" cmpd="sng" algn="ctr">
                <a:solidFill>
                  <a:schemeClr val="tx1"/>
                </a:solidFill>
                <a:prstDash val="lgDash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1AF9D038-CEA9-E844-0086-689F7C2A11EB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6002338" y="3911600"/>
            <a:ext cx="5207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直线连接符 43">
            <a:extLst>
              <a:ext uri="{FF2B5EF4-FFF2-40B4-BE49-F238E27FC236}">
                <a16:creationId xmlns:a16="http://schemas.microsoft.com/office/drawing/2014/main" id="{EFF9FE5F-D5EC-4F25-03C7-419CE2938A8E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4829175" y="4035425"/>
            <a:ext cx="5207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A6E8FB65-1A21-BE69-512A-8CA08345FDEE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2484438" y="4533900"/>
            <a:ext cx="5207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65" name="Chart 3">
            <a:extLst>
              <a:ext uri="{FF2B5EF4-FFF2-40B4-BE49-F238E27FC236}">
                <a16:creationId xmlns:a16="http://schemas.microsoft.com/office/drawing/2014/main" id="{3E5CEF51-B0C0-DA8C-975B-10202550DDD4}"/>
              </a:ext>
            </a:extLst>
          </p:cNvPr>
          <p:cNvGraphicFramePr/>
          <p:nvPr>
            <p:custDataLst>
              <p:tags r:id="rId7"/>
            </p:custDataLst>
          </p:nvPr>
        </p:nvGraphicFramePr>
        <p:xfrm>
          <a:off x="1489075" y="1647825"/>
          <a:ext cx="7200900" cy="42148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9"/>
          </a:graphicData>
        </a:graphic>
      </p:graphicFrame>
      <p:sp>
        <p:nvSpPr>
          <p:cNvPr id="64" name="文本占位符 2">
            <a:extLst>
              <a:ext uri="{FF2B5EF4-FFF2-40B4-BE49-F238E27FC236}">
                <a16:creationId xmlns:a16="http://schemas.microsoft.com/office/drawing/2014/main" id="{4A703850-6319-DF21-8402-A75AE91A5E6F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gray">
          <a:xfrm>
            <a:off x="7872413" y="2101850"/>
            <a:ext cx="296863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04AB7922-4ACB-462D-B081-DFB2FD9A2B8A}" type="datetime'''''''''''1'''''',''''''''''''''''''5'''''''''''">
              <a:rPr kumimoji="1" lang="zh-CN" altLang="en-US" sz="14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1,5</a:t>
            </a:fld>
            <a:endParaRPr kumimoji="1" lang="zh-CN" altLang="en-US" sz="14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63" name="文本占位符 2">
            <a:extLst>
              <a:ext uri="{FF2B5EF4-FFF2-40B4-BE49-F238E27FC236}">
                <a16:creationId xmlns:a16="http://schemas.microsoft.com/office/drawing/2014/main" id="{ED70AF21-119C-B57A-3B1B-9AF8F96166D8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gray">
          <a:xfrm>
            <a:off x="6700838" y="3192463"/>
            <a:ext cx="296863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862C670-7CAF-47D8-B5DA-2078ADD576C7}" type="datetime'''''''''''''''''''2'''',''''''''''''''''''''''''''''''''''0'">
              <a:rPr kumimoji="1" lang="zh-CN" altLang="en-US" sz="14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2,0</a:t>
            </a:fld>
            <a:endParaRPr kumimoji="1" lang="zh-CN" altLang="en-US" sz="14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48" name="文本占位符 2">
            <a:extLst>
              <a:ext uri="{FF2B5EF4-FFF2-40B4-BE49-F238E27FC236}">
                <a16:creationId xmlns:a16="http://schemas.microsoft.com/office/drawing/2014/main" id="{5F3E4DFD-3325-4A10-50FC-D14A6CA4884F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gray">
          <a:xfrm>
            <a:off x="5527675" y="3878263"/>
            <a:ext cx="296863" cy="19208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C3FA0BB-A737-4E34-889A-E0F266D6D6A9}" type="datetime'''''''''''0'''''''''''''''''''''',2'''''''''''''''''">
              <a:rPr kumimoji="1" lang="zh-CN" altLang="en-US" sz="14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0,2</a:t>
            </a:fld>
            <a:endParaRPr kumimoji="1" lang="zh-CN" altLang="en-US" sz="14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53" name="文本占位符 2">
            <a:extLst>
              <a:ext uri="{FF2B5EF4-FFF2-40B4-BE49-F238E27FC236}">
                <a16:creationId xmlns:a16="http://schemas.microsoft.com/office/drawing/2014/main" id="{C342E5A9-E524-D1F0-E98E-652337887FA9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gray">
          <a:xfrm>
            <a:off x="4354513" y="4033838"/>
            <a:ext cx="296863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C4626B8A-0752-4D98-BFB4-F2BE6BA28BE6}" type="datetime'''''''0'',''''''''''''''''''''''''''3'''''''''''''''">
              <a:rPr kumimoji="1" lang="zh-CN" altLang="en-US" sz="14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0,3</a:t>
            </a:fld>
            <a:endParaRPr kumimoji="1" lang="zh-CN" altLang="en-US" sz="14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61" name="文本占位符 2">
            <a:extLst>
              <a:ext uri="{FF2B5EF4-FFF2-40B4-BE49-F238E27FC236}">
                <a16:creationId xmlns:a16="http://schemas.microsoft.com/office/drawing/2014/main" id="{0289A5A4-991B-614E-837B-EF7F6B31623A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gray">
          <a:xfrm>
            <a:off x="2009775" y="4316413"/>
            <a:ext cx="296863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B16C643-0634-4675-92AD-DBE9A146BDA7}" type="datetime'''''''''''''''''''''''2'''''''''',''''''''0'''">
              <a:rPr kumimoji="1" lang="zh-CN" altLang="en-US" sz="14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2,0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62" name="文本占位符 2">
            <a:extLst>
              <a:ext uri="{FF2B5EF4-FFF2-40B4-BE49-F238E27FC236}">
                <a16:creationId xmlns:a16="http://schemas.microsoft.com/office/drawing/2014/main" id="{194C77DD-4C9E-2F16-2B52-D37629AAEEFF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gray">
          <a:xfrm>
            <a:off x="3182938" y="4283075"/>
            <a:ext cx="296863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0119D31E-7ADF-4B63-B5AB-13B19B2569EC}" type="datetime'''''''''''''''''''''''''''''0'''''''',5'''''''''''">
              <a:rPr kumimoji="1" lang="zh-CN" altLang="en-US" sz="14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0,5</a:t>
            </a:fld>
            <a:endParaRPr kumimoji="1" lang="zh-CN" altLang="en-US" sz="14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graphicFrame>
        <p:nvGraphicFramePr>
          <p:cNvPr id="167" name="Chart 3">
            <a:extLst>
              <a:ext uri="{FF2B5EF4-FFF2-40B4-BE49-F238E27FC236}">
                <a16:creationId xmlns:a16="http://schemas.microsoft.com/office/drawing/2014/main" id="{CD5D47BC-B481-C838-F880-59A2D187FEBC}"/>
              </a:ext>
            </a:extLst>
          </p:cNvPr>
          <p:cNvGraphicFramePr/>
          <p:nvPr>
            <p:custDataLst>
              <p:tags r:id="rId14"/>
            </p:custDataLst>
          </p:nvPr>
        </p:nvGraphicFramePr>
        <p:xfrm>
          <a:off x="301625" y="1647825"/>
          <a:ext cx="1173163" cy="42148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0"/>
          </a:graphicData>
        </a:graphic>
      </p:graphicFrame>
      <p:sp>
        <p:nvSpPr>
          <p:cNvPr id="97" name="文本占位符 2">
            <a:extLst>
              <a:ext uri="{FF2B5EF4-FFF2-40B4-BE49-F238E27FC236}">
                <a16:creationId xmlns:a16="http://schemas.microsoft.com/office/drawing/2014/main" id="{B99E9621-579E-779F-BBEB-0721655FB486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 bwMode="gray">
          <a:xfrm>
            <a:off x="739775" y="3659188"/>
            <a:ext cx="296863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E13D5A3-76D7-44F0-9924-BC5D1B85683A}" type="datetime'''''''''''6'''''''''''''''''''''''''''''''''''''''',5'''''''''">
              <a:rPr kumimoji="1" lang="zh-CN" altLang="en-US" sz="14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6,5</a:t>
            </a:fld>
            <a:endParaRPr kumimoji="1" lang="zh-CN" altLang="en-US" sz="14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cxnSp>
        <p:nvCxnSpPr>
          <p:cNvPr id="109" name="直线连接符 108">
            <a:extLst>
              <a:ext uri="{FF2B5EF4-FFF2-40B4-BE49-F238E27FC236}">
                <a16:creationId xmlns:a16="http://schemas.microsoft.com/office/drawing/2014/main" id="{725B4EE0-7DB6-7423-B094-B4EC38B067D2}"/>
              </a:ext>
            </a:extLst>
          </p:cNvPr>
          <p:cNvCxnSpPr/>
          <p:nvPr/>
        </p:nvCxnSpPr>
        <p:spPr>
          <a:xfrm>
            <a:off x="1160585" y="1735015"/>
            <a:ext cx="6702303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3" name="Chart 3">
            <a:extLst>
              <a:ext uri="{FF2B5EF4-FFF2-40B4-BE49-F238E27FC236}">
                <a16:creationId xmlns:a16="http://schemas.microsoft.com/office/drawing/2014/main" id="{67771A30-AD6F-8826-EF39-4EEC4C8E072E}"/>
              </a:ext>
            </a:extLst>
          </p:cNvPr>
          <p:cNvGraphicFramePr/>
          <p:nvPr>
            <p:custDataLst>
              <p:tags r:id="rId16"/>
            </p:custDataLst>
          </p:nvPr>
        </p:nvGraphicFramePr>
        <p:xfrm>
          <a:off x="9242425" y="1647825"/>
          <a:ext cx="1174750" cy="42148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1"/>
          </a:graphicData>
        </a:graphic>
      </p:graphicFrame>
      <p:sp>
        <p:nvSpPr>
          <p:cNvPr id="122" name="文本占位符 2">
            <a:extLst>
              <a:ext uri="{FF2B5EF4-FFF2-40B4-BE49-F238E27FC236}">
                <a16:creationId xmlns:a16="http://schemas.microsoft.com/office/drawing/2014/main" id="{A25336E2-CBBC-12E1-3E2A-34BD8338F45D}"/>
              </a:ext>
            </a:extLst>
          </p:cNvPr>
          <p:cNvSpPr txBox="1">
            <a:spLocks/>
          </p:cNvSpPr>
          <p:nvPr>
            <p:custDataLst>
              <p:tags r:id="rId17"/>
            </p:custDataLst>
          </p:nvPr>
        </p:nvSpPr>
        <p:spPr bwMode="gray">
          <a:xfrm>
            <a:off x="9682163" y="2444750"/>
            <a:ext cx="296863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7D132760-7691-45E0-81A4-C760F199A1CA}" type="datetime'''''''''''0'''''''''''''''''''''',''''''''2'''''''''">
              <a:rPr kumimoji="1" lang="zh-CN" altLang="en-US" sz="14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0,2</a:t>
            </a:fld>
            <a:endParaRPr kumimoji="1" lang="zh-CN" altLang="en-US" sz="14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25" name="文本占位符 2">
            <a:extLst>
              <a:ext uri="{FF2B5EF4-FFF2-40B4-BE49-F238E27FC236}">
                <a16:creationId xmlns:a16="http://schemas.microsoft.com/office/drawing/2014/main" id="{3FB645D8-9C38-88C2-BCC7-A2F6A91239C2}"/>
              </a:ext>
            </a:extLst>
          </p:cNvPr>
          <p:cNvSpPr txBox="1">
            <a:spLocks/>
          </p:cNvSpPr>
          <p:nvPr>
            <p:custDataLst>
              <p:tags r:id="rId18"/>
            </p:custDataLst>
          </p:nvPr>
        </p:nvSpPr>
        <p:spPr bwMode="gray">
          <a:xfrm>
            <a:off x="9682163" y="3119438"/>
            <a:ext cx="296863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4ECFCD1-FFD1-4D07-8360-3CF26739ABB1}" type="datetime'0'''''''''''''''',''''''''''''3'''''''''''''''''''''''''''">
              <a:rPr kumimoji="1" lang="zh-CN" altLang="en-US" sz="14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0,3</a:t>
            </a:fld>
            <a:endParaRPr kumimoji="1" lang="zh-CN" altLang="en-US" sz="14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28" name="文本占位符 2">
            <a:extLst>
              <a:ext uri="{FF2B5EF4-FFF2-40B4-BE49-F238E27FC236}">
                <a16:creationId xmlns:a16="http://schemas.microsoft.com/office/drawing/2014/main" id="{AAC83241-41D8-631A-5ED8-09DCFB545C56}"/>
              </a:ext>
            </a:extLst>
          </p:cNvPr>
          <p:cNvSpPr txBox="1">
            <a:spLocks/>
          </p:cNvSpPr>
          <p:nvPr>
            <p:custDataLst>
              <p:tags r:id="rId19"/>
            </p:custDataLst>
          </p:nvPr>
        </p:nvSpPr>
        <p:spPr bwMode="gray">
          <a:xfrm>
            <a:off x="9682163" y="4603750"/>
            <a:ext cx="296863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CBBC741-9584-4AB7-A7C4-994E462E6632}" type="datetime'''''''''''''0'''''''',''''8'''''''''''''''">
              <a:rPr kumimoji="1" lang="zh-CN" altLang="en-US" sz="14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0,8</a:t>
            </a:fld>
            <a:endParaRPr kumimoji="1" lang="zh-CN" altLang="en-US" sz="14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16" name="文本占位符 2">
            <a:extLst>
              <a:ext uri="{FF2B5EF4-FFF2-40B4-BE49-F238E27FC236}">
                <a16:creationId xmlns:a16="http://schemas.microsoft.com/office/drawing/2014/main" id="{409C82BF-2B4C-0573-F04E-13D684DA6A66}"/>
              </a:ext>
            </a:extLst>
          </p:cNvPr>
          <p:cNvSpPr txBox="1">
            <a:spLocks/>
          </p:cNvSpPr>
          <p:nvPr>
            <p:custDataLst>
              <p:tags r:id="rId20"/>
            </p:custDataLst>
          </p:nvPr>
        </p:nvSpPr>
        <p:spPr bwMode="gray">
          <a:xfrm>
            <a:off x="9682163" y="1905000"/>
            <a:ext cx="296863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40599521-0018-4E7E-8FF6-A88172E2BEBF}" type="datetime'''''''''''''''''0'''''''''''''''''''''''''''',''''''2'">
              <a:rPr kumimoji="1" lang="zh-CN" altLang="en-US" sz="14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0,2</a:t>
            </a:fld>
            <a:endParaRPr kumimoji="1" lang="zh-CN" altLang="en-US" sz="14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37" name="文本占位符 2">
            <a:extLst>
              <a:ext uri="{FF2B5EF4-FFF2-40B4-BE49-F238E27FC236}">
                <a16:creationId xmlns:a16="http://schemas.microsoft.com/office/drawing/2014/main" id="{1D7E7B67-7294-1224-8829-E3C7E2A50EDB}"/>
              </a:ext>
            </a:extLst>
          </p:cNvPr>
          <p:cNvSpPr txBox="1">
            <a:spLocks/>
          </p:cNvSpPr>
          <p:nvPr>
            <p:custDataLst>
              <p:tags r:id="rId21"/>
            </p:custDataLst>
          </p:nvPr>
        </p:nvSpPr>
        <p:spPr bwMode="auto">
          <a:xfrm>
            <a:off x="10253663" y="2347914"/>
            <a:ext cx="866775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25AE5D72-2E63-4CE0-BC03-036F6A328695}" type="datetime'Ec''''''''''os''ys''te''m&#10;''''''''''i''n''''''nov''at''ion'">
              <a:rPr kumimoji="1" lang="en-US" altLang="en-US" sz="14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Ecosystem
innovation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38" name="文本占位符 2">
            <a:extLst>
              <a:ext uri="{FF2B5EF4-FFF2-40B4-BE49-F238E27FC236}">
                <a16:creationId xmlns:a16="http://schemas.microsoft.com/office/drawing/2014/main" id="{5539494C-246D-5E60-A51A-B140A5335E0F}"/>
              </a:ext>
            </a:extLst>
          </p:cNvPr>
          <p:cNvSpPr txBox="1">
            <a:spLocks/>
          </p:cNvSpPr>
          <p:nvPr>
            <p:custDataLst>
              <p:tags r:id="rId22"/>
            </p:custDataLst>
          </p:nvPr>
        </p:nvSpPr>
        <p:spPr bwMode="auto">
          <a:xfrm>
            <a:off x="10253663" y="3022601"/>
            <a:ext cx="1295400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13769A3F-2734-43E9-9386-9142906435A7}" type="datetime'''D''i''v''ersif''icati''on&#10;''''a''''nd'' adjac''''encie''s'">
              <a:rPr kumimoji="1" lang="en-US" altLang="en-US" sz="14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Diversification
and adjacencies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39" name="文本占位符 2">
            <a:extLst>
              <a:ext uri="{FF2B5EF4-FFF2-40B4-BE49-F238E27FC236}">
                <a16:creationId xmlns:a16="http://schemas.microsoft.com/office/drawing/2014/main" id="{236D3B9A-FC81-942B-26D9-7788014198E7}"/>
              </a:ext>
            </a:extLst>
          </p:cNvPr>
          <p:cNvSpPr txBox="1">
            <a:spLocks/>
          </p:cNvSpPr>
          <p:nvPr>
            <p:custDataLst>
              <p:tags r:id="rId23"/>
            </p:custDataLst>
          </p:nvPr>
        </p:nvSpPr>
        <p:spPr bwMode="auto">
          <a:xfrm>
            <a:off x="10253662" y="4603750"/>
            <a:ext cx="13081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383C2354-4E17-4E48-A22E-4C0AD05ECC19}" type="datetime'P''''rot''ect t''''h''''e c''''ore'''''''''''''''''''''">
              <a:rPr kumimoji="1" lang="en-US" altLang="en-US" sz="14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Protect the core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35" name="文本占位符 2">
            <a:extLst>
              <a:ext uri="{FF2B5EF4-FFF2-40B4-BE49-F238E27FC236}">
                <a16:creationId xmlns:a16="http://schemas.microsoft.com/office/drawing/2014/main" id="{C712721B-024B-F79D-96C3-7B5347E6921D}"/>
              </a:ext>
            </a:extLst>
          </p:cNvPr>
          <p:cNvSpPr txBox="1">
            <a:spLocks/>
          </p:cNvSpPr>
          <p:nvPr>
            <p:custDataLst>
              <p:tags r:id="rId24"/>
            </p:custDataLst>
          </p:nvPr>
        </p:nvSpPr>
        <p:spPr bwMode="auto">
          <a:xfrm>
            <a:off x="10253662" y="1808164"/>
            <a:ext cx="1111250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AC22395A-88F1-4F70-A57F-F8E1835FDB67}" type="datetime'New'''' b''''''us''''in''''''''''es''''s&#10;''''''mod''el''s'''''">
              <a:rPr kumimoji="1" lang="en-US" altLang="en-US" sz="14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New business
models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cxnSp>
        <p:nvCxnSpPr>
          <p:cNvPr id="149" name="直线箭头连接符 148">
            <a:extLst>
              <a:ext uri="{FF2B5EF4-FFF2-40B4-BE49-F238E27FC236}">
                <a16:creationId xmlns:a16="http://schemas.microsoft.com/office/drawing/2014/main" id="{B8847C9B-AB69-8E53-FFC3-AAC7BF3AE1AB}"/>
              </a:ext>
            </a:extLst>
          </p:cNvPr>
          <p:cNvCxnSpPr/>
          <p:nvPr/>
        </p:nvCxnSpPr>
        <p:spPr>
          <a:xfrm>
            <a:off x="6523038" y="2145323"/>
            <a:ext cx="102662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直线箭头连接符 149">
            <a:extLst>
              <a:ext uri="{FF2B5EF4-FFF2-40B4-BE49-F238E27FC236}">
                <a16:creationId xmlns:a16="http://schemas.microsoft.com/office/drawing/2014/main" id="{C1F1B878-3C38-573B-F962-40D3675B88A4}"/>
              </a:ext>
            </a:extLst>
          </p:cNvPr>
          <p:cNvCxnSpPr>
            <a:cxnSpLocks/>
          </p:cNvCxnSpPr>
          <p:nvPr/>
        </p:nvCxnSpPr>
        <p:spPr>
          <a:xfrm>
            <a:off x="8439761" y="2157046"/>
            <a:ext cx="80266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直线连接符 152">
            <a:extLst>
              <a:ext uri="{FF2B5EF4-FFF2-40B4-BE49-F238E27FC236}">
                <a16:creationId xmlns:a16="http://schemas.microsoft.com/office/drawing/2014/main" id="{F858A4C9-6895-FB4C-EEB1-1EC27D9EA3EA}"/>
              </a:ext>
            </a:extLst>
          </p:cNvPr>
          <p:cNvCxnSpPr/>
          <p:nvPr/>
        </p:nvCxnSpPr>
        <p:spPr>
          <a:xfrm>
            <a:off x="9343292" y="1735015"/>
            <a:ext cx="16998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直线连接符 153">
            <a:extLst>
              <a:ext uri="{FF2B5EF4-FFF2-40B4-BE49-F238E27FC236}">
                <a16:creationId xmlns:a16="http://schemas.microsoft.com/office/drawing/2014/main" id="{3A3458CC-0D8F-FCB8-B64D-058F3AE83D64}"/>
              </a:ext>
            </a:extLst>
          </p:cNvPr>
          <p:cNvCxnSpPr/>
          <p:nvPr/>
        </p:nvCxnSpPr>
        <p:spPr>
          <a:xfrm>
            <a:off x="9343292" y="5767754"/>
            <a:ext cx="16998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直线连接符 154">
            <a:extLst>
              <a:ext uri="{FF2B5EF4-FFF2-40B4-BE49-F238E27FC236}">
                <a16:creationId xmlns:a16="http://schemas.microsoft.com/office/drawing/2014/main" id="{89FE369D-A675-7EBA-972A-ECC5219D386C}"/>
              </a:ext>
            </a:extLst>
          </p:cNvPr>
          <p:cNvCxnSpPr>
            <a:cxnSpLocks/>
          </p:cNvCxnSpPr>
          <p:nvPr/>
        </p:nvCxnSpPr>
        <p:spPr>
          <a:xfrm flipV="1">
            <a:off x="9337430" y="1735015"/>
            <a:ext cx="0" cy="403273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文本框 167">
            <a:extLst>
              <a:ext uri="{FF2B5EF4-FFF2-40B4-BE49-F238E27FC236}">
                <a16:creationId xmlns:a16="http://schemas.microsoft.com/office/drawing/2014/main" id="{C09FE06D-4CB4-76F0-887C-1FFFCABFF79A}"/>
              </a:ext>
            </a:extLst>
          </p:cNvPr>
          <p:cNvSpPr txBox="1"/>
          <p:nvPr/>
        </p:nvSpPr>
        <p:spPr>
          <a:xfrm>
            <a:off x="3271557" y="1868468"/>
            <a:ext cx="281198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This box represents what</a:t>
            </a:r>
          </a:p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innovation needs to deliver, and</a:t>
            </a:r>
          </a:p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can be broken down into the</a:t>
            </a:r>
          </a:p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business as targets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69" name="文本框 168">
            <a:extLst>
              <a:ext uri="{FF2B5EF4-FFF2-40B4-BE49-F238E27FC236}">
                <a16:creationId xmlns:a16="http://schemas.microsoft.com/office/drawing/2014/main" id="{C3ADAF07-FA91-1AFB-7164-284F46FD38CE}"/>
              </a:ext>
            </a:extLst>
          </p:cNvPr>
          <p:cNvSpPr txBox="1"/>
          <p:nvPr/>
        </p:nvSpPr>
        <p:spPr>
          <a:xfrm>
            <a:off x="2914427" y="4547693"/>
            <a:ext cx="83388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Market</a:t>
            </a:r>
          </a:p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growth</a:t>
            </a:r>
          </a:p>
          <a:p>
            <a:r>
              <a:rPr kumimoji="1" lang="zh-CN" altLang="en-US" sz="1400" dirty="0">
                <a:latin typeface="HarmonyOS Sans SC" pitchFamily="2" charset="-122"/>
                <a:ea typeface="HarmonyOS Sans SC" pitchFamily="2" charset="-122"/>
              </a:rPr>
              <a:t>（</a:t>
            </a:r>
            <a:r>
              <a:rPr kumimoji="1" lang="en-US" altLang="zh-CN" sz="1400" dirty="0" err="1">
                <a:latin typeface="HarmonyOS Sans SC" pitchFamily="2" charset="-122"/>
                <a:ea typeface="HarmonyOS Sans SC" pitchFamily="2" charset="-122"/>
              </a:rPr>
              <a:t>ie,fair</a:t>
            </a:r>
            <a:endParaRPr kumimoji="1" lang="en-US" altLang="zh-CN" sz="1400" dirty="0">
              <a:latin typeface="HarmonyOS Sans SC" pitchFamily="2" charset="-122"/>
              <a:ea typeface="HarmonyOS Sans SC" pitchFamily="2" charset="-122"/>
            </a:endParaRPr>
          </a:p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Share</a:t>
            </a:r>
            <a:r>
              <a:rPr kumimoji="1" lang="zh-CN" altLang="en-US" sz="1400" dirty="0">
                <a:latin typeface="HarmonyOS Sans SC" pitchFamily="2" charset="-122"/>
                <a:ea typeface="HarmonyOS Sans SC" pitchFamily="2" charset="-122"/>
              </a:rPr>
              <a:t>）</a:t>
            </a:r>
          </a:p>
        </p:txBody>
      </p:sp>
      <p:sp>
        <p:nvSpPr>
          <p:cNvPr id="170" name="文本框 169">
            <a:extLst>
              <a:ext uri="{FF2B5EF4-FFF2-40B4-BE49-F238E27FC236}">
                <a16:creationId xmlns:a16="http://schemas.microsoft.com/office/drawing/2014/main" id="{C0C7212A-FBAF-F54F-C912-83A0AB5D3E00}"/>
              </a:ext>
            </a:extLst>
          </p:cNvPr>
          <p:cNvSpPr txBox="1"/>
          <p:nvPr/>
        </p:nvSpPr>
        <p:spPr>
          <a:xfrm>
            <a:off x="4067543" y="4222750"/>
            <a:ext cx="88838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Share</a:t>
            </a:r>
          </a:p>
          <a:p>
            <a:pPr algn="ctr"/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gain in</a:t>
            </a:r>
          </a:p>
          <a:p>
            <a:pPr algn="ctr"/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current</a:t>
            </a:r>
          </a:p>
          <a:p>
            <a:pPr algn="ctr"/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business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71" name="文本框 170">
            <a:extLst>
              <a:ext uri="{FF2B5EF4-FFF2-40B4-BE49-F238E27FC236}">
                <a16:creationId xmlns:a16="http://schemas.microsoft.com/office/drawing/2014/main" id="{3C3F03CE-6A62-945E-7E61-BD618549447D}"/>
              </a:ext>
            </a:extLst>
          </p:cNvPr>
          <p:cNvSpPr txBox="1"/>
          <p:nvPr/>
        </p:nvSpPr>
        <p:spPr>
          <a:xfrm>
            <a:off x="5100467" y="4070351"/>
            <a:ext cx="1151277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Incremental</a:t>
            </a:r>
          </a:p>
          <a:p>
            <a:pPr algn="ctr"/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innovation</a:t>
            </a:r>
          </a:p>
          <a:p>
            <a:pPr algn="ctr"/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through</a:t>
            </a:r>
          </a:p>
          <a:p>
            <a:pPr algn="ctr"/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process</a:t>
            </a:r>
          </a:p>
          <a:p>
            <a:pPr algn="ctr"/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efficiency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72" name="文本框 171">
            <a:extLst>
              <a:ext uri="{FF2B5EF4-FFF2-40B4-BE49-F238E27FC236}">
                <a16:creationId xmlns:a16="http://schemas.microsoft.com/office/drawing/2014/main" id="{09AADF63-9209-01A5-A9A1-73E58693804B}"/>
              </a:ext>
            </a:extLst>
          </p:cNvPr>
          <p:cNvSpPr txBox="1"/>
          <p:nvPr/>
        </p:nvSpPr>
        <p:spPr>
          <a:xfrm>
            <a:off x="6406708" y="3926517"/>
            <a:ext cx="95090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Inorganic</a:t>
            </a:r>
          </a:p>
          <a:p>
            <a:pPr algn="ctr"/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growth</a:t>
            </a:r>
          </a:p>
          <a:p>
            <a:pPr algn="ctr"/>
            <a:r>
              <a:rPr kumimoji="1" lang="zh-CN" altLang="en-US" sz="1400" dirty="0">
                <a:latin typeface="HarmonyOS Sans SC" pitchFamily="2" charset="-122"/>
                <a:ea typeface="HarmonyOS Sans SC" pitchFamily="2" charset="-122"/>
              </a:rPr>
              <a:t>（</a:t>
            </a:r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M&amp;A</a:t>
            </a:r>
            <a:r>
              <a:rPr kumimoji="1" lang="zh-CN" altLang="en-US" sz="1400" dirty="0">
                <a:latin typeface="HarmonyOS Sans SC" pitchFamily="2" charset="-122"/>
                <a:ea typeface="HarmonyOS Sans SC" pitchFamily="2" charset="-122"/>
              </a:rPr>
              <a:t>）</a:t>
            </a:r>
          </a:p>
        </p:txBody>
      </p:sp>
      <p:sp>
        <p:nvSpPr>
          <p:cNvPr id="173" name="文本框 172">
            <a:extLst>
              <a:ext uri="{FF2B5EF4-FFF2-40B4-BE49-F238E27FC236}">
                <a16:creationId xmlns:a16="http://schemas.microsoft.com/office/drawing/2014/main" id="{66E9F3ED-97B8-60E8-9CE3-0E10A293BB04}"/>
              </a:ext>
            </a:extLst>
          </p:cNvPr>
          <p:cNvSpPr txBox="1"/>
          <p:nvPr/>
        </p:nvSpPr>
        <p:spPr>
          <a:xfrm>
            <a:off x="7493295" y="1413172"/>
            <a:ext cx="10550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Innovation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74" name="文本框 173">
            <a:extLst>
              <a:ext uri="{FF2B5EF4-FFF2-40B4-BE49-F238E27FC236}">
                <a16:creationId xmlns:a16="http://schemas.microsoft.com/office/drawing/2014/main" id="{DD0E6B4C-3F35-EF7E-9154-70F24BFCFEA5}"/>
              </a:ext>
            </a:extLst>
          </p:cNvPr>
          <p:cNvSpPr txBox="1"/>
          <p:nvPr/>
        </p:nvSpPr>
        <p:spPr>
          <a:xfrm>
            <a:off x="1736455" y="5765205"/>
            <a:ext cx="84350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Current</a:t>
            </a:r>
          </a:p>
          <a:p>
            <a:pPr algn="ctr"/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position</a:t>
            </a:r>
          </a:p>
          <a:p>
            <a:pPr algn="ctr"/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2019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75" name="文本框 174">
            <a:extLst>
              <a:ext uri="{FF2B5EF4-FFF2-40B4-BE49-F238E27FC236}">
                <a16:creationId xmlns:a16="http://schemas.microsoft.com/office/drawing/2014/main" id="{4ED9B41B-1309-1586-7C2D-F5E30F56498E}"/>
              </a:ext>
            </a:extLst>
          </p:cNvPr>
          <p:cNvSpPr txBox="1"/>
          <p:nvPr/>
        </p:nvSpPr>
        <p:spPr>
          <a:xfrm>
            <a:off x="466455" y="5760323"/>
            <a:ext cx="84350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Target</a:t>
            </a:r>
          </a:p>
          <a:p>
            <a:pPr algn="ctr"/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position</a:t>
            </a:r>
          </a:p>
          <a:p>
            <a:pPr algn="ctr"/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2025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76" name="文本框 175">
            <a:extLst>
              <a:ext uri="{FF2B5EF4-FFF2-40B4-BE49-F238E27FC236}">
                <a16:creationId xmlns:a16="http://schemas.microsoft.com/office/drawing/2014/main" id="{52EF9848-C5BC-1CE9-D0DD-01D35EDA59D2}"/>
              </a:ext>
            </a:extLst>
          </p:cNvPr>
          <p:cNvSpPr txBox="1"/>
          <p:nvPr/>
        </p:nvSpPr>
        <p:spPr>
          <a:xfrm>
            <a:off x="9242425" y="1201243"/>
            <a:ext cx="18469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>
                <a:latin typeface="HarmonyOS Sans SC" pitchFamily="2" charset="-122"/>
                <a:ea typeface="HarmonyOS Sans SC" pitchFamily="2" charset="-122"/>
              </a:rPr>
              <a:t>Innovation by 2025</a:t>
            </a:r>
            <a:endParaRPr kumimoji="1" lang="zh-CN" altLang="en-US" sz="1400" b="1" dirty="0">
              <a:latin typeface="HarmonyOS Sans SC" pitchFamily="2" charset="-122"/>
              <a:ea typeface="HarmonyOS Sans SC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232476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70606A48-7EA1-AB01-CC5C-CB20B29FD1D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57" imgW="7772400" imgH="10058400" progId="TCLayout.ActiveDocument.1">
                  <p:embed/>
                </p:oleObj>
              </mc:Choice>
              <mc:Fallback>
                <p:oleObj name="think-cell 幻灯片" r:id="rId57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0606A48-7EA1-AB01-CC5C-CB20B29FD1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E5C7CA9D-3C00-7C5B-1204-F6C2F31C759E}"/>
              </a:ext>
            </a:extLst>
          </p:cNvPr>
          <p:cNvSpPr txBox="1"/>
          <p:nvPr/>
        </p:nvSpPr>
        <p:spPr>
          <a:xfrm>
            <a:off x="357808" y="210142"/>
            <a:ext cx="114555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Expectations for satellite constellation deployments continue to outpace reality, but operators are making progress.</a:t>
            </a:r>
            <a:endParaRPr kumimoji="1" lang="zh-CN" altLang="en-US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124AAD-5799-29A3-7AAF-AAAF42A4D8FC}"/>
              </a:ext>
            </a:extLst>
          </p:cNvPr>
          <p:cNvSpPr txBox="1"/>
          <p:nvPr/>
        </p:nvSpPr>
        <p:spPr>
          <a:xfrm>
            <a:off x="357808" y="965516"/>
            <a:ext cx="52068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Comparison of satellite constellation deployment status</a:t>
            </a:r>
            <a:r>
              <a:rPr kumimoji="1" lang="zh-CN" altLang="en-US" sz="1400" dirty="0">
                <a:latin typeface="HarmonyOS Sans SC" pitchFamily="2" charset="-122"/>
                <a:ea typeface="HarmonyOS Sans SC" pitchFamily="2" charset="-122"/>
              </a:rPr>
              <a:t>，</a:t>
            </a:r>
            <a:r>
              <a:rPr kumimoji="1" lang="en-US" altLang="zh-CN" sz="1400" baseline="30000" dirty="0">
                <a:latin typeface="HarmonyOS Sans SC Light" pitchFamily="2" charset="-122"/>
                <a:ea typeface="HarmonyOS Sans SC Light" pitchFamily="2" charset="-122"/>
              </a:rPr>
              <a:t>1</a:t>
            </a:r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 %</a:t>
            </a:r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cxnSp>
        <p:nvCxnSpPr>
          <p:cNvPr id="156" name="直线连接符 155">
            <a:extLst>
              <a:ext uri="{FF2B5EF4-FFF2-40B4-BE49-F238E27FC236}">
                <a16:creationId xmlns:a16="http://schemas.microsoft.com/office/drawing/2014/main" id="{DAF7ED90-A979-F66B-CA21-9085EB1DA115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 flipV="1">
            <a:off x="4362450" y="2190750"/>
            <a:ext cx="2151063" cy="8731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8" name="直线连接符 197">
            <a:extLst>
              <a:ext uri="{FF2B5EF4-FFF2-40B4-BE49-F238E27FC236}">
                <a16:creationId xmlns:a16="http://schemas.microsoft.com/office/drawing/2014/main" id="{E5FB4851-D05B-5515-58A5-5F2DE3F71F85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V="1">
            <a:off x="4362450" y="4618038"/>
            <a:ext cx="2151063" cy="90488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6" name="直线连接符 165">
            <a:extLst>
              <a:ext uri="{FF2B5EF4-FFF2-40B4-BE49-F238E27FC236}">
                <a16:creationId xmlns:a16="http://schemas.microsoft.com/office/drawing/2014/main" id="{BBC22527-34F5-9A54-D0A6-6B15625AFED6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7375525" y="2190750"/>
            <a:ext cx="2152650" cy="168275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4" name="直线连接符 163">
            <a:extLst>
              <a:ext uri="{FF2B5EF4-FFF2-40B4-BE49-F238E27FC236}">
                <a16:creationId xmlns:a16="http://schemas.microsoft.com/office/drawing/2014/main" id="{A3A14922-ACCF-14ED-4ECF-7E6CDB113C07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 flipV="1">
            <a:off x="7375525" y="1936750"/>
            <a:ext cx="2152650" cy="3175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2" name="直线连接符 161">
            <a:extLst>
              <a:ext uri="{FF2B5EF4-FFF2-40B4-BE49-F238E27FC236}">
                <a16:creationId xmlns:a16="http://schemas.microsoft.com/office/drawing/2014/main" id="{940C0C6F-AD9D-36D4-705F-028ABF91D55D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7375525" y="1808164"/>
            <a:ext cx="2152650" cy="28575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0" name="直线连接符 159">
            <a:extLst>
              <a:ext uri="{FF2B5EF4-FFF2-40B4-BE49-F238E27FC236}">
                <a16:creationId xmlns:a16="http://schemas.microsoft.com/office/drawing/2014/main" id="{712F5016-7435-8E77-DCC3-92A2463978A4}"/>
              </a:ext>
            </a:extLst>
          </p:cNvPr>
          <p:cNvCxnSpPr/>
          <p:nvPr>
            <p:custDataLst>
              <p:tags r:id="rId7"/>
            </p:custDataLst>
          </p:nvPr>
        </p:nvCxnSpPr>
        <p:spPr bwMode="auto">
          <a:xfrm flipV="1">
            <a:off x="4362450" y="1808164"/>
            <a:ext cx="2151063" cy="28575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8" name="直线连接符 157">
            <a:extLst>
              <a:ext uri="{FF2B5EF4-FFF2-40B4-BE49-F238E27FC236}">
                <a16:creationId xmlns:a16="http://schemas.microsoft.com/office/drawing/2014/main" id="{44FC4FD4-9925-B883-08B1-52895D08C1BB}"/>
              </a:ext>
            </a:extLst>
          </p:cNvPr>
          <p:cNvCxnSpPr/>
          <p:nvPr>
            <p:custDataLst>
              <p:tags r:id="rId8"/>
            </p:custDataLst>
          </p:nvPr>
        </p:nvCxnSpPr>
        <p:spPr bwMode="auto">
          <a:xfrm>
            <a:off x="4362450" y="1930400"/>
            <a:ext cx="2151063" cy="9525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4" name="直线连接符 153">
            <a:extLst>
              <a:ext uri="{FF2B5EF4-FFF2-40B4-BE49-F238E27FC236}">
                <a16:creationId xmlns:a16="http://schemas.microsoft.com/office/drawing/2014/main" id="{A8342F78-A80A-A98E-23D9-6FFE69AD847F}"/>
              </a:ext>
            </a:extLst>
          </p:cNvPr>
          <p:cNvCxnSpPr/>
          <p:nvPr>
            <p:custDataLst>
              <p:tags r:id="rId9"/>
            </p:custDataLst>
          </p:nvPr>
        </p:nvCxnSpPr>
        <p:spPr bwMode="auto">
          <a:xfrm flipV="1">
            <a:off x="4362450" y="2322514"/>
            <a:ext cx="2151063" cy="650875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2" name="直线连接符 151">
            <a:extLst>
              <a:ext uri="{FF2B5EF4-FFF2-40B4-BE49-F238E27FC236}">
                <a16:creationId xmlns:a16="http://schemas.microsoft.com/office/drawing/2014/main" id="{301A7357-C236-A753-936E-E5791B77DA1F}"/>
              </a:ext>
            </a:extLst>
          </p:cNvPr>
          <p:cNvCxnSpPr/>
          <p:nvPr>
            <p:custDataLst>
              <p:tags r:id="rId10"/>
            </p:custDataLst>
          </p:nvPr>
        </p:nvCxnSpPr>
        <p:spPr bwMode="auto">
          <a:xfrm flipV="1">
            <a:off x="4362450" y="2455863"/>
            <a:ext cx="2151063" cy="674688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0" name="直线连接符 149">
            <a:extLst>
              <a:ext uri="{FF2B5EF4-FFF2-40B4-BE49-F238E27FC236}">
                <a16:creationId xmlns:a16="http://schemas.microsoft.com/office/drawing/2014/main" id="{E698A2FF-7321-ABBF-F99B-2D25816F10F4}"/>
              </a:ext>
            </a:extLst>
          </p:cNvPr>
          <p:cNvCxnSpPr/>
          <p:nvPr>
            <p:custDataLst>
              <p:tags r:id="rId11"/>
            </p:custDataLst>
          </p:nvPr>
        </p:nvCxnSpPr>
        <p:spPr bwMode="auto">
          <a:xfrm flipV="1">
            <a:off x="4362450" y="2944813"/>
            <a:ext cx="2151063" cy="27940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8" name="直线连接符 147">
            <a:extLst>
              <a:ext uri="{FF2B5EF4-FFF2-40B4-BE49-F238E27FC236}">
                <a16:creationId xmlns:a16="http://schemas.microsoft.com/office/drawing/2014/main" id="{17FFBF7A-C650-5DE7-CA5D-DC8B35243425}"/>
              </a:ext>
            </a:extLst>
          </p:cNvPr>
          <p:cNvCxnSpPr/>
          <p:nvPr>
            <p:custDataLst>
              <p:tags r:id="rId12"/>
            </p:custDataLst>
          </p:nvPr>
        </p:nvCxnSpPr>
        <p:spPr bwMode="auto">
          <a:xfrm flipV="1">
            <a:off x="4362450" y="4711701"/>
            <a:ext cx="2151063" cy="28575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6" name="直线连接符 145">
            <a:extLst>
              <a:ext uri="{FF2B5EF4-FFF2-40B4-BE49-F238E27FC236}">
                <a16:creationId xmlns:a16="http://schemas.microsoft.com/office/drawing/2014/main" id="{1FF6DDB5-8A20-D5BE-BB13-CFEA263E8F97}"/>
              </a:ext>
            </a:extLst>
          </p:cNvPr>
          <p:cNvCxnSpPr/>
          <p:nvPr>
            <p:custDataLst>
              <p:tags r:id="rId13"/>
            </p:custDataLst>
          </p:nvPr>
        </p:nvCxnSpPr>
        <p:spPr bwMode="auto">
          <a:xfrm flipV="1">
            <a:off x="7375525" y="4686300"/>
            <a:ext cx="2152650" cy="2540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4" name="直线连接符 143">
            <a:extLst>
              <a:ext uri="{FF2B5EF4-FFF2-40B4-BE49-F238E27FC236}">
                <a16:creationId xmlns:a16="http://schemas.microsoft.com/office/drawing/2014/main" id="{9E69263F-E98D-5F8E-8B59-16C212E0D3AD}"/>
              </a:ext>
            </a:extLst>
          </p:cNvPr>
          <p:cNvCxnSpPr/>
          <p:nvPr>
            <p:custDataLst>
              <p:tags r:id="rId14"/>
            </p:custDataLst>
          </p:nvPr>
        </p:nvCxnSpPr>
        <p:spPr bwMode="auto">
          <a:xfrm flipV="1">
            <a:off x="7375525" y="4567238"/>
            <a:ext cx="2152650" cy="5080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2" name="直线连接符 141">
            <a:extLst>
              <a:ext uri="{FF2B5EF4-FFF2-40B4-BE49-F238E27FC236}">
                <a16:creationId xmlns:a16="http://schemas.microsoft.com/office/drawing/2014/main" id="{25139971-D4D5-AF20-69C9-DE49AE98A1EA}"/>
              </a:ext>
            </a:extLst>
          </p:cNvPr>
          <p:cNvCxnSpPr/>
          <p:nvPr>
            <p:custDataLst>
              <p:tags r:id="rId15"/>
            </p:custDataLst>
          </p:nvPr>
        </p:nvCxnSpPr>
        <p:spPr bwMode="auto">
          <a:xfrm>
            <a:off x="7375525" y="2944813"/>
            <a:ext cx="2152650" cy="147638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0" name="直线连接符 139">
            <a:extLst>
              <a:ext uri="{FF2B5EF4-FFF2-40B4-BE49-F238E27FC236}">
                <a16:creationId xmlns:a16="http://schemas.microsoft.com/office/drawing/2014/main" id="{3C700749-14A9-50B3-2808-F032EB9223CE}"/>
              </a:ext>
            </a:extLst>
          </p:cNvPr>
          <p:cNvCxnSpPr/>
          <p:nvPr>
            <p:custDataLst>
              <p:tags r:id="rId16"/>
            </p:custDataLst>
          </p:nvPr>
        </p:nvCxnSpPr>
        <p:spPr bwMode="auto">
          <a:xfrm>
            <a:off x="7375525" y="2455863"/>
            <a:ext cx="2152650" cy="30480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8" name="直线连接符 137">
            <a:extLst>
              <a:ext uri="{FF2B5EF4-FFF2-40B4-BE49-F238E27FC236}">
                <a16:creationId xmlns:a16="http://schemas.microsoft.com/office/drawing/2014/main" id="{B21A673B-A1BB-E139-C1CF-64ED17A186FB}"/>
              </a:ext>
            </a:extLst>
          </p:cNvPr>
          <p:cNvCxnSpPr/>
          <p:nvPr>
            <p:custDataLst>
              <p:tags r:id="rId17"/>
            </p:custDataLst>
          </p:nvPr>
        </p:nvCxnSpPr>
        <p:spPr bwMode="auto">
          <a:xfrm>
            <a:off x="7375525" y="2322513"/>
            <a:ext cx="2152650" cy="43815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03" name="Chart 3">
            <a:extLst>
              <a:ext uri="{FF2B5EF4-FFF2-40B4-BE49-F238E27FC236}">
                <a16:creationId xmlns:a16="http://schemas.microsoft.com/office/drawing/2014/main" id="{5E6B1EE0-4507-62E6-7AE1-595F0C098548}"/>
              </a:ext>
            </a:extLst>
          </p:cNvPr>
          <p:cNvGraphicFramePr/>
          <p:nvPr>
            <p:custDataLst>
              <p:tags r:id="rId18"/>
            </p:custDataLst>
          </p:nvPr>
        </p:nvGraphicFramePr>
        <p:xfrm>
          <a:off x="2341563" y="1725613"/>
          <a:ext cx="9207500" cy="3413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9"/>
          </a:graphicData>
        </a:graphic>
      </p:graphicFrame>
      <p:cxnSp>
        <p:nvCxnSpPr>
          <p:cNvPr id="202" name="直线连接符 201">
            <a:extLst>
              <a:ext uri="{FF2B5EF4-FFF2-40B4-BE49-F238E27FC236}">
                <a16:creationId xmlns:a16="http://schemas.microsoft.com/office/drawing/2014/main" id="{DD9DF578-C65E-10BB-0E74-CA57A0F25B95}"/>
              </a:ext>
            </a:extLst>
          </p:cNvPr>
          <p:cNvCxnSpPr/>
          <p:nvPr>
            <p:custDataLst>
              <p:tags r:id="rId19"/>
            </p:custDataLst>
          </p:nvPr>
        </p:nvCxnSpPr>
        <p:spPr bwMode="auto">
          <a:xfrm>
            <a:off x="3403600" y="4703763"/>
            <a:ext cx="58738" cy="20637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文本占位符 2">
            <a:extLst>
              <a:ext uri="{FF2B5EF4-FFF2-40B4-BE49-F238E27FC236}">
                <a16:creationId xmlns:a16="http://schemas.microsoft.com/office/drawing/2014/main" id="{0AC65780-BA0E-4F11-54EF-CE184CA23473}"/>
              </a:ext>
            </a:extLst>
          </p:cNvPr>
          <p:cNvSpPr txBox="1">
            <a:spLocks/>
          </p:cNvSpPr>
          <p:nvPr>
            <p:custDataLst>
              <p:tags r:id="rId20"/>
            </p:custDataLst>
          </p:nvPr>
        </p:nvSpPr>
        <p:spPr bwMode="auto">
          <a:xfrm>
            <a:off x="509588" y="4837113"/>
            <a:ext cx="286861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8A064333-2CD6-43B7-9DAE-A9F65E2AD740}" type="datetime'Conste''l''lation canc''eled before a''n''y'''' lau''''nc''h'">
              <a:rPr kumimoji="1" lang="en-US" altLang="en-US" sz="1200" smtClean="0">
                <a:latin typeface="HarmonyOS Sans SC" pitchFamily="2" charset="-122"/>
                <a:ea typeface="HarmonyOS Sans SC" pitchFamily="2" charset="-122"/>
              </a:rPr>
              <a:pPr/>
              <a:t>Constellation canceled before any launch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49" name="文本占位符 2">
            <a:extLst>
              <a:ext uri="{FF2B5EF4-FFF2-40B4-BE49-F238E27FC236}">
                <a16:creationId xmlns:a16="http://schemas.microsoft.com/office/drawing/2014/main" id="{4D19C16F-7A42-3748-9805-8EC3F692A410}"/>
              </a:ext>
            </a:extLst>
          </p:cNvPr>
          <p:cNvSpPr txBox="1">
            <a:spLocks/>
          </p:cNvSpPr>
          <p:nvPr>
            <p:custDataLst>
              <p:tags r:id="rId21"/>
            </p:custDataLst>
          </p:nvPr>
        </p:nvSpPr>
        <p:spPr bwMode="gray">
          <a:xfrm>
            <a:off x="3803650" y="4641850"/>
            <a:ext cx="255588" cy="165100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002F897-DCDB-4971-A6AD-F3473D7638ED}" type="datetime'''''1,''''''''''''''''''''''''''''''''''''''''''''''0'''">
              <a:rPr kumimoji="1" lang="zh-CN" altLang="en-US" sz="1200" smtClean="0">
                <a:effectLst/>
                <a:latin typeface="HarmonyOS Sans SC" pitchFamily="2" charset="-122"/>
                <a:ea typeface="HarmonyOS Sans SC" pitchFamily="2" charset="-122"/>
              </a:rPr>
              <a:pPr/>
              <a:t>1,0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47" name="文本占位符 2">
            <a:extLst>
              <a:ext uri="{FF2B5EF4-FFF2-40B4-BE49-F238E27FC236}">
                <a16:creationId xmlns:a16="http://schemas.microsoft.com/office/drawing/2014/main" id="{44BD2DF5-6AA8-5F57-8FBF-57C1FAEA545E}"/>
              </a:ext>
            </a:extLst>
          </p:cNvPr>
          <p:cNvSpPr txBox="1">
            <a:spLocks/>
          </p:cNvSpPr>
          <p:nvPr>
            <p:custDataLst>
              <p:tags r:id="rId22"/>
            </p:custDataLst>
          </p:nvPr>
        </p:nvSpPr>
        <p:spPr bwMode="auto">
          <a:xfrm>
            <a:off x="515938" y="4621213"/>
            <a:ext cx="28622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C8728A47-0958-432C-9E60-1258986B20DE}" type="datetime'Conste''l''lat''i''on can''c''''eled after ''initia''l launch'">
              <a:rPr kumimoji="1" lang="en-US" altLang="en-US" sz="1200" smtClean="0">
                <a:latin typeface="HarmonyOS Sans SC" pitchFamily="2" charset="-122"/>
                <a:ea typeface="HarmonyOS Sans SC" pitchFamily="2" charset="-122"/>
              </a:rPr>
              <a:pPr/>
              <a:t>Constellation canceled after initial launch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43" name="文本占位符 2">
            <a:extLst>
              <a:ext uri="{FF2B5EF4-FFF2-40B4-BE49-F238E27FC236}">
                <a16:creationId xmlns:a16="http://schemas.microsoft.com/office/drawing/2014/main" id="{43BEAFA2-1650-5D87-F861-83426335C358}"/>
              </a:ext>
            </a:extLst>
          </p:cNvPr>
          <p:cNvSpPr txBox="1">
            <a:spLocks/>
          </p:cNvSpPr>
          <p:nvPr>
            <p:custDataLst>
              <p:tags r:id="rId23"/>
            </p:custDataLst>
          </p:nvPr>
        </p:nvSpPr>
        <p:spPr bwMode="gray">
          <a:xfrm>
            <a:off x="9831388" y="1803400"/>
            <a:ext cx="255588" cy="165100"/>
          </a:xfrm>
          <a:prstGeom prst="rect">
            <a:avLst/>
          </a:prstGeom>
          <a:solidFill>
            <a:srgbClr val="00ACFB"/>
          </a:solidFill>
          <a:ln>
            <a:noFill/>
          </a:ln>
          <a:effectLst/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EDD7508-75D5-46C5-BA72-543C64712E07}" type="datetime'''''''3'''''''''',''''''''''''''''''''1'''''''''''''">
              <a:rPr kumimoji="1" lang="zh-CN" altLang="en-US" sz="12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</a:rPr>
              <a:pPr/>
              <a:t>3,1</a:t>
            </a:fld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41" name="文本占位符 2">
            <a:extLst>
              <a:ext uri="{FF2B5EF4-FFF2-40B4-BE49-F238E27FC236}">
                <a16:creationId xmlns:a16="http://schemas.microsoft.com/office/drawing/2014/main" id="{177676E6-045B-054F-B459-623F1DB9E98B}"/>
              </a:ext>
            </a:extLst>
          </p:cNvPr>
          <p:cNvSpPr txBox="1">
            <a:spLocks/>
          </p:cNvSpPr>
          <p:nvPr>
            <p:custDataLst>
              <p:tags r:id="rId24"/>
            </p:custDataLst>
          </p:nvPr>
        </p:nvSpPr>
        <p:spPr bwMode="gray">
          <a:xfrm>
            <a:off x="3589338" y="3094038"/>
            <a:ext cx="255588" cy="1651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A1CFAAF-234B-4316-B601-51CA7B5923ED}" type="datetime'''2,''9'''''''''''''''''''''''''''''''''''''''''''''''''''">
              <a:rPr kumimoji="1" lang="zh-CN" altLang="en-US" sz="12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</a:rPr>
              <a:pPr/>
              <a:t>2,9</a:t>
            </a:fld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40" name="文本占位符 2">
            <a:extLst>
              <a:ext uri="{FF2B5EF4-FFF2-40B4-BE49-F238E27FC236}">
                <a16:creationId xmlns:a16="http://schemas.microsoft.com/office/drawing/2014/main" id="{BA478B75-7775-82FA-257E-E2DE55427CF1}"/>
              </a:ext>
            </a:extLst>
          </p:cNvPr>
          <p:cNvSpPr txBox="1">
            <a:spLocks/>
          </p:cNvSpPr>
          <p:nvPr>
            <p:custDataLst>
              <p:tags r:id="rId25"/>
            </p:custDataLst>
          </p:nvPr>
        </p:nvSpPr>
        <p:spPr bwMode="gray">
          <a:xfrm>
            <a:off x="3803650" y="1800225"/>
            <a:ext cx="255588" cy="165100"/>
          </a:xfrm>
          <a:prstGeom prst="rect">
            <a:avLst/>
          </a:prstGeom>
          <a:solidFill>
            <a:srgbClr val="00ACFB"/>
          </a:solidFill>
          <a:ln>
            <a:noFill/>
          </a:ln>
          <a:effectLst/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9136FF3-C212-4FD4-A142-DA3300FBD6CC}" type="datetime'''''''''2'''''''''''''''''''',''''''''''''''''''9'''''">
              <a:rPr kumimoji="1" lang="zh-CN" altLang="en-US" sz="12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</a:rPr>
              <a:pPr/>
              <a:t>2,9</a:t>
            </a:fld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8" name="文本占位符 2">
            <a:extLst>
              <a:ext uri="{FF2B5EF4-FFF2-40B4-BE49-F238E27FC236}">
                <a16:creationId xmlns:a16="http://schemas.microsoft.com/office/drawing/2014/main" id="{76EEE5A3-0921-6DA3-38C7-05B46A539B90}"/>
              </a:ext>
            </a:extLst>
          </p:cNvPr>
          <p:cNvSpPr txBox="1">
            <a:spLocks/>
          </p:cNvSpPr>
          <p:nvPr>
            <p:custDataLst>
              <p:tags r:id="rId26"/>
            </p:custDataLst>
          </p:nvPr>
        </p:nvSpPr>
        <p:spPr bwMode="auto">
          <a:xfrm>
            <a:off x="1584325" y="3883025"/>
            <a:ext cx="17938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F417CACA-EB8D-49A3-8B2C-2D8F394F4219}" type="datetime'No'' sa''t''''''e''''lli''te''s l''a''unc''hed'''' y''e''t'">
              <a:rPr kumimoji="1" lang="en-US" altLang="en-US" sz="1200" smtClean="0">
                <a:latin typeface="HarmonyOS Sans SC" pitchFamily="2" charset="-122"/>
                <a:ea typeface="HarmonyOS Sans SC" pitchFamily="2" charset="-122"/>
              </a:rPr>
              <a:pPr/>
              <a:t>No satellites launched yet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5" name="文本占位符 2">
            <a:extLst>
              <a:ext uri="{FF2B5EF4-FFF2-40B4-BE49-F238E27FC236}">
                <a16:creationId xmlns:a16="http://schemas.microsoft.com/office/drawing/2014/main" id="{3F93D13D-E554-2283-D883-C676DF731F86}"/>
              </a:ext>
            </a:extLst>
          </p:cNvPr>
          <p:cNvSpPr txBox="1">
            <a:spLocks/>
          </p:cNvSpPr>
          <p:nvPr>
            <p:custDataLst>
              <p:tags r:id="rId27"/>
            </p:custDataLst>
          </p:nvPr>
        </p:nvSpPr>
        <p:spPr bwMode="auto">
          <a:xfrm>
            <a:off x="1027113" y="3140075"/>
            <a:ext cx="235108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F7D77DF7-35D0-4689-A39F-C0222EE677C9}" type="datetime'S''tag''''na''ted'' ''''（n''o'' ''growt''h'' &gt;''1 yea''r''）'''">
              <a:rPr kumimoji="1" lang="en-US" altLang="en-US" sz="1200" smtClean="0">
                <a:latin typeface="HarmonyOS Sans SC" pitchFamily="2" charset="-122"/>
                <a:ea typeface="HarmonyOS Sans SC" pitchFamily="2" charset="-122"/>
              </a:rPr>
              <a:pPr/>
              <a:t>Stagnated （no growth &gt;1 year）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99" name="文本占位符 2">
            <a:extLst>
              <a:ext uri="{FF2B5EF4-FFF2-40B4-BE49-F238E27FC236}">
                <a16:creationId xmlns:a16="http://schemas.microsoft.com/office/drawing/2014/main" id="{1E313881-C938-840A-15B9-6675372CB62B}"/>
              </a:ext>
            </a:extLst>
          </p:cNvPr>
          <p:cNvSpPr txBox="1">
            <a:spLocks/>
          </p:cNvSpPr>
          <p:nvPr>
            <p:custDataLst>
              <p:tags r:id="rId28"/>
            </p:custDataLst>
          </p:nvPr>
        </p:nvSpPr>
        <p:spPr bwMode="gray">
          <a:xfrm>
            <a:off x="9831388" y="2678113"/>
            <a:ext cx="255588" cy="165100"/>
          </a:xfrm>
          <a:prstGeom prst="rect">
            <a:avLst/>
          </a:prstGeom>
          <a:solidFill>
            <a:srgbClr val="00365C"/>
          </a:solidFill>
          <a:ln>
            <a:noFill/>
          </a:ln>
          <a:effectLst/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DC38029-9A85-4B35-B35E-B2BEC4BA074A}" type="datetime'''''''''''''''''''''''0'',''''''''0'''''''''''''''''''">
              <a:rPr kumimoji="1" lang="zh-CN" altLang="en-US" sz="12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</a:rPr>
              <a:pPr/>
              <a:t>0,0</a:t>
            </a:fld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2" name="文本占位符 2">
            <a:extLst>
              <a:ext uri="{FF2B5EF4-FFF2-40B4-BE49-F238E27FC236}">
                <a16:creationId xmlns:a16="http://schemas.microsoft.com/office/drawing/2014/main" id="{98B52D84-304F-037B-ECD9-88C5FF983F86}"/>
              </a:ext>
            </a:extLst>
          </p:cNvPr>
          <p:cNvSpPr txBox="1">
            <a:spLocks/>
          </p:cNvSpPr>
          <p:nvPr>
            <p:custDataLst>
              <p:tags r:id="rId29"/>
            </p:custDataLst>
          </p:nvPr>
        </p:nvSpPr>
        <p:spPr bwMode="auto">
          <a:xfrm>
            <a:off x="895350" y="2924175"/>
            <a:ext cx="24828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216CD96C-FB90-47B3-93EF-2EF1A026DF7A}" type="datetime'Fla''t （no ''gro''wth w''''''''i''th''in p''ast year）'">
              <a:rPr kumimoji="1" lang="en-US" altLang="en-US" sz="1200" smtClean="0">
                <a:latin typeface="HarmonyOS Sans SC" pitchFamily="2" charset="-122"/>
                <a:ea typeface="HarmonyOS Sans SC" pitchFamily="2" charset="-122"/>
              </a:rPr>
              <a:pPr/>
              <a:t>Flat （no growth within past year）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3" name="文本占位符 2">
            <a:extLst>
              <a:ext uri="{FF2B5EF4-FFF2-40B4-BE49-F238E27FC236}">
                <a16:creationId xmlns:a16="http://schemas.microsoft.com/office/drawing/2014/main" id="{5FE9A9D7-FDC0-A66A-E7B1-1CD3289DC653}"/>
              </a:ext>
            </a:extLst>
          </p:cNvPr>
          <p:cNvSpPr txBox="1">
            <a:spLocks/>
          </p:cNvSpPr>
          <p:nvPr>
            <p:custDataLst>
              <p:tags r:id="rId30"/>
            </p:custDataLst>
          </p:nvPr>
        </p:nvSpPr>
        <p:spPr bwMode="auto">
          <a:xfrm>
            <a:off x="9777413" y="1419225"/>
            <a:ext cx="361950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9913552E-5224-48BF-897D-952949365D00}" type="datetime'''''Ea''''''''r''''l''''y&#10;''''2''''''0''''''''2''''''''3'''">
              <a:rPr kumimoji="1" lang="en-US" altLang="en-US" sz="1200" smtClean="0">
                <a:latin typeface="HarmonyOS Sans SC" pitchFamily="2" charset="-122"/>
                <a:ea typeface="HarmonyOS Sans SC" pitchFamily="2" charset="-122"/>
              </a:rPr>
              <a:pPr/>
              <a:t>Early
2023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0" name="文本占位符 2">
            <a:extLst>
              <a:ext uri="{FF2B5EF4-FFF2-40B4-BE49-F238E27FC236}">
                <a16:creationId xmlns:a16="http://schemas.microsoft.com/office/drawing/2014/main" id="{8BA7E704-28D4-07F6-3625-27BED5A18878}"/>
              </a:ext>
            </a:extLst>
          </p:cNvPr>
          <p:cNvSpPr txBox="1">
            <a:spLocks/>
          </p:cNvSpPr>
          <p:nvPr>
            <p:custDataLst>
              <p:tags r:id="rId31"/>
            </p:custDataLst>
          </p:nvPr>
        </p:nvSpPr>
        <p:spPr bwMode="auto">
          <a:xfrm>
            <a:off x="6762750" y="1419225"/>
            <a:ext cx="361950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F972E1E4-7E4A-4DCD-B9E5-808889E863A1}" type="datetime'''''Mi''''''''d''-&#10;2''''''''''''0''''2''''''1''''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</a:rPr>
              <a:pPr/>
              <a:t>Mid-
2021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3" name="文本占位符 2">
            <a:extLst>
              <a:ext uri="{FF2B5EF4-FFF2-40B4-BE49-F238E27FC236}">
                <a16:creationId xmlns:a16="http://schemas.microsoft.com/office/drawing/2014/main" id="{ECD1B04B-94D1-3425-2ABB-488BC97B2D11}"/>
              </a:ext>
            </a:extLst>
          </p:cNvPr>
          <p:cNvSpPr txBox="1">
            <a:spLocks/>
          </p:cNvSpPr>
          <p:nvPr>
            <p:custDataLst>
              <p:tags r:id="rId32"/>
            </p:custDataLst>
          </p:nvPr>
        </p:nvSpPr>
        <p:spPr bwMode="auto">
          <a:xfrm>
            <a:off x="1274763" y="2543175"/>
            <a:ext cx="210343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C44F3D0D-88E8-4DAF-9339-B1E0E68A21AD}" type="datetime'Fir''st ''''''''la''unc''h'''' in past'''' si''x m''ont''hs'">
              <a:rPr kumimoji="1" lang="en-US" altLang="en-US" sz="1200" smtClean="0">
                <a:latin typeface="HarmonyOS Sans SC" pitchFamily="2" charset="-122"/>
                <a:ea typeface="HarmonyOS Sans SC" pitchFamily="2" charset="-122"/>
              </a:rPr>
              <a:pPr/>
              <a:t>First launch in past six months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2" name="文本占位符 2">
            <a:extLst>
              <a:ext uri="{FF2B5EF4-FFF2-40B4-BE49-F238E27FC236}">
                <a16:creationId xmlns:a16="http://schemas.microsoft.com/office/drawing/2014/main" id="{46C2AFAD-C0B1-2584-31C4-E5D900FED895}"/>
              </a:ext>
            </a:extLst>
          </p:cNvPr>
          <p:cNvSpPr txBox="1">
            <a:spLocks/>
          </p:cNvSpPr>
          <p:nvPr>
            <p:custDataLst>
              <p:tags r:id="rId33"/>
            </p:custDataLst>
          </p:nvPr>
        </p:nvSpPr>
        <p:spPr bwMode="auto">
          <a:xfrm>
            <a:off x="2206625" y="2024063"/>
            <a:ext cx="11715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154BC4F5-8E46-4343-AED3-C4B241A31F0F}" type="datetime'S''t''e''ad''''il''''''''y'' g''''ro''''wi''''n''g''''''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</a:rPr>
              <a:pPr/>
              <a:t>Steadily growing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74" name="文本占位符 2">
            <a:extLst>
              <a:ext uri="{FF2B5EF4-FFF2-40B4-BE49-F238E27FC236}">
                <a16:creationId xmlns:a16="http://schemas.microsoft.com/office/drawing/2014/main" id="{C64B5D51-F1F2-85C4-3A34-0DC8B1D3E716}"/>
              </a:ext>
            </a:extLst>
          </p:cNvPr>
          <p:cNvSpPr txBox="1">
            <a:spLocks/>
          </p:cNvSpPr>
          <p:nvPr>
            <p:custDataLst>
              <p:tags r:id="rId34"/>
            </p:custDataLst>
          </p:nvPr>
        </p:nvSpPr>
        <p:spPr bwMode="gray">
          <a:xfrm>
            <a:off x="3759200" y="2020888"/>
            <a:ext cx="3429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46344094-E3B0-49A7-8D5D-77C7FD1C1999}" type="datetime'''1''''''''''''''''''''0,''''8'''''''''''''''''''">
              <a:rPr kumimoji="1" lang="zh-CN" altLang="en-US" sz="12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10,8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75" name="文本占位符 2">
            <a:extLst>
              <a:ext uri="{FF2B5EF4-FFF2-40B4-BE49-F238E27FC236}">
                <a16:creationId xmlns:a16="http://schemas.microsoft.com/office/drawing/2014/main" id="{0F7628EB-E9A9-798F-EE68-161A29356235}"/>
              </a:ext>
            </a:extLst>
          </p:cNvPr>
          <p:cNvSpPr txBox="1">
            <a:spLocks/>
          </p:cNvSpPr>
          <p:nvPr>
            <p:custDataLst>
              <p:tags r:id="rId35"/>
            </p:custDataLst>
          </p:nvPr>
        </p:nvSpPr>
        <p:spPr bwMode="gray">
          <a:xfrm>
            <a:off x="3759200" y="2543175"/>
            <a:ext cx="3429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C1E3E5B7-9D0B-4160-AE38-91CB362BFA7B}" type="datetime'''''21,''''''''''''''''''''6'''''''''''''''''">
              <a:rPr kumimoji="1" lang="zh-CN" altLang="en-US" sz="12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21,6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76" name="文本占位符 2">
            <a:extLst>
              <a:ext uri="{FF2B5EF4-FFF2-40B4-BE49-F238E27FC236}">
                <a16:creationId xmlns:a16="http://schemas.microsoft.com/office/drawing/2014/main" id="{68994FCB-FEFE-E485-F48A-7FAD1E3BCC6D}"/>
              </a:ext>
            </a:extLst>
          </p:cNvPr>
          <p:cNvSpPr txBox="1">
            <a:spLocks/>
          </p:cNvSpPr>
          <p:nvPr>
            <p:custDataLst>
              <p:tags r:id="rId36"/>
            </p:custDataLst>
          </p:nvPr>
        </p:nvSpPr>
        <p:spPr bwMode="gray">
          <a:xfrm>
            <a:off x="4019550" y="2968625"/>
            <a:ext cx="25558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C7067C45-C76A-454C-899A-3B8BE0001664}" type="datetime'''''''''''''4'''''''''''''',''''9'''">
              <a:rPr kumimoji="1" lang="zh-CN" altLang="en-US" sz="12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4,9</a:t>
            </a:fld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77" name="文本占位符 2">
            <a:extLst>
              <a:ext uri="{FF2B5EF4-FFF2-40B4-BE49-F238E27FC236}">
                <a16:creationId xmlns:a16="http://schemas.microsoft.com/office/drawing/2014/main" id="{AC4C4674-FEA1-963F-B74B-4BE8BAA3F363}"/>
              </a:ext>
            </a:extLst>
          </p:cNvPr>
          <p:cNvSpPr txBox="1">
            <a:spLocks/>
          </p:cNvSpPr>
          <p:nvPr>
            <p:custDataLst>
              <p:tags r:id="rId37"/>
            </p:custDataLst>
          </p:nvPr>
        </p:nvSpPr>
        <p:spPr bwMode="gray">
          <a:xfrm>
            <a:off x="3759200" y="3883025"/>
            <a:ext cx="3429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C94AE666-31F7-41CC-BC4A-ABA0C0F06782}" type="datetime'''''''''''''4''''''6'''''',''''''''''''''''1'">
              <a:rPr kumimoji="1" lang="zh-CN" altLang="en-US" sz="12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46,1</a:t>
            </a:fld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78" name="文本占位符 2">
            <a:extLst>
              <a:ext uri="{FF2B5EF4-FFF2-40B4-BE49-F238E27FC236}">
                <a16:creationId xmlns:a16="http://schemas.microsoft.com/office/drawing/2014/main" id="{2D381C27-E0EE-609E-EE79-61153AA9311F}"/>
              </a:ext>
            </a:extLst>
          </p:cNvPr>
          <p:cNvSpPr txBox="1">
            <a:spLocks/>
          </p:cNvSpPr>
          <p:nvPr>
            <p:custDataLst>
              <p:tags r:id="rId38"/>
            </p:custDataLst>
          </p:nvPr>
        </p:nvSpPr>
        <p:spPr bwMode="gray">
          <a:xfrm>
            <a:off x="3803650" y="4814888"/>
            <a:ext cx="25558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747AE7A4-27DD-4423-82D3-C27971B1A788}" type="datetime'''''''''''9'''''',''''''''''''''''''''''''8'''''''">
              <a:rPr kumimoji="1" lang="zh-CN" altLang="en-US" sz="12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9,8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79" name="文本占位符 2">
            <a:extLst>
              <a:ext uri="{FF2B5EF4-FFF2-40B4-BE49-F238E27FC236}">
                <a16:creationId xmlns:a16="http://schemas.microsoft.com/office/drawing/2014/main" id="{44EE5872-C243-CA4F-63A0-9CB1557B1015}"/>
              </a:ext>
            </a:extLst>
          </p:cNvPr>
          <p:cNvSpPr txBox="1">
            <a:spLocks/>
          </p:cNvSpPr>
          <p:nvPr>
            <p:custDataLst>
              <p:tags r:id="rId39"/>
            </p:custDataLst>
          </p:nvPr>
        </p:nvSpPr>
        <p:spPr bwMode="gray">
          <a:xfrm>
            <a:off x="6816725" y="1790700"/>
            <a:ext cx="25558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468AD97-CECC-4216-BEA4-D4D2D6782F88}" type="datetime'''''''''''''''''''''''''''4'''''',''''''1'''''''''''">
              <a:rPr kumimoji="1" lang="zh-CN" altLang="en-US" sz="12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4,1</a:t>
            </a:fld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80" name="文本占位符 2">
            <a:extLst>
              <a:ext uri="{FF2B5EF4-FFF2-40B4-BE49-F238E27FC236}">
                <a16:creationId xmlns:a16="http://schemas.microsoft.com/office/drawing/2014/main" id="{DA563C91-F551-0587-CD06-164EF8B5FDDD}"/>
              </a:ext>
            </a:extLst>
          </p:cNvPr>
          <p:cNvSpPr txBox="1">
            <a:spLocks/>
          </p:cNvSpPr>
          <p:nvPr>
            <p:custDataLst>
              <p:tags r:id="rId40"/>
            </p:custDataLst>
          </p:nvPr>
        </p:nvSpPr>
        <p:spPr bwMode="gray">
          <a:xfrm>
            <a:off x="6816725" y="1982788"/>
            <a:ext cx="25558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2373960-825F-4AC7-AB71-335842640A12}" type="datetime'''''''7,''''8'''''''''''''''''''''''">
              <a:rPr kumimoji="1" lang="zh-CN" altLang="en-US" sz="12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7,8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81" name="文本占位符 2">
            <a:extLst>
              <a:ext uri="{FF2B5EF4-FFF2-40B4-BE49-F238E27FC236}">
                <a16:creationId xmlns:a16="http://schemas.microsoft.com/office/drawing/2014/main" id="{FFC96D87-A8CF-5B48-3EE1-9517139E97CA}"/>
              </a:ext>
            </a:extLst>
          </p:cNvPr>
          <p:cNvSpPr txBox="1">
            <a:spLocks/>
          </p:cNvSpPr>
          <p:nvPr>
            <p:custDataLst>
              <p:tags r:id="rId41"/>
            </p:custDataLst>
          </p:nvPr>
        </p:nvSpPr>
        <p:spPr bwMode="gray">
          <a:xfrm>
            <a:off x="6816725" y="2173288"/>
            <a:ext cx="25558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2D3DB325-C6FF-4770-B800-1385CF061BB5}" type="datetime'''''''''4'''''''''''''''',''''''1'''''''''''''''''''''''''">
              <a:rPr kumimoji="1" lang="zh-CN" altLang="en-US" sz="12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4,1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82" name="文本占位符 2">
            <a:extLst>
              <a:ext uri="{FF2B5EF4-FFF2-40B4-BE49-F238E27FC236}">
                <a16:creationId xmlns:a16="http://schemas.microsoft.com/office/drawing/2014/main" id="{035545F3-29AD-D69C-2AB8-253FFBC5F2B6}"/>
              </a:ext>
            </a:extLst>
          </p:cNvPr>
          <p:cNvSpPr txBox="1">
            <a:spLocks/>
          </p:cNvSpPr>
          <p:nvPr>
            <p:custDataLst>
              <p:tags r:id="rId42"/>
            </p:custDataLst>
          </p:nvPr>
        </p:nvSpPr>
        <p:spPr bwMode="gray">
          <a:xfrm>
            <a:off x="6816725" y="2306638"/>
            <a:ext cx="25558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1D805DB-2D9C-4BC9-84F4-566E33C99B72}" type="datetime'''4'''',''''''''''''''''''''''1'''">
              <a:rPr kumimoji="1" lang="zh-CN" altLang="en-US" sz="12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4,1</a:t>
            </a:fld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83" name="文本占位符 2">
            <a:extLst>
              <a:ext uri="{FF2B5EF4-FFF2-40B4-BE49-F238E27FC236}">
                <a16:creationId xmlns:a16="http://schemas.microsoft.com/office/drawing/2014/main" id="{42AC6DF2-1F87-2D20-5705-9AD1C6623C96}"/>
              </a:ext>
            </a:extLst>
          </p:cNvPr>
          <p:cNvSpPr txBox="1">
            <a:spLocks/>
          </p:cNvSpPr>
          <p:nvPr>
            <p:custDataLst>
              <p:tags r:id="rId43"/>
            </p:custDataLst>
          </p:nvPr>
        </p:nvSpPr>
        <p:spPr bwMode="gray">
          <a:xfrm>
            <a:off x="6772275" y="2617788"/>
            <a:ext cx="3429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7F06646-64CB-41AC-B46F-84DEF3DB08B1}" type="datetime'''''1''''''''5'''''''''''''''''''''''',''''''''2'">
              <a:rPr kumimoji="1" lang="zh-CN" altLang="en-US" sz="12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15,2</a:t>
            </a:fld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84" name="文本占位符 2">
            <a:extLst>
              <a:ext uri="{FF2B5EF4-FFF2-40B4-BE49-F238E27FC236}">
                <a16:creationId xmlns:a16="http://schemas.microsoft.com/office/drawing/2014/main" id="{0962EA05-C904-9E8F-7648-B7E676EBBB39}"/>
              </a:ext>
            </a:extLst>
          </p:cNvPr>
          <p:cNvSpPr txBox="1">
            <a:spLocks/>
          </p:cNvSpPr>
          <p:nvPr>
            <p:custDataLst>
              <p:tags r:id="rId44"/>
            </p:custDataLst>
          </p:nvPr>
        </p:nvSpPr>
        <p:spPr bwMode="gray">
          <a:xfrm>
            <a:off x="6772275" y="3698875"/>
            <a:ext cx="3429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98F91C87-D57F-41C1-A5B7-BE8C239F833E}" type="datetime'''''5''''''''''''''''2'''''''''''',''''''''0'">
              <a:rPr kumimoji="1" lang="zh-CN" altLang="en-US" sz="12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52,0</a:t>
            </a:fld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85" name="文本占位符 2">
            <a:extLst>
              <a:ext uri="{FF2B5EF4-FFF2-40B4-BE49-F238E27FC236}">
                <a16:creationId xmlns:a16="http://schemas.microsoft.com/office/drawing/2014/main" id="{387A50E9-10C0-A495-FF5D-599054322B69}"/>
              </a:ext>
            </a:extLst>
          </p:cNvPr>
          <p:cNvSpPr txBox="1">
            <a:spLocks/>
          </p:cNvSpPr>
          <p:nvPr>
            <p:custDataLst>
              <p:tags r:id="rId45"/>
            </p:custDataLst>
          </p:nvPr>
        </p:nvSpPr>
        <p:spPr bwMode="gray">
          <a:xfrm>
            <a:off x="6772275" y="4800600"/>
            <a:ext cx="3429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FA7ED548-1EF9-4532-9AFC-79D6EBF26DEB}" type="datetime'''''''''''''''10'''''''''',''''''''7'''''''''''''''''''''''''">
              <a:rPr kumimoji="1" lang="zh-CN" altLang="en-US" sz="12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10,7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86" name="文本占位符 2">
            <a:extLst>
              <a:ext uri="{FF2B5EF4-FFF2-40B4-BE49-F238E27FC236}">
                <a16:creationId xmlns:a16="http://schemas.microsoft.com/office/drawing/2014/main" id="{6DEEC2A0-08F6-78AB-5B98-915540C96726}"/>
              </a:ext>
            </a:extLst>
          </p:cNvPr>
          <p:cNvSpPr txBox="1">
            <a:spLocks/>
          </p:cNvSpPr>
          <p:nvPr>
            <p:custDataLst>
              <p:tags r:id="rId46"/>
            </p:custDataLst>
          </p:nvPr>
        </p:nvSpPr>
        <p:spPr bwMode="gray">
          <a:xfrm>
            <a:off x="9786938" y="2065338"/>
            <a:ext cx="3429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AD806B1-F823-484D-9A0E-0E44A5A38847}" type="datetime'''1''''''''''''''3'''''''''''''''',''''1'">
              <a:rPr kumimoji="1" lang="zh-CN" altLang="en-US" sz="12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13,1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87" name="文本占位符 2">
            <a:extLst>
              <a:ext uri="{FF2B5EF4-FFF2-40B4-BE49-F238E27FC236}">
                <a16:creationId xmlns:a16="http://schemas.microsoft.com/office/drawing/2014/main" id="{42B88CCC-C2D5-4174-C48D-35D1CE8F2288}"/>
              </a:ext>
            </a:extLst>
          </p:cNvPr>
          <p:cNvSpPr txBox="1">
            <a:spLocks/>
          </p:cNvSpPr>
          <p:nvPr>
            <p:custDataLst>
              <p:tags r:id="rId47"/>
            </p:custDataLst>
          </p:nvPr>
        </p:nvSpPr>
        <p:spPr bwMode="gray">
          <a:xfrm>
            <a:off x="9786938" y="2476500"/>
            <a:ext cx="3429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0B4F891-E5A6-4ED3-9677-8873A4391B1B}" type="datetime'''''''''''''''''''''''''''''''''''12'',''5'''''''''''''''''">
              <a:rPr kumimoji="1" lang="zh-CN" altLang="en-US" sz="12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12,5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88" name="文本占位符 2">
            <a:extLst>
              <a:ext uri="{FF2B5EF4-FFF2-40B4-BE49-F238E27FC236}">
                <a16:creationId xmlns:a16="http://schemas.microsoft.com/office/drawing/2014/main" id="{2CC01FA4-1F1C-92E0-33CE-8E6FA620A94C}"/>
              </a:ext>
            </a:extLst>
          </p:cNvPr>
          <p:cNvSpPr txBox="1">
            <a:spLocks/>
          </p:cNvSpPr>
          <p:nvPr>
            <p:custDataLst>
              <p:tags r:id="rId48"/>
            </p:custDataLst>
          </p:nvPr>
        </p:nvSpPr>
        <p:spPr bwMode="gray">
          <a:xfrm>
            <a:off x="9786938" y="2843213"/>
            <a:ext cx="3429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C91F87E1-AFF1-4969-9D96-E357D6441195}" type="datetime'1''0'''''''''',''''3'''''''''''''''''''''''''''">
              <a:rPr kumimoji="1" lang="zh-CN" altLang="en-US" sz="12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10,3</a:t>
            </a:fld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89" name="文本占位符 2">
            <a:extLst>
              <a:ext uri="{FF2B5EF4-FFF2-40B4-BE49-F238E27FC236}">
                <a16:creationId xmlns:a16="http://schemas.microsoft.com/office/drawing/2014/main" id="{45137D22-0F3D-18ED-0D6D-64C7D0357F95}"/>
              </a:ext>
            </a:extLst>
          </p:cNvPr>
          <p:cNvSpPr txBox="1">
            <a:spLocks/>
          </p:cNvSpPr>
          <p:nvPr>
            <p:custDataLst>
              <p:tags r:id="rId49"/>
            </p:custDataLst>
          </p:nvPr>
        </p:nvSpPr>
        <p:spPr bwMode="gray">
          <a:xfrm>
            <a:off x="9786938" y="3746500"/>
            <a:ext cx="3429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B4B20DD-7DB6-4861-90E8-ADC1844FC1FA}" type="datetime'''''''''''''''''''''''4''''''''''5'',''''''''''''''8'''">
              <a:rPr kumimoji="1" lang="zh-CN" altLang="en-US" sz="12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45,8</a:t>
            </a:fld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90" name="文本占位符 2">
            <a:extLst>
              <a:ext uri="{FF2B5EF4-FFF2-40B4-BE49-F238E27FC236}">
                <a16:creationId xmlns:a16="http://schemas.microsoft.com/office/drawing/2014/main" id="{4AFF7139-6577-9F79-9323-AF18E9541FCA}"/>
              </a:ext>
            </a:extLst>
          </p:cNvPr>
          <p:cNvSpPr txBox="1">
            <a:spLocks/>
          </p:cNvSpPr>
          <p:nvPr>
            <p:custDataLst>
              <p:tags r:id="rId50"/>
            </p:custDataLst>
          </p:nvPr>
        </p:nvSpPr>
        <p:spPr bwMode="gray">
          <a:xfrm>
            <a:off x="9831388" y="4543425"/>
            <a:ext cx="255588" cy="165100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262269F-5FFF-4830-A9E8-74E72939A816}" type="datetime'''''3,''''''''''''''''7'''''''''''''''''''''''''''''''''''''''">
              <a:rPr kumimoji="1" lang="zh-CN" altLang="en-US" sz="12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3,7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91" name="文本占位符 2">
            <a:extLst>
              <a:ext uri="{FF2B5EF4-FFF2-40B4-BE49-F238E27FC236}">
                <a16:creationId xmlns:a16="http://schemas.microsoft.com/office/drawing/2014/main" id="{61091E93-433F-321A-BE84-8E3E526A4005}"/>
              </a:ext>
            </a:extLst>
          </p:cNvPr>
          <p:cNvSpPr txBox="1">
            <a:spLocks/>
          </p:cNvSpPr>
          <p:nvPr>
            <p:custDataLst>
              <p:tags r:id="rId51"/>
            </p:custDataLst>
          </p:nvPr>
        </p:nvSpPr>
        <p:spPr bwMode="gray">
          <a:xfrm>
            <a:off x="9786938" y="4787900"/>
            <a:ext cx="3429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C574B391-EEB9-44F3-ADA3-85E841041C1B}" type="datetime'''''''1''''1'''',''''''''''''''''5'''''''''''''''''">
              <a:rPr kumimoji="1" lang="zh-CN" altLang="en-US" sz="12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11,5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1" name="文本占位符 2">
            <a:extLst>
              <a:ext uri="{FF2B5EF4-FFF2-40B4-BE49-F238E27FC236}">
                <a16:creationId xmlns:a16="http://schemas.microsoft.com/office/drawing/2014/main" id="{730A104B-6714-0CB2-D0B9-13149EAE49E8}"/>
              </a:ext>
            </a:extLst>
          </p:cNvPr>
          <p:cNvSpPr txBox="1">
            <a:spLocks/>
          </p:cNvSpPr>
          <p:nvPr>
            <p:custDataLst>
              <p:tags r:id="rId52"/>
            </p:custDataLst>
          </p:nvPr>
        </p:nvSpPr>
        <p:spPr bwMode="auto">
          <a:xfrm>
            <a:off x="1298575" y="1808163"/>
            <a:ext cx="207962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294706B5-141B-463A-B491-F83836E64213}" type="datetime'Re''''''ac''h''e''''''d ''ann''oun''c''''ed'' am''bi''tion'">
              <a:rPr kumimoji="1" lang="en-US" altLang="en-US" sz="1200" smtClean="0">
                <a:latin typeface="HarmonyOS Sans SC" pitchFamily="2" charset="-122"/>
                <a:ea typeface="HarmonyOS Sans SC" pitchFamily="2" charset="-122"/>
              </a:rPr>
              <a:pPr/>
              <a:t>Reached announced ambition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76" name="文本占位符 2">
            <a:extLst>
              <a:ext uri="{FF2B5EF4-FFF2-40B4-BE49-F238E27FC236}">
                <a16:creationId xmlns:a16="http://schemas.microsoft.com/office/drawing/2014/main" id="{39E1AC3E-9A4F-FF33-AD14-42D8A9496084}"/>
              </a:ext>
            </a:extLst>
          </p:cNvPr>
          <p:cNvSpPr txBox="1">
            <a:spLocks/>
          </p:cNvSpPr>
          <p:nvPr>
            <p:custDataLst>
              <p:tags r:id="rId53"/>
            </p:custDataLst>
          </p:nvPr>
        </p:nvSpPr>
        <p:spPr bwMode="gray">
          <a:xfrm>
            <a:off x="6816725" y="4581525"/>
            <a:ext cx="255588" cy="165100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30CABA6-7130-42DC-8F1C-A7B6892F98D9}" type="datetime'''''''''''''''''''''''''''2'',''''''''''''9'''''''''''''''''''">
              <a:rPr kumimoji="1" lang="zh-CN" altLang="en-US" sz="1200" smtClean="0">
                <a:effectLst/>
                <a:latin typeface="HarmonyOS Sans SC" pitchFamily="2" charset="-122"/>
                <a:ea typeface="HarmonyOS Sans SC" pitchFamily="2" charset="-122"/>
              </a:rPr>
              <a:pPr/>
              <a:t>2,9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6EB19942-4C26-40F6-29C5-F54A948AB626}"/>
              </a:ext>
            </a:extLst>
          </p:cNvPr>
          <p:cNvSpPr txBox="1">
            <a:spLocks/>
          </p:cNvSpPr>
          <p:nvPr>
            <p:custDataLst>
              <p:tags r:id="rId54"/>
            </p:custDataLst>
          </p:nvPr>
        </p:nvSpPr>
        <p:spPr bwMode="auto">
          <a:xfrm>
            <a:off x="3749675" y="1419225"/>
            <a:ext cx="361950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D898302-DC4C-43EC-A2C4-A860AE179C5A}" type="datetime'M''''''''id''''''''-''''''''''''''&#10;''''''20''''1''''''''9'''">
              <a:rPr kumimoji="1" lang="en-US" altLang="en-US" sz="1200" smtClean="0">
                <a:latin typeface="HarmonyOS Sans SC" pitchFamily="2" charset="-122"/>
                <a:ea typeface="HarmonyOS Sans SC" pitchFamily="2" charset="-122"/>
              </a:rPr>
              <a:pPr/>
              <a:t>Mid-
2019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01" name="文本框 200">
            <a:extLst>
              <a:ext uri="{FF2B5EF4-FFF2-40B4-BE49-F238E27FC236}">
                <a16:creationId xmlns:a16="http://schemas.microsoft.com/office/drawing/2014/main" id="{1ED37FBD-0FCF-3F8C-CEC9-650D9FD71777}"/>
              </a:ext>
            </a:extLst>
          </p:cNvPr>
          <p:cNvSpPr txBox="1"/>
          <p:nvPr/>
        </p:nvSpPr>
        <p:spPr>
          <a:xfrm>
            <a:off x="357808" y="6041967"/>
            <a:ext cx="114555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baseline="30000" dirty="0">
                <a:latin typeface="HarmonyOS Sans SC Light" pitchFamily="2" charset="-122"/>
                <a:ea typeface="HarmonyOS Sans SC Light" pitchFamily="2" charset="-122"/>
              </a:rPr>
              <a:t>1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Figures may not sum to 100%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，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because of rounding.</a:t>
            </a:r>
          </a:p>
          <a:p>
            <a:r>
              <a:rPr kumimoji="1" lang="en-US" altLang="zh-CN" sz="1000" baseline="30000" dirty="0">
                <a:latin typeface="HarmonyOS Sans SC Light" pitchFamily="2" charset="-122"/>
                <a:ea typeface="HarmonyOS Sans SC Light" pitchFamily="2" charset="-122"/>
              </a:rPr>
              <a:t>2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Growth for each constellation was measured at approximately 6-month intervals. Constellations that showed no growth for 2 consecutive intervals were classified as having flat growth within the past year. Constellations with no growth for 3 or more intervals were classified as stagnated.</a:t>
            </a:r>
          </a:p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Source: </a:t>
            </a:r>
            <a:r>
              <a:rPr kumimoji="1" lang="en-US" altLang="zh-CN" sz="1000" dirty="0" err="1">
                <a:latin typeface="HarmonyOS Sans SC Light" pitchFamily="2" charset="-122"/>
                <a:ea typeface="HarmonyOS Sans SC Light" pitchFamily="2" charset="-122"/>
              </a:rPr>
              <a:t>NewSpace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 Index; McKinsey analysis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215" name="文本框 214">
            <a:extLst>
              <a:ext uri="{FF2B5EF4-FFF2-40B4-BE49-F238E27FC236}">
                <a16:creationId xmlns:a16="http://schemas.microsoft.com/office/drawing/2014/main" id="{6C759E43-31FD-9AAB-208F-E83AF1CB679E}"/>
              </a:ext>
            </a:extLst>
          </p:cNvPr>
          <p:cNvSpPr txBox="1"/>
          <p:nvPr/>
        </p:nvSpPr>
        <p:spPr>
          <a:xfrm>
            <a:off x="3732519" y="5539077"/>
            <a:ext cx="396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HarmonyOS Sans SC Light" pitchFamily="2" charset="-122"/>
                <a:ea typeface="HarmonyOS Sans SC Light" pitchFamily="2" charset="-122"/>
              </a:rPr>
              <a:t>102</a:t>
            </a:r>
            <a:endParaRPr kumimoji="1"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HarmonyOS Sans SC Light" pitchFamily="2" charset="-122"/>
              <a:ea typeface="HarmonyOS Sans SC Light" pitchFamily="2" charset="-122"/>
            </a:endParaRPr>
          </a:p>
        </p:txBody>
      </p:sp>
      <p:grpSp>
        <p:nvGrpSpPr>
          <p:cNvPr id="222" name="组合 221">
            <a:extLst>
              <a:ext uri="{FF2B5EF4-FFF2-40B4-BE49-F238E27FC236}">
                <a16:creationId xmlns:a16="http://schemas.microsoft.com/office/drawing/2014/main" id="{D7FAC2FF-E39E-654F-1FCA-0514A45380B5}"/>
              </a:ext>
            </a:extLst>
          </p:cNvPr>
          <p:cNvGrpSpPr/>
          <p:nvPr/>
        </p:nvGrpSpPr>
        <p:grpSpPr>
          <a:xfrm>
            <a:off x="2421228" y="5172648"/>
            <a:ext cx="9040969" cy="584074"/>
            <a:chOff x="2421228" y="5172648"/>
            <a:chExt cx="9040969" cy="584074"/>
          </a:xfrm>
        </p:grpSpPr>
        <p:sp>
          <p:nvSpPr>
            <p:cNvPr id="209" name="任意形状 208">
              <a:extLst>
                <a:ext uri="{FF2B5EF4-FFF2-40B4-BE49-F238E27FC236}">
                  <a16:creationId xmlns:a16="http://schemas.microsoft.com/office/drawing/2014/main" id="{C4F9D946-162C-A128-1E03-65CECC0A7752}"/>
                </a:ext>
              </a:extLst>
            </p:cNvPr>
            <p:cNvSpPr/>
            <p:nvPr/>
          </p:nvSpPr>
          <p:spPr>
            <a:xfrm>
              <a:off x="3700630" y="5513264"/>
              <a:ext cx="460040" cy="243458"/>
            </a:xfrm>
            <a:custGeom>
              <a:avLst/>
              <a:gdLst>
                <a:gd name="connsiteX0" fmla="*/ 230020 w 460040"/>
                <a:gd name="connsiteY0" fmla="*/ 0 h 243458"/>
                <a:gd name="connsiteX1" fmla="*/ 460040 w 460040"/>
                <a:gd name="connsiteY1" fmla="*/ 230020 h 243458"/>
                <a:gd name="connsiteX2" fmla="*/ 458685 w 460040"/>
                <a:gd name="connsiteY2" fmla="*/ 243458 h 243458"/>
                <a:gd name="connsiteX3" fmla="*/ 1355 w 460040"/>
                <a:gd name="connsiteY3" fmla="*/ 243458 h 243458"/>
                <a:gd name="connsiteX4" fmla="*/ 0 w 460040"/>
                <a:gd name="connsiteY4" fmla="*/ 230020 h 243458"/>
                <a:gd name="connsiteX5" fmla="*/ 230020 w 460040"/>
                <a:gd name="connsiteY5" fmla="*/ 0 h 243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040" h="243458">
                  <a:moveTo>
                    <a:pt x="230020" y="0"/>
                  </a:moveTo>
                  <a:cubicBezTo>
                    <a:pt x="357057" y="0"/>
                    <a:pt x="460040" y="102983"/>
                    <a:pt x="460040" y="230020"/>
                  </a:cubicBezTo>
                  <a:lnTo>
                    <a:pt x="458685" y="243458"/>
                  </a:lnTo>
                  <a:lnTo>
                    <a:pt x="1355" y="243458"/>
                  </a:lnTo>
                  <a:lnTo>
                    <a:pt x="0" y="230020"/>
                  </a:lnTo>
                  <a:cubicBezTo>
                    <a:pt x="0" y="102983"/>
                    <a:pt x="102983" y="0"/>
                    <a:pt x="230020" y="0"/>
                  </a:cubicBezTo>
                  <a:close/>
                </a:path>
              </a:pathLst>
            </a:cu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p:cxnSp>
          <p:nvCxnSpPr>
            <p:cNvPr id="212" name="直线连接符 211">
              <a:extLst>
                <a:ext uri="{FF2B5EF4-FFF2-40B4-BE49-F238E27FC236}">
                  <a16:creationId xmlns:a16="http://schemas.microsoft.com/office/drawing/2014/main" id="{2C6116FD-F8F6-4DF1-EB73-9B207BEDEB25}"/>
                </a:ext>
              </a:extLst>
            </p:cNvPr>
            <p:cNvCxnSpPr>
              <a:cxnSpLocks/>
            </p:cNvCxnSpPr>
            <p:nvPr/>
          </p:nvCxnSpPr>
          <p:spPr>
            <a:xfrm>
              <a:off x="2421228" y="5756722"/>
              <a:ext cx="9040969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6" name="任意形状 215">
              <a:extLst>
                <a:ext uri="{FF2B5EF4-FFF2-40B4-BE49-F238E27FC236}">
                  <a16:creationId xmlns:a16="http://schemas.microsoft.com/office/drawing/2014/main" id="{4FA9B612-B39D-8469-B946-1E61A1703E06}"/>
                </a:ext>
              </a:extLst>
            </p:cNvPr>
            <p:cNvSpPr/>
            <p:nvPr/>
          </p:nvSpPr>
          <p:spPr>
            <a:xfrm>
              <a:off x="6564480" y="5351560"/>
              <a:ext cx="758490" cy="401401"/>
            </a:xfrm>
            <a:custGeom>
              <a:avLst/>
              <a:gdLst>
                <a:gd name="connsiteX0" fmla="*/ 230020 w 460040"/>
                <a:gd name="connsiteY0" fmla="*/ 0 h 243458"/>
                <a:gd name="connsiteX1" fmla="*/ 460040 w 460040"/>
                <a:gd name="connsiteY1" fmla="*/ 230020 h 243458"/>
                <a:gd name="connsiteX2" fmla="*/ 458685 w 460040"/>
                <a:gd name="connsiteY2" fmla="*/ 243458 h 243458"/>
                <a:gd name="connsiteX3" fmla="*/ 1355 w 460040"/>
                <a:gd name="connsiteY3" fmla="*/ 243458 h 243458"/>
                <a:gd name="connsiteX4" fmla="*/ 0 w 460040"/>
                <a:gd name="connsiteY4" fmla="*/ 230020 h 243458"/>
                <a:gd name="connsiteX5" fmla="*/ 230020 w 460040"/>
                <a:gd name="connsiteY5" fmla="*/ 0 h 243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040" h="243458">
                  <a:moveTo>
                    <a:pt x="230020" y="0"/>
                  </a:moveTo>
                  <a:cubicBezTo>
                    <a:pt x="357057" y="0"/>
                    <a:pt x="460040" y="102983"/>
                    <a:pt x="460040" y="230020"/>
                  </a:cubicBezTo>
                  <a:lnTo>
                    <a:pt x="458685" y="243458"/>
                  </a:lnTo>
                  <a:lnTo>
                    <a:pt x="1355" y="243458"/>
                  </a:lnTo>
                  <a:lnTo>
                    <a:pt x="0" y="230020"/>
                  </a:lnTo>
                  <a:cubicBezTo>
                    <a:pt x="0" y="102983"/>
                    <a:pt x="102983" y="0"/>
                    <a:pt x="230020" y="0"/>
                  </a:cubicBezTo>
                  <a:close/>
                </a:path>
              </a:pathLst>
            </a:cu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218" name="任意形状 217">
              <a:extLst>
                <a:ext uri="{FF2B5EF4-FFF2-40B4-BE49-F238E27FC236}">
                  <a16:creationId xmlns:a16="http://schemas.microsoft.com/office/drawing/2014/main" id="{F40253FA-E0AA-E151-D4F6-ED65A8F4F60E}"/>
                </a:ext>
              </a:extLst>
            </p:cNvPr>
            <p:cNvSpPr/>
            <p:nvPr/>
          </p:nvSpPr>
          <p:spPr>
            <a:xfrm>
              <a:off x="9406552" y="5172648"/>
              <a:ext cx="1103671" cy="584074"/>
            </a:xfrm>
            <a:custGeom>
              <a:avLst/>
              <a:gdLst>
                <a:gd name="connsiteX0" fmla="*/ 230020 w 460040"/>
                <a:gd name="connsiteY0" fmla="*/ 0 h 243458"/>
                <a:gd name="connsiteX1" fmla="*/ 460040 w 460040"/>
                <a:gd name="connsiteY1" fmla="*/ 230020 h 243458"/>
                <a:gd name="connsiteX2" fmla="*/ 458685 w 460040"/>
                <a:gd name="connsiteY2" fmla="*/ 243458 h 243458"/>
                <a:gd name="connsiteX3" fmla="*/ 1355 w 460040"/>
                <a:gd name="connsiteY3" fmla="*/ 243458 h 243458"/>
                <a:gd name="connsiteX4" fmla="*/ 0 w 460040"/>
                <a:gd name="connsiteY4" fmla="*/ 230020 h 243458"/>
                <a:gd name="connsiteX5" fmla="*/ 230020 w 460040"/>
                <a:gd name="connsiteY5" fmla="*/ 0 h 243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040" h="243458">
                  <a:moveTo>
                    <a:pt x="230020" y="0"/>
                  </a:moveTo>
                  <a:cubicBezTo>
                    <a:pt x="357057" y="0"/>
                    <a:pt x="460040" y="102983"/>
                    <a:pt x="460040" y="230020"/>
                  </a:cubicBezTo>
                  <a:lnTo>
                    <a:pt x="458685" y="243458"/>
                  </a:lnTo>
                  <a:lnTo>
                    <a:pt x="1355" y="243458"/>
                  </a:lnTo>
                  <a:lnTo>
                    <a:pt x="0" y="230020"/>
                  </a:lnTo>
                  <a:cubicBezTo>
                    <a:pt x="0" y="102983"/>
                    <a:pt x="102983" y="0"/>
                    <a:pt x="230020" y="0"/>
                  </a:cubicBezTo>
                  <a:close/>
                </a:path>
              </a:pathLst>
            </a:cu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19" name="文本框 218">
            <a:extLst>
              <a:ext uri="{FF2B5EF4-FFF2-40B4-BE49-F238E27FC236}">
                <a16:creationId xmlns:a16="http://schemas.microsoft.com/office/drawing/2014/main" id="{159074F1-B388-BCD4-BB9B-9558F9455C37}"/>
              </a:ext>
            </a:extLst>
          </p:cNvPr>
          <p:cNvSpPr txBox="1"/>
          <p:nvPr/>
        </p:nvSpPr>
        <p:spPr>
          <a:xfrm>
            <a:off x="6743581" y="5535500"/>
            <a:ext cx="396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HarmonyOS Sans SC Light" pitchFamily="2" charset="-122"/>
                <a:ea typeface="HarmonyOS Sans SC Light" pitchFamily="2" charset="-122"/>
              </a:rPr>
              <a:t>244</a:t>
            </a:r>
            <a:endParaRPr kumimoji="1"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220" name="文本框 219">
            <a:extLst>
              <a:ext uri="{FF2B5EF4-FFF2-40B4-BE49-F238E27FC236}">
                <a16:creationId xmlns:a16="http://schemas.microsoft.com/office/drawing/2014/main" id="{FB161E80-AEF0-A325-1A02-605AB257526A}"/>
              </a:ext>
            </a:extLst>
          </p:cNvPr>
          <p:cNvSpPr txBox="1"/>
          <p:nvPr/>
        </p:nvSpPr>
        <p:spPr>
          <a:xfrm>
            <a:off x="9754643" y="5533742"/>
            <a:ext cx="396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HarmonyOS Sans SC Light" pitchFamily="2" charset="-122"/>
                <a:ea typeface="HarmonyOS Sans SC Light" pitchFamily="2" charset="-122"/>
              </a:rPr>
              <a:t>321</a:t>
            </a:r>
            <a:endParaRPr kumimoji="1"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221" name="文本框 220">
            <a:extLst>
              <a:ext uri="{FF2B5EF4-FFF2-40B4-BE49-F238E27FC236}">
                <a16:creationId xmlns:a16="http://schemas.microsoft.com/office/drawing/2014/main" id="{8357A435-AB26-583E-5B78-381FA28A5F13}"/>
              </a:ext>
            </a:extLst>
          </p:cNvPr>
          <p:cNvSpPr txBox="1"/>
          <p:nvPr/>
        </p:nvSpPr>
        <p:spPr>
          <a:xfrm>
            <a:off x="5820251" y="5767586"/>
            <a:ext cx="22429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Number of constellations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2530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CE1EC16-AB42-AC86-AF9B-4668F2C100B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9" imgW="7772400" imgH="10058400" progId="TCLayout.ActiveDocument.1">
                  <p:embed/>
                </p:oleObj>
              </mc:Choice>
              <mc:Fallback>
                <p:oleObj name="think-cell 幻灯片" r:id="rId29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CE1EC16-AB42-AC86-AF9B-4668F2C100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3706F12A-4197-0DBE-CDEB-B135A6BCF1BB}"/>
              </a:ext>
            </a:extLst>
          </p:cNvPr>
          <p:cNvSpPr txBox="1"/>
          <p:nvPr/>
        </p:nvSpPr>
        <p:spPr>
          <a:xfrm>
            <a:off x="431643" y="249897"/>
            <a:ext cx="112056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New-business building continues to be a priority-particularly among CEOs-despite recent economic uncertainty.</a:t>
            </a:r>
            <a:endParaRPr kumimoji="1" lang="zh-CN" altLang="en-US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E4E048B-B73E-0F29-37CE-83DD4E91E987}"/>
              </a:ext>
            </a:extLst>
          </p:cNvPr>
          <p:cNvSpPr txBox="1"/>
          <p:nvPr/>
        </p:nvSpPr>
        <p:spPr>
          <a:xfrm>
            <a:off x="431643" y="941664"/>
            <a:ext cx="63979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Prioritization of building new businesses at respondents’ organizations</a:t>
            </a:r>
            <a:r>
              <a:rPr kumimoji="1" lang="zh-CN" altLang="en-US" sz="1400" dirty="0">
                <a:latin typeface="HarmonyOS Sans SC" pitchFamily="2" charset="-122"/>
                <a:ea typeface="HarmonyOS Sans SC" pitchFamily="2" charset="-122"/>
              </a:rPr>
              <a:t>，</a:t>
            </a:r>
            <a:r>
              <a:rPr kumimoji="1" lang="en-US" altLang="zh-CN" sz="1400" baseline="30000" dirty="0">
                <a:latin typeface="HarmonyOS Sans SC" pitchFamily="2" charset="-122"/>
                <a:ea typeface="HarmonyOS Sans SC" pitchFamily="2" charset="-122"/>
              </a:rPr>
              <a:t>1</a:t>
            </a:r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 </a:t>
            </a:r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%</a:t>
            </a:r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065B7CD-0231-137F-CEE3-56186A22ADD5}"/>
              </a:ext>
            </a:extLst>
          </p:cNvPr>
          <p:cNvSpPr txBox="1"/>
          <p:nvPr/>
        </p:nvSpPr>
        <p:spPr>
          <a:xfrm>
            <a:off x="556591" y="1385799"/>
            <a:ext cx="13372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latin typeface="HarmonyOS Sans SC" pitchFamily="2" charset="-122"/>
                <a:ea typeface="HarmonyOS Sans SC" pitchFamily="2" charset="-122"/>
              </a:rPr>
              <a:t>All respondents</a:t>
            </a:r>
            <a:endParaRPr kumimoji="1" lang="zh-CN" altLang="en-US" sz="1200" b="1" dirty="0">
              <a:latin typeface="HarmonyOS Sans SC" pitchFamily="2" charset="-122"/>
              <a:ea typeface="HarmonyOS Sans SC" pitchFamily="2" charset="-122"/>
            </a:endParaRPr>
          </a:p>
        </p:txBody>
      </p:sp>
      <p:cxnSp>
        <p:nvCxnSpPr>
          <p:cNvPr id="85" name="直线连接符 84">
            <a:extLst>
              <a:ext uri="{FF2B5EF4-FFF2-40B4-BE49-F238E27FC236}">
                <a16:creationId xmlns:a16="http://schemas.microsoft.com/office/drawing/2014/main" id="{686927BC-1D50-C2A8-786E-96238BFBC66A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 flipV="1">
            <a:off x="2211388" y="5187950"/>
            <a:ext cx="922337" cy="111125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直线连接符 82">
            <a:extLst>
              <a:ext uri="{FF2B5EF4-FFF2-40B4-BE49-F238E27FC236}">
                <a16:creationId xmlns:a16="http://schemas.microsoft.com/office/drawing/2014/main" id="{E9D59D38-E3F9-F6A2-C7C1-33A42E431A18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V="1">
            <a:off x="2211388" y="4521200"/>
            <a:ext cx="922337" cy="111125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直线连接符 80">
            <a:extLst>
              <a:ext uri="{FF2B5EF4-FFF2-40B4-BE49-F238E27FC236}">
                <a16:creationId xmlns:a16="http://schemas.microsoft.com/office/drawing/2014/main" id="{03BFD0B3-B674-A7D1-2358-A27108300A77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 flipV="1">
            <a:off x="2211388" y="3522663"/>
            <a:ext cx="922337" cy="40640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直线连接符 78">
            <a:extLst>
              <a:ext uri="{FF2B5EF4-FFF2-40B4-BE49-F238E27FC236}">
                <a16:creationId xmlns:a16="http://schemas.microsoft.com/office/drawing/2014/main" id="{A195B875-52FA-AED1-4775-9BB3918CB21F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 flipV="1">
            <a:off x="2211388" y="2413000"/>
            <a:ext cx="922337" cy="22225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直线连接符 76">
            <a:extLst>
              <a:ext uri="{FF2B5EF4-FFF2-40B4-BE49-F238E27FC236}">
                <a16:creationId xmlns:a16="http://schemas.microsoft.com/office/drawing/2014/main" id="{410B3119-74F4-2A40-572E-72FDF6B2D977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2211388" y="1820863"/>
            <a:ext cx="922337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86" name="Chart 3">
            <a:extLst>
              <a:ext uri="{FF2B5EF4-FFF2-40B4-BE49-F238E27FC236}">
                <a16:creationId xmlns:a16="http://schemas.microsoft.com/office/drawing/2014/main" id="{4B1C9E1E-4D12-150A-068C-0BA34AD847A7}"/>
              </a:ext>
            </a:extLst>
          </p:cNvPr>
          <p:cNvGraphicFramePr/>
          <p:nvPr>
            <p:custDataLst>
              <p:tags r:id="rId7"/>
            </p:custDataLst>
          </p:nvPr>
        </p:nvGraphicFramePr>
        <p:xfrm>
          <a:off x="1206500" y="1554163"/>
          <a:ext cx="2933700" cy="4270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1"/>
          </a:graphicData>
        </a:graphic>
      </p:graphicFrame>
      <p:sp>
        <p:nvSpPr>
          <p:cNvPr id="8" name="文本占位符 2">
            <a:extLst>
              <a:ext uri="{FF2B5EF4-FFF2-40B4-BE49-F238E27FC236}">
                <a16:creationId xmlns:a16="http://schemas.microsoft.com/office/drawing/2014/main" id="{1402BF2E-E601-80FF-B72F-D34474CF37B2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1539875" y="5608638"/>
            <a:ext cx="879475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44A87780-BD80-4EBD-8A39-00A994EA4C68}" type="datetime'''''''2''0''''''''''21''&#10;（n''''''=''''1,1''78''''''''''''）'">
              <a:rPr kumimoji="1" lang="zh-CN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2021
（n=1,178）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1" name="文本占位符 2">
            <a:extLst>
              <a:ext uri="{FF2B5EF4-FFF2-40B4-BE49-F238E27FC236}">
                <a16:creationId xmlns:a16="http://schemas.microsoft.com/office/drawing/2014/main" id="{730FB2A8-2506-C858-0C5D-F9566431ABC8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1071563" y="4800600"/>
            <a:ext cx="555625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05C44F83-46D5-4AAA-AF59-8B86283C8D15}" type="datetime'A''''''''top 1''0&#10;''p''''''ri''''''''''''o''''r''it''y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Atop 10
priority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2" name="文本占位符 2">
            <a:extLst>
              <a:ext uri="{FF2B5EF4-FFF2-40B4-BE49-F238E27FC236}">
                <a16:creationId xmlns:a16="http://schemas.microsoft.com/office/drawing/2014/main" id="{3C38897D-5581-008A-C45D-4B7F43DD3B21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2986088" y="5608638"/>
            <a:ext cx="755650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DF7A7AC-D1B5-4EE3-ADCA-3EC8C058841E}" type="datetime'2''0''''2''''''2&#10;''''''''''''''''''（n''=9''''''9''''''5）'''">
              <a:rPr kumimoji="1" lang="zh-CN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2022
（n=995）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4" name="文本占位符 2">
            <a:extLst>
              <a:ext uri="{FF2B5EF4-FFF2-40B4-BE49-F238E27FC236}">
                <a16:creationId xmlns:a16="http://schemas.microsoft.com/office/drawing/2014/main" id="{15227C52-AC55-D8B6-A7E9-15C2AC533876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auto">
          <a:xfrm>
            <a:off x="1122363" y="4114800"/>
            <a:ext cx="504825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337ACA89-A409-44DD-AE57-1311B9B6FFC4}" type="datetime'A''''''''''''''to''''''p'''' ''''5&#10;''''pr''''''i''''ority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Atop 5
priority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3" name="文本占位符 2">
            <a:extLst>
              <a:ext uri="{FF2B5EF4-FFF2-40B4-BE49-F238E27FC236}">
                <a16:creationId xmlns:a16="http://schemas.microsoft.com/office/drawing/2014/main" id="{E5F6F249-4F5D-97ED-269F-BB68FAAB968A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auto">
          <a:xfrm>
            <a:off x="1117600" y="3116263"/>
            <a:ext cx="509588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52812BF8-BFEE-45E4-9C69-6AD86E7B74B5}" type="datetime'A'' top'''''''''' ''''''3&#10;pr''''''i''o''r''''''i''''ty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A top 3
priority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2" name="文本占位符 2">
            <a:extLst>
              <a:ext uri="{FF2B5EF4-FFF2-40B4-BE49-F238E27FC236}">
                <a16:creationId xmlns:a16="http://schemas.microsoft.com/office/drawing/2014/main" id="{D38E97EE-C8BD-3A89-0F04-F1194133687E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auto">
          <a:xfrm>
            <a:off x="1122363" y="2062163"/>
            <a:ext cx="504825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F2567C5A-FE45-4C94-822F-DC9FECA06E98}" type="datetime'A ''t''''op&#10;''''''''''''p''''''''''''''''r''i''orit''y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</a:rPr>
              <a:pPr/>
              <a:t>A top
priority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5" name="文本占位符 2">
            <a:extLst>
              <a:ext uri="{FF2B5EF4-FFF2-40B4-BE49-F238E27FC236}">
                <a16:creationId xmlns:a16="http://schemas.microsoft.com/office/drawing/2014/main" id="{DBCA47DF-4954-28D0-F12F-CE2BEDA0F828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auto">
          <a:xfrm>
            <a:off x="906463" y="5202238"/>
            <a:ext cx="720725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4AB632D0-2343-4CC3-B7AE-8392D001E35A}" type="datetime'N''''''''''''ot a top&#10;10 p''''''''r''''i''''''''or''i''''''ty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Not a top
10 priority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8738BD10-1628-32B4-4916-A86411626C6E}"/>
              </a:ext>
            </a:extLst>
          </p:cNvPr>
          <p:cNvSpPr txBox="1"/>
          <p:nvPr/>
        </p:nvSpPr>
        <p:spPr>
          <a:xfrm>
            <a:off x="431643" y="6207939"/>
            <a:ext cx="112056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baseline="30000" dirty="0">
                <a:latin typeface="HarmonyOS Sans SC Light" pitchFamily="2" charset="-122"/>
                <a:ea typeface="HarmonyOS Sans SC Light" pitchFamily="2" charset="-122"/>
              </a:rPr>
              <a:t>1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Figures were calculated after removing respondents who said "Don't know." They may not sum to 100%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， 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because of rounding.</a:t>
            </a:r>
          </a:p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Source: McKinsey Global Survey on new-business building, 995 C-suite executives, senior managers, and business unit or division heads, July 19 to September 1,2022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30F6F716-013F-CC88-B278-D731848B1DB7}"/>
              </a:ext>
            </a:extLst>
          </p:cNvPr>
          <p:cNvSpPr txBox="1"/>
          <p:nvPr/>
        </p:nvSpPr>
        <p:spPr>
          <a:xfrm>
            <a:off x="3868494" y="1738408"/>
            <a:ext cx="180049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HarmonyOS Sans SC Light" pitchFamily="2" charset="-122"/>
                <a:ea typeface="HarmonyOS Sans SC Light" pitchFamily="2" charset="-122"/>
              </a:rPr>
              <a:t>The share of</a:t>
            </a:r>
          </a:p>
          <a:p>
            <a:r>
              <a:rPr kumimoji="1" lang="en-US" altLang="zh-CN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HarmonyOS Sans SC Light" pitchFamily="2" charset="-122"/>
                <a:ea typeface="HarmonyOS Sans SC Light" pitchFamily="2" charset="-122"/>
              </a:rPr>
              <a:t>respondents listing</a:t>
            </a:r>
          </a:p>
          <a:p>
            <a:r>
              <a:rPr kumimoji="1" lang="en-US" altLang="zh-CN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HarmonyOS Sans SC Light" pitchFamily="2" charset="-122"/>
                <a:ea typeface="HarmonyOS Sans SC Light" pitchFamily="2" charset="-122"/>
              </a:rPr>
              <a:t>business building as</a:t>
            </a:r>
          </a:p>
          <a:p>
            <a:r>
              <a:rPr kumimoji="1" lang="en-US" altLang="zh-CN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HarmonyOS Sans SC Light" pitchFamily="2" charset="-122"/>
                <a:ea typeface="HarmonyOS Sans SC Light" pitchFamily="2" charset="-122"/>
              </a:rPr>
              <a:t>a top 3 priority has</a:t>
            </a:r>
          </a:p>
          <a:p>
            <a:r>
              <a:rPr kumimoji="1" lang="en-US" altLang="zh-CN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HarmonyOS Sans SC Light" pitchFamily="2" charset="-122"/>
                <a:ea typeface="HarmonyOS Sans SC Light" pitchFamily="2" charset="-122"/>
              </a:rPr>
              <a:t>decreased from</a:t>
            </a:r>
          </a:p>
          <a:p>
            <a:r>
              <a:rPr kumimoji="1" lang="en-US" altLang="zh-CN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HarmonyOS Sans SC Light" pitchFamily="2" charset="-122"/>
                <a:ea typeface="HarmonyOS Sans SC Light" pitchFamily="2" charset="-122"/>
              </a:rPr>
              <a:t>57% to 46%</a:t>
            </a:r>
            <a:r>
              <a:rPr kumimoji="1" lang="zh-CN" altLang="en-US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HarmonyOS Sans SC Light" pitchFamily="2" charset="-122"/>
                <a:ea typeface="HarmonyOS Sans SC Light" pitchFamily="2" charset="-122"/>
              </a:rPr>
              <a:t>， </a:t>
            </a:r>
            <a:r>
              <a:rPr kumimoji="1" lang="en-US" altLang="zh-CN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HarmonyOS Sans SC Light" pitchFamily="2" charset="-122"/>
                <a:ea typeface="HarmonyOS Sans SC Light" pitchFamily="2" charset="-122"/>
              </a:rPr>
              <a:t>but</a:t>
            </a:r>
          </a:p>
          <a:p>
            <a:r>
              <a:rPr kumimoji="1" lang="en-US" altLang="zh-CN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HarmonyOS Sans SC Light" pitchFamily="2" charset="-122"/>
                <a:ea typeface="HarmonyOS Sans SC Light" pitchFamily="2" charset="-122"/>
              </a:rPr>
              <a:t>about three-</a:t>
            </a:r>
          </a:p>
          <a:p>
            <a:r>
              <a:rPr kumimoji="1" lang="en-US" altLang="zh-CN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HarmonyOS Sans SC Light" pitchFamily="2" charset="-122"/>
                <a:ea typeface="HarmonyOS Sans SC Light" pitchFamily="2" charset="-122"/>
              </a:rPr>
              <a:t>quarters still say</a:t>
            </a:r>
          </a:p>
          <a:p>
            <a:r>
              <a:rPr kumimoji="1" lang="en-US" altLang="zh-CN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HarmonyOS Sans SC Light" pitchFamily="2" charset="-122"/>
                <a:ea typeface="HarmonyOS Sans SC Light" pitchFamily="2" charset="-122"/>
              </a:rPr>
              <a:t>it's in the top 5</a:t>
            </a:r>
            <a:endParaRPr kumimoji="1" lang="zh-CN" altLang="en-US" sz="1400" i="1" dirty="0">
              <a:solidFill>
                <a:schemeClr val="tx1">
                  <a:lumMod val="50000"/>
                  <a:lumOff val="50000"/>
                </a:schemeClr>
              </a:solidFill>
              <a:latin typeface="HarmonyOS Sans SC Light" pitchFamily="2" charset="-122"/>
              <a:ea typeface="HarmonyOS Sans SC Light" pitchFamily="2" charset="-122"/>
            </a:endParaRPr>
          </a:p>
        </p:txBody>
      </p:sp>
      <p:cxnSp>
        <p:nvCxnSpPr>
          <p:cNvPr id="87" name="直线连接符 86">
            <a:extLst>
              <a:ext uri="{FF2B5EF4-FFF2-40B4-BE49-F238E27FC236}">
                <a16:creationId xmlns:a16="http://schemas.microsoft.com/office/drawing/2014/main" id="{FFC31576-74A3-977E-4FD5-4FE729419ED7}"/>
              </a:ext>
            </a:extLst>
          </p:cNvPr>
          <p:cNvCxnSpPr>
            <a:cxnSpLocks/>
          </p:cNvCxnSpPr>
          <p:nvPr>
            <p:custDataLst>
              <p:tags r:id="rId15"/>
            </p:custDataLst>
          </p:nvPr>
        </p:nvCxnSpPr>
        <p:spPr bwMode="auto">
          <a:xfrm>
            <a:off x="7608887" y="5262563"/>
            <a:ext cx="922338" cy="109538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直线连接符 87">
            <a:extLst>
              <a:ext uri="{FF2B5EF4-FFF2-40B4-BE49-F238E27FC236}">
                <a16:creationId xmlns:a16="http://schemas.microsoft.com/office/drawing/2014/main" id="{DC42EDFD-FA92-BAB6-2469-7B5705DE1D19}"/>
              </a:ext>
            </a:extLst>
          </p:cNvPr>
          <p:cNvCxnSpPr>
            <a:cxnSpLocks/>
          </p:cNvCxnSpPr>
          <p:nvPr>
            <p:custDataLst>
              <p:tags r:id="rId16"/>
            </p:custDataLst>
          </p:nvPr>
        </p:nvCxnSpPr>
        <p:spPr bwMode="auto">
          <a:xfrm>
            <a:off x="7608887" y="4595813"/>
            <a:ext cx="922338" cy="295275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直线连接符 88">
            <a:extLst>
              <a:ext uri="{FF2B5EF4-FFF2-40B4-BE49-F238E27FC236}">
                <a16:creationId xmlns:a16="http://schemas.microsoft.com/office/drawing/2014/main" id="{858A3FE8-A168-E043-1FB0-16485B533E96}"/>
              </a:ext>
            </a:extLst>
          </p:cNvPr>
          <p:cNvCxnSpPr/>
          <p:nvPr>
            <p:custDataLst>
              <p:tags r:id="rId17"/>
            </p:custDataLst>
          </p:nvPr>
        </p:nvCxnSpPr>
        <p:spPr bwMode="auto">
          <a:xfrm flipV="1">
            <a:off x="7608887" y="4078288"/>
            <a:ext cx="922338" cy="73025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直线连接符 89">
            <a:extLst>
              <a:ext uri="{FF2B5EF4-FFF2-40B4-BE49-F238E27FC236}">
                <a16:creationId xmlns:a16="http://schemas.microsoft.com/office/drawing/2014/main" id="{F51D5FF6-4A4D-540F-27F1-E216B6CBDFF1}"/>
              </a:ext>
            </a:extLst>
          </p:cNvPr>
          <p:cNvCxnSpPr/>
          <p:nvPr>
            <p:custDataLst>
              <p:tags r:id="rId18"/>
            </p:custDataLst>
          </p:nvPr>
        </p:nvCxnSpPr>
        <p:spPr bwMode="auto">
          <a:xfrm flipV="1">
            <a:off x="7608887" y="2560638"/>
            <a:ext cx="922338" cy="185738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直线连接符 90">
            <a:extLst>
              <a:ext uri="{FF2B5EF4-FFF2-40B4-BE49-F238E27FC236}">
                <a16:creationId xmlns:a16="http://schemas.microsoft.com/office/drawing/2014/main" id="{04D3F8D1-2E53-5327-C14C-A95D40190CE5}"/>
              </a:ext>
            </a:extLst>
          </p:cNvPr>
          <p:cNvCxnSpPr>
            <a:cxnSpLocks/>
          </p:cNvCxnSpPr>
          <p:nvPr>
            <p:custDataLst>
              <p:tags r:id="rId19"/>
            </p:custDataLst>
          </p:nvPr>
        </p:nvCxnSpPr>
        <p:spPr bwMode="auto">
          <a:xfrm flipV="1">
            <a:off x="7608887" y="1820864"/>
            <a:ext cx="922338" cy="3651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23" name="Chart 3">
            <a:extLst>
              <a:ext uri="{FF2B5EF4-FFF2-40B4-BE49-F238E27FC236}">
                <a16:creationId xmlns:a16="http://schemas.microsoft.com/office/drawing/2014/main" id="{C9EB1E9C-09ED-6332-3548-0EE4D823039A}"/>
              </a:ext>
            </a:extLst>
          </p:cNvPr>
          <p:cNvGraphicFramePr/>
          <p:nvPr>
            <p:custDataLst>
              <p:tags r:id="rId20"/>
            </p:custDataLst>
          </p:nvPr>
        </p:nvGraphicFramePr>
        <p:xfrm>
          <a:off x="6604000" y="1554163"/>
          <a:ext cx="2933700" cy="4270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2"/>
          </a:graphicData>
        </a:graphic>
      </p:graphicFrame>
      <p:sp>
        <p:nvSpPr>
          <p:cNvPr id="93" name="文本占位符 2">
            <a:extLst>
              <a:ext uri="{FF2B5EF4-FFF2-40B4-BE49-F238E27FC236}">
                <a16:creationId xmlns:a16="http://schemas.microsoft.com/office/drawing/2014/main" id="{FC1FC9A0-E891-1F76-6997-27F6B7C54160}"/>
              </a:ext>
            </a:extLst>
          </p:cNvPr>
          <p:cNvSpPr txBox="1">
            <a:spLocks/>
          </p:cNvSpPr>
          <p:nvPr>
            <p:custDataLst>
              <p:tags r:id="rId21"/>
            </p:custDataLst>
          </p:nvPr>
        </p:nvSpPr>
        <p:spPr bwMode="auto">
          <a:xfrm>
            <a:off x="6999288" y="5608638"/>
            <a:ext cx="755650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D405927-4A8C-40CF-B239-D47591C0A38A}" type="datetime'202''''''1&#10;''''''''''''（''''n=2''''''''2''''''''''''''0''）'">
              <a:rPr kumimoji="1" lang="zh-CN" altLang="en-US" sz="1200" smtClean="0">
                <a:latin typeface="HarmonyOS Sans SC" pitchFamily="2" charset="-122"/>
                <a:ea typeface="HarmonyOS Sans SC" pitchFamily="2" charset="-122"/>
              </a:rPr>
              <a:pPr/>
              <a:t>2021
（n=220）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94" name="文本占位符 2">
            <a:extLst>
              <a:ext uri="{FF2B5EF4-FFF2-40B4-BE49-F238E27FC236}">
                <a16:creationId xmlns:a16="http://schemas.microsoft.com/office/drawing/2014/main" id="{EF5C7C8E-0F78-BA5C-00DB-08FAB7AB30E1}"/>
              </a:ext>
            </a:extLst>
          </p:cNvPr>
          <p:cNvSpPr txBox="1">
            <a:spLocks/>
          </p:cNvSpPr>
          <p:nvPr>
            <p:custDataLst>
              <p:tags r:id="rId22"/>
            </p:custDataLst>
          </p:nvPr>
        </p:nvSpPr>
        <p:spPr bwMode="auto">
          <a:xfrm>
            <a:off x="6469063" y="4764088"/>
            <a:ext cx="555625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1A4A01AC-E213-4813-8651-C8DB6E342CC0}" type="datetime'''''''A''t''op'' 10&#10;''''''''''''''p''''rior''''''i''ty''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</a:rPr>
              <a:pPr/>
              <a:t>Atop 10
priority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96" name="文本占位符 2">
            <a:extLst>
              <a:ext uri="{FF2B5EF4-FFF2-40B4-BE49-F238E27FC236}">
                <a16:creationId xmlns:a16="http://schemas.microsoft.com/office/drawing/2014/main" id="{AFFC1867-E2EA-B204-572A-E09C53EEF362}"/>
              </a:ext>
            </a:extLst>
          </p:cNvPr>
          <p:cNvSpPr txBox="1">
            <a:spLocks/>
          </p:cNvSpPr>
          <p:nvPr>
            <p:custDataLst>
              <p:tags r:id="rId23"/>
            </p:custDataLst>
          </p:nvPr>
        </p:nvSpPr>
        <p:spPr bwMode="auto">
          <a:xfrm>
            <a:off x="6519863" y="4208463"/>
            <a:ext cx="504825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DC73D53F-1A60-4198-9746-F31BDAAC968E}" type="datetime'A''''''''''''''''t''o''p ''5''&#10;''p''r''io''r''''it''y''''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</a:rPr>
              <a:pPr/>
              <a:t>Atop 5
priority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97" name="文本占位符 2">
            <a:extLst>
              <a:ext uri="{FF2B5EF4-FFF2-40B4-BE49-F238E27FC236}">
                <a16:creationId xmlns:a16="http://schemas.microsoft.com/office/drawing/2014/main" id="{205731C3-D192-0D4E-2F4D-2F6B2503C4D5}"/>
              </a:ext>
            </a:extLst>
          </p:cNvPr>
          <p:cNvSpPr txBox="1">
            <a:spLocks/>
          </p:cNvSpPr>
          <p:nvPr>
            <p:custDataLst>
              <p:tags r:id="rId24"/>
            </p:custDataLst>
          </p:nvPr>
        </p:nvSpPr>
        <p:spPr bwMode="auto">
          <a:xfrm>
            <a:off x="6515100" y="3282950"/>
            <a:ext cx="509588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18E9CC58-7402-456C-B6FE-52C9120B57CB}" type="datetime'A ''''''''''''t''''op'' ''''3&#10;p''r''ior''''''it''''''y'''">
              <a:rPr kumimoji="1" lang="en-US" altLang="en-US" sz="1200" smtClean="0">
                <a:latin typeface="HarmonyOS Sans SC" pitchFamily="2" charset="-122"/>
                <a:ea typeface="HarmonyOS Sans SC" pitchFamily="2" charset="-122"/>
              </a:rPr>
              <a:pPr/>
              <a:t>A top 3
priority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98" name="文本占位符 2">
            <a:extLst>
              <a:ext uri="{FF2B5EF4-FFF2-40B4-BE49-F238E27FC236}">
                <a16:creationId xmlns:a16="http://schemas.microsoft.com/office/drawing/2014/main" id="{A55DD4CE-824E-E04A-097E-D95127FA9BC9}"/>
              </a:ext>
            </a:extLst>
          </p:cNvPr>
          <p:cNvSpPr txBox="1">
            <a:spLocks/>
          </p:cNvSpPr>
          <p:nvPr>
            <p:custDataLst>
              <p:tags r:id="rId25"/>
            </p:custDataLst>
          </p:nvPr>
        </p:nvSpPr>
        <p:spPr bwMode="auto">
          <a:xfrm>
            <a:off x="6519863" y="2136775"/>
            <a:ext cx="504825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261B9F27-B2BA-4744-A5F8-905EFDCA9473}" type="datetime'A'''''' t''''''o''p''&#10;''''''pr''io''r''i''''''''t''''''''y'">
              <a:rPr kumimoji="1" lang="en-US" altLang="en-US" sz="1200" smtClean="0">
                <a:latin typeface="HarmonyOS Sans SC" pitchFamily="2" charset="-122"/>
                <a:ea typeface="HarmonyOS Sans SC" pitchFamily="2" charset="-122"/>
              </a:rPr>
              <a:pPr/>
              <a:t>A top
priority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95" name="文本占位符 2">
            <a:extLst>
              <a:ext uri="{FF2B5EF4-FFF2-40B4-BE49-F238E27FC236}">
                <a16:creationId xmlns:a16="http://schemas.microsoft.com/office/drawing/2014/main" id="{BAD0EB89-A963-5A74-2936-F26FC3AA68A8}"/>
              </a:ext>
            </a:extLst>
          </p:cNvPr>
          <p:cNvSpPr txBox="1">
            <a:spLocks/>
          </p:cNvSpPr>
          <p:nvPr>
            <p:custDataLst>
              <p:tags r:id="rId26"/>
            </p:custDataLst>
          </p:nvPr>
        </p:nvSpPr>
        <p:spPr bwMode="auto">
          <a:xfrm>
            <a:off x="8383588" y="5608638"/>
            <a:ext cx="755650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CB52465A-C389-4F09-95D9-279342DB1D10}" type="datetime'''''''20''''''''2''2&#10;（n''''''''''''''''=1''''''5''6''）'">
              <a:rPr kumimoji="1" lang="zh-CN" altLang="en-US" sz="1200" smtClean="0">
                <a:latin typeface="HarmonyOS Sans SC" pitchFamily="2" charset="-122"/>
                <a:ea typeface="HarmonyOS Sans SC" pitchFamily="2" charset="-122"/>
              </a:rPr>
              <a:pPr/>
              <a:t>2022
（n=156）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99" name="文本占位符 2">
            <a:extLst>
              <a:ext uri="{FF2B5EF4-FFF2-40B4-BE49-F238E27FC236}">
                <a16:creationId xmlns:a16="http://schemas.microsoft.com/office/drawing/2014/main" id="{0EBF1A07-B721-2DB0-9576-7207E35AD114}"/>
              </a:ext>
            </a:extLst>
          </p:cNvPr>
          <p:cNvSpPr txBox="1">
            <a:spLocks/>
          </p:cNvSpPr>
          <p:nvPr>
            <p:custDataLst>
              <p:tags r:id="rId27"/>
            </p:custDataLst>
          </p:nvPr>
        </p:nvSpPr>
        <p:spPr bwMode="auto">
          <a:xfrm>
            <a:off x="6303963" y="5202238"/>
            <a:ext cx="720725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66148DA0-576E-4E46-9161-3E9BCB1A2179}" type="datetime'''N''o''t ''''''''''a t''''o''p&#10;1''''0'' pri''o''r''it''y'">
              <a:rPr kumimoji="1" lang="en-US" altLang="en-US" sz="1200" smtClean="0">
                <a:latin typeface="HarmonyOS Sans SC" pitchFamily="2" charset="-122"/>
                <a:ea typeface="HarmonyOS Sans SC" pitchFamily="2" charset="-122"/>
              </a:rPr>
              <a:pPr/>
              <a:t>Not a top
10 priority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280C887D-E039-1D11-49C2-8FD0CB230A38}"/>
              </a:ext>
            </a:extLst>
          </p:cNvPr>
          <p:cNvSpPr txBox="1"/>
          <p:nvPr/>
        </p:nvSpPr>
        <p:spPr>
          <a:xfrm>
            <a:off x="9269144" y="1738408"/>
            <a:ext cx="1689886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HarmonyOS Sans SC Light" pitchFamily="2" charset="-122"/>
                <a:ea typeface="HarmonyOS Sans SC Light" pitchFamily="2" charset="-122"/>
              </a:rPr>
              <a:t>About 6 in 10</a:t>
            </a:r>
          </a:p>
          <a:p>
            <a:r>
              <a:rPr kumimoji="1" lang="en-US" altLang="zh-CN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HarmonyOS Sans SC Light" pitchFamily="2" charset="-122"/>
                <a:ea typeface="HarmonyOS Sans SC Light" pitchFamily="2" charset="-122"/>
              </a:rPr>
              <a:t>surveyed CEOS</a:t>
            </a:r>
          </a:p>
          <a:p>
            <a:r>
              <a:rPr kumimoji="1" lang="en-US" altLang="zh-CN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HarmonyOS Sans SC Light" pitchFamily="2" charset="-122"/>
                <a:ea typeface="HarmonyOS Sans SC Light" pitchFamily="2" charset="-122"/>
              </a:rPr>
              <a:t>continue to say</a:t>
            </a:r>
          </a:p>
          <a:p>
            <a:r>
              <a:rPr kumimoji="1" lang="en-US" altLang="zh-CN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HarmonyOS Sans SC Light" pitchFamily="2" charset="-122"/>
                <a:ea typeface="HarmonyOS Sans SC Light" pitchFamily="2" charset="-122"/>
              </a:rPr>
              <a:t>new-business</a:t>
            </a:r>
          </a:p>
          <a:p>
            <a:r>
              <a:rPr kumimoji="1" lang="en-US" altLang="zh-CN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HarmonyOS Sans SC Light" pitchFamily="2" charset="-122"/>
                <a:ea typeface="HarmonyOS Sans SC Light" pitchFamily="2" charset="-122"/>
              </a:rPr>
              <a:t>building is a</a:t>
            </a:r>
          </a:p>
          <a:p>
            <a:r>
              <a:rPr kumimoji="1" lang="en-US" altLang="zh-CN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HarmonyOS Sans SC Light" pitchFamily="2" charset="-122"/>
                <a:ea typeface="HarmonyOS Sans SC Light" pitchFamily="2" charset="-122"/>
              </a:rPr>
              <a:t>top 3 priority for</a:t>
            </a:r>
          </a:p>
          <a:p>
            <a:r>
              <a:rPr kumimoji="1" lang="en-US" altLang="zh-CN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HarmonyOS Sans SC Light" pitchFamily="2" charset="-122"/>
                <a:ea typeface="HarmonyOS Sans SC Light" pitchFamily="2" charset="-122"/>
              </a:rPr>
              <a:t>their organizations</a:t>
            </a:r>
            <a:endParaRPr kumimoji="1" lang="zh-CN" altLang="en-US" sz="1400" i="1" dirty="0">
              <a:solidFill>
                <a:schemeClr val="tx1">
                  <a:lumMod val="50000"/>
                  <a:lumOff val="50000"/>
                </a:schemeClr>
              </a:solidFill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35FAECA9-F3FA-611A-5459-7AF1F958DBCD}"/>
              </a:ext>
            </a:extLst>
          </p:cNvPr>
          <p:cNvSpPr txBox="1"/>
          <p:nvPr/>
        </p:nvSpPr>
        <p:spPr>
          <a:xfrm>
            <a:off x="6187385" y="1385799"/>
            <a:ext cx="14606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latin typeface="HarmonyOS Sans SC" pitchFamily="2" charset="-122"/>
                <a:ea typeface="HarmonyOS Sans SC" pitchFamily="2" charset="-122"/>
              </a:rPr>
              <a:t>CEO respondents</a:t>
            </a:r>
            <a:endParaRPr kumimoji="1" lang="zh-CN" altLang="en-US" sz="1200" b="1" dirty="0">
              <a:latin typeface="HarmonyOS Sans SC" pitchFamily="2" charset="-122"/>
              <a:ea typeface="HarmonyOS Sans SC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005676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885AB-38BC-D1E9-AF5C-B637634F0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B83FA92B-5BB7-8B29-C5FA-8649D248D73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5" imgW="7772400" imgH="10058400" progId="TCLayout.ActiveDocument.1">
                  <p:embed/>
                </p:oleObj>
              </mc:Choice>
              <mc:Fallback>
                <p:oleObj name="think-cell 幻灯片" r:id="rId5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83FA92B-5BB7-8B29-C5FA-8649D248D7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65106FCF-4E1E-D810-DD71-5EAC26FE1C0D}"/>
              </a:ext>
            </a:extLst>
          </p:cNvPr>
          <p:cNvSpPr txBox="1"/>
          <p:nvPr/>
        </p:nvSpPr>
        <p:spPr>
          <a:xfrm>
            <a:off x="431643" y="249897"/>
            <a:ext cx="112056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Responses suggest that companies prioritizing new-business building outperform other companies on revenue growth.</a:t>
            </a:r>
            <a:endParaRPr kumimoji="1" lang="zh-CN" altLang="en-US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121461C-A8A6-2035-0BB3-F8BA962F91C2}"/>
              </a:ext>
            </a:extLst>
          </p:cNvPr>
          <p:cNvSpPr txBox="1"/>
          <p:nvPr/>
        </p:nvSpPr>
        <p:spPr>
          <a:xfrm>
            <a:off x="431643" y="941664"/>
            <a:ext cx="56172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Organic revenue growth performance in 2022</a:t>
            </a:r>
            <a:r>
              <a:rPr kumimoji="1" lang="zh-CN" altLang="en-US" sz="1400" dirty="0">
                <a:latin typeface="HarmonyOS Sans SC" pitchFamily="2" charset="-122"/>
                <a:ea typeface="HarmonyOS Sans SC" pitchFamily="2" charset="-122"/>
              </a:rPr>
              <a:t>，</a:t>
            </a:r>
            <a:r>
              <a:rPr kumimoji="1" lang="en-US" altLang="zh-CN" sz="1400" baseline="30000" dirty="0">
                <a:latin typeface="HarmonyOS Sans SC" pitchFamily="2" charset="-122"/>
                <a:ea typeface="HarmonyOS Sans SC" pitchFamily="2" charset="-122"/>
              </a:rPr>
              <a:t>1</a:t>
            </a:r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 </a:t>
            </a:r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% of respondents</a:t>
            </a:r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2BF742B6-2298-A705-17EB-2A5F2006D27A}"/>
              </a:ext>
            </a:extLst>
          </p:cNvPr>
          <p:cNvSpPr txBox="1"/>
          <p:nvPr/>
        </p:nvSpPr>
        <p:spPr>
          <a:xfrm>
            <a:off x="431643" y="6054105"/>
            <a:ext cx="112056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baseline="30000" dirty="0">
                <a:latin typeface="HarmonyOS Sans SC Light" pitchFamily="2" charset="-122"/>
                <a:ea typeface="HarmonyOS Sans SC Light" pitchFamily="2" charset="-122"/>
              </a:rPr>
              <a:t>1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Figures were calculated after removing respondents who said "Don't know." Only respondents who said their organizations' growth was driven at least equally or more by factors within their control 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（</a:t>
            </a:r>
            <a:r>
              <a:rPr kumimoji="1" lang="en-US" altLang="zh-CN" sz="1000" dirty="0" err="1">
                <a:latin typeface="HarmonyOS Sans SC Light" pitchFamily="2" charset="-122"/>
                <a:ea typeface="HarmonyOS Sans SC Light" pitchFamily="2" charset="-122"/>
              </a:rPr>
              <a:t>ie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, commercial performance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）， 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as opposed to external factors 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（</a:t>
            </a:r>
            <a:r>
              <a:rPr kumimoji="1" lang="en-US" altLang="zh-CN" sz="1000" dirty="0" err="1">
                <a:latin typeface="HarmonyOS Sans SC Light" pitchFamily="2" charset="-122"/>
                <a:ea typeface="HarmonyOS Sans SC Light" pitchFamily="2" charset="-122"/>
              </a:rPr>
              <a:t>ie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, market forces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）， 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were included in the analysis.</a:t>
            </a:r>
          </a:p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Source: McKinsey Global Survey on new-business building, 995 C-suite executives, senior managers, and business unit or division heads, July 19 to September 1,2022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F516AD0-38E9-EE4D-2024-AD653065E7F0}"/>
              </a:ext>
            </a:extLst>
          </p:cNvPr>
          <p:cNvSpPr/>
          <p:nvPr/>
        </p:nvSpPr>
        <p:spPr>
          <a:xfrm>
            <a:off x="550912" y="1294877"/>
            <a:ext cx="102231" cy="244268"/>
          </a:xfrm>
          <a:prstGeom prst="rect">
            <a:avLst/>
          </a:prstGeom>
          <a:solidFill>
            <a:srgbClr val="00AB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227033F-6797-4AD9-5635-941E83D11657}"/>
              </a:ext>
            </a:extLst>
          </p:cNvPr>
          <p:cNvSpPr txBox="1"/>
          <p:nvPr/>
        </p:nvSpPr>
        <p:spPr>
          <a:xfrm>
            <a:off x="653143" y="1228340"/>
            <a:ext cx="881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&gt;10% above</a:t>
            </a:r>
          </a:p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market rate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8B890E7-0D88-AE6E-2B39-08AD9D0201A1}"/>
              </a:ext>
            </a:extLst>
          </p:cNvPr>
          <p:cNvSpPr/>
          <p:nvPr/>
        </p:nvSpPr>
        <p:spPr>
          <a:xfrm>
            <a:off x="1637347" y="1294877"/>
            <a:ext cx="102231" cy="244268"/>
          </a:xfrm>
          <a:prstGeom prst="rect">
            <a:avLst/>
          </a:prstGeom>
          <a:solidFill>
            <a:srgbClr val="44D4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F085CB6-5303-4F30-6A31-415A5A84EB5A}"/>
              </a:ext>
            </a:extLst>
          </p:cNvPr>
          <p:cNvSpPr txBox="1"/>
          <p:nvPr/>
        </p:nvSpPr>
        <p:spPr>
          <a:xfrm>
            <a:off x="1739578" y="1228340"/>
            <a:ext cx="9460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4-10% above</a:t>
            </a:r>
          </a:p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market rate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0356A17-C6AF-FE3B-7F23-DD7976A0CD22}"/>
              </a:ext>
            </a:extLst>
          </p:cNvPr>
          <p:cNvSpPr/>
          <p:nvPr/>
        </p:nvSpPr>
        <p:spPr>
          <a:xfrm>
            <a:off x="2787902" y="1294877"/>
            <a:ext cx="102231" cy="244268"/>
          </a:xfrm>
          <a:prstGeom prst="rect">
            <a:avLst/>
          </a:prstGeom>
          <a:solidFill>
            <a:srgbClr val="79E8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08675A3-7EEA-59E4-F554-6A48AA643BDB}"/>
              </a:ext>
            </a:extLst>
          </p:cNvPr>
          <p:cNvSpPr txBox="1"/>
          <p:nvPr/>
        </p:nvSpPr>
        <p:spPr>
          <a:xfrm>
            <a:off x="2890133" y="1228340"/>
            <a:ext cx="881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1-3% above</a:t>
            </a:r>
          </a:p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market rate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811FD84-C049-F275-F91A-75D93A5F3460}"/>
              </a:ext>
            </a:extLst>
          </p:cNvPr>
          <p:cNvSpPr/>
          <p:nvPr/>
        </p:nvSpPr>
        <p:spPr>
          <a:xfrm>
            <a:off x="3874337" y="1294877"/>
            <a:ext cx="102231" cy="244268"/>
          </a:xfrm>
          <a:prstGeom prst="rect">
            <a:avLst/>
          </a:prstGeom>
          <a:solidFill>
            <a:srgbClr val="C8D3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0974CE6-4F77-606A-84D0-A41D1A34968B}"/>
              </a:ext>
            </a:extLst>
          </p:cNvPr>
          <p:cNvSpPr txBox="1"/>
          <p:nvPr/>
        </p:nvSpPr>
        <p:spPr>
          <a:xfrm>
            <a:off x="3976568" y="1228340"/>
            <a:ext cx="7473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At market</a:t>
            </a:r>
          </a:p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rate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6A4AA47-1891-EE2F-EA3E-F6E0AEA48BB9}"/>
              </a:ext>
            </a:extLst>
          </p:cNvPr>
          <p:cNvSpPr/>
          <p:nvPr/>
        </p:nvSpPr>
        <p:spPr>
          <a:xfrm>
            <a:off x="4846032" y="1294877"/>
            <a:ext cx="102231" cy="244268"/>
          </a:xfrm>
          <a:prstGeom prst="rect">
            <a:avLst/>
          </a:prstGeom>
          <a:solidFill>
            <a:srgbClr val="6E88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711CAC5-5228-FE05-D270-AF704D0E33BD}"/>
              </a:ext>
            </a:extLst>
          </p:cNvPr>
          <p:cNvSpPr txBox="1"/>
          <p:nvPr/>
        </p:nvSpPr>
        <p:spPr>
          <a:xfrm>
            <a:off x="4948263" y="1228340"/>
            <a:ext cx="8691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1-3% below</a:t>
            </a:r>
          </a:p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market rate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92CA04F-546F-9BB4-11C8-0414DA5CA210}"/>
              </a:ext>
            </a:extLst>
          </p:cNvPr>
          <p:cNvSpPr/>
          <p:nvPr/>
        </p:nvSpPr>
        <p:spPr>
          <a:xfrm>
            <a:off x="5996587" y="1294877"/>
            <a:ext cx="102231" cy="244268"/>
          </a:xfrm>
          <a:prstGeom prst="rect">
            <a:avLst/>
          </a:prstGeom>
          <a:solidFill>
            <a:srgbClr val="4568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152C0F7-FF96-716C-74BB-AD3C3A2301FC}"/>
              </a:ext>
            </a:extLst>
          </p:cNvPr>
          <p:cNvSpPr txBox="1"/>
          <p:nvPr/>
        </p:nvSpPr>
        <p:spPr>
          <a:xfrm>
            <a:off x="6098818" y="1228340"/>
            <a:ext cx="9396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4-10% below</a:t>
            </a:r>
          </a:p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market rate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3C23E78-B7D8-700E-CE05-01759EEFC422}"/>
              </a:ext>
            </a:extLst>
          </p:cNvPr>
          <p:cNvSpPr/>
          <p:nvPr/>
        </p:nvSpPr>
        <p:spPr>
          <a:xfrm>
            <a:off x="7083022" y="1294877"/>
            <a:ext cx="102231" cy="244268"/>
          </a:xfrm>
          <a:prstGeom prst="rect">
            <a:avLst/>
          </a:prstGeom>
          <a:solidFill>
            <a:srgbClr val="001C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80C4122-E89C-CE7B-EC8F-835A7B11D2DB}"/>
              </a:ext>
            </a:extLst>
          </p:cNvPr>
          <p:cNvSpPr txBox="1"/>
          <p:nvPr/>
        </p:nvSpPr>
        <p:spPr>
          <a:xfrm>
            <a:off x="7185253" y="1228340"/>
            <a:ext cx="8755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&gt;10% below</a:t>
            </a:r>
          </a:p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market rate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418332F-D897-29E8-171F-0FBCFF3A8EE2}"/>
              </a:ext>
            </a:extLst>
          </p:cNvPr>
          <p:cNvSpPr txBox="1"/>
          <p:nvPr/>
        </p:nvSpPr>
        <p:spPr>
          <a:xfrm>
            <a:off x="431643" y="1750929"/>
            <a:ext cx="69413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Respondents who say new-business building is a </a:t>
            </a:r>
            <a:r>
              <a:rPr kumimoji="1" lang="en-US" altLang="zh-CN" sz="1200" b="1" dirty="0">
                <a:latin typeface="HarmonyOS Sans SC" pitchFamily="2" charset="-122"/>
                <a:ea typeface="HarmonyOS Sans SC" pitchFamily="2" charset="-122"/>
              </a:rPr>
              <a:t>top 3 priority </a:t>
            </a:r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at their organization </a:t>
            </a:r>
            <a:r>
              <a:rPr kumimoji="1" lang="zh-CN" altLang="en-US" sz="1200" dirty="0">
                <a:latin typeface="HarmonyOS Sans SC" pitchFamily="2" charset="-122"/>
                <a:ea typeface="HarmonyOS Sans SC" pitchFamily="2" charset="-122"/>
              </a:rPr>
              <a:t>（</a:t>
            </a:r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n = 274</a:t>
            </a:r>
            <a:r>
              <a:rPr kumimoji="1" lang="zh-CN" altLang="en-US" sz="1200" dirty="0">
                <a:latin typeface="HarmonyOS Sans SC" pitchFamily="2" charset="-122"/>
                <a:ea typeface="HarmonyOS Sans SC" pitchFamily="2" charset="-122"/>
              </a:rPr>
              <a:t>）</a:t>
            </a:r>
          </a:p>
        </p:txBody>
      </p:sp>
      <p:graphicFrame>
        <p:nvGraphicFramePr>
          <p:cNvPr id="101" name="Chart 3">
            <a:extLst>
              <a:ext uri="{FF2B5EF4-FFF2-40B4-BE49-F238E27FC236}">
                <a16:creationId xmlns:a16="http://schemas.microsoft.com/office/drawing/2014/main" id="{AAA2BF10-8216-2983-9F0A-DBDB1416FD6E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415925" y="1747838"/>
          <a:ext cx="11304588" cy="1393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pSp>
        <p:nvGrpSpPr>
          <p:cNvPr id="109" name="组合 108">
            <a:extLst>
              <a:ext uri="{FF2B5EF4-FFF2-40B4-BE49-F238E27FC236}">
                <a16:creationId xmlns:a16="http://schemas.microsoft.com/office/drawing/2014/main" id="{A91DA40D-F8A2-A009-7410-617668AB55C6}"/>
              </a:ext>
            </a:extLst>
          </p:cNvPr>
          <p:cNvGrpSpPr/>
          <p:nvPr/>
        </p:nvGrpSpPr>
        <p:grpSpPr>
          <a:xfrm>
            <a:off x="504334" y="2667786"/>
            <a:ext cx="5275868" cy="575035"/>
            <a:chOff x="504334" y="2667786"/>
            <a:chExt cx="5275868" cy="575035"/>
          </a:xfrm>
        </p:grpSpPr>
        <p:cxnSp>
          <p:nvCxnSpPr>
            <p:cNvPr id="103" name="直线连接符 102">
              <a:extLst>
                <a:ext uri="{FF2B5EF4-FFF2-40B4-BE49-F238E27FC236}">
                  <a16:creationId xmlns:a16="http://schemas.microsoft.com/office/drawing/2014/main" id="{7E55655F-13AE-FEB8-85B5-BA4D33A80499}"/>
                </a:ext>
              </a:extLst>
            </p:cNvPr>
            <p:cNvCxnSpPr/>
            <p:nvPr/>
          </p:nvCxnSpPr>
          <p:spPr>
            <a:xfrm>
              <a:off x="504334" y="2667786"/>
              <a:ext cx="0" cy="575035"/>
            </a:xfrm>
            <a:prstGeom prst="line">
              <a:avLst/>
            </a:prstGeom>
            <a:ln w="1270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线连接符 103">
              <a:extLst>
                <a:ext uri="{FF2B5EF4-FFF2-40B4-BE49-F238E27FC236}">
                  <a16:creationId xmlns:a16="http://schemas.microsoft.com/office/drawing/2014/main" id="{327A23AC-49ED-49A5-2A9E-995D3DF43B2A}"/>
                </a:ext>
              </a:extLst>
            </p:cNvPr>
            <p:cNvCxnSpPr/>
            <p:nvPr/>
          </p:nvCxnSpPr>
          <p:spPr>
            <a:xfrm>
              <a:off x="5780202" y="2667786"/>
              <a:ext cx="0" cy="575035"/>
            </a:xfrm>
            <a:prstGeom prst="line">
              <a:avLst/>
            </a:prstGeom>
            <a:ln w="1270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线连接符 104">
              <a:extLst>
                <a:ext uri="{FF2B5EF4-FFF2-40B4-BE49-F238E27FC236}">
                  <a16:creationId xmlns:a16="http://schemas.microsoft.com/office/drawing/2014/main" id="{AB7AACFB-1C48-F29D-09DC-C2657B94FDAA}"/>
                </a:ext>
              </a:extLst>
            </p:cNvPr>
            <p:cNvCxnSpPr>
              <a:cxnSpLocks/>
            </p:cNvCxnSpPr>
            <p:nvPr/>
          </p:nvCxnSpPr>
          <p:spPr>
            <a:xfrm>
              <a:off x="504334" y="3242821"/>
              <a:ext cx="5275868" cy="0"/>
            </a:xfrm>
            <a:prstGeom prst="line">
              <a:avLst/>
            </a:prstGeom>
            <a:ln w="1270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0" name="文本框 109">
            <a:extLst>
              <a:ext uri="{FF2B5EF4-FFF2-40B4-BE49-F238E27FC236}">
                <a16:creationId xmlns:a16="http://schemas.microsoft.com/office/drawing/2014/main" id="{8E6C7B58-AFE5-984D-28F8-FAB4088E91D8}"/>
              </a:ext>
            </a:extLst>
          </p:cNvPr>
          <p:cNvSpPr txBox="1"/>
          <p:nvPr/>
        </p:nvSpPr>
        <p:spPr>
          <a:xfrm>
            <a:off x="1171884" y="2713954"/>
            <a:ext cx="8370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b="1" dirty="0">
                <a:latin typeface="HarmonyOS Sans SC Black" pitchFamily="2" charset="-122"/>
                <a:ea typeface="HarmonyOS Sans SC Black" pitchFamily="2" charset="-122"/>
              </a:rPr>
              <a:t>47%</a:t>
            </a:r>
            <a:endParaRPr kumimoji="1" lang="zh-CN" altLang="en-US" sz="2400" b="1" dirty="0">
              <a:latin typeface="HarmonyOS Sans SC Black" pitchFamily="2" charset="-122"/>
              <a:ea typeface="HarmonyOS Sans SC Black" pitchFamily="2" charset="-122"/>
            </a:endParaRP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E25202FB-BF0D-4620-604D-58646CAEDE57}"/>
              </a:ext>
            </a:extLst>
          </p:cNvPr>
          <p:cNvSpPr txBox="1"/>
          <p:nvPr/>
        </p:nvSpPr>
        <p:spPr>
          <a:xfrm>
            <a:off x="2357850" y="2696976"/>
            <a:ext cx="24881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HarmonyOS Sans SC Light" pitchFamily="2" charset="-122"/>
                <a:ea typeface="HarmonyOS Sans SC Light" pitchFamily="2" charset="-122"/>
              </a:rPr>
              <a:t>report their organization growing</a:t>
            </a:r>
          </a:p>
          <a:p>
            <a:r>
              <a:rPr kumimoji="1" lang="en-US" altLang="zh-CN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HarmonyOS Sans SC Light" pitchFamily="2" charset="-122"/>
                <a:ea typeface="HarmonyOS Sans SC Light" pitchFamily="2" charset="-122"/>
              </a:rPr>
              <a:t>significantly above market rate</a:t>
            </a:r>
            <a:endParaRPr kumimoji="1" lang="zh-CN" altLang="en-US" sz="1200" i="1" dirty="0">
              <a:solidFill>
                <a:schemeClr val="tx1">
                  <a:lumMod val="50000"/>
                  <a:lumOff val="50000"/>
                </a:schemeClr>
              </a:solidFill>
              <a:latin typeface="HarmonyOS Sans SC Light" pitchFamily="2" charset="-122"/>
              <a:ea typeface="HarmonyOS Sans SC Light" pitchFamily="2" charset="-122"/>
            </a:endParaRPr>
          </a:p>
        </p:txBody>
      </p:sp>
      <p:graphicFrame>
        <p:nvGraphicFramePr>
          <p:cNvPr id="138" name="Chart 3">
            <a:extLst>
              <a:ext uri="{FF2B5EF4-FFF2-40B4-BE49-F238E27FC236}">
                <a16:creationId xmlns:a16="http://schemas.microsoft.com/office/drawing/2014/main" id="{46C34296-B862-A682-00DA-0EC082D85D28}"/>
              </a:ext>
            </a:extLst>
          </p:cNvPr>
          <p:cNvGraphicFramePr/>
          <p:nvPr>
            <p:custDataLst>
              <p:tags r:id="rId3"/>
            </p:custDataLst>
          </p:nvPr>
        </p:nvGraphicFramePr>
        <p:xfrm>
          <a:off x="415925" y="3952875"/>
          <a:ext cx="11304588" cy="13954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pSp>
        <p:nvGrpSpPr>
          <p:cNvPr id="113" name="组合 112">
            <a:extLst>
              <a:ext uri="{FF2B5EF4-FFF2-40B4-BE49-F238E27FC236}">
                <a16:creationId xmlns:a16="http://schemas.microsoft.com/office/drawing/2014/main" id="{A30C6665-949E-AF7E-E16D-2C039D8484C5}"/>
              </a:ext>
            </a:extLst>
          </p:cNvPr>
          <p:cNvGrpSpPr/>
          <p:nvPr/>
        </p:nvGrpSpPr>
        <p:grpSpPr>
          <a:xfrm>
            <a:off x="504826" y="4873625"/>
            <a:ext cx="3429865" cy="756035"/>
            <a:chOff x="504334" y="2667786"/>
            <a:chExt cx="5275868" cy="575035"/>
          </a:xfrm>
        </p:grpSpPr>
        <p:cxnSp>
          <p:nvCxnSpPr>
            <p:cNvPr id="114" name="直线连接符 113">
              <a:extLst>
                <a:ext uri="{FF2B5EF4-FFF2-40B4-BE49-F238E27FC236}">
                  <a16:creationId xmlns:a16="http://schemas.microsoft.com/office/drawing/2014/main" id="{782872BF-6EDF-3451-684B-A5FF87074967}"/>
                </a:ext>
              </a:extLst>
            </p:cNvPr>
            <p:cNvCxnSpPr/>
            <p:nvPr/>
          </p:nvCxnSpPr>
          <p:spPr>
            <a:xfrm>
              <a:off x="504334" y="2667786"/>
              <a:ext cx="0" cy="575035"/>
            </a:xfrm>
            <a:prstGeom prst="line">
              <a:avLst/>
            </a:prstGeom>
            <a:ln w="1270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线连接符 114">
              <a:extLst>
                <a:ext uri="{FF2B5EF4-FFF2-40B4-BE49-F238E27FC236}">
                  <a16:creationId xmlns:a16="http://schemas.microsoft.com/office/drawing/2014/main" id="{80AC804F-5E70-E536-3D2B-06BAF8F0F1BA}"/>
                </a:ext>
              </a:extLst>
            </p:cNvPr>
            <p:cNvCxnSpPr/>
            <p:nvPr/>
          </p:nvCxnSpPr>
          <p:spPr>
            <a:xfrm>
              <a:off x="5780202" y="2667786"/>
              <a:ext cx="0" cy="575035"/>
            </a:xfrm>
            <a:prstGeom prst="line">
              <a:avLst/>
            </a:prstGeom>
            <a:ln w="1270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线连接符 115">
              <a:extLst>
                <a:ext uri="{FF2B5EF4-FFF2-40B4-BE49-F238E27FC236}">
                  <a16:creationId xmlns:a16="http://schemas.microsoft.com/office/drawing/2014/main" id="{52FDA8EE-2B20-ADED-5AFE-A172F7BE720D}"/>
                </a:ext>
              </a:extLst>
            </p:cNvPr>
            <p:cNvCxnSpPr>
              <a:cxnSpLocks/>
            </p:cNvCxnSpPr>
            <p:nvPr/>
          </p:nvCxnSpPr>
          <p:spPr>
            <a:xfrm>
              <a:off x="504334" y="3242821"/>
              <a:ext cx="5275868" cy="0"/>
            </a:xfrm>
            <a:prstGeom prst="line">
              <a:avLst/>
            </a:prstGeom>
            <a:ln w="1270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7" name="文本框 116">
            <a:extLst>
              <a:ext uri="{FF2B5EF4-FFF2-40B4-BE49-F238E27FC236}">
                <a16:creationId xmlns:a16="http://schemas.microsoft.com/office/drawing/2014/main" id="{461C6AD3-0451-D715-5AD1-1AA52EBC040D}"/>
              </a:ext>
            </a:extLst>
          </p:cNvPr>
          <p:cNvSpPr txBox="1"/>
          <p:nvPr/>
        </p:nvSpPr>
        <p:spPr>
          <a:xfrm>
            <a:off x="784540" y="5038173"/>
            <a:ext cx="8370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b="1" dirty="0">
                <a:latin typeface="HarmonyOS Sans SC Black" pitchFamily="2" charset="-122"/>
                <a:ea typeface="HarmonyOS Sans SC Black" pitchFamily="2" charset="-122"/>
              </a:rPr>
              <a:t>31%</a:t>
            </a:r>
            <a:endParaRPr kumimoji="1" lang="zh-CN" altLang="en-US" sz="2400" b="1" dirty="0">
              <a:latin typeface="HarmonyOS Sans SC Black" pitchFamily="2" charset="-122"/>
              <a:ea typeface="HarmonyOS Sans SC Black" pitchFamily="2" charset="-122"/>
            </a:endParaRP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BA795041-2747-0A88-4899-4BCBC4EF7F84}"/>
              </a:ext>
            </a:extLst>
          </p:cNvPr>
          <p:cNvSpPr txBox="1"/>
          <p:nvPr/>
        </p:nvSpPr>
        <p:spPr>
          <a:xfrm>
            <a:off x="1806517" y="4943885"/>
            <a:ext cx="21702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HarmonyOS Sans SC Light" pitchFamily="2" charset="-122"/>
                <a:ea typeface="HarmonyOS Sans SC Light" pitchFamily="2" charset="-122"/>
              </a:rPr>
              <a:t>report their organization</a:t>
            </a:r>
          </a:p>
          <a:p>
            <a:r>
              <a:rPr kumimoji="1" lang="en-US" altLang="zh-CN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HarmonyOS Sans SC Light" pitchFamily="2" charset="-122"/>
                <a:ea typeface="HarmonyOS Sans SC Light" pitchFamily="2" charset="-122"/>
              </a:rPr>
              <a:t>growing significantly</a:t>
            </a:r>
          </a:p>
          <a:p>
            <a:r>
              <a:rPr kumimoji="1" lang="en-US" altLang="zh-CN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HarmonyOS Sans SC Light" pitchFamily="2" charset="-122"/>
                <a:ea typeface="HarmonyOS Sans SC Light" pitchFamily="2" charset="-122"/>
              </a:rPr>
              <a:t>above market rate</a:t>
            </a:r>
            <a:endParaRPr kumimoji="1" lang="zh-CN" altLang="en-US" sz="1200" i="1" dirty="0">
              <a:solidFill>
                <a:schemeClr val="tx1">
                  <a:lumMod val="50000"/>
                  <a:lumOff val="50000"/>
                </a:schemeClr>
              </a:solidFill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61A49481-577C-8241-5EC2-8415DB3D273D}"/>
              </a:ext>
            </a:extLst>
          </p:cNvPr>
          <p:cNvSpPr txBox="1"/>
          <p:nvPr/>
        </p:nvSpPr>
        <p:spPr>
          <a:xfrm>
            <a:off x="431643" y="3949962"/>
            <a:ext cx="72635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Respondents who say new-business building is </a:t>
            </a:r>
            <a:r>
              <a:rPr kumimoji="1" lang="en-US" altLang="zh-CN" sz="1200" b="1" dirty="0">
                <a:latin typeface="HarmonyOS Sans SC" pitchFamily="2" charset="-122"/>
                <a:ea typeface="HarmonyOS Sans SC" pitchFamily="2" charset="-122"/>
              </a:rPr>
              <a:t>not a top 3 priority </a:t>
            </a:r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at their organization </a:t>
            </a:r>
            <a:r>
              <a:rPr kumimoji="1" lang="zh-CN" altLang="en-US" sz="1200" dirty="0">
                <a:latin typeface="HarmonyOS Sans SC" pitchFamily="2" charset="-122"/>
                <a:ea typeface="HarmonyOS Sans SC" pitchFamily="2" charset="-122"/>
              </a:rPr>
              <a:t>（</a:t>
            </a:r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n =396</a:t>
            </a:r>
            <a:r>
              <a:rPr kumimoji="1" lang="zh-CN" altLang="en-US" sz="1200" dirty="0">
                <a:latin typeface="HarmonyOS Sans SC" pitchFamily="2" charset="-122"/>
                <a:ea typeface="HarmonyOS Sans SC" pitchFamily="2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80822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47D93-370E-D9EC-08CA-C55442630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72E44439-9E14-5113-3599-1B308E50B98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4" imgW="7772400" imgH="10058400" progId="TCLayout.ActiveDocument.1">
                  <p:embed/>
                </p:oleObj>
              </mc:Choice>
              <mc:Fallback>
                <p:oleObj name="think-cell 幻灯片" r:id="rId44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2E44439-9E14-5113-3599-1B308E50B98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D7EF68C1-0D9B-5A7D-493E-B48441D60845}"/>
              </a:ext>
            </a:extLst>
          </p:cNvPr>
          <p:cNvSpPr txBox="1"/>
          <p:nvPr/>
        </p:nvSpPr>
        <p:spPr>
          <a:xfrm>
            <a:off x="431643" y="249897"/>
            <a:ext cx="112056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Businesses built in the next five years will need to generate 2.4 times the share of revenues of businesses built in the past five years.</a:t>
            </a:r>
            <a:endParaRPr kumimoji="1" lang="zh-CN" altLang="en-US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E61C4FE-22F1-2BF4-B6EE-68A388E075D0}"/>
              </a:ext>
            </a:extLst>
          </p:cNvPr>
          <p:cNvSpPr txBox="1"/>
          <p:nvPr/>
        </p:nvSpPr>
        <p:spPr>
          <a:xfrm>
            <a:off x="431643" y="941664"/>
            <a:ext cx="73773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Aggregate revenue from new businesses at respondents' organizations, by industry</a:t>
            </a:r>
            <a:r>
              <a:rPr kumimoji="1" lang="zh-CN" altLang="en-US" sz="1400" dirty="0">
                <a:latin typeface="HarmonyOS Sans SC" pitchFamily="2" charset="-122"/>
                <a:ea typeface="HarmonyOS Sans SC" pitchFamily="2" charset="-122"/>
              </a:rPr>
              <a:t>， </a:t>
            </a:r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%</a:t>
            </a:r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84EE6E06-71BC-D80C-8BD8-51BEC44A7FEB}"/>
              </a:ext>
            </a:extLst>
          </p:cNvPr>
          <p:cNvSpPr txBox="1"/>
          <p:nvPr/>
        </p:nvSpPr>
        <p:spPr>
          <a:xfrm>
            <a:off x="431643" y="6054105"/>
            <a:ext cx="112056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baseline="30000" dirty="0">
                <a:latin typeface="HarmonyOS Sans SC Light" pitchFamily="2" charset="-122"/>
                <a:ea typeface="HarmonyOS Sans SC Light" pitchFamily="2" charset="-122"/>
              </a:rPr>
              <a:t>1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Assumes constant new-business success and scaling rates. Calculated as 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［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share of aggregate revenue generated by new businesses launched in next 5 years /share of aggregate revenue generated by new businesses that launched in the past 5 years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］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.</a:t>
            </a:r>
          </a:p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Source: McKinsey Global Survey on new-business building, 995 C-suite executives, senior managers, and business unit or division heads, July 19 to September 1,2022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B7E2EB4-D848-B8C3-71D1-1EF50C35B705}"/>
              </a:ext>
            </a:extLst>
          </p:cNvPr>
          <p:cNvSpPr/>
          <p:nvPr/>
        </p:nvSpPr>
        <p:spPr>
          <a:xfrm>
            <a:off x="548640" y="1357745"/>
            <a:ext cx="216131" cy="210590"/>
          </a:xfrm>
          <a:prstGeom prst="rect">
            <a:avLst/>
          </a:prstGeom>
          <a:solidFill>
            <a:srgbClr val="001C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D7ECCA0-7638-311F-F206-7450EA48E982}"/>
              </a:ext>
            </a:extLst>
          </p:cNvPr>
          <p:cNvSpPr txBox="1"/>
          <p:nvPr/>
        </p:nvSpPr>
        <p:spPr>
          <a:xfrm>
            <a:off x="764771" y="1294877"/>
            <a:ext cx="22942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Share of current revenues</a:t>
            </a:r>
          </a:p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generated by businesses 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（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n =953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）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D13C03D-0D11-A7E5-0EB9-8CD3A29EDC6A}"/>
              </a:ext>
            </a:extLst>
          </p:cNvPr>
          <p:cNvSpPr/>
          <p:nvPr/>
        </p:nvSpPr>
        <p:spPr>
          <a:xfrm>
            <a:off x="3275120" y="1357745"/>
            <a:ext cx="216131" cy="210590"/>
          </a:xfrm>
          <a:prstGeom prst="rect">
            <a:avLst/>
          </a:prstGeom>
          <a:solidFill>
            <a:srgbClr val="00AB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F503D86-5B57-78A8-23FA-612A2B624FDF}"/>
              </a:ext>
            </a:extLst>
          </p:cNvPr>
          <p:cNvSpPr txBox="1"/>
          <p:nvPr/>
        </p:nvSpPr>
        <p:spPr>
          <a:xfrm>
            <a:off x="3491251" y="1294877"/>
            <a:ext cx="23294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Expected share of revenues</a:t>
            </a:r>
          </a:p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generated by businesses 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（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n = 995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）</a:t>
            </a:r>
          </a:p>
        </p:txBody>
      </p:sp>
      <p:pic>
        <p:nvPicPr>
          <p:cNvPr id="22" name="图形 21" descr="关闭 纯色填充">
            <a:extLst>
              <a:ext uri="{FF2B5EF4-FFF2-40B4-BE49-F238E27FC236}">
                <a16:creationId xmlns:a16="http://schemas.microsoft.com/office/drawing/2014/main" id="{8864787B-A32C-9128-3CC1-4FAAA50B8E1C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6258573" y="1342947"/>
            <a:ext cx="225388" cy="225388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E0769EE2-5EC0-2044-3785-B32B72A2DC11}"/>
              </a:ext>
            </a:extLst>
          </p:cNvPr>
          <p:cNvSpPr txBox="1"/>
          <p:nvPr/>
        </p:nvSpPr>
        <p:spPr>
          <a:xfrm>
            <a:off x="6483961" y="1294877"/>
            <a:ext cx="24625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Increase in business building required</a:t>
            </a:r>
          </a:p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to achieve revenue share expectations</a:t>
            </a:r>
            <a:r>
              <a:rPr kumimoji="1" lang="en-US" altLang="zh-CN" sz="1000" baseline="30000" dirty="0">
                <a:latin typeface="HarmonyOS Sans SC Light" pitchFamily="2" charset="-122"/>
                <a:ea typeface="HarmonyOS Sans SC Light" pitchFamily="2" charset="-122"/>
              </a:rPr>
              <a:t>1</a:t>
            </a:r>
            <a:endParaRPr kumimoji="1" lang="zh-CN" altLang="en-US" sz="1000" baseline="30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graphicFrame>
        <p:nvGraphicFramePr>
          <p:cNvPr id="264" name="Chart 3">
            <a:extLst>
              <a:ext uri="{FF2B5EF4-FFF2-40B4-BE49-F238E27FC236}">
                <a16:creationId xmlns:a16="http://schemas.microsoft.com/office/drawing/2014/main" id="{5CBE6549-DB55-1F39-A653-1A69651FADC5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214313" y="2028825"/>
          <a:ext cx="11506200" cy="3502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8"/>
          </a:graphicData>
        </a:graphic>
      </p:graphicFrame>
      <p:cxnSp>
        <p:nvCxnSpPr>
          <p:cNvPr id="252" name="直线连接符 251">
            <a:extLst>
              <a:ext uri="{FF2B5EF4-FFF2-40B4-BE49-F238E27FC236}">
                <a16:creationId xmlns:a16="http://schemas.microsoft.com/office/drawing/2014/main" id="{5E186D1B-7A88-06ED-B237-EDB2EAC73E7B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 bwMode="auto">
          <a:xfrm flipV="1">
            <a:off x="11637963" y="2894013"/>
            <a:ext cx="0" cy="1393825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1" name="直线连接符 250">
            <a:extLst>
              <a:ext uri="{FF2B5EF4-FFF2-40B4-BE49-F238E27FC236}">
                <a16:creationId xmlns:a16="http://schemas.microsoft.com/office/drawing/2014/main" id="{94D30A34-F21F-6300-4E53-4912118722AA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11214100" y="2897188"/>
            <a:ext cx="466725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9" name="直线连接符 248">
            <a:extLst>
              <a:ext uri="{FF2B5EF4-FFF2-40B4-BE49-F238E27FC236}">
                <a16:creationId xmlns:a16="http://schemas.microsoft.com/office/drawing/2014/main" id="{2737FF4D-D8DA-A173-B39C-D42DCF53CA57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10929937" y="4284663"/>
            <a:ext cx="7508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7" name="直线连接符 236">
            <a:extLst>
              <a:ext uri="{FF2B5EF4-FFF2-40B4-BE49-F238E27FC236}">
                <a16:creationId xmlns:a16="http://schemas.microsoft.com/office/drawing/2014/main" id="{FC6A172E-098D-FCB4-880D-50DB39CB1C45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 bwMode="auto">
          <a:xfrm flipV="1">
            <a:off x="10218738" y="3055937"/>
            <a:ext cx="0" cy="123190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6" name="直线连接符 235">
            <a:extLst>
              <a:ext uri="{FF2B5EF4-FFF2-40B4-BE49-F238E27FC236}">
                <a16:creationId xmlns:a16="http://schemas.microsoft.com/office/drawing/2014/main" id="{BC499BBE-0D95-ADBA-C6C4-AFFE135FE94F}"/>
              </a:ext>
            </a:extLst>
          </p:cNvPr>
          <p:cNvCxnSpPr/>
          <p:nvPr>
            <p:custDataLst>
              <p:tags r:id="rId7"/>
            </p:custDataLst>
          </p:nvPr>
        </p:nvCxnSpPr>
        <p:spPr bwMode="auto">
          <a:xfrm>
            <a:off x="9796462" y="3059113"/>
            <a:ext cx="46513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5" name="直线连接符 234">
            <a:extLst>
              <a:ext uri="{FF2B5EF4-FFF2-40B4-BE49-F238E27FC236}">
                <a16:creationId xmlns:a16="http://schemas.microsoft.com/office/drawing/2014/main" id="{5694F57E-15EF-B662-F0AE-792334CABDCC}"/>
              </a:ext>
            </a:extLst>
          </p:cNvPr>
          <p:cNvCxnSpPr/>
          <p:nvPr>
            <p:custDataLst>
              <p:tags r:id="rId8"/>
            </p:custDataLst>
          </p:nvPr>
        </p:nvCxnSpPr>
        <p:spPr bwMode="auto">
          <a:xfrm>
            <a:off x="9512299" y="4284663"/>
            <a:ext cx="749300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2" name="直线连接符 221">
            <a:extLst>
              <a:ext uri="{FF2B5EF4-FFF2-40B4-BE49-F238E27FC236}">
                <a16:creationId xmlns:a16="http://schemas.microsoft.com/office/drawing/2014/main" id="{6102C411-6998-C914-69AB-30E6433D6F4C}"/>
              </a:ext>
            </a:extLst>
          </p:cNvPr>
          <p:cNvCxnSpPr>
            <a:cxnSpLocks/>
          </p:cNvCxnSpPr>
          <p:nvPr>
            <p:custDataLst>
              <p:tags r:id="rId9"/>
            </p:custDataLst>
          </p:nvPr>
        </p:nvCxnSpPr>
        <p:spPr bwMode="auto">
          <a:xfrm flipV="1">
            <a:off x="8801100" y="2403474"/>
            <a:ext cx="0" cy="155733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1" name="直线连接符 220">
            <a:extLst>
              <a:ext uri="{FF2B5EF4-FFF2-40B4-BE49-F238E27FC236}">
                <a16:creationId xmlns:a16="http://schemas.microsoft.com/office/drawing/2014/main" id="{9CE727D1-D429-17E7-3FAC-C1EAFABE8A04}"/>
              </a:ext>
            </a:extLst>
          </p:cNvPr>
          <p:cNvCxnSpPr/>
          <p:nvPr>
            <p:custDataLst>
              <p:tags r:id="rId10"/>
            </p:custDataLst>
          </p:nvPr>
        </p:nvCxnSpPr>
        <p:spPr bwMode="auto">
          <a:xfrm>
            <a:off x="8378824" y="2406650"/>
            <a:ext cx="46513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1" name="直线连接符 130">
            <a:extLst>
              <a:ext uri="{FF2B5EF4-FFF2-40B4-BE49-F238E27FC236}">
                <a16:creationId xmlns:a16="http://schemas.microsoft.com/office/drawing/2014/main" id="{B495612E-D6B7-9136-BD30-B19E8334DD05}"/>
              </a:ext>
            </a:extLst>
          </p:cNvPr>
          <p:cNvCxnSpPr/>
          <p:nvPr>
            <p:custDataLst>
              <p:tags r:id="rId11"/>
            </p:custDataLst>
          </p:nvPr>
        </p:nvCxnSpPr>
        <p:spPr bwMode="auto">
          <a:xfrm>
            <a:off x="1006474" y="4202113"/>
            <a:ext cx="749300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3" name="直线连接符 132">
            <a:extLst>
              <a:ext uri="{FF2B5EF4-FFF2-40B4-BE49-F238E27FC236}">
                <a16:creationId xmlns:a16="http://schemas.microsoft.com/office/drawing/2014/main" id="{3ABD0119-C485-B738-2FF8-AAEC8AB77A54}"/>
              </a:ext>
            </a:extLst>
          </p:cNvPr>
          <p:cNvCxnSpPr/>
          <p:nvPr>
            <p:custDataLst>
              <p:tags r:id="rId12"/>
            </p:custDataLst>
          </p:nvPr>
        </p:nvCxnSpPr>
        <p:spPr bwMode="auto">
          <a:xfrm>
            <a:off x="1290637" y="3468688"/>
            <a:ext cx="46513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4" name="直线连接符 133">
            <a:extLst>
              <a:ext uri="{FF2B5EF4-FFF2-40B4-BE49-F238E27FC236}">
                <a16:creationId xmlns:a16="http://schemas.microsoft.com/office/drawing/2014/main" id="{D240EC82-F4FE-22A7-43EA-1820C4B95C82}"/>
              </a:ext>
            </a:extLst>
          </p:cNvPr>
          <p:cNvCxnSpPr>
            <a:cxnSpLocks/>
          </p:cNvCxnSpPr>
          <p:nvPr>
            <p:custDataLst>
              <p:tags r:id="rId13"/>
            </p:custDataLst>
          </p:nvPr>
        </p:nvCxnSpPr>
        <p:spPr bwMode="auto">
          <a:xfrm flipV="1">
            <a:off x="1712913" y="3465513"/>
            <a:ext cx="0" cy="739775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9" name="直线连接符 218">
            <a:extLst>
              <a:ext uri="{FF2B5EF4-FFF2-40B4-BE49-F238E27FC236}">
                <a16:creationId xmlns:a16="http://schemas.microsoft.com/office/drawing/2014/main" id="{9479A20F-1F32-C0F0-3DE7-60A4F5AAAD41}"/>
              </a:ext>
            </a:extLst>
          </p:cNvPr>
          <p:cNvCxnSpPr/>
          <p:nvPr>
            <p:custDataLst>
              <p:tags r:id="rId14"/>
            </p:custDataLst>
          </p:nvPr>
        </p:nvCxnSpPr>
        <p:spPr bwMode="auto">
          <a:xfrm>
            <a:off x="8094662" y="3957638"/>
            <a:ext cx="749300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1" name="直线连接符 150">
            <a:extLst>
              <a:ext uri="{FF2B5EF4-FFF2-40B4-BE49-F238E27FC236}">
                <a16:creationId xmlns:a16="http://schemas.microsoft.com/office/drawing/2014/main" id="{991AD40F-768C-2368-F1FC-A2B06D3A58CD}"/>
              </a:ext>
            </a:extLst>
          </p:cNvPr>
          <p:cNvCxnSpPr/>
          <p:nvPr>
            <p:custDataLst>
              <p:tags r:id="rId15"/>
            </p:custDataLst>
          </p:nvPr>
        </p:nvCxnSpPr>
        <p:spPr bwMode="auto">
          <a:xfrm>
            <a:off x="2424112" y="4448175"/>
            <a:ext cx="749300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3" name="直线连接符 152">
            <a:extLst>
              <a:ext uri="{FF2B5EF4-FFF2-40B4-BE49-F238E27FC236}">
                <a16:creationId xmlns:a16="http://schemas.microsoft.com/office/drawing/2014/main" id="{F7C4A05A-F55F-75FC-2D65-70534FA2304A}"/>
              </a:ext>
            </a:extLst>
          </p:cNvPr>
          <p:cNvCxnSpPr/>
          <p:nvPr>
            <p:custDataLst>
              <p:tags r:id="rId16"/>
            </p:custDataLst>
          </p:nvPr>
        </p:nvCxnSpPr>
        <p:spPr bwMode="auto">
          <a:xfrm>
            <a:off x="2708274" y="2978150"/>
            <a:ext cx="46513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4" name="直线连接符 153">
            <a:extLst>
              <a:ext uri="{FF2B5EF4-FFF2-40B4-BE49-F238E27FC236}">
                <a16:creationId xmlns:a16="http://schemas.microsoft.com/office/drawing/2014/main" id="{39F4BE0F-0FA0-A14C-E295-4CFBB3095570}"/>
              </a:ext>
            </a:extLst>
          </p:cNvPr>
          <p:cNvCxnSpPr>
            <a:cxnSpLocks/>
          </p:cNvCxnSpPr>
          <p:nvPr>
            <p:custDataLst>
              <p:tags r:id="rId17"/>
            </p:custDataLst>
          </p:nvPr>
        </p:nvCxnSpPr>
        <p:spPr bwMode="auto">
          <a:xfrm flipV="1">
            <a:off x="3130550" y="2974975"/>
            <a:ext cx="0" cy="1476375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9" name="直线连接符 208">
            <a:extLst>
              <a:ext uri="{FF2B5EF4-FFF2-40B4-BE49-F238E27FC236}">
                <a16:creationId xmlns:a16="http://schemas.microsoft.com/office/drawing/2014/main" id="{C35A1002-8811-DD6C-F176-50CDE9A421A5}"/>
              </a:ext>
            </a:extLst>
          </p:cNvPr>
          <p:cNvCxnSpPr/>
          <p:nvPr>
            <p:custDataLst>
              <p:tags r:id="rId18"/>
            </p:custDataLst>
          </p:nvPr>
        </p:nvCxnSpPr>
        <p:spPr bwMode="auto">
          <a:xfrm>
            <a:off x="6961187" y="2978150"/>
            <a:ext cx="46513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2" name="直线连接符 171">
            <a:extLst>
              <a:ext uri="{FF2B5EF4-FFF2-40B4-BE49-F238E27FC236}">
                <a16:creationId xmlns:a16="http://schemas.microsoft.com/office/drawing/2014/main" id="{482BA371-A886-1DDF-7E56-D232E16A8C61}"/>
              </a:ext>
            </a:extLst>
          </p:cNvPr>
          <p:cNvCxnSpPr/>
          <p:nvPr>
            <p:custDataLst>
              <p:tags r:id="rId19"/>
            </p:custDataLst>
          </p:nvPr>
        </p:nvCxnSpPr>
        <p:spPr bwMode="auto">
          <a:xfrm>
            <a:off x="3841749" y="4529138"/>
            <a:ext cx="749300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4" name="直线连接符 173">
            <a:extLst>
              <a:ext uri="{FF2B5EF4-FFF2-40B4-BE49-F238E27FC236}">
                <a16:creationId xmlns:a16="http://schemas.microsoft.com/office/drawing/2014/main" id="{5A657CD9-EEB1-0708-FB9F-5AF57C937CA6}"/>
              </a:ext>
            </a:extLst>
          </p:cNvPr>
          <p:cNvCxnSpPr>
            <a:cxnSpLocks/>
          </p:cNvCxnSpPr>
          <p:nvPr>
            <p:custDataLst>
              <p:tags r:id="rId20"/>
            </p:custDataLst>
          </p:nvPr>
        </p:nvCxnSpPr>
        <p:spPr bwMode="auto">
          <a:xfrm flipV="1">
            <a:off x="4548188" y="2974975"/>
            <a:ext cx="0" cy="155733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8" name="直线连接符 177">
            <a:extLst>
              <a:ext uri="{FF2B5EF4-FFF2-40B4-BE49-F238E27FC236}">
                <a16:creationId xmlns:a16="http://schemas.microsoft.com/office/drawing/2014/main" id="{0CEED481-98E0-FFC9-E7C3-CA1E4D987268}"/>
              </a:ext>
            </a:extLst>
          </p:cNvPr>
          <p:cNvCxnSpPr/>
          <p:nvPr>
            <p:custDataLst>
              <p:tags r:id="rId21"/>
            </p:custDataLst>
          </p:nvPr>
        </p:nvCxnSpPr>
        <p:spPr bwMode="auto">
          <a:xfrm>
            <a:off x="4125912" y="2978150"/>
            <a:ext cx="46513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6" name="直线连接符 205">
            <a:extLst>
              <a:ext uri="{FF2B5EF4-FFF2-40B4-BE49-F238E27FC236}">
                <a16:creationId xmlns:a16="http://schemas.microsoft.com/office/drawing/2014/main" id="{4043DD6F-BD28-15C0-AAAF-9D5F553C7A44}"/>
              </a:ext>
            </a:extLst>
          </p:cNvPr>
          <p:cNvCxnSpPr>
            <a:cxnSpLocks/>
          </p:cNvCxnSpPr>
          <p:nvPr>
            <p:custDataLst>
              <p:tags r:id="rId22"/>
            </p:custDataLst>
          </p:nvPr>
        </p:nvCxnSpPr>
        <p:spPr bwMode="auto">
          <a:xfrm flipV="1">
            <a:off x="7383463" y="2974975"/>
            <a:ext cx="0" cy="57785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8" name="直线连接符 187">
            <a:extLst>
              <a:ext uri="{FF2B5EF4-FFF2-40B4-BE49-F238E27FC236}">
                <a16:creationId xmlns:a16="http://schemas.microsoft.com/office/drawing/2014/main" id="{34C1BCEE-FE46-F86C-7693-D42A0A350D28}"/>
              </a:ext>
            </a:extLst>
          </p:cNvPr>
          <p:cNvCxnSpPr/>
          <p:nvPr>
            <p:custDataLst>
              <p:tags r:id="rId23"/>
            </p:custDataLst>
          </p:nvPr>
        </p:nvCxnSpPr>
        <p:spPr bwMode="auto">
          <a:xfrm>
            <a:off x="5259387" y="4692650"/>
            <a:ext cx="749300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0" name="直线连接符 189">
            <a:extLst>
              <a:ext uri="{FF2B5EF4-FFF2-40B4-BE49-F238E27FC236}">
                <a16:creationId xmlns:a16="http://schemas.microsoft.com/office/drawing/2014/main" id="{1D046CEC-C25E-1413-3327-DA3C08181AF5}"/>
              </a:ext>
            </a:extLst>
          </p:cNvPr>
          <p:cNvCxnSpPr/>
          <p:nvPr>
            <p:custDataLst>
              <p:tags r:id="rId24"/>
            </p:custDataLst>
          </p:nvPr>
        </p:nvCxnSpPr>
        <p:spPr bwMode="auto">
          <a:xfrm flipV="1">
            <a:off x="5965825" y="3382963"/>
            <a:ext cx="0" cy="1312863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3" name="直线连接符 192">
            <a:extLst>
              <a:ext uri="{FF2B5EF4-FFF2-40B4-BE49-F238E27FC236}">
                <a16:creationId xmlns:a16="http://schemas.microsoft.com/office/drawing/2014/main" id="{16E93A36-2C25-B0C6-7C24-9198D247EB7E}"/>
              </a:ext>
            </a:extLst>
          </p:cNvPr>
          <p:cNvCxnSpPr/>
          <p:nvPr>
            <p:custDataLst>
              <p:tags r:id="rId25"/>
            </p:custDataLst>
          </p:nvPr>
        </p:nvCxnSpPr>
        <p:spPr bwMode="auto">
          <a:xfrm>
            <a:off x="5543549" y="3386138"/>
            <a:ext cx="46513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4" name="直线连接符 203">
            <a:extLst>
              <a:ext uri="{FF2B5EF4-FFF2-40B4-BE49-F238E27FC236}">
                <a16:creationId xmlns:a16="http://schemas.microsoft.com/office/drawing/2014/main" id="{47FE3D1B-1996-2A45-4B1A-70F3A1136A72}"/>
              </a:ext>
            </a:extLst>
          </p:cNvPr>
          <p:cNvCxnSpPr/>
          <p:nvPr>
            <p:custDataLst>
              <p:tags r:id="rId26"/>
            </p:custDataLst>
          </p:nvPr>
        </p:nvCxnSpPr>
        <p:spPr bwMode="auto">
          <a:xfrm>
            <a:off x="6677024" y="3549650"/>
            <a:ext cx="749300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文本占位符 2">
            <a:extLst>
              <a:ext uri="{FF2B5EF4-FFF2-40B4-BE49-F238E27FC236}">
                <a16:creationId xmlns:a16="http://schemas.microsoft.com/office/drawing/2014/main" id="{5BA0C9BA-FB1F-4500-45EB-CB1F3E0E5060}"/>
              </a:ext>
            </a:extLst>
          </p:cNvPr>
          <p:cNvSpPr txBox="1">
            <a:spLocks/>
          </p:cNvSpPr>
          <p:nvPr>
            <p:custDataLst>
              <p:tags r:id="rId27"/>
            </p:custDataLst>
          </p:nvPr>
        </p:nvSpPr>
        <p:spPr bwMode="auto">
          <a:xfrm>
            <a:off x="657225" y="5314950"/>
            <a:ext cx="696913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B89B6CF-4EDF-4899-90C1-F771724A935E}" type="datetime'''A''d''''vanc''''''''''''ed''''''&#10;in''d''''''ustries'''">
              <a:rPr kumimoji="1" lang="en-US" altLang="en-US" sz="1200" smtClean="0"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/>
              <a:t>Advanced
industries</a:t>
            </a:fld>
            <a:endParaRPr kumimoji="1" lang="zh-CN" altLang="en-US" sz="12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95" name="文本占位符 2">
            <a:extLst>
              <a:ext uri="{FF2B5EF4-FFF2-40B4-BE49-F238E27FC236}">
                <a16:creationId xmlns:a16="http://schemas.microsoft.com/office/drawing/2014/main" id="{F15CA3B1-E64E-CD2C-D915-98B34D1BD69D}"/>
              </a:ext>
            </a:extLst>
          </p:cNvPr>
          <p:cNvSpPr txBox="1">
            <a:spLocks/>
          </p:cNvSpPr>
          <p:nvPr>
            <p:custDataLst>
              <p:tags r:id="rId28"/>
            </p:custDataLst>
          </p:nvPr>
        </p:nvSpPr>
        <p:spPr bwMode="auto">
          <a:xfrm>
            <a:off x="9043988" y="5314950"/>
            <a:ext cx="933450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8EF39B4-DAAA-4E4C-8BC2-079A703A746F}" type="datetime'''Tr''avel，&#10;log''i''sti''cs, ''''an''''d&#10;infrastr''u''c''ture'">
              <a:rPr kumimoji="1" lang="en-US" altLang="en-US" sz="1200" smtClean="0"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/>
              <a:t>Travel，
logistics, and
infrastructure</a:t>
            </a:fld>
            <a:endParaRPr kumimoji="1" lang="zh-CN" altLang="en-US" sz="12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80" name="文本占位符 2">
            <a:extLst>
              <a:ext uri="{FF2B5EF4-FFF2-40B4-BE49-F238E27FC236}">
                <a16:creationId xmlns:a16="http://schemas.microsoft.com/office/drawing/2014/main" id="{D0FF182E-D685-4C58-6F8F-3A86650C8141}"/>
              </a:ext>
            </a:extLst>
          </p:cNvPr>
          <p:cNvSpPr txBox="1">
            <a:spLocks/>
          </p:cNvSpPr>
          <p:nvPr>
            <p:custDataLst>
              <p:tags r:id="rId29"/>
            </p:custDataLst>
          </p:nvPr>
        </p:nvSpPr>
        <p:spPr bwMode="auto">
          <a:xfrm>
            <a:off x="2070100" y="5314950"/>
            <a:ext cx="706438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01E22B71-8F64-4965-80B5-ACA631AE6774}" type="datetime'C''o''''ns''''umer&#10;go''o''''''ds&#10;''''an''d ''ret''ai''''''l'">
              <a:rPr kumimoji="1" lang="en-US" altLang="en-US" sz="1200" smtClean="0"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/>
              <a:t>Consumer
goods
and retail</a:t>
            </a:fld>
            <a:endParaRPr kumimoji="1" lang="zh-CN" altLang="en-US" sz="12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83" name="文本占位符 2">
            <a:extLst>
              <a:ext uri="{FF2B5EF4-FFF2-40B4-BE49-F238E27FC236}">
                <a16:creationId xmlns:a16="http://schemas.microsoft.com/office/drawing/2014/main" id="{995835AD-14FA-5376-42BE-769BA4D13212}"/>
              </a:ext>
            </a:extLst>
          </p:cNvPr>
          <p:cNvSpPr txBox="1">
            <a:spLocks/>
          </p:cNvSpPr>
          <p:nvPr>
            <p:custDataLst>
              <p:tags r:id="rId30"/>
            </p:custDataLst>
          </p:nvPr>
        </p:nvSpPr>
        <p:spPr bwMode="auto">
          <a:xfrm>
            <a:off x="3532188" y="5314950"/>
            <a:ext cx="615950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76C3814C-382C-4227-943F-E98CC9693693}" type="datetime'F''''''ina''n''ci''''a''''l&#10;s''''e''rv''''ic''''''''''''es'''">
              <a:rPr kumimoji="1" lang="en-US" altLang="en-US" sz="1200" smtClean="0"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/>
              <a:t>Financial
services</a:t>
            </a:fld>
            <a:endParaRPr kumimoji="1" lang="zh-CN" altLang="en-US" sz="12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86" name="文本占位符 2">
            <a:extLst>
              <a:ext uri="{FF2B5EF4-FFF2-40B4-BE49-F238E27FC236}">
                <a16:creationId xmlns:a16="http://schemas.microsoft.com/office/drawing/2014/main" id="{E8F22244-038A-BDEC-1324-D3477D6FD659}"/>
              </a:ext>
            </a:extLst>
          </p:cNvPr>
          <p:cNvSpPr txBox="1">
            <a:spLocks/>
          </p:cNvSpPr>
          <p:nvPr>
            <p:custDataLst>
              <p:tags r:id="rId31"/>
            </p:custDataLst>
          </p:nvPr>
        </p:nvSpPr>
        <p:spPr bwMode="auto">
          <a:xfrm>
            <a:off x="4859338" y="5314950"/>
            <a:ext cx="796925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B706E1A-B7A8-4E6D-9DBF-565FA1480F1C}" type="datetime'Ene''r''gy'' ''a''''n''d''''''&#10;''m''ate''r''ial''''''''s'''''">
              <a:rPr kumimoji="1" lang="en-US" altLang="en-US" sz="1200" smtClean="0"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/>
              <a:t>Energy and
materials</a:t>
            </a:fld>
            <a:endParaRPr kumimoji="1" lang="zh-CN" altLang="en-US" sz="12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89" name="文本占位符 2">
            <a:extLst>
              <a:ext uri="{FF2B5EF4-FFF2-40B4-BE49-F238E27FC236}">
                <a16:creationId xmlns:a16="http://schemas.microsoft.com/office/drawing/2014/main" id="{68805B2D-6F09-9F7B-1A39-D044857504B7}"/>
              </a:ext>
            </a:extLst>
          </p:cNvPr>
          <p:cNvSpPr txBox="1">
            <a:spLocks/>
          </p:cNvSpPr>
          <p:nvPr>
            <p:custDataLst>
              <p:tags r:id="rId32"/>
            </p:custDataLst>
          </p:nvPr>
        </p:nvSpPr>
        <p:spPr bwMode="auto">
          <a:xfrm>
            <a:off x="6078538" y="5314950"/>
            <a:ext cx="1193800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5484796-E021-4E58-B1AC-D14CE29EC3C1}" type="datetime'Healthcare，''&#10;phar''ma, and&#10;medi''c''''''a''l ''product''''s'">
              <a:rPr kumimoji="1" lang="en-US" altLang="en-US" sz="1200" smtClean="0"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/>
              <a:t>Healthcare，
pharma, and
medical products</a:t>
            </a:fld>
            <a:endParaRPr kumimoji="1" lang="zh-CN" altLang="en-US" sz="12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98" name="文本占位符 2">
            <a:extLst>
              <a:ext uri="{FF2B5EF4-FFF2-40B4-BE49-F238E27FC236}">
                <a16:creationId xmlns:a16="http://schemas.microsoft.com/office/drawing/2014/main" id="{5118501C-EFC1-7D05-5529-D186500C1E4D}"/>
              </a:ext>
            </a:extLst>
          </p:cNvPr>
          <p:cNvSpPr txBox="1">
            <a:spLocks/>
          </p:cNvSpPr>
          <p:nvPr>
            <p:custDataLst>
              <p:tags r:id="rId33"/>
            </p:custDataLst>
          </p:nvPr>
        </p:nvSpPr>
        <p:spPr bwMode="auto">
          <a:xfrm>
            <a:off x="10494963" y="5314950"/>
            <a:ext cx="868363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18484DD-8C83-405D-BE8C-DF23CAF13298}" type="datetime'A''I''''I&#10;''''''''''''r''''es''''pon''''''''''''d''''ents'''''">
              <a:rPr kumimoji="1" lang="en-US" altLang="en-US" sz="1200" smtClean="0"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/>
              <a:t>AII
respondents</a:t>
            </a:fld>
            <a:endParaRPr kumimoji="1" lang="zh-CN" altLang="en-US" sz="12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92" name="文本占位符 2">
            <a:extLst>
              <a:ext uri="{FF2B5EF4-FFF2-40B4-BE49-F238E27FC236}">
                <a16:creationId xmlns:a16="http://schemas.microsoft.com/office/drawing/2014/main" id="{31025553-3879-6DF1-B602-2CBFC33851F7}"/>
              </a:ext>
            </a:extLst>
          </p:cNvPr>
          <p:cNvSpPr txBox="1">
            <a:spLocks/>
          </p:cNvSpPr>
          <p:nvPr>
            <p:custDataLst>
              <p:tags r:id="rId34"/>
            </p:custDataLst>
          </p:nvPr>
        </p:nvSpPr>
        <p:spPr bwMode="auto">
          <a:xfrm>
            <a:off x="7612063" y="5314950"/>
            <a:ext cx="962025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0B19821-67BE-413D-8BA9-7F43F77E0B69}" type="datetime'Te''''chnolog''y，''''''&#10;med''ia,'''' and''''&#10;''''teleco''m'">
              <a:rPr kumimoji="1" lang="en-US" altLang="en-US" sz="1200" smtClean="0"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/>
              <a:t>Technology，
media, and
telecom</a:t>
            </a:fld>
            <a:endParaRPr kumimoji="1" lang="zh-CN" altLang="en-US" sz="12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202" name="文本占位符 2">
            <a:extLst>
              <a:ext uri="{FF2B5EF4-FFF2-40B4-BE49-F238E27FC236}">
                <a16:creationId xmlns:a16="http://schemas.microsoft.com/office/drawing/2014/main" id="{883DC914-6A77-855F-50DB-D0F751C47758}"/>
              </a:ext>
            </a:extLst>
          </p:cNvPr>
          <p:cNvSpPr txBox="1">
            <a:spLocks/>
          </p:cNvSpPr>
          <p:nvPr>
            <p:custDataLst>
              <p:tags r:id="rId35"/>
            </p:custDataLst>
          </p:nvPr>
        </p:nvSpPr>
        <p:spPr bwMode="auto">
          <a:xfrm>
            <a:off x="7181850" y="2695575"/>
            <a:ext cx="404813" cy="234950"/>
          </a:xfrm>
          <a:prstGeom prst="ellipse">
            <a:avLst/>
          </a:prstGeom>
          <a:solidFill>
            <a:schemeClr val="bg1"/>
          </a:solidFill>
          <a:ln w="9525" cmpd="sng">
            <a:noFill/>
          </a:ln>
          <a:effectLst/>
          <a:extLst>
            <a:ext uri="{91240B29-F687-4F45-9708-019B960494DF}">
              <a14:hiddenLine xmlns:a14="http://schemas.microsoft.com/office/drawing/2010/main" w="9525" cmpd="sng">
                <a:solidFill>
                  <a:schemeClr val="tx1"/>
                </a:solidFill>
              </a14:hiddenLine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200" dirty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1.3x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32" name="文本占位符 2">
            <a:extLst>
              <a:ext uri="{FF2B5EF4-FFF2-40B4-BE49-F238E27FC236}">
                <a16:creationId xmlns:a16="http://schemas.microsoft.com/office/drawing/2014/main" id="{5EF59569-D874-B302-5148-05C715DF9450}"/>
              </a:ext>
            </a:extLst>
          </p:cNvPr>
          <p:cNvSpPr txBox="1">
            <a:spLocks/>
          </p:cNvSpPr>
          <p:nvPr>
            <p:custDataLst>
              <p:tags r:id="rId36"/>
            </p:custDataLst>
          </p:nvPr>
        </p:nvSpPr>
        <p:spPr bwMode="auto">
          <a:xfrm>
            <a:off x="10017125" y="2776538"/>
            <a:ext cx="404813" cy="234950"/>
          </a:xfrm>
          <a:prstGeom prst="ellipse">
            <a:avLst/>
          </a:prstGeom>
          <a:solidFill>
            <a:schemeClr val="bg1"/>
          </a:solidFill>
          <a:ln w="9525" cmpd="sng">
            <a:noFill/>
          </a:ln>
          <a:effectLst/>
          <a:extLst>
            <a:ext uri="{91240B29-F687-4F45-9708-019B960494DF}">
              <a14:hiddenLine xmlns:a14="http://schemas.microsoft.com/office/drawing/2010/main" w="9525" cmpd="sng">
                <a:solidFill>
                  <a:schemeClr val="tx1"/>
                </a:solidFill>
              </a14:hiddenLine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200" dirty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2.2x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27" name="文本占位符 2">
            <a:extLst>
              <a:ext uri="{FF2B5EF4-FFF2-40B4-BE49-F238E27FC236}">
                <a16:creationId xmlns:a16="http://schemas.microsoft.com/office/drawing/2014/main" id="{93F930E5-FC73-41C2-C9A7-F2D90E3B673F}"/>
              </a:ext>
            </a:extLst>
          </p:cNvPr>
          <p:cNvSpPr txBox="1">
            <a:spLocks/>
          </p:cNvSpPr>
          <p:nvPr>
            <p:custDataLst>
              <p:tags r:id="rId37"/>
            </p:custDataLst>
          </p:nvPr>
        </p:nvSpPr>
        <p:spPr bwMode="auto">
          <a:xfrm>
            <a:off x="1493838" y="3186112"/>
            <a:ext cx="438150" cy="234950"/>
          </a:xfrm>
          <a:prstGeom prst="ellipse">
            <a:avLst/>
          </a:prstGeom>
          <a:solidFill>
            <a:schemeClr val="bg1"/>
          </a:solidFill>
          <a:ln w="9525" cmpd="sng">
            <a:noFill/>
          </a:ln>
          <a:effectLst/>
          <a:extLst>
            <a:ext uri="{91240B29-F687-4F45-9708-019B960494DF}">
              <a14:hiddenLine xmlns:a14="http://schemas.microsoft.com/office/drawing/2010/main" w="9525" cmpd="sng">
                <a:solidFill>
                  <a:schemeClr val="tx1"/>
                </a:solidFill>
              </a14:hiddenLine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200" dirty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1.7X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47" name="文本占位符 2">
            <a:extLst>
              <a:ext uri="{FF2B5EF4-FFF2-40B4-BE49-F238E27FC236}">
                <a16:creationId xmlns:a16="http://schemas.microsoft.com/office/drawing/2014/main" id="{9CE4D2BD-B2AF-3C81-94D1-8FA4F7D6E32B}"/>
              </a:ext>
            </a:extLst>
          </p:cNvPr>
          <p:cNvSpPr txBox="1">
            <a:spLocks/>
          </p:cNvSpPr>
          <p:nvPr>
            <p:custDataLst>
              <p:tags r:id="rId38"/>
            </p:custDataLst>
          </p:nvPr>
        </p:nvSpPr>
        <p:spPr bwMode="auto">
          <a:xfrm>
            <a:off x="11436351" y="2614613"/>
            <a:ext cx="404813" cy="234950"/>
          </a:xfrm>
          <a:prstGeom prst="ellipse">
            <a:avLst/>
          </a:prstGeom>
          <a:solidFill>
            <a:schemeClr val="bg1"/>
          </a:solidFill>
          <a:ln w="9525" cmpd="sng">
            <a:noFill/>
          </a:ln>
          <a:effectLst/>
          <a:extLst>
            <a:ext uri="{91240B29-F687-4F45-9708-019B960494DF}">
              <a14:hiddenLine xmlns:a14="http://schemas.microsoft.com/office/drawing/2010/main" w="9525" cmpd="sng">
                <a:solidFill>
                  <a:schemeClr val="tx1"/>
                </a:solidFill>
              </a14:hiddenLine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200" dirty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2.4x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48" name="文本占位符 2">
            <a:extLst>
              <a:ext uri="{FF2B5EF4-FFF2-40B4-BE49-F238E27FC236}">
                <a16:creationId xmlns:a16="http://schemas.microsoft.com/office/drawing/2014/main" id="{09D70697-56C9-26F1-96D7-853B5D8BC5FB}"/>
              </a:ext>
            </a:extLst>
          </p:cNvPr>
          <p:cNvSpPr txBox="1">
            <a:spLocks/>
          </p:cNvSpPr>
          <p:nvPr>
            <p:custDataLst>
              <p:tags r:id="rId39"/>
            </p:custDataLst>
          </p:nvPr>
        </p:nvSpPr>
        <p:spPr bwMode="auto">
          <a:xfrm>
            <a:off x="2911475" y="2695574"/>
            <a:ext cx="438150" cy="234950"/>
          </a:xfrm>
          <a:prstGeom prst="ellipse">
            <a:avLst/>
          </a:prstGeom>
          <a:solidFill>
            <a:schemeClr val="bg1"/>
          </a:solidFill>
          <a:ln w="9525" cmpd="sng">
            <a:noFill/>
          </a:ln>
          <a:effectLst/>
          <a:extLst>
            <a:ext uri="{91240B29-F687-4F45-9708-019B960494DF}">
              <a14:hiddenLine xmlns:a14="http://schemas.microsoft.com/office/drawing/2010/main" w="9525" cmpd="sng">
                <a:solidFill>
                  <a:schemeClr val="tx1"/>
                </a:solidFill>
              </a14:hiddenLine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200" dirty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2.7X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17" name="文本占位符 2">
            <a:extLst>
              <a:ext uri="{FF2B5EF4-FFF2-40B4-BE49-F238E27FC236}">
                <a16:creationId xmlns:a16="http://schemas.microsoft.com/office/drawing/2014/main" id="{C0D521D5-605C-388C-13AD-D84DE6F79483}"/>
              </a:ext>
            </a:extLst>
          </p:cNvPr>
          <p:cNvSpPr txBox="1">
            <a:spLocks/>
          </p:cNvSpPr>
          <p:nvPr>
            <p:custDataLst>
              <p:tags r:id="rId40"/>
            </p:custDataLst>
          </p:nvPr>
        </p:nvSpPr>
        <p:spPr bwMode="auto">
          <a:xfrm>
            <a:off x="8599488" y="2124075"/>
            <a:ext cx="404813" cy="234950"/>
          </a:xfrm>
          <a:prstGeom prst="ellipse">
            <a:avLst/>
          </a:prstGeom>
          <a:solidFill>
            <a:schemeClr val="bg1"/>
          </a:solidFill>
          <a:ln w="9525" cmpd="sng">
            <a:noFill/>
          </a:ln>
          <a:effectLst/>
          <a:extLst>
            <a:ext uri="{91240B29-F687-4F45-9708-019B960494DF}">
              <a14:hiddenLine xmlns:a14="http://schemas.microsoft.com/office/drawing/2010/main" w="9525" cmpd="sng">
                <a:solidFill>
                  <a:schemeClr val="tx1"/>
                </a:solidFill>
              </a14:hiddenLine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200" dirty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2.2x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69" name="文本占位符 2">
            <a:extLst>
              <a:ext uri="{FF2B5EF4-FFF2-40B4-BE49-F238E27FC236}">
                <a16:creationId xmlns:a16="http://schemas.microsoft.com/office/drawing/2014/main" id="{C6FCA334-8CF8-C574-F879-83945F95734E}"/>
              </a:ext>
            </a:extLst>
          </p:cNvPr>
          <p:cNvSpPr txBox="1">
            <a:spLocks/>
          </p:cNvSpPr>
          <p:nvPr>
            <p:custDataLst>
              <p:tags r:id="rId41"/>
            </p:custDataLst>
          </p:nvPr>
        </p:nvSpPr>
        <p:spPr bwMode="auto">
          <a:xfrm>
            <a:off x="4329113" y="2695575"/>
            <a:ext cx="438150" cy="234950"/>
          </a:xfrm>
          <a:prstGeom prst="ellipse">
            <a:avLst/>
          </a:prstGeom>
          <a:solidFill>
            <a:schemeClr val="bg1"/>
          </a:solidFill>
          <a:ln w="9525" cmpd="sng">
            <a:noFill/>
          </a:ln>
          <a:effectLst/>
          <a:extLst>
            <a:ext uri="{91240B29-F687-4F45-9708-019B960494DF}">
              <a14:hiddenLine xmlns:a14="http://schemas.microsoft.com/office/drawing/2010/main" w="9525" cmpd="sng">
                <a:solidFill>
                  <a:schemeClr val="tx1"/>
                </a:solidFill>
              </a14:hiddenLine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200" dirty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3.2X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86" name="文本占位符 2">
            <a:extLst>
              <a:ext uri="{FF2B5EF4-FFF2-40B4-BE49-F238E27FC236}">
                <a16:creationId xmlns:a16="http://schemas.microsoft.com/office/drawing/2014/main" id="{770CDFAC-834D-4E93-F434-48426D3FA970}"/>
              </a:ext>
            </a:extLst>
          </p:cNvPr>
          <p:cNvSpPr txBox="1">
            <a:spLocks/>
          </p:cNvSpPr>
          <p:nvPr>
            <p:custDataLst>
              <p:tags r:id="rId42"/>
            </p:custDataLst>
          </p:nvPr>
        </p:nvSpPr>
        <p:spPr bwMode="auto">
          <a:xfrm>
            <a:off x="5746750" y="3103563"/>
            <a:ext cx="438150" cy="234950"/>
          </a:xfrm>
          <a:prstGeom prst="ellipse">
            <a:avLst/>
          </a:prstGeom>
          <a:solidFill>
            <a:schemeClr val="bg1"/>
          </a:solidFill>
          <a:ln w="9525" cmpd="sng">
            <a:noFill/>
          </a:ln>
          <a:effectLst/>
          <a:extLst>
            <a:ext uri="{91240B29-F687-4F45-9708-019B960494DF}">
              <a14:hiddenLine xmlns:a14="http://schemas.microsoft.com/office/drawing/2010/main" w="9525" cmpd="sng">
                <a:solidFill>
                  <a:schemeClr val="tx1"/>
                </a:solidFill>
              </a14:hiddenLine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200" dirty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3.2X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cxnSp>
        <p:nvCxnSpPr>
          <p:cNvPr id="266" name="直线连接符 265">
            <a:extLst>
              <a:ext uri="{FF2B5EF4-FFF2-40B4-BE49-F238E27FC236}">
                <a16:creationId xmlns:a16="http://schemas.microsoft.com/office/drawing/2014/main" id="{440B7138-FA13-5BEF-D462-E5F6AAE3851B}"/>
              </a:ext>
            </a:extLst>
          </p:cNvPr>
          <p:cNvCxnSpPr/>
          <p:nvPr/>
        </p:nvCxnSpPr>
        <p:spPr>
          <a:xfrm>
            <a:off x="10421938" y="1751215"/>
            <a:ext cx="0" cy="4059035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295891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phNNNxdqtrqfXY8kfYbdQ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r0dynN8AM0HEfji52CX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Pj0APmfHHMZQjvcbGhxI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mrxebUF5uWBLBPhO5uLt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g71ZkrvlJJUOwGgfj8CX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c.wfBZkJqgjMcQc0Ck4mw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mfdQE6DhEOiR_ld83dlR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FGLrN3ORYpOz0WGV_6Jg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.rpe7ZawGmKP_9h9XauA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.rpe7ZawGmKP_9h9XauA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jlj8ODu8UJdAKcyohWM0A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yP_DF1p9ZHA8KUt8pzLhQ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gtOYFQ7te3tpM_b2dMeD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Y29P6p6aRemJdncE4eyvQ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YVAlP_prgI2.VjycyEk0A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k9piQzoqSiBUl7ITPrm.w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3ZBoBQTraF5j.R3e1HPjQ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GT6CL4VXI8PZklxZpYq9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tkqMnYHYA5UUtF0PThg5g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Ml982awAbUPX585KNU_Z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Uz5CciKODEzNpJ9qkMWuQ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K3yLiIfq5wVEiW7JwuTz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lvNWdCS9G2iv8D_YFwSa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RqVBllziLJTQzFWCK6fCA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9FVPryY6DoltYoNkUL31w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296tvG4lB0KLVORsJivQg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C6R8G69o5DF3DJ4yvKCHA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5YYOEFz0xGUUOj4BegltA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kP3xW8WG3gCmjg6xPDiJg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rDMIyG4lobLX4IyeFYAYw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taepoFjTNiuMDJMUMjq3g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WHoajs.hlS5JEOHr8DxuQ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gvHg4M_.2WTcV_aKCa8ag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31AorVVqMoKBm3RLEIBwA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AWxpUnyqjn1a2ZjHQ.Onw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LffDfl8h.74gB8uCoDNh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lHyxhOBdnnN2rx6Tt11qA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vAN2yBt_0MPMrKzejTwBQ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tuSyDc1f5WUhE6NbZ3T8A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3Hlj4lcTFQJRZjNLlDJEw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rzYiUrwOZwHQwjHzg2ARQ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dPC9US9eKcrtP5JnsxwBg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czey8EeuhmQvz0bTMkWVw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wn7WAfm4xN8NYwng0WWcA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89bvOvIxcBPsNM71nOGzg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GezGy7sOKAz1vBMvWt90Q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Ykb_DBvDZ4JKk1epADVLg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yH8yamnJX_vkZ6_cjO7Tw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SP2ODJuFOOoaQClH2mwzA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PoBcajoEHF_Cs77AyRHAg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OOEZ4v5zz..hw.p4Ib2ew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R3_fBNDvfbex0yyjmdVsA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qeIRfUIgZsq6AMGStj4kQ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x2yFviIAdPosZbjOr.S4w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qfQChiyNhTnxR0t0y038Q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lR0Pybvc_8H11trOElxug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lQCxPbwD27NOTrfgqhq8g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JeieucwUnxk9XSEAJ7EOA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GwWxP5T_TnnIDT4VNydug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ykv53DO9ztdRvzz4IopEQ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4ChS.7XyteEVt.f8wlsNQ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GkwG2PrbpTU1MmZolRKpQ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D0RWsqUfgChjfFAYKqygA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vsXdGhg_noVDwjZ7jDm1Q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fqfwfITYrYKSihPvssbmA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dnFphd5QfBX9qVe5DoMXw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mSyKT75G5XdfeJxvhBoaQ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rrkyGM.UqzIfiP3_E8Q5Q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TPgUVQYfQImAqMbMDcfMA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mVP_TgtFYbATp1dZvXhBg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5PlY09YNpuXTx4trPcHeg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GC.BNBbCuIfFE_JFHl.Rg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sOwIUAnHOkcI7WdwCQqCg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0erSfS_eMdk4kJVeJsMlQ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TdMYeEiCXvOuBDIfpZKng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Zn1rW3My0astCpma53hWA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SuXTm39JrP.Nxmer6kDZg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ENynTlIJxy1sYm2upigDg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_CrO64F3XX98Q9XIUS.Hw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BmMw9FWV2TrL62GXI1Sng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ZYpNQ2eqLulZ9piy5QzvQ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yfjdmJTU6D9oDyp2KEKuA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Cs4SOCvSUErUNDe45qQMg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CJcTCO2VjOpYavzgjiYHQ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.dBakWn0x4jBaOcZ3Q99A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RWl330UdO9fVShidG5Rzg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YkdU7kZdz4Xpv6VZmy0cg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ii3GbKtBGHzJW8085ybAw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0rh93qRva.tZMjYgRTghA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xRbaS_FceFhBRCAYklZQA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sYqlHhBSYU_rECWjRvUZQ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FuAYFX2sJeXpuRw0ISUXQ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TewSkxiUgrJ1CjjUCX6nA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CiUJSMSV_i6dXYj5scvig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foEspuf5P5qH3n5gOkicg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hELUJ98yLxIaf0vqgCTGQ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A7.Fu0D1fooX4yhMLFWqw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2_.GKKlkCn.UM.CnWRZOQ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FQplDRe6lk.VF9x7s4UlQ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JvZAcGshJtH5Q0JfgcUCQ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0wZSXRRVIlsJUDT6HRSVQ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xMbskHt0vj44.DMXLjdaQ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fTpcWDtHACly3HflRF0Dg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w1vm.xxgZwu9qcCjE0Qgw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iyPCwas86v7pOYHuf.vxQ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so6..JMdkhziwlDGrvK.Q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ZbFbigrG7UjMM32vK0W8w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IEmp3A70OBQLFraCcRBbQ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DfPWG.NZyTAXVUt2HtpIw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NQk2iHUR7kQiRAkkxMcrg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BwhK.1x9i18tGjKX80nhA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rOhSTDal_C8VhGd3LJAAg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PYCoIUnYB9_aIqyCi14Rw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R_eTOe5SJeUsAhAJCdM_g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jPWPQ3Iv5JCqwWP817XA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IcosPnXNay4t6moawQQEQ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u0gGeSzxcyyAuvswlRd1A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oxXXAX.x0ofKy4lTt.wag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U_qBTdFfbQQmJJnVdjHtA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dxghZgaIBwI7O5y08Sc2g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sjDRjJAguiEACVnK96oQQ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vfnBccNf8ux15T4xigEbQ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8HvzN.JUsuoH.l6.bt3kg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TiFr9T8Ia8dnxFBUJhUBQ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LW7fV0QRwuLnSowzLCsww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_EedzKHwupuKA7NsuaQ1Q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XC5rV0PEbeJMaAisnxEGA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AJvgRDDt5XJ1Csttq9IGg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Pw9t86m.DYs7RcIv3HGfw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n6I55cvyhVuNrBKKVwWg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6hBx3kqqWPMXqWDHRvrBQ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r2ccX_Cwa3YYTc5.Bhwmw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pifJXV1QqWR08fj3Wa2JQ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4itfe9WfuTaMjL3q9BqxA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ty.DTq1zAa0_p0ftE33yg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6P.JAw6RfNU07BjnnhoPA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h8cBNeuFo5Io0DnuxbHuQ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2NdyL.kz_i8l6xzfRbryw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RyU.3_eB1EMUNW47KVIKg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t_3sCilX7sTeKXYeDD0mA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GM1CCzQSLlXA5GtWrLP3w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4_yiPIGKIbqAqhpnHNkKA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6yiP0Fa1VtsqDWC0YaJeA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ecPieWU137VPytUMNI1NA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kLsex9ztM8gxWJ5lQqZ2Q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RVK.UJkqVfN6s9eCAC_.w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Qjx0ezGeZEnRyW2FvyQ_A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a_sUHqp9RthRrDz0ZQegw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IBbJGHVtxOAjCPj1SqCvQ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IIFCBueFcNeOcGYg7IHg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XmnRqSvhHoMN0tZ1IGMsw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6fx7RKjQfPm4.pipo5hbQ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ry.ftLnQgqtR9Gw4Yf_vg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vUkVegiYkNDCRQ397UTFg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kVyX.K.jSOPJOmr5SB5ZA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7EXdCTuFkpjVTF8zkpPYQ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cb0sJBrqS5Qhg1SG.5VrA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L5LyLrjyMvdnyhRJfwSXA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sLWaI_pSHSrDk6YCioRHg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9hJ_U9oaGgT5taCXj0q.Q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r.166S6RUQMpZ5s1ytbtg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LsdMtXrJFXx9Vjw5t3dLg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2MgobK6YVYGC4bK441XKA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cdala0BwKnbmo1WJ3cQGw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MME5VbdsUWwSFhRgAgMOA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ZlBkyV57nb2zin.JnznnQ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EaJ9L20n0LuOs_qMWjunQ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4UcnW8UCVHK1g4O78ixyQ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E1C6ARNUxhDllwKXxLBFA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42qc_dn8zHz7CI853Remw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7HO9Jp06r9ZFMitwg_GkQ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tSfEFtBOzIPCmF_tYnIFA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wkOsr_EjxnQ6BJxS45JBA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sk6fOROHb2hL16IcT2kWw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EM5VPY7ZnnhSHnS14mKew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a8kCG5CBsFiTyxI3uZChg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bwvg_qBxKvisRil7HROLw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jYmMw8CK39wn_kxYvYMZg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16VFMViaTlNi6ZaI2rKag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_CIGkmZa7cGt4bE9ygQVw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9GC0dzv7YqCypyMYC8Tkg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nizaI6uPfXVjuJl5BbzhQ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HRvS5a9psvgHTVaAbdTRg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5YJEdxf41MZVKH4qUq0tQ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OyTIyV_.dO8CkZlrBaQ3g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BszC9KvfibRkMfXkTc9Sw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UqQRYOZMhHHMg7Yq6QhCg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PMW.jhHV87ZGJR2rlsZ4A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l3qiP7M5wlDhc9dkqgbMw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MJLWRiyw42thMjerTHTJg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7E5OH1GuFC9D0cExXQn5A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5PJT9S3FZEL9cJzDHNx6A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8tXVYVbRqBKThdbTHU_nA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g2.JzXl9SFiOvU56X89eg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ayVmsq0lSUiPVGKRZa4JQ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PZDrCs0PRFSynUp6iMJvg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U03m09SaPA3MTFT1mWeSA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hoyeotx0OUDTkabzfFGUQ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976xYbIMij8WmxNGLkhWg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xyoQy71lHM_343KQerVwQ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3ubY2dDYf4ij4dEV76xcw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kFRJ58HbxTlDi9JuTg7ug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BKH01jfXhbwZGKKdk.XWQ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qj7nbOy.yDGkUuky.LeIg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kSKsEmNV4t6HE4JGTrLCA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3qShggRYIxHWXJhuYYp6g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Kjd02.S0KTLrUjICGV3Bw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mjpjTASObSUMS8o8OIz.A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sVLLRNtDN_hqpMgalw9cA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kjwhp2egxEGu0Y0ICp5Jg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N6AVCt2KlJmKmuo7RofAQ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Pe2GH9QotSrOv5ttcj5MQ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d2lwK6LOaQMQ8_eNyAaWw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67TatrC5YnouwmjnTn_0Q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G_igYCGy8nRhSRuJaN0eg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1637</Words>
  <Application>Microsoft Macintosh PowerPoint</Application>
  <PresentationFormat>宽屏</PresentationFormat>
  <Paragraphs>404</Paragraphs>
  <Slides>12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等线</vt:lpstr>
      <vt:lpstr>等线 Light</vt:lpstr>
      <vt:lpstr>HarmonyOS Sans SC</vt:lpstr>
      <vt:lpstr>HarmonyOS Sans SC Black</vt:lpstr>
      <vt:lpstr>HarmonyOS Sans SC Light</vt:lpstr>
      <vt:lpstr>HarmonyOS Sans SC Medium</vt:lpstr>
      <vt:lpstr>Arial</vt:lpstr>
      <vt:lpstr>Office 主题​​</vt:lpstr>
      <vt:lpstr>think-cell 幻灯片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zhangbaoxu</dc:creator>
  <cp:lastModifiedBy>zhangbaoxu</cp:lastModifiedBy>
  <cp:revision>1</cp:revision>
  <dcterms:created xsi:type="dcterms:W3CDTF">2024-11-23T12:59:38Z</dcterms:created>
  <dcterms:modified xsi:type="dcterms:W3CDTF">2024-11-23T13:08:20Z</dcterms:modified>
</cp:coreProperties>
</file>