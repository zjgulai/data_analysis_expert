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xlsb" ContentType="application/vnd.ms-excel.sheet.binary.macroEnabled.12"/>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ags/tag2.xml" ContentType="application/vnd.openxmlformats-officedocument.presentationml.tags+xml"/>
  <Override PartName="/ppt/theme/theme2.xml" ContentType="application/vnd.openxmlformats-officedocument.theme+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notesSlides/notesSlide1.xml" ContentType="application/vnd.openxmlformats-officedocument.presentationml.notesSlide+xml"/>
  <Override PartName="/ppt/charts/chart1.xml" ContentType="application/vnd.openxmlformats-officedocument.drawingml.chart+xml"/>
  <Override PartName="/ppt/charts/chart2.xml" ContentType="application/vnd.openxmlformats-officedocument.drawingml.chart+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notesSlides/notesSlide2.xml" ContentType="application/vnd.openxmlformats-officedocument.presentationml.notesSlide+xml"/>
  <Override PartName="/ppt/charts/chart3.xml" ContentType="application/vnd.openxmlformats-officedocument.drawingml.chart+xml"/>
  <Override PartName="/ppt/charts/chart4.xml" ContentType="application/vnd.openxmlformats-officedocument.drawingml.chart+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notesSlides/notesSlide3.xml" ContentType="application/vnd.openxmlformats-officedocument.presentationml.notesSlide+xml"/>
  <Override PartName="/ppt/charts/chart5.xml" ContentType="application/vnd.openxmlformats-officedocument.drawingml.chart+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notesSlides/notesSlide4.xml" ContentType="application/vnd.openxmlformats-officedocument.presentationml.notesSlide+xml"/>
  <Override PartName="/ppt/charts/chart6.xml" ContentType="application/vnd.openxmlformats-officedocument.drawingml.chart+xml"/>
  <Override PartName="/ppt/charts/chart7.xml" ContentType="application/vnd.openxmlformats-officedocument.drawingml.chart+xml"/>
  <Override PartName="/ppt/charts/chart8.xml" ContentType="application/vnd.openxmlformats-officedocument.drawingml.chart+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notesSlides/notesSlide5.xml" ContentType="application/vnd.openxmlformats-officedocument.presentationml.notesSlide+xml"/>
  <Override PartName="/ppt/charts/chart9.xml" ContentType="application/vnd.openxmlformats-officedocument.drawingml.chart+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tags/tag116.xml" ContentType="application/vnd.openxmlformats-officedocument.presentationml.tags+xml"/>
  <Override PartName="/ppt/tags/tag117.xml" ContentType="application/vnd.openxmlformats-officedocument.presentationml.tags+xml"/>
  <Override PartName="/ppt/tags/tag118.xml" ContentType="application/vnd.openxmlformats-officedocument.presentationml.tags+xml"/>
  <Override PartName="/ppt/tags/tag119.xml" ContentType="application/vnd.openxmlformats-officedocument.presentationml.tags+xml"/>
  <Override PartName="/ppt/tags/tag120.xml" ContentType="application/vnd.openxmlformats-officedocument.presentationml.tags+xml"/>
  <Override PartName="/ppt/tags/tag121.xml" ContentType="application/vnd.openxmlformats-officedocument.presentationml.tags+xml"/>
  <Override PartName="/ppt/tags/tag122.xml" ContentType="application/vnd.openxmlformats-officedocument.presentationml.tags+xml"/>
  <Override PartName="/ppt/tags/tag123.xml" ContentType="application/vnd.openxmlformats-officedocument.presentationml.tags+xml"/>
  <Override PartName="/ppt/charts/chart10.xml" ContentType="application/vnd.openxmlformats-officedocument.drawingml.chart+xml"/>
  <Override PartName="/ppt/tags/tag124.xml" ContentType="application/vnd.openxmlformats-officedocument.presentationml.tags+xml"/>
  <Override PartName="/ppt/tags/tag125.xml" ContentType="application/vnd.openxmlformats-officedocument.presentationml.tags+xml"/>
  <Override PartName="/ppt/tags/tag126.xml" ContentType="application/vnd.openxmlformats-officedocument.presentationml.tags+xml"/>
  <Override PartName="/ppt/tags/tag127.xml" ContentType="application/vnd.openxmlformats-officedocument.presentationml.tags+xml"/>
  <Override PartName="/ppt/tags/tag128.xml" ContentType="application/vnd.openxmlformats-officedocument.presentationml.tags+xml"/>
  <Override PartName="/ppt/tags/tag129.xml" ContentType="application/vnd.openxmlformats-officedocument.presentationml.tags+xml"/>
  <Override PartName="/ppt/tags/tag130.xml" ContentType="application/vnd.openxmlformats-officedocument.presentationml.tags+xml"/>
  <Override PartName="/ppt/tags/tag131.xml" ContentType="application/vnd.openxmlformats-officedocument.presentationml.tags+xml"/>
  <Override PartName="/ppt/tags/tag132.xml" ContentType="application/vnd.openxmlformats-officedocument.presentationml.tags+xml"/>
  <Override PartName="/ppt/tags/tag133.xml" ContentType="application/vnd.openxmlformats-officedocument.presentationml.tags+xml"/>
  <Override PartName="/ppt/tags/tag134.xml" ContentType="application/vnd.openxmlformats-officedocument.presentationml.tags+xml"/>
  <Override PartName="/ppt/tags/tag135.xml" ContentType="application/vnd.openxmlformats-officedocument.presentationml.tags+xml"/>
  <Override PartName="/ppt/tags/tag136.xml" ContentType="application/vnd.openxmlformats-officedocument.presentationml.tags+xml"/>
  <Override PartName="/ppt/tags/tag137.xml" ContentType="application/vnd.openxmlformats-officedocument.presentationml.tags+xml"/>
  <Override PartName="/ppt/tags/tag138.xml" ContentType="application/vnd.openxmlformats-officedocument.presentationml.tags+xml"/>
  <Override PartName="/ppt/tags/tag139.xml" ContentType="application/vnd.openxmlformats-officedocument.presentationml.tags+xml"/>
  <Override PartName="/ppt/tags/tag140.xml" ContentType="application/vnd.openxmlformats-officedocument.presentationml.tags+xml"/>
  <Override PartName="/ppt/tags/tag141.xml" ContentType="application/vnd.openxmlformats-officedocument.presentationml.tags+xml"/>
  <Override PartName="/ppt/charts/chart11.xml" ContentType="application/vnd.openxmlformats-officedocument.drawingml.chart+xml"/>
  <Override PartName="/ppt/tags/tag142.xml" ContentType="application/vnd.openxmlformats-officedocument.presentationml.tags+xml"/>
  <Override PartName="/ppt/tags/tag143.xml" ContentType="application/vnd.openxmlformats-officedocument.presentationml.tags+xml"/>
  <Override PartName="/ppt/tags/tag144.xml" ContentType="application/vnd.openxmlformats-officedocument.presentationml.tags+xml"/>
  <Override PartName="/ppt/tags/tag145.xml" ContentType="application/vnd.openxmlformats-officedocument.presentationml.tags+xml"/>
  <Override PartName="/ppt/tags/tag146.xml" ContentType="application/vnd.openxmlformats-officedocument.presentationml.tags+xml"/>
  <Override PartName="/ppt/charts/chart12.xml" ContentType="application/vnd.openxmlformats-officedocument.drawingml.chart+xml"/>
  <Override PartName="/ppt/tags/tag147.xml" ContentType="application/vnd.openxmlformats-officedocument.presentationml.tags+xml"/>
  <Override PartName="/ppt/tags/tag148.xml" ContentType="application/vnd.openxmlformats-officedocument.presentationml.tags+xml"/>
  <Override PartName="/ppt/tags/tag149.xml" ContentType="application/vnd.openxmlformats-officedocument.presentationml.tags+xml"/>
  <Override PartName="/ppt/tags/tag150.xml" ContentType="application/vnd.openxmlformats-officedocument.presentationml.tags+xml"/>
  <Override PartName="/ppt/tags/tag151.xml" ContentType="application/vnd.openxmlformats-officedocument.presentationml.tags+xml"/>
  <Override PartName="/ppt/tags/tag152.xml" ContentType="application/vnd.openxmlformats-officedocument.presentationml.tags+xml"/>
  <Override PartName="/ppt/tags/tag153.xml" ContentType="application/vnd.openxmlformats-officedocument.presentationml.tags+xml"/>
  <Override PartName="/ppt/tags/tag154.xml" ContentType="application/vnd.openxmlformats-officedocument.presentationml.tags+xml"/>
  <Override PartName="/ppt/tags/tag155.xml" ContentType="application/vnd.openxmlformats-officedocument.presentationml.tags+xml"/>
  <Override PartName="/ppt/tags/tag156.xml" ContentType="application/vnd.openxmlformats-officedocument.presentationml.tags+xml"/>
  <Override PartName="/ppt/tags/tag157.xml" ContentType="application/vnd.openxmlformats-officedocument.presentationml.tags+xml"/>
  <Override PartName="/ppt/tags/tag158.xml" ContentType="application/vnd.openxmlformats-officedocument.presentationml.tags+xml"/>
  <Override PartName="/ppt/tags/tag159.xml" ContentType="application/vnd.openxmlformats-officedocument.presentationml.tags+xml"/>
  <Override PartName="/ppt/tags/tag160.xml" ContentType="application/vnd.openxmlformats-officedocument.presentationml.tags+xml"/>
  <Override PartName="/ppt/charts/chart13.xml" ContentType="application/vnd.openxmlformats-officedocument.drawingml.char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3"/>
  </p:notesMasterIdLst>
  <p:sldIdLst>
    <p:sldId id="274" r:id="rId2"/>
    <p:sldId id="275" r:id="rId3"/>
    <p:sldId id="276" r:id="rId4"/>
    <p:sldId id="281" r:id="rId5"/>
    <p:sldId id="282" r:id="rId6"/>
    <p:sldId id="257" r:id="rId7"/>
    <p:sldId id="258" r:id="rId8"/>
    <p:sldId id="259" r:id="rId9"/>
    <p:sldId id="260" r:id="rId10"/>
    <p:sldId id="261" r:id="rId11"/>
    <p:sldId id="266" r:id="rId12"/>
  </p:sldIdLst>
  <p:sldSz cx="12192000" cy="6858000"/>
  <p:notesSz cx="6858000" cy="9144000"/>
  <p:custDataLst>
    <p:tags r:id="rId14"/>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8935"/>
    <p:restoredTop sz="97831"/>
  </p:normalViewPr>
  <p:slideViewPr>
    <p:cSldViewPr snapToGrid="0">
      <p:cViewPr>
        <p:scale>
          <a:sx n="220" d="100"/>
          <a:sy n="220" d="100"/>
        </p:scale>
        <p:origin x="896" y="24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gs" Target="tags/tag1.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______.xlsb"/></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______1.xlsb"/></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______2.xlsb"/></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______3.xlsb"/></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______4.xlsb"/></Relationships>
</file>

<file path=ppt/charts/_rels/chart6.xml.rels><?xml version="1.0" encoding="UTF-8" standalone="yes"?>
<Relationships xmlns="http://schemas.openxmlformats.org/package/2006/relationships"><Relationship Id="rId1" Type="http://schemas.openxmlformats.org/officeDocument/2006/relationships/package" Target="../embeddings/Microsoft_Excel_______5.xlsb"/></Relationships>
</file>

<file path=ppt/charts/_rels/chart7.xml.rels><?xml version="1.0" encoding="UTF-8" standalone="yes"?>
<Relationships xmlns="http://schemas.openxmlformats.org/package/2006/relationships"><Relationship Id="rId1" Type="http://schemas.openxmlformats.org/officeDocument/2006/relationships/package" Target="../embeddings/Microsoft_Excel_______6.xlsb"/></Relationships>
</file>

<file path=ppt/charts/_rels/chart8.xml.rels><?xml version="1.0" encoding="UTF-8" standalone="yes"?>
<Relationships xmlns="http://schemas.openxmlformats.org/package/2006/relationships"><Relationship Id="rId1" Type="http://schemas.openxmlformats.org/officeDocument/2006/relationships/package" Target="../embeddings/Microsoft_Excel_______7.xlsb"/></Relationships>
</file>

<file path=ppt/charts/_rels/chart9.xml.rels><?xml version="1.0" encoding="UTF-8" standalone="yes"?>
<Relationships xmlns="http://schemas.openxmlformats.org/package/2006/relationships"><Relationship Id="rId1" Type="http://schemas.openxmlformats.org/officeDocument/2006/relationships/package" Target="../embeddings/Microsoft_Excel_______8.xlsb"/></Relationships>
</file>

<file path=ppt/charts/_rels/chart10.xml.rels><?xml version="1.0" encoding="UTF-8" standalone="yes"?>
<Relationships xmlns="http://schemas.openxmlformats.org/package/2006/relationships"><Relationship Id="rId1" Type="http://schemas.openxmlformats.org/officeDocument/2006/relationships/package" Target="../embeddings/Microsoft_Excel_______9.xlsb"/></Relationships>
</file>

<file path=ppt/charts/_rels/chart11.xml.rels><?xml version="1.0" encoding="UTF-8" standalone="yes"?>
<Relationships xmlns="http://schemas.openxmlformats.org/package/2006/relationships"><Relationship Id="rId1" Type="http://schemas.openxmlformats.org/officeDocument/2006/relationships/package" Target="../embeddings/Microsoft_Excel_______10.xlsb"/></Relationships>
</file>

<file path=ppt/charts/_rels/chart12.xml.rels><?xml version="1.0" encoding="UTF-8" standalone="yes"?>
<Relationships xmlns="http://schemas.openxmlformats.org/package/2006/relationships"><Relationship Id="rId1" Type="http://schemas.openxmlformats.org/officeDocument/2006/relationships/package" Target="../embeddings/Microsoft_Excel_______11.xlsb"/></Relationships>
</file>

<file path=ppt/charts/_rels/chart13.xml.rels><?xml version="1.0" encoding="UTF-8" standalone="yes"?>
<Relationships xmlns="http://schemas.openxmlformats.org/package/2006/relationships"><Relationship Id="rId1" Type="http://schemas.openxmlformats.org/officeDocument/2006/relationships/package" Target="../embeddings/Microsoft_Excel_______12.xlsb"/></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manualLayout>
          <c:layoutTarget val="inner"/>
          <c:xMode val="edge"/>
          <c:yMode val="edge"/>
          <c:x val="1.7943409247757072E-2"/>
          <c:y val="6.8536931818181823E-2"/>
          <c:w val="0.96411318150448588"/>
          <c:h val="0.86292613636363635"/>
        </c:manualLayout>
      </c:layout>
      <c:barChart>
        <c:barDir val="col"/>
        <c:grouping val="stacked"/>
        <c:varyColors val="0"/>
        <c:ser>
          <c:idx val="0"/>
          <c:order val="0"/>
          <c:spPr>
            <a:solidFill>
              <a:schemeClr val="tx1"/>
            </a:solidFill>
            <a:ln>
              <a:noFill/>
            </a:ln>
          </c:spPr>
          <c:invertIfNegative val="0"/>
          <c:dLbls>
            <c:dLbl>
              <c:idx val="0"/>
              <c:layout>
                <c:manualLayout>
                  <c:x val="0"/>
                  <c:y val="-1.065340909090909E-3"/>
                </c:manualLayout>
              </c:layout>
              <c:numFmt formatCode="#,##0;&quot;-&quot;#,##0" sourceLinked="0"/>
              <c:spPr>
                <a:noFill/>
                <a:ln>
                  <a:noFill/>
                </a:ln>
              </c:spPr>
              <c:txPr>
                <a:bodyPr wrap="none"/>
                <a:lstStyle/>
                <a:p>
                  <a:pPr>
                    <a:defRPr sz="1400" kern="1200">
                      <a:solidFill>
                        <a:schemeClr val="bg1"/>
                      </a:solidFill>
                      <a:latin typeface="HarmonyOS Sans SC"/>
                      <a:ea typeface="HarmonyOS Sans SC"/>
                      <a:cs typeface="HarmonyOS Sans SC"/>
                      <a:sym typeface="HarmonyOS Sans SC"/>
                    </a:defRPr>
                  </a:pPr>
                  <a:endParaRPr lang="zh-CN"/>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0-EEE6-6A44-A910-78424268B5CA}"/>
                </c:ext>
              </c:extLst>
            </c:dLbl>
            <c:dLbl>
              <c:idx val="1"/>
              <c:layout>
                <c:manualLayout>
                  <c:x val="0"/>
                  <c:y val="-1.4204545454545455E-3"/>
                </c:manualLayout>
              </c:layout>
              <c:numFmt formatCode="#,##0;&quot;-&quot;#,##0" sourceLinked="0"/>
              <c:spPr>
                <a:noFill/>
                <a:ln>
                  <a:noFill/>
                </a:ln>
              </c:spPr>
              <c:txPr>
                <a:bodyPr wrap="none"/>
                <a:lstStyle/>
                <a:p>
                  <a:pPr>
                    <a:defRPr sz="1400" kern="1200">
                      <a:solidFill>
                        <a:schemeClr val="bg1"/>
                      </a:solidFill>
                      <a:latin typeface="HarmonyOS Sans SC"/>
                      <a:ea typeface="HarmonyOS Sans SC"/>
                      <a:cs typeface="HarmonyOS Sans SC"/>
                      <a:sym typeface="HarmonyOS Sans SC"/>
                    </a:defRPr>
                  </a:pPr>
                  <a:endParaRPr lang="zh-CN"/>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1-EEE6-6A44-A910-78424268B5CA}"/>
                </c:ext>
              </c:extLst>
            </c:dLbl>
            <c:dLbl>
              <c:idx val="2"/>
              <c:layout>
                <c:manualLayout>
                  <c:x val="0"/>
                  <c:y val="-1.065340909090909E-3"/>
                </c:manualLayout>
              </c:layout>
              <c:numFmt formatCode="#,##0;&quot;-&quot;#,##0" sourceLinked="0"/>
              <c:spPr>
                <a:noFill/>
                <a:ln>
                  <a:noFill/>
                </a:ln>
              </c:spPr>
              <c:txPr>
                <a:bodyPr wrap="none"/>
                <a:lstStyle/>
                <a:p>
                  <a:pPr>
                    <a:defRPr sz="1400" kern="1200">
                      <a:solidFill>
                        <a:schemeClr val="bg1"/>
                      </a:solidFill>
                      <a:latin typeface="HarmonyOS Sans SC"/>
                      <a:ea typeface="HarmonyOS Sans SC"/>
                      <a:cs typeface="HarmonyOS Sans SC"/>
                      <a:sym typeface="HarmonyOS Sans SC"/>
                    </a:defRPr>
                  </a:pPr>
                  <a:endParaRPr lang="zh-CN"/>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2-EEE6-6A44-A910-78424268B5CA}"/>
                </c:ext>
              </c:extLst>
            </c:dLbl>
            <c:dLbl>
              <c:idx val="3"/>
              <c:layout>
                <c:manualLayout>
                  <c:x val="0"/>
                  <c:y val="-1.065340909090909E-3"/>
                </c:manualLayout>
              </c:layout>
              <c:numFmt formatCode="#,##0;&quot;-&quot;#,##0" sourceLinked="0"/>
              <c:spPr>
                <a:noFill/>
                <a:ln>
                  <a:noFill/>
                </a:ln>
              </c:spPr>
              <c:txPr>
                <a:bodyPr wrap="none"/>
                <a:lstStyle/>
                <a:p>
                  <a:pPr>
                    <a:defRPr sz="1400" kern="1200">
                      <a:solidFill>
                        <a:schemeClr val="bg1"/>
                      </a:solidFill>
                      <a:latin typeface="HarmonyOS Sans SC"/>
                      <a:ea typeface="HarmonyOS Sans SC"/>
                      <a:cs typeface="HarmonyOS Sans SC"/>
                      <a:sym typeface="HarmonyOS Sans SC"/>
                    </a:defRPr>
                  </a:pPr>
                  <a:endParaRPr lang="zh-CN"/>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3-EEE6-6A44-A910-78424268B5CA}"/>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val>
            <c:numRef>
              <c:f>Sheet1!$A$1:$D$1</c:f>
              <c:numCache>
                <c:formatCode>General</c:formatCode>
                <c:ptCount val="4"/>
                <c:pt idx="0">
                  <c:v>28</c:v>
                </c:pt>
                <c:pt idx="1">
                  <c:v>48</c:v>
                </c:pt>
                <c:pt idx="2">
                  <c:v>41</c:v>
                </c:pt>
                <c:pt idx="3">
                  <c:v>36</c:v>
                </c:pt>
              </c:numCache>
            </c:numRef>
          </c:val>
          <c:extLst>
            <c:ext xmlns:c16="http://schemas.microsoft.com/office/drawing/2014/chart" uri="{C3380CC4-5D6E-409C-BE32-E72D297353CC}">
              <c16:uniqueId val="{00000004-EEE6-6A44-A910-78424268B5CA}"/>
            </c:ext>
          </c:extLst>
        </c:ser>
        <c:ser>
          <c:idx val="1"/>
          <c:order val="1"/>
          <c:spPr>
            <a:solidFill>
              <a:srgbClr val="D0D0D0"/>
            </a:solidFill>
            <a:ln>
              <a:noFill/>
            </a:ln>
          </c:spPr>
          <c:invertIfNegative val="0"/>
          <c:dLbls>
            <c:dLbl>
              <c:idx val="0"/>
              <c:layout>
                <c:manualLayout>
                  <c:x val="0"/>
                  <c:y val="-1.065340909090909E-3"/>
                </c:manualLayout>
              </c:layout>
              <c:numFmt formatCode="#,##0;&quot;-&quot;#,##0" sourceLinked="0"/>
              <c:spPr>
                <a:noFill/>
                <a:ln>
                  <a:noFill/>
                </a:ln>
              </c:spPr>
              <c:txPr>
                <a:bodyPr wrap="none"/>
                <a:lstStyle/>
                <a:p>
                  <a:pPr>
                    <a:defRPr sz="1400" kern="1200">
                      <a:solidFill>
                        <a:schemeClr val="tx1"/>
                      </a:solidFill>
                      <a:latin typeface="HarmonyOS Sans SC"/>
                      <a:ea typeface="HarmonyOS Sans SC"/>
                      <a:cs typeface="HarmonyOS Sans SC"/>
                      <a:sym typeface="HarmonyOS Sans SC"/>
                    </a:defRPr>
                  </a:pPr>
                  <a:endParaRPr lang="zh-CN"/>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5-EEE6-6A44-A910-78424268B5CA}"/>
                </c:ext>
              </c:extLst>
            </c:dLbl>
            <c:dLbl>
              <c:idx val="1"/>
              <c:layout>
                <c:manualLayout>
                  <c:x val="0"/>
                  <c:y val="-1.4204545454545455E-3"/>
                </c:manualLayout>
              </c:layout>
              <c:numFmt formatCode="#,##0;&quot;-&quot;#,##0" sourceLinked="0"/>
              <c:spPr>
                <a:noFill/>
                <a:ln>
                  <a:noFill/>
                </a:ln>
              </c:spPr>
              <c:txPr>
                <a:bodyPr wrap="none"/>
                <a:lstStyle/>
                <a:p>
                  <a:pPr>
                    <a:defRPr sz="1400" kern="1200">
                      <a:solidFill>
                        <a:schemeClr val="tx1"/>
                      </a:solidFill>
                      <a:latin typeface="HarmonyOS Sans SC"/>
                      <a:ea typeface="HarmonyOS Sans SC"/>
                      <a:cs typeface="HarmonyOS Sans SC"/>
                      <a:sym typeface="HarmonyOS Sans SC"/>
                    </a:defRPr>
                  </a:pPr>
                  <a:endParaRPr lang="zh-CN"/>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6-EEE6-6A44-A910-78424268B5CA}"/>
                </c:ext>
              </c:extLst>
            </c:dLbl>
            <c:dLbl>
              <c:idx val="2"/>
              <c:layout>
                <c:manualLayout>
                  <c:x val="0"/>
                  <c:y val="-1.065340909090909E-3"/>
                </c:manualLayout>
              </c:layout>
              <c:numFmt formatCode="#,##0;&quot;-&quot;#,##0" sourceLinked="0"/>
              <c:spPr>
                <a:noFill/>
                <a:ln>
                  <a:noFill/>
                </a:ln>
              </c:spPr>
              <c:txPr>
                <a:bodyPr wrap="none"/>
                <a:lstStyle/>
                <a:p>
                  <a:pPr>
                    <a:defRPr sz="1400" kern="1200">
                      <a:solidFill>
                        <a:schemeClr val="tx1"/>
                      </a:solidFill>
                      <a:latin typeface="HarmonyOS Sans SC"/>
                      <a:ea typeface="HarmonyOS Sans SC"/>
                      <a:cs typeface="HarmonyOS Sans SC"/>
                      <a:sym typeface="HarmonyOS Sans SC"/>
                    </a:defRPr>
                  </a:pPr>
                  <a:endParaRPr lang="zh-CN"/>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7-EEE6-6A44-A910-78424268B5CA}"/>
                </c:ext>
              </c:extLst>
            </c:dLbl>
            <c:dLbl>
              <c:idx val="3"/>
              <c:layout>
                <c:manualLayout>
                  <c:x val="0"/>
                  <c:y val="-1.065340909090909E-3"/>
                </c:manualLayout>
              </c:layout>
              <c:numFmt formatCode="#,##0;&quot;-&quot;#,##0" sourceLinked="0"/>
              <c:spPr>
                <a:noFill/>
                <a:ln>
                  <a:noFill/>
                </a:ln>
              </c:spPr>
              <c:txPr>
                <a:bodyPr wrap="none"/>
                <a:lstStyle/>
                <a:p>
                  <a:pPr>
                    <a:defRPr sz="1400" kern="1200">
                      <a:solidFill>
                        <a:schemeClr val="tx1"/>
                      </a:solidFill>
                      <a:latin typeface="HarmonyOS Sans SC"/>
                      <a:ea typeface="HarmonyOS Sans SC"/>
                      <a:cs typeface="HarmonyOS Sans SC"/>
                      <a:sym typeface="HarmonyOS Sans SC"/>
                    </a:defRPr>
                  </a:pPr>
                  <a:endParaRPr lang="zh-CN"/>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8-EEE6-6A44-A910-78424268B5CA}"/>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val>
            <c:numRef>
              <c:f>Sheet1!$A$2:$D$2</c:f>
              <c:numCache>
                <c:formatCode>General</c:formatCode>
                <c:ptCount val="4"/>
                <c:pt idx="0">
                  <c:v>32</c:v>
                </c:pt>
                <c:pt idx="1">
                  <c:v>15</c:v>
                </c:pt>
                <c:pt idx="2">
                  <c:v>16</c:v>
                </c:pt>
                <c:pt idx="3">
                  <c:v>22</c:v>
                </c:pt>
              </c:numCache>
            </c:numRef>
          </c:val>
          <c:extLst>
            <c:ext xmlns:c16="http://schemas.microsoft.com/office/drawing/2014/chart" uri="{C3380CC4-5D6E-409C-BE32-E72D297353CC}">
              <c16:uniqueId val="{00000009-EEE6-6A44-A910-78424268B5CA}"/>
            </c:ext>
          </c:extLst>
        </c:ser>
        <c:ser>
          <c:idx val="2"/>
          <c:order val="2"/>
          <c:spPr>
            <a:solidFill>
              <a:srgbClr val="00ACFB"/>
            </a:solidFill>
            <a:ln>
              <a:noFill/>
            </a:ln>
          </c:spPr>
          <c:invertIfNegative val="0"/>
          <c:dLbls>
            <c:dLbl>
              <c:idx val="0"/>
              <c:layout>
                <c:manualLayout>
                  <c:x val="0"/>
                  <c:y val="-1.065340909090909E-3"/>
                </c:manualLayout>
              </c:layout>
              <c:numFmt formatCode="#,##0;&quot;-&quot;#,##0" sourceLinked="0"/>
              <c:spPr>
                <a:noFill/>
                <a:ln>
                  <a:noFill/>
                </a:ln>
              </c:spPr>
              <c:txPr>
                <a:bodyPr wrap="none"/>
                <a:lstStyle/>
                <a:p>
                  <a:pPr>
                    <a:defRPr sz="1400" kern="1200">
                      <a:solidFill>
                        <a:schemeClr val="bg1"/>
                      </a:solidFill>
                      <a:latin typeface="HarmonyOS Sans SC"/>
                      <a:ea typeface="HarmonyOS Sans SC"/>
                      <a:cs typeface="HarmonyOS Sans SC"/>
                      <a:sym typeface="HarmonyOS Sans SC"/>
                    </a:defRPr>
                  </a:pPr>
                  <a:endParaRPr lang="zh-CN"/>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A-EEE6-6A44-A910-78424268B5CA}"/>
                </c:ext>
              </c:extLst>
            </c:dLbl>
            <c:dLbl>
              <c:idx val="1"/>
              <c:layout>
                <c:manualLayout>
                  <c:x val="0"/>
                  <c:y val="-1.065340909090909E-3"/>
                </c:manualLayout>
              </c:layout>
              <c:numFmt formatCode="#,##0;&quot;-&quot;#,##0" sourceLinked="0"/>
              <c:spPr>
                <a:noFill/>
                <a:ln>
                  <a:noFill/>
                </a:ln>
              </c:spPr>
              <c:txPr>
                <a:bodyPr wrap="none"/>
                <a:lstStyle/>
                <a:p>
                  <a:pPr>
                    <a:defRPr sz="1400" kern="1200">
                      <a:solidFill>
                        <a:schemeClr val="bg1"/>
                      </a:solidFill>
                      <a:latin typeface="HarmonyOS Sans SC"/>
                      <a:ea typeface="HarmonyOS Sans SC"/>
                      <a:cs typeface="HarmonyOS Sans SC"/>
                      <a:sym typeface="HarmonyOS Sans SC"/>
                    </a:defRPr>
                  </a:pPr>
                  <a:endParaRPr lang="zh-CN"/>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B-EEE6-6A44-A910-78424268B5CA}"/>
                </c:ext>
              </c:extLst>
            </c:dLbl>
            <c:dLbl>
              <c:idx val="2"/>
              <c:layout>
                <c:manualLayout>
                  <c:x val="0"/>
                  <c:y val="-1.065340909090909E-3"/>
                </c:manualLayout>
              </c:layout>
              <c:numFmt formatCode="#,##0;&quot;-&quot;#,##0" sourceLinked="0"/>
              <c:spPr>
                <a:noFill/>
                <a:ln>
                  <a:noFill/>
                </a:ln>
              </c:spPr>
              <c:txPr>
                <a:bodyPr wrap="none"/>
                <a:lstStyle/>
                <a:p>
                  <a:pPr>
                    <a:defRPr sz="1400" kern="1200">
                      <a:solidFill>
                        <a:schemeClr val="bg1"/>
                      </a:solidFill>
                      <a:latin typeface="HarmonyOS Sans SC"/>
                      <a:ea typeface="HarmonyOS Sans SC"/>
                      <a:cs typeface="HarmonyOS Sans SC"/>
                      <a:sym typeface="HarmonyOS Sans SC"/>
                    </a:defRPr>
                  </a:pPr>
                  <a:endParaRPr lang="zh-CN"/>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C-EEE6-6A44-A910-78424268B5CA}"/>
                </c:ext>
              </c:extLst>
            </c:dLbl>
            <c:dLbl>
              <c:idx val="3"/>
              <c:layout>
                <c:manualLayout>
                  <c:x val="0"/>
                  <c:y val="-1.065340909090909E-3"/>
                </c:manualLayout>
              </c:layout>
              <c:numFmt formatCode="#,##0;&quot;-&quot;#,##0" sourceLinked="0"/>
              <c:spPr>
                <a:noFill/>
                <a:ln>
                  <a:noFill/>
                </a:ln>
              </c:spPr>
              <c:txPr>
                <a:bodyPr wrap="none"/>
                <a:lstStyle/>
                <a:p>
                  <a:pPr>
                    <a:defRPr sz="1400" kern="1200">
                      <a:solidFill>
                        <a:schemeClr val="bg1"/>
                      </a:solidFill>
                      <a:latin typeface="HarmonyOS Sans SC"/>
                      <a:ea typeface="HarmonyOS Sans SC"/>
                      <a:cs typeface="HarmonyOS Sans SC"/>
                      <a:sym typeface="HarmonyOS Sans SC"/>
                    </a:defRPr>
                  </a:pPr>
                  <a:endParaRPr lang="zh-CN"/>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D-EEE6-6A44-A910-78424268B5CA}"/>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val>
            <c:numRef>
              <c:f>Sheet1!$A$3:$D$3</c:f>
              <c:numCache>
                <c:formatCode>General</c:formatCode>
                <c:ptCount val="4"/>
                <c:pt idx="0">
                  <c:v>39</c:v>
                </c:pt>
                <c:pt idx="1">
                  <c:v>36</c:v>
                </c:pt>
                <c:pt idx="2">
                  <c:v>43</c:v>
                </c:pt>
                <c:pt idx="3">
                  <c:v>42</c:v>
                </c:pt>
              </c:numCache>
            </c:numRef>
          </c:val>
          <c:extLst>
            <c:ext xmlns:c16="http://schemas.microsoft.com/office/drawing/2014/chart" uri="{C3380CC4-5D6E-409C-BE32-E72D297353CC}">
              <c16:uniqueId val="{0000000E-EEE6-6A44-A910-78424268B5CA}"/>
            </c:ext>
          </c:extLst>
        </c:ser>
        <c:ser>
          <c:idx val="3"/>
          <c:order val="3"/>
          <c:spPr>
            <a:solidFill>
              <a:srgbClr val="F0F0F0"/>
            </a:solidFill>
            <a:ln>
              <a:noFill/>
            </a:ln>
          </c:spPr>
          <c:invertIfNegative val="0"/>
          <c:val>
            <c:numRef>
              <c:f>Sheet1!$A$4:$D$4</c:f>
              <c:numCache>
                <c:formatCode>General</c:formatCode>
                <c:ptCount val="4"/>
                <c:pt idx="0">
                  <c:v>1</c:v>
                </c:pt>
                <c:pt idx="1">
                  <c:v>1</c:v>
                </c:pt>
                <c:pt idx="2">
                  <c:v>1</c:v>
                </c:pt>
                <c:pt idx="3">
                  <c:v>1</c:v>
                </c:pt>
              </c:numCache>
            </c:numRef>
          </c:val>
          <c:extLst>
            <c:ext xmlns:c16="http://schemas.microsoft.com/office/drawing/2014/chart" uri="{C3380CC4-5D6E-409C-BE32-E72D297353CC}">
              <c16:uniqueId val="{0000000F-EEE6-6A44-A910-78424268B5CA}"/>
            </c:ext>
          </c:extLst>
        </c:ser>
        <c:dLbls>
          <c:showLegendKey val="0"/>
          <c:showVal val="0"/>
          <c:showCatName val="0"/>
          <c:showSerName val="0"/>
          <c:showPercent val="0"/>
          <c:showBubbleSize val="0"/>
        </c:dLbls>
        <c:gapWidth val="80"/>
        <c:overlap val="100"/>
        <c:axId val="743627471"/>
        <c:axId val="1"/>
      </c:barChart>
      <c:catAx>
        <c:axId val="743627471"/>
        <c:scaling>
          <c:orientation val="minMax"/>
        </c:scaling>
        <c:delete val="0"/>
        <c:axPos val="b"/>
        <c:majorGridlines>
          <c:spPr>
            <a:ln>
              <a:noFill/>
            </a:ln>
          </c:spPr>
        </c:majorGridlines>
        <c:majorTickMark val="none"/>
        <c:minorTickMark val="none"/>
        <c:tickLblPos val="none"/>
        <c:spPr>
          <a:ln w="9525" cmpd="sng" algn="ctr">
            <a:solidFill>
              <a:schemeClr val="tx1"/>
            </a:solidFill>
            <a:prstDash val="solid"/>
          </a:ln>
        </c:spPr>
        <c:crossAx val="1"/>
        <c:crosses val="min"/>
        <c:auto val="0"/>
        <c:lblAlgn val="ctr"/>
        <c:lblOffset val="100"/>
        <c:noMultiLvlLbl val="0"/>
      </c:catAx>
      <c:valAx>
        <c:axId val="1"/>
        <c:scaling>
          <c:orientation val="minMax"/>
          <c:max val="101"/>
          <c:min val="0"/>
        </c:scaling>
        <c:delete val="1"/>
        <c:axPos val="l"/>
        <c:numFmt formatCode="General" sourceLinked="1"/>
        <c:majorTickMark val="out"/>
        <c:minorTickMark val="none"/>
        <c:tickLblPos val="nextTo"/>
        <c:crossAx val="743627471"/>
        <c:crosses val="min"/>
        <c:crossBetween val="between"/>
      </c:valAx>
    </c:plotArea>
    <c:plotVisOnly val="0"/>
    <c:dispBlanksAs val="gap"/>
    <c:showDLblsOverMax val="1"/>
  </c:chart>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manualLayout>
          <c:layoutTarget val="inner"/>
          <c:xMode val="edge"/>
          <c:yMode val="edge"/>
          <c:x val="1.7962003454231434E-2"/>
          <c:y val="6.8536931818181823E-2"/>
          <c:w val="0.96407599309153713"/>
          <c:h val="0.86292613636363635"/>
        </c:manualLayout>
      </c:layout>
      <c:barChart>
        <c:barDir val="col"/>
        <c:grouping val="stacked"/>
        <c:varyColors val="0"/>
        <c:ser>
          <c:idx val="0"/>
          <c:order val="0"/>
          <c:spPr>
            <a:solidFill>
              <a:schemeClr val="tx1"/>
            </a:solidFill>
            <a:ln>
              <a:noFill/>
            </a:ln>
          </c:spPr>
          <c:invertIfNegative val="0"/>
          <c:dLbls>
            <c:dLbl>
              <c:idx val="0"/>
              <c:layout>
                <c:manualLayout>
                  <c:x val="0"/>
                  <c:y val="-1.065340909090909E-3"/>
                </c:manualLayout>
              </c:layout>
              <c:numFmt formatCode="#,##0;&quot;-&quot;#,##0" sourceLinked="0"/>
              <c:spPr>
                <a:noFill/>
                <a:ln>
                  <a:noFill/>
                </a:ln>
              </c:spPr>
              <c:txPr>
                <a:bodyPr wrap="none"/>
                <a:lstStyle/>
                <a:p>
                  <a:pPr>
                    <a:defRPr sz="1400" kern="1200">
                      <a:solidFill>
                        <a:schemeClr val="bg1"/>
                      </a:solidFill>
                      <a:latin typeface="HarmonyOS Sans SC"/>
                      <a:ea typeface="HarmonyOS Sans SC"/>
                      <a:cs typeface="HarmonyOS Sans SC"/>
                      <a:sym typeface="HarmonyOS Sans SC"/>
                    </a:defRPr>
                  </a:pPr>
                  <a:endParaRPr lang="zh-CN"/>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0-04C7-8846-842E-314DE63E0A8D}"/>
                </c:ext>
              </c:extLst>
            </c:dLbl>
            <c:dLbl>
              <c:idx val="1"/>
              <c:layout>
                <c:manualLayout>
                  <c:x val="0"/>
                  <c:y val="-1.065340909090909E-3"/>
                </c:manualLayout>
              </c:layout>
              <c:numFmt formatCode="#,##0;&quot;-&quot;#,##0" sourceLinked="0"/>
              <c:spPr>
                <a:noFill/>
                <a:ln>
                  <a:noFill/>
                </a:ln>
              </c:spPr>
              <c:txPr>
                <a:bodyPr wrap="none"/>
                <a:lstStyle/>
                <a:p>
                  <a:pPr>
                    <a:defRPr sz="1400" kern="1200">
                      <a:solidFill>
                        <a:schemeClr val="bg1"/>
                      </a:solidFill>
                      <a:latin typeface="HarmonyOS Sans SC"/>
                      <a:ea typeface="HarmonyOS Sans SC"/>
                      <a:cs typeface="HarmonyOS Sans SC"/>
                      <a:sym typeface="HarmonyOS Sans SC"/>
                    </a:defRPr>
                  </a:pPr>
                  <a:endParaRPr lang="zh-CN"/>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1-04C7-8846-842E-314DE63E0A8D}"/>
                </c:ext>
              </c:extLst>
            </c:dLbl>
            <c:dLbl>
              <c:idx val="2"/>
              <c:layout>
                <c:manualLayout>
                  <c:x val="0"/>
                  <c:y val="-1.065340909090909E-3"/>
                </c:manualLayout>
              </c:layout>
              <c:numFmt formatCode="#,##0;&quot;-&quot;#,##0" sourceLinked="0"/>
              <c:spPr>
                <a:noFill/>
                <a:ln>
                  <a:noFill/>
                </a:ln>
              </c:spPr>
              <c:txPr>
                <a:bodyPr wrap="none"/>
                <a:lstStyle/>
                <a:p>
                  <a:pPr>
                    <a:defRPr sz="1400" kern="1200">
                      <a:solidFill>
                        <a:schemeClr val="bg1"/>
                      </a:solidFill>
                      <a:latin typeface="HarmonyOS Sans SC"/>
                      <a:ea typeface="HarmonyOS Sans SC"/>
                      <a:cs typeface="HarmonyOS Sans SC"/>
                      <a:sym typeface="HarmonyOS Sans SC"/>
                    </a:defRPr>
                  </a:pPr>
                  <a:endParaRPr lang="zh-CN"/>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2-04C7-8846-842E-314DE63E0A8D}"/>
                </c:ext>
              </c:extLst>
            </c:dLbl>
            <c:dLbl>
              <c:idx val="3"/>
              <c:layout>
                <c:manualLayout>
                  <c:x val="0"/>
                  <c:y val="-1.4204545454545455E-3"/>
                </c:manualLayout>
              </c:layout>
              <c:numFmt formatCode="#,##0;&quot;-&quot;#,##0" sourceLinked="0"/>
              <c:spPr>
                <a:noFill/>
                <a:ln>
                  <a:noFill/>
                </a:ln>
              </c:spPr>
              <c:txPr>
                <a:bodyPr wrap="none"/>
                <a:lstStyle/>
                <a:p>
                  <a:pPr>
                    <a:defRPr sz="1400" kern="1200">
                      <a:solidFill>
                        <a:schemeClr val="bg1"/>
                      </a:solidFill>
                      <a:latin typeface="HarmonyOS Sans SC"/>
                      <a:ea typeface="HarmonyOS Sans SC"/>
                      <a:cs typeface="HarmonyOS Sans SC"/>
                      <a:sym typeface="HarmonyOS Sans SC"/>
                    </a:defRPr>
                  </a:pPr>
                  <a:endParaRPr lang="zh-CN"/>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3-04C7-8846-842E-314DE63E0A8D}"/>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val>
            <c:numRef>
              <c:f>Sheet1!$A$1:$D$1</c:f>
              <c:numCache>
                <c:formatCode>General</c:formatCode>
                <c:ptCount val="4"/>
                <c:pt idx="0">
                  <c:v>33</c:v>
                </c:pt>
                <c:pt idx="1">
                  <c:v>61</c:v>
                </c:pt>
                <c:pt idx="2">
                  <c:v>54</c:v>
                </c:pt>
                <c:pt idx="3">
                  <c:v>49</c:v>
                </c:pt>
              </c:numCache>
            </c:numRef>
          </c:val>
          <c:extLst>
            <c:ext xmlns:c16="http://schemas.microsoft.com/office/drawing/2014/chart" uri="{C3380CC4-5D6E-409C-BE32-E72D297353CC}">
              <c16:uniqueId val="{00000004-04C7-8846-842E-314DE63E0A8D}"/>
            </c:ext>
          </c:extLst>
        </c:ser>
        <c:ser>
          <c:idx val="1"/>
          <c:order val="1"/>
          <c:spPr>
            <a:solidFill>
              <a:srgbClr val="D0D0D0"/>
            </a:solidFill>
            <a:ln>
              <a:noFill/>
            </a:ln>
          </c:spPr>
          <c:invertIfNegative val="0"/>
          <c:dLbls>
            <c:dLbl>
              <c:idx val="0"/>
              <c:layout>
                <c:manualLayout>
                  <c:x val="0"/>
                  <c:y val="-1.065340909090909E-3"/>
                </c:manualLayout>
              </c:layout>
              <c:numFmt formatCode="#,##0;&quot;-&quot;#,##0" sourceLinked="0"/>
              <c:spPr>
                <a:noFill/>
                <a:ln>
                  <a:noFill/>
                </a:ln>
              </c:spPr>
              <c:txPr>
                <a:bodyPr wrap="none"/>
                <a:lstStyle/>
                <a:p>
                  <a:pPr>
                    <a:defRPr sz="1400" kern="1200">
                      <a:solidFill>
                        <a:schemeClr val="tx1"/>
                      </a:solidFill>
                      <a:latin typeface="HarmonyOS Sans SC"/>
                      <a:ea typeface="HarmonyOS Sans SC"/>
                      <a:cs typeface="HarmonyOS Sans SC"/>
                      <a:sym typeface="HarmonyOS Sans SC"/>
                    </a:defRPr>
                  </a:pPr>
                  <a:endParaRPr lang="zh-CN"/>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5-04C7-8846-842E-314DE63E0A8D}"/>
                </c:ext>
              </c:extLst>
            </c:dLbl>
            <c:dLbl>
              <c:idx val="1"/>
              <c:layout>
                <c:manualLayout>
                  <c:x val="0"/>
                  <c:y val="-1.065340909090909E-3"/>
                </c:manualLayout>
              </c:layout>
              <c:numFmt formatCode="#,##0;&quot;-&quot;#,##0" sourceLinked="0"/>
              <c:spPr>
                <a:noFill/>
                <a:ln>
                  <a:noFill/>
                </a:ln>
              </c:spPr>
              <c:txPr>
                <a:bodyPr wrap="none"/>
                <a:lstStyle/>
                <a:p>
                  <a:pPr>
                    <a:defRPr sz="1400" kern="1200">
                      <a:solidFill>
                        <a:schemeClr val="tx1"/>
                      </a:solidFill>
                      <a:latin typeface="HarmonyOS Sans SC"/>
                      <a:ea typeface="HarmonyOS Sans SC"/>
                      <a:cs typeface="HarmonyOS Sans SC"/>
                      <a:sym typeface="HarmonyOS Sans SC"/>
                    </a:defRPr>
                  </a:pPr>
                  <a:endParaRPr lang="zh-CN"/>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6-04C7-8846-842E-314DE63E0A8D}"/>
                </c:ext>
              </c:extLst>
            </c:dLbl>
            <c:dLbl>
              <c:idx val="2"/>
              <c:layout>
                <c:manualLayout>
                  <c:x val="0"/>
                  <c:y val="-1.065340909090909E-3"/>
                </c:manualLayout>
              </c:layout>
              <c:numFmt formatCode="#,##0;&quot;-&quot;#,##0" sourceLinked="0"/>
              <c:spPr>
                <a:noFill/>
                <a:ln>
                  <a:noFill/>
                </a:ln>
              </c:spPr>
              <c:txPr>
                <a:bodyPr wrap="none"/>
                <a:lstStyle/>
                <a:p>
                  <a:pPr>
                    <a:defRPr sz="1400" kern="1200">
                      <a:solidFill>
                        <a:schemeClr val="tx1"/>
                      </a:solidFill>
                      <a:latin typeface="HarmonyOS Sans SC"/>
                      <a:ea typeface="HarmonyOS Sans SC"/>
                      <a:cs typeface="HarmonyOS Sans SC"/>
                      <a:sym typeface="HarmonyOS Sans SC"/>
                    </a:defRPr>
                  </a:pPr>
                  <a:endParaRPr lang="zh-CN"/>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7-04C7-8846-842E-314DE63E0A8D}"/>
                </c:ext>
              </c:extLst>
            </c:dLbl>
            <c:dLbl>
              <c:idx val="3"/>
              <c:layout>
                <c:manualLayout>
                  <c:x val="0"/>
                  <c:y val="-1.4204545454545455E-3"/>
                </c:manualLayout>
              </c:layout>
              <c:numFmt formatCode="#,##0;&quot;-&quot;#,##0" sourceLinked="0"/>
              <c:spPr>
                <a:noFill/>
                <a:ln>
                  <a:noFill/>
                </a:ln>
              </c:spPr>
              <c:txPr>
                <a:bodyPr wrap="none"/>
                <a:lstStyle/>
                <a:p>
                  <a:pPr>
                    <a:defRPr sz="1400" kern="1200">
                      <a:solidFill>
                        <a:schemeClr val="tx1"/>
                      </a:solidFill>
                      <a:latin typeface="HarmonyOS Sans SC"/>
                      <a:ea typeface="HarmonyOS Sans SC"/>
                      <a:cs typeface="HarmonyOS Sans SC"/>
                      <a:sym typeface="HarmonyOS Sans SC"/>
                    </a:defRPr>
                  </a:pPr>
                  <a:endParaRPr lang="zh-CN"/>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8-04C7-8846-842E-314DE63E0A8D}"/>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val>
            <c:numRef>
              <c:f>Sheet1!$A$2:$D$2</c:f>
              <c:numCache>
                <c:formatCode>General</c:formatCode>
                <c:ptCount val="4"/>
                <c:pt idx="0">
                  <c:v>22</c:v>
                </c:pt>
                <c:pt idx="1">
                  <c:v>9</c:v>
                </c:pt>
                <c:pt idx="2">
                  <c:v>10</c:v>
                </c:pt>
                <c:pt idx="3">
                  <c:v>11</c:v>
                </c:pt>
              </c:numCache>
            </c:numRef>
          </c:val>
          <c:extLst>
            <c:ext xmlns:c16="http://schemas.microsoft.com/office/drawing/2014/chart" uri="{C3380CC4-5D6E-409C-BE32-E72D297353CC}">
              <c16:uniqueId val="{00000009-04C7-8846-842E-314DE63E0A8D}"/>
            </c:ext>
          </c:extLst>
        </c:ser>
        <c:ser>
          <c:idx val="2"/>
          <c:order val="2"/>
          <c:spPr>
            <a:solidFill>
              <a:srgbClr val="00ACFB"/>
            </a:solidFill>
            <a:ln>
              <a:noFill/>
            </a:ln>
          </c:spPr>
          <c:invertIfNegative val="0"/>
          <c:dLbls>
            <c:dLbl>
              <c:idx val="0"/>
              <c:layout>
                <c:manualLayout>
                  <c:x val="0"/>
                  <c:y val="-1.065340909090909E-3"/>
                </c:manualLayout>
              </c:layout>
              <c:numFmt formatCode="#,##0;&quot;-&quot;#,##0" sourceLinked="0"/>
              <c:spPr>
                <a:noFill/>
                <a:ln>
                  <a:noFill/>
                </a:ln>
              </c:spPr>
              <c:txPr>
                <a:bodyPr wrap="none"/>
                <a:lstStyle/>
                <a:p>
                  <a:pPr>
                    <a:defRPr sz="1400" kern="1200">
                      <a:solidFill>
                        <a:schemeClr val="bg1"/>
                      </a:solidFill>
                      <a:latin typeface="HarmonyOS Sans SC"/>
                      <a:ea typeface="HarmonyOS Sans SC"/>
                      <a:cs typeface="HarmonyOS Sans SC"/>
                      <a:sym typeface="HarmonyOS Sans SC"/>
                    </a:defRPr>
                  </a:pPr>
                  <a:endParaRPr lang="zh-CN"/>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A-04C7-8846-842E-314DE63E0A8D}"/>
                </c:ext>
              </c:extLst>
            </c:dLbl>
            <c:dLbl>
              <c:idx val="1"/>
              <c:layout>
                <c:manualLayout>
                  <c:x val="0"/>
                  <c:y val="-1.065340909090909E-3"/>
                </c:manualLayout>
              </c:layout>
              <c:numFmt formatCode="#,##0;&quot;-&quot;#,##0" sourceLinked="0"/>
              <c:spPr>
                <a:noFill/>
                <a:ln>
                  <a:noFill/>
                </a:ln>
              </c:spPr>
              <c:txPr>
                <a:bodyPr wrap="none"/>
                <a:lstStyle/>
                <a:p>
                  <a:pPr>
                    <a:defRPr sz="1400" kern="1200">
                      <a:solidFill>
                        <a:schemeClr val="bg1"/>
                      </a:solidFill>
                      <a:latin typeface="HarmonyOS Sans SC"/>
                      <a:ea typeface="HarmonyOS Sans SC"/>
                      <a:cs typeface="HarmonyOS Sans SC"/>
                      <a:sym typeface="HarmonyOS Sans SC"/>
                    </a:defRPr>
                  </a:pPr>
                  <a:endParaRPr lang="zh-CN"/>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B-04C7-8846-842E-314DE63E0A8D}"/>
                </c:ext>
              </c:extLst>
            </c:dLbl>
            <c:dLbl>
              <c:idx val="2"/>
              <c:layout>
                <c:manualLayout>
                  <c:x val="0"/>
                  <c:y val="-1.065340909090909E-3"/>
                </c:manualLayout>
              </c:layout>
              <c:numFmt formatCode="#,##0;&quot;-&quot;#,##0" sourceLinked="0"/>
              <c:spPr>
                <a:noFill/>
                <a:ln>
                  <a:noFill/>
                </a:ln>
              </c:spPr>
              <c:txPr>
                <a:bodyPr wrap="none"/>
                <a:lstStyle/>
                <a:p>
                  <a:pPr>
                    <a:defRPr sz="1400" kern="1200">
                      <a:solidFill>
                        <a:schemeClr val="bg1"/>
                      </a:solidFill>
                      <a:latin typeface="HarmonyOS Sans SC"/>
                      <a:ea typeface="HarmonyOS Sans SC"/>
                      <a:cs typeface="HarmonyOS Sans SC"/>
                      <a:sym typeface="HarmonyOS Sans SC"/>
                    </a:defRPr>
                  </a:pPr>
                  <a:endParaRPr lang="zh-CN"/>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C-04C7-8846-842E-314DE63E0A8D}"/>
                </c:ext>
              </c:extLst>
            </c:dLbl>
            <c:dLbl>
              <c:idx val="3"/>
              <c:layout>
                <c:manualLayout>
                  <c:x val="0"/>
                  <c:y val="-1.065340909090909E-3"/>
                </c:manualLayout>
              </c:layout>
              <c:numFmt formatCode="#,##0;&quot;-&quot;#,##0" sourceLinked="0"/>
              <c:spPr>
                <a:noFill/>
                <a:ln>
                  <a:noFill/>
                </a:ln>
              </c:spPr>
              <c:txPr>
                <a:bodyPr wrap="none"/>
                <a:lstStyle/>
                <a:p>
                  <a:pPr>
                    <a:defRPr sz="1400" kern="1200">
                      <a:solidFill>
                        <a:schemeClr val="bg1"/>
                      </a:solidFill>
                      <a:latin typeface="HarmonyOS Sans SC"/>
                      <a:ea typeface="HarmonyOS Sans SC"/>
                      <a:cs typeface="HarmonyOS Sans SC"/>
                      <a:sym typeface="HarmonyOS Sans SC"/>
                    </a:defRPr>
                  </a:pPr>
                  <a:endParaRPr lang="zh-CN"/>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D-04C7-8846-842E-314DE63E0A8D}"/>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val>
            <c:numRef>
              <c:f>Sheet1!$A$3:$D$3</c:f>
              <c:numCache>
                <c:formatCode>General</c:formatCode>
                <c:ptCount val="4"/>
                <c:pt idx="0">
                  <c:v>42</c:v>
                </c:pt>
                <c:pt idx="1">
                  <c:v>27</c:v>
                </c:pt>
                <c:pt idx="2">
                  <c:v>33</c:v>
                </c:pt>
                <c:pt idx="3">
                  <c:v>37</c:v>
                </c:pt>
              </c:numCache>
            </c:numRef>
          </c:val>
          <c:extLst>
            <c:ext xmlns:c16="http://schemas.microsoft.com/office/drawing/2014/chart" uri="{C3380CC4-5D6E-409C-BE32-E72D297353CC}">
              <c16:uniqueId val="{0000000E-04C7-8846-842E-314DE63E0A8D}"/>
            </c:ext>
          </c:extLst>
        </c:ser>
        <c:ser>
          <c:idx val="3"/>
          <c:order val="3"/>
          <c:spPr>
            <a:solidFill>
              <a:srgbClr val="F0F0F0"/>
            </a:solidFill>
            <a:ln>
              <a:noFill/>
            </a:ln>
          </c:spPr>
          <c:invertIfNegative val="0"/>
          <c:val>
            <c:numRef>
              <c:f>Sheet1!$A$4:$D$4</c:f>
              <c:numCache>
                <c:formatCode>General</c:formatCode>
                <c:ptCount val="4"/>
                <c:pt idx="0">
                  <c:v>3</c:v>
                </c:pt>
                <c:pt idx="1">
                  <c:v>3</c:v>
                </c:pt>
                <c:pt idx="2">
                  <c:v>3</c:v>
                </c:pt>
                <c:pt idx="3">
                  <c:v>3</c:v>
                </c:pt>
              </c:numCache>
            </c:numRef>
          </c:val>
          <c:extLst>
            <c:ext xmlns:c16="http://schemas.microsoft.com/office/drawing/2014/chart" uri="{C3380CC4-5D6E-409C-BE32-E72D297353CC}">
              <c16:uniqueId val="{0000000F-04C7-8846-842E-314DE63E0A8D}"/>
            </c:ext>
          </c:extLst>
        </c:ser>
        <c:dLbls>
          <c:showLegendKey val="0"/>
          <c:showVal val="0"/>
          <c:showCatName val="0"/>
          <c:showSerName val="0"/>
          <c:showPercent val="0"/>
          <c:showBubbleSize val="0"/>
        </c:dLbls>
        <c:gapWidth val="80"/>
        <c:overlap val="100"/>
        <c:axId val="743548623"/>
        <c:axId val="1"/>
      </c:barChart>
      <c:catAx>
        <c:axId val="743548623"/>
        <c:scaling>
          <c:orientation val="minMax"/>
        </c:scaling>
        <c:delete val="0"/>
        <c:axPos val="b"/>
        <c:majorGridlines>
          <c:spPr>
            <a:ln>
              <a:noFill/>
            </a:ln>
          </c:spPr>
        </c:majorGridlines>
        <c:majorTickMark val="none"/>
        <c:minorTickMark val="none"/>
        <c:tickLblPos val="none"/>
        <c:spPr>
          <a:ln w="9525" cmpd="sng" algn="ctr">
            <a:solidFill>
              <a:schemeClr val="tx1"/>
            </a:solidFill>
            <a:prstDash val="solid"/>
          </a:ln>
        </c:spPr>
        <c:crossAx val="1"/>
        <c:crosses val="min"/>
        <c:auto val="0"/>
        <c:lblAlgn val="ctr"/>
        <c:lblOffset val="100"/>
        <c:noMultiLvlLbl val="0"/>
      </c:catAx>
      <c:valAx>
        <c:axId val="1"/>
        <c:scaling>
          <c:orientation val="minMax"/>
          <c:max val="100"/>
          <c:min val="0"/>
        </c:scaling>
        <c:delete val="1"/>
        <c:axPos val="l"/>
        <c:numFmt formatCode="General" sourceLinked="1"/>
        <c:majorTickMark val="out"/>
        <c:minorTickMark val="none"/>
        <c:tickLblPos val="nextTo"/>
        <c:crossAx val="743548623"/>
        <c:crosses val="min"/>
        <c:crossBetween val="between"/>
      </c:valAx>
    </c:plotArea>
    <c:plotVisOnly val="0"/>
    <c:dispBlanksAs val="gap"/>
    <c:showDLblsOverMax val="1"/>
  </c:chart>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manualLayout>
          <c:layoutTarget val="inner"/>
          <c:xMode val="edge"/>
          <c:yMode val="edge"/>
          <c:x val="7.3937153419593345E-3"/>
          <c:y val="0.23821989528795812"/>
          <c:w val="0.98521256931608137"/>
          <c:h val="0.59336823734729494"/>
        </c:manualLayout>
      </c:layout>
      <c:barChart>
        <c:barDir val="col"/>
        <c:grouping val="clustered"/>
        <c:varyColors val="0"/>
        <c:ser>
          <c:idx val="0"/>
          <c:order val="0"/>
          <c:spPr>
            <a:solidFill>
              <a:schemeClr val="tx1"/>
            </a:solidFill>
            <a:ln>
              <a:noFill/>
            </a:ln>
          </c:spPr>
          <c:invertIfNegative val="0"/>
          <c:dLbls>
            <c:dLbl>
              <c:idx val="0"/>
              <c:layout>
                <c:manualLayout>
                  <c:x val="0"/>
                  <c:y val="-0.3219895287958115"/>
                </c:manualLayout>
              </c:layout>
              <c:numFmt formatCode="#,##0;&quot;-&quot;#,##0" sourceLinked="0"/>
              <c:spPr>
                <a:noFill/>
                <a:ln>
                  <a:noFill/>
                </a:ln>
              </c:spPr>
              <c:txPr>
                <a:bodyPr wrap="none"/>
                <a:lstStyle/>
                <a:p>
                  <a:pPr>
                    <a:defRPr kumimoji="1" sz="1400" kern="1200">
                      <a:solidFill>
                        <a:schemeClr val="tx1"/>
                      </a:solidFill>
                      <a:latin typeface="HarmonyOS Sans SC"/>
                      <a:ea typeface="HarmonyOS Sans SC"/>
                      <a:cs typeface="HarmonyOS Sans SC"/>
                      <a:sym typeface="HarmonyOS Sans SC"/>
                    </a:defRPr>
                  </a:pPr>
                  <a:endParaRPr lang="zh-CN"/>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0-8473-7C4A-B605-4D5F38AF7E83}"/>
                </c:ext>
              </c:extLst>
            </c:dLbl>
            <c:dLbl>
              <c:idx val="1"/>
              <c:layout>
                <c:manualLayout>
                  <c:x val="0"/>
                  <c:y val="-0.3586387434554974"/>
                </c:manualLayout>
              </c:layout>
              <c:numFmt formatCode="#,##0;&quot;-&quot;#,##0" sourceLinked="0"/>
              <c:spPr>
                <a:noFill/>
                <a:ln>
                  <a:noFill/>
                </a:ln>
              </c:spPr>
              <c:txPr>
                <a:bodyPr wrap="none"/>
                <a:lstStyle/>
                <a:p>
                  <a:pPr>
                    <a:defRPr kumimoji="1" sz="1400" kern="1200">
                      <a:solidFill>
                        <a:schemeClr val="tx1"/>
                      </a:solidFill>
                      <a:latin typeface="HarmonyOS Sans SC"/>
                      <a:ea typeface="HarmonyOS Sans SC"/>
                      <a:cs typeface="HarmonyOS Sans SC"/>
                      <a:sym typeface="HarmonyOS Sans SC"/>
                    </a:defRPr>
                  </a:pPr>
                  <a:endParaRPr lang="zh-CN"/>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1-8473-7C4A-B605-4D5F38AF7E83}"/>
                </c:ext>
              </c:extLst>
            </c:dLbl>
            <c:dLbl>
              <c:idx val="2"/>
              <c:layout>
                <c:manualLayout>
                  <c:x val="0"/>
                  <c:y val="-0.33856893542757416"/>
                </c:manualLayout>
              </c:layout>
              <c:numFmt formatCode="#,##0;&quot;-&quot;#,##0" sourceLinked="0"/>
              <c:spPr>
                <a:noFill/>
                <a:ln>
                  <a:noFill/>
                </a:ln>
              </c:spPr>
              <c:txPr>
                <a:bodyPr wrap="none"/>
                <a:lstStyle/>
                <a:p>
                  <a:pPr>
                    <a:defRPr kumimoji="1" sz="1400" kern="1200">
                      <a:solidFill>
                        <a:schemeClr val="tx1"/>
                      </a:solidFill>
                      <a:latin typeface="HarmonyOS Sans SC"/>
                      <a:ea typeface="HarmonyOS Sans SC"/>
                      <a:cs typeface="HarmonyOS Sans SC"/>
                      <a:sym typeface="HarmonyOS Sans SC"/>
                    </a:defRPr>
                  </a:pPr>
                  <a:endParaRPr lang="zh-CN"/>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2-8473-7C4A-B605-4D5F38AF7E83}"/>
                </c:ext>
              </c:extLst>
            </c:dLbl>
            <c:dLbl>
              <c:idx val="3"/>
              <c:layout>
                <c:manualLayout>
                  <c:x val="0"/>
                  <c:y val="-0.35951134380453753"/>
                </c:manualLayout>
              </c:layout>
              <c:numFmt formatCode="#,##0;&quot;-&quot;#,##0" sourceLinked="0"/>
              <c:spPr>
                <a:noFill/>
                <a:ln>
                  <a:noFill/>
                </a:ln>
              </c:spPr>
              <c:txPr>
                <a:bodyPr wrap="none"/>
                <a:lstStyle/>
                <a:p>
                  <a:pPr>
                    <a:defRPr kumimoji="1" sz="1400" kern="1200">
                      <a:solidFill>
                        <a:schemeClr val="tx1"/>
                      </a:solidFill>
                      <a:latin typeface="HarmonyOS Sans SC"/>
                      <a:ea typeface="HarmonyOS Sans SC"/>
                      <a:cs typeface="HarmonyOS Sans SC"/>
                      <a:sym typeface="HarmonyOS Sans SC"/>
                    </a:defRPr>
                  </a:pPr>
                  <a:endParaRPr lang="zh-CN"/>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3-8473-7C4A-B605-4D5F38AF7E83}"/>
                </c:ext>
              </c:extLst>
            </c:dLbl>
            <c:dLbl>
              <c:idx val="4"/>
              <c:layout>
                <c:manualLayout>
                  <c:x val="0"/>
                  <c:y val="-0.35514834205933682"/>
                </c:manualLayout>
              </c:layout>
              <c:numFmt formatCode="#,##0;&quot;-&quot;#,##0" sourceLinked="0"/>
              <c:spPr>
                <a:noFill/>
                <a:ln>
                  <a:noFill/>
                </a:ln>
              </c:spPr>
              <c:txPr>
                <a:bodyPr wrap="none"/>
                <a:lstStyle/>
                <a:p>
                  <a:pPr>
                    <a:defRPr kumimoji="1" sz="1400" kern="1200">
                      <a:solidFill>
                        <a:schemeClr val="tx1"/>
                      </a:solidFill>
                      <a:latin typeface="HarmonyOS Sans SC"/>
                      <a:ea typeface="HarmonyOS Sans SC"/>
                      <a:cs typeface="HarmonyOS Sans SC"/>
                      <a:sym typeface="HarmonyOS Sans SC"/>
                    </a:defRPr>
                  </a:pPr>
                  <a:endParaRPr lang="zh-CN"/>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4-8473-7C4A-B605-4D5F38AF7E83}"/>
                </c:ext>
              </c:extLst>
            </c:dLbl>
            <c:dLbl>
              <c:idx val="5"/>
              <c:layout>
                <c:manualLayout>
                  <c:x val="0"/>
                  <c:y val="-0.35165794066317624"/>
                </c:manualLayout>
              </c:layout>
              <c:numFmt formatCode="#,##0;&quot;-&quot;#,##0" sourceLinked="0"/>
              <c:spPr>
                <a:noFill/>
                <a:ln>
                  <a:noFill/>
                </a:ln>
              </c:spPr>
              <c:txPr>
                <a:bodyPr wrap="none"/>
                <a:lstStyle/>
                <a:p>
                  <a:pPr>
                    <a:defRPr kumimoji="1" sz="1400" kern="1200">
                      <a:solidFill>
                        <a:schemeClr val="tx1"/>
                      </a:solidFill>
                      <a:latin typeface="HarmonyOS Sans SC"/>
                      <a:ea typeface="HarmonyOS Sans SC"/>
                      <a:cs typeface="HarmonyOS Sans SC"/>
                      <a:sym typeface="HarmonyOS Sans SC"/>
                    </a:defRPr>
                  </a:pPr>
                  <a:endParaRPr lang="zh-CN"/>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5-8473-7C4A-B605-4D5F38AF7E83}"/>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val>
            <c:numRef>
              <c:f>Sheet1!$A$1:$F$1</c:f>
              <c:numCache>
                <c:formatCode>General</c:formatCode>
                <c:ptCount val="6"/>
                <c:pt idx="0">
                  <c:v>17.899999999999999</c:v>
                </c:pt>
                <c:pt idx="1">
                  <c:v>20.5</c:v>
                </c:pt>
                <c:pt idx="2">
                  <c:v>19.100000000000001</c:v>
                </c:pt>
                <c:pt idx="3">
                  <c:v>20.6</c:v>
                </c:pt>
                <c:pt idx="4">
                  <c:v>20.3</c:v>
                </c:pt>
                <c:pt idx="5">
                  <c:v>20</c:v>
                </c:pt>
              </c:numCache>
            </c:numRef>
          </c:val>
          <c:extLst>
            <c:ext xmlns:c16="http://schemas.microsoft.com/office/drawing/2014/chart" uri="{C3380CC4-5D6E-409C-BE32-E72D297353CC}">
              <c16:uniqueId val="{00000006-8473-7C4A-B605-4D5F38AF7E83}"/>
            </c:ext>
          </c:extLst>
        </c:ser>
        <c:ser>
          <c:idx val="1"/>
          <c:order val="1"/>
          <c:spPr>
            <a:solidFill>
              <a:srgbClr val="00A8F7"/>
            </a:solidFill>
            <a:ln>
              <a:noFill/>
            </a:ln>
          </c:spPr>
          <c:invertIfNegative val="0"/>
          <c:dLbls>
            <c:dLbl>
              <c:idx val="0"/>
              <c:layout>
                <c:manualLayout>
                  <c:x val="0"/>
                  <c:y val="-0.3219895287958115"/>
                </c:manualLayout>
              </c:layout>
              <c:numFmt formatCode="#,##0;&quot;-&quot;#,##0" sourceLinked="0"/>
              <c:spPr>
                <a:noFill/>
                <a:ln>
                  <a:noFill/>
                </a:ln>
              </c:spPr>
              <c:txPr>
                <a:bodyPr wrap="none"/>
                <a:lstStyle/>
                <a:p>
                  <a:pPr>
                    <a:defRPr kumimoji="1" sz="1400" kern="1200">
                      <a:solidFill>
                        <a:schemeClr val="tx1"/>
                      </a:solidFill>
                      <a:latin typeface="HarmonyOS Sans SC"/>
                      <a:ea typeface="HarmonyOS Sans SC"/>
                      <a:cs typeface="HarmonyOS Sans SC"/>
                      <a:sym typeface="HarmonyOS Sans SC"/>
                    </a:defRPr>
                  </a:pPr>
                  <a:endParaRPr lang="zh-CN"/>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7-8473-7C4A-B605-4D5F38AF7E83}"/>
                </c:ext>
              </c:extLst>
            </c:dLbl>
            <c:dLbl>
              <c:idx val="1"/>
              <c:layout>
                <c:manualLayout>
                  <c:x val="0"/>
                  <c:y val="-0.36649214659685864"/>
                </c:manualLayout>
              </c:layout>
              <c:numFmt formatCode="#,##0;&quot;-&quot;#,##0" sourceLinked="0"/>
              <c:spPr>
                <a:noFill/>
                <a:ln>
                  <a:noFill/>
                </a:ln>
              </c:spPr>
              <c:txPr>
                <a:bodyPr wrap="none"/>
                <a:lstStyle/>
                <a:p>
                  <a:pPr>
                    <a:defRPr kumimoji="1" sz="1400" kern="1200">
                      <a:solidFill>
                        <a:schemeClr val="tx1"/>
                      </a:solidFill>
                      <a:latin typeface="HarmonyOS Sans SC"/>
                      <a:ea typeface="HarmonyOS Sans SC"/>
                      <a:cs typeface="HarmonyOS Sans SC"/>
                      <a:sym typeface="HarmonyOS Sans SC"/>
                    </a:defRPr>
                  </a:pPr>
                  <a:endParaRPr lang="zh-CN"/>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8-8473-7C4A-B605-4D5F38AF7E83}"/>
                </c:ext>
              </c:extLst>
            </c:dLbl>
            <c:dLbl>
              <c:idx val="2"/>
              <c:layout>
                <c:manualLayout>
                  <c:x val="0"/>
                  <c:y val="-0.33856893542757416"/>
                </c:manualLayout>
              </c:layout>
              <c:numFmt formatCode="#,##0;&quot;-&quot;#,##0" sourceLinked="0"/>
              <c:spPr>
                <a:noFill/>
                <a:ln>
                  <a:noFill/>
                </a:ln>
              </c:spPr>
              <c:txPr>
                <a:bodyPr wrap="none"/>
                <a:lstStyle/>
                <a:p>
                  <a:pPr>
                    <a:defRPr kumimoji="1" sz="1400" kern="1200">
                      <a:solidFill>
                        <a:schemeClr val="tx1"/>
                      </a:solidFill>
                      <a:latin typeface="HarmonyOS Sans SC"/>
                      <a:ea typeface="HarmonyOS Sans SC"/>
                      <a:cs typeface="HarmonyOS Sans SC"/>
                      <a:sym typeface="HarmonyOS Sans SC"/>
                    </a:defRPr>
                  </a:pPr>
                  <a:endParaRPr lang="zh-CN"/>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9-8473-7C4A-B605-4D5F38AF7E83}"/>
                </c:ext>
              </c:extLst>
            </c:dLbl>
            <c:dLbl>
              <c:idx val="3"/>
              <c:layout>
                <c:manualLayout>
                  <c:x val="0"/>
                  <c:y val="-0.34031413612565448"/>
                </c:manualLayout>
              </c:layout>
              <c:numFmt formatCode="#,##0;&quot;-&quot;#,##0" sourceLinked="0"/>
              <c:spPr>
                <a:noFill/>
                <a:ln>
                  <a:noFill/>
                </a:ln>
              </c:spPr>
              <c:txPr>
                <a:bodyPr wrap="none"/>
                <a:lstStyle/>
                <a:p>
                  <a:pPr>
                    <a:defRPr kumimoji="1" sz="1400" kern="1200">
                      <a:solidFill>
                        <a:schemeClr val="tx1"/>
                      </a:solidFill>
                      <a:latin typeface="HarmonyOS Sans SC"/>
                      <a:ea typeface="HarmonyOS Sans SC"/>
                      <a:cs typeface="HarmonyOS Sans SC"/>
                      <a:sym typeface="HarmonyOS Sans SC"/>
                    </a:defRPr>
                  </a:pPr>
                  <a:endParaRPr lang="zh-CN"/>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A-8473-7C4A-B605-4D5F38AF7E83}"/>
                </c:ext>
              </c:extLst>
            </c:dLbl>
            <c:dLbl>
              <c:idx val="4"/>
              <c:layout>
                <c:manualLayout>
                  <c:x val="0"/>
                  <c:y val="-0.36561954624781851"/>
                </c:manualLayout>
              </c:layout>
              <c:numFmt formatCode="#,##0;&quot;-&quot;#,##0" sourceLinked="0"/>
              <c:spPr>
                <a:noFill/>
                <a:ln>
                  <a:noFill/>
                </a:ln>
              </c:spPr>
              <c:txPr>
                <a:bodyPr wrap="none"/>
                <a:lstStyle/>
                <a:p>
                  <a:pPr>
                    <a:defRPr kumimoji="1" sz="1400" kern="1200">
                      <a:solidFill>
                        <a:schemeClr val="tx1"/>
                      </a:solidFill>
                      <a:latin typeface="HarmonyOS Sans SC"/>
                      <a:ea typeface="HarmonyOS Sans SC"/>
                      <a:cs typeface="HarmonyOS Sans SC"/>
                      <a:sym typeface="HarmonyOS Sans SC"/>
                    </a:defRPr>
                  </a:pPr>
                  <a:endParaRPr lang="zh-CN"/>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B-8473-7C4A-B605-4D5F38AF7E83}"/>
                </c:ext>
              </c:extLst>
            </c:dLbl>
            <c:dLbl>
              <c:idx val="5"/>
              <c:layout>
                <c:manualLayout>
                  <c:x val="0"/>
                  <c:y val="-0.35951134380453753"/>
                </c:manualLayout>
              </c:layout>
              <c:numFmt formatCode="#,##0;&quot;-&quot;#,##0" sourceLinked="0"/>
              <c:spPr>
                <a:noFill/>
                <a:ln>
                  <a:noFill/>
                </a:ln>
              </c:spPr>
              <c:txPr>
                <a:bodyPr wrap="none"/>
                <a:lstStyle/>
                <a:p>
                  <a:pPr>
                    <a:defRPr kumimoji="1" sz="1400" kern="1200">
                      <a:solidFill>
                        <a:schemeClr val="tx1"/>
                      </a:solidFill>
                      <a:latin typeface="HarmonyOS Sans SC"/>
                      <a:ea typeface="HarmonyOS Sans SC"/>
                      <a:cs typeface="HarmonyOS Sans SC"/>
                      <a:sym typeface="HarmonyOS Sans SC"/>
                    </a:defRPr>
                  </a:pPr>
                  <a:endParaRPr lang="zh-CN"/>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C-8473-7C4A-B605-4D5F38AF7E83}"/>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val>
            <c:numRef>
              <c:f>Sheet1!$A$2:$F$2</c:f>
              <c:numCache>
                <c:formatCode>General</c:formatCode>
                <c:ptCount val="6"/>
                <c:pt idx="0">
                  <c:v>17.899999999999999</c:v>
                </c:pt>
                <c:pt idx="1">
                  <c:v>21.1</c:v>
                </c:pt>
                <c:pt idx="2">
                  <c:v>19.100000000000001</c:v>
                </c:pt>
                <c:pt idx="3">
                  <c:v>19.2</c:v>
                </c:pt>
                <c:pt idx="4">
                  <c:v>21</c:v>
                </c:pt>
                <c:pt idx="5">
                  <c:v>20.6</c:v>
                </c:pt>
              </c:numCache>
            </c:numRef>
          </c:val>
          <c:extLst>
            <c:ext xmlns:c16="http://schemas.microsoft.com/office/drawing/2014/chart" uri="{C3380CC4-5D6E-409C-BE32-E72D297353CC}">
              <c16:uniqueId val="{0000000D-8473-7C4A-B605-4D5F38AF7E83}"/>
            </c:ext>
          </c:extLst>
        </c:ser>
        <c:dLbls>
          <c:showLegendKey val="0"/>
          <c:showVal val="0"/>
          <c:showCatName val="0"/>
          <c:showSerName val="0"/>
          <c:showPercent val="0"/>
          <c:showBubbleSize val="0"/>
        </c:dLbls>
        <c:gapWidth val="80"/>
        <c:axId val="1074541183"/>
        <c:axId val="1"/>
      </c:barChart>
      <c:catAx>
        <c:axId val="1074541183"/>
        <c:scaling>
          <c:orientation val="minMax"/>
        </c:scaling>
        <c:delete val="0"/>
        <c:axPos val="b"/>
        <c:majorGridlines>
          <c:spPr>
            <a:ln>
              <a:noFill/>
            </a:ln>
          </c:spPr>
        </c:majorGridlines>
        <c:majorTickMark val="none"/>
        <c:minorTickMark val="none"/>
        <c:tickLblPos val="none"/>
        <c:spPr>
          <a:ln w="9525" cmpd="sng" algn="ctr">
            <a:solidFill>
              <a:schemeClr val="tx1"/>
            </a:solidFill>
            <a:prstDash val="solid"/>
          </a:ln>
        </c:spPr>
        <c:crossAx val="1"/>
        <c:crosses val="min"/>
        <c:auto val="0"/>
        <c:lblAlgn val="ctr"/>
        <c:lblOffset val="100"/>
        <c:noMultiLvlLbl val="0"/>
      </c:catAx>
      <c:valAx>
        <c:axId val="1"/>
        <c:scaling>
          <c:orientation val="minMax"/>
          <c:max val="21.1"/>
          <c:min val="0"/>
        </c:scaling>
        <c:delete val="1"/>
        <c:axPos val="l"/>
        <c:numFmt formatCode="General" sourceLinked="1"/>
        <c:majorTickMark val="out"/>
        <c:minorTickMark val="none"/>
        <c:tickLblPos val="nextTo"/>
        <c:crossAx val="1074541183"/>
        <c:crosses val="min"/>
        <c:crossBetween val="between"/>
      </c:valAx>
    </c:plotArea>
    <c:plotVisOnly val="0"/>
    <c:dispBlanksAs val="gap"/>
    <c:showDLblsOverMax val="1"/>
  </c:chart>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manualLayout>
          <c:layoutTarget val="inner"/>
          <c:xMode val="edge"/>
          <c:yMode val="edge"/>
          <c:x val="7.3937153419593345E-3"/>
          <c:y val="0.23821989528795812"/>
          <c:w val="0.98521256931608137"/>
          <c:h val="0.59336823734729494"/>
        </c:manualLayout>
      </c:layout>
      <c:barChart>
        <c:barDir val="col"/>
        <c:grouping val="clustered"/>
        <c:varyColors val="0"/>
        <c:ser>
          <c:idx val="0"/>
          <c:order val="0"/>
          <c:spPr>
            <a:solidFill>
              <a:schemeClr val="tx1"/>
            </a:solidFill>
            <a:ln>
              <a:noFill/>
            </a:ln>
          </c:spPr>
          <c:invertIfNegative val="0"/>
          <c:dLbls>
            <c:dLbl>
              <c:idx val="0"/>
              <c:layout>
                <c:manualLayout>
                  <c:x val="0"/>
                  <c:y val="-0.3193717277486911"/>
                </c:manualLayout>
              </c:layout>
              <c:numFmt formatCode="#,##0;&quot;-&quot;#,##0" sourceLinked="0"/>
              <c:spPr>
                <a:noFill/>
                <a:ln>
                  <a:noFill/>
                </a:ln>
              </c:spPr>
              <c:txPr>
                <a:bodyPr wrap="none"/>
                <a:lstStyle/>
                <a:p>
                  <a:pPr>
                    <a:defRPr kumimoji="1" sz="1400" kern="1200">
                      <a:solidFill>
                        <a:schemeClr val="tx1"/>
                      </a:solidFill>
                      <a:latin typeface="HarmonyOS Sans SC"/>
                      <a:ea typeface="HarmonyOS Sans SC"/>
                      <a:cs typeface="HarmonyOS Sans SC"/>
                      <a:sym typeface="HarmonyOS Sans SC"/>
                    </a:defRPr>
                  </a:pPr>
                  <a:endParaRPr lang="zh-CN"/>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0-EE20-8D40-9DEA-40772BA6C2B4}"/>
                </c:ext>
              </c:extLst>
            </c:dLbl>
            <c:dLbl>
              <c:idx val="1"/>
              <c:layout>
                <c:manualLayout>
                  <c:x val="0"/>
                  <c:y val="-0.25392670157068065"/>
                </c:manualLayout>
              </c:layout>
              <c:numFmt formatCode="#,##0;&quot;-&quot;#,##0" sourceLinked="0"/>
              <c:spPr>
                <a:noFill/>
                <a:ln>
                  <a:noFill/>
                </a:ln>
              </c:spPr>
              <c:txPr>
                <a:bodyPr wrap="none"/>
                <a:lstStyle/>
                <a:p>
                  <a:pPr>
                    <a:defRPr kumimoji="1" sz="1400" kern="1200">
                      <a:solidFill>
                        <a:schemeClr val="tx1"/>
                      </a:solidFill>
                      <a:latin typeface="HarmonyOS Sans SC"/>
                      <a:ea typeface="HarmonyOS Sans SC"/>
                      <a:cs typeface="HarmonyOS Sans SC"/>
                      <a:sym typeface="HarmonyOS Sans SC"/>
                    </a:defRPr>
                  </a:pPr>
                  <a:endParaRPr lang="zh-CN"/>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1-EE20-8D40-9DEA-40772BA6C2B4}"/>
                </c:ext>
              </c:extLst>
            </c:dLbl>
            <c:dLbl>
              <c:idx val="2"/>
              <c:layout>
                <c:manualLayout>
                  <c:x val="0"/>
                  <c:y val="-0.16928446771378708"/>
                </c:manualLayout>
              </c:layout>
              <c:numFmt formatCode="#,##0;&quot;-&quot;#,##0" sourceLinked="0"/>
              <c:spPr>
                <a:noFill/>
                <a:ln>
                  <a:noFill/>
                </a:ln>
              </c:spPr>
              <c:txPr>
                <a:bodyPr wrap="none"/>
                <a:lstStyle/>
                <a:p>
                  <a:pPr>
                    <a:defRPr kumimoji="1" sz="1400" kern="1200">
                      <a:solidFill>
                        <a:schemeClr val="tx1"/>
                      </a:solidFill>
                      <a:latin typeface="HarmonyOS Sans SC"/>
                      <a:ea typeface="HarmonyOS Sans SC"/>
                      <a:cs typeface="HarmonyOS Sans SC"/>
                      <a:sym typeface="HarmonyOS Sans SC"/>
                    </a:defRPr>
                  </a:pPr>
                  <a:endParaRPr lang="zh-CN"/>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2-EE20-8D40-9DEA-40772BA6C2B4}"/>
                </c:ext>
              </c:extLst>
            </c:dLbl>
            <c:dLbl>
              <c:idx val="3"/>
              <c:layout>
                <c:manualLayout>
                  <c:x val="0"/>
                  <c:y val="-0.12914485165794065"/>
                </c:manualLayout>
              </c:layout>
              <c:numFmt formatCode="#,##0;&quot;-&quot;#,##0" sourceLinked="0"/>
              <c:spPr>
                <a:noFill/>
                <a:ln>
                  <a:noFill/>
                </a:ln>
              </c:spPr>
              <c:txPr>
                <a:bodyPr wrap="none"/>
                <a:lstStyle/>
                <a:p>
                  <a:pPr>
                    <a:defRPr kumimoji="1" sz="1400" kern="1200">
                      <a:solidFill>
                        <a:schemeClr val="tx1"/>
                      </a:solidFill>
                      <a:latin typeface="HarmonyOS Sans SC"/>
                      <a:ea typeface="HarmonyOS Sans SC"/>
                      <a:cs typeface="HarmonyOS Sans SC"/>
                      <a:sym typeface="HarmonyOS Sans SC"/>
                    </a:defRPr>
                  </a:pPr>
                  <a:endParaRPr lang="zh-CN"/>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3-EE20-8D40-9DEA-40772BA6C2B4}"/>
                </c:ext>
              </c:extLst>
            </c:dLbl>
            <c:dLbl>
              <c:idx val="4"/>
              <c:layout>
                <c:manualLayout>
                  <c:x val="0"/>
                  <c:y val="-0.10034904013961606"/>
                </c:manualLayout>
              </c:layout>
              <c:numFmt formatCode="#,##0;&quot;-&quot;#,##0" sourceLinked="0"/>
              <c:spPr>
                <a:noFill/>
                <a:ln>
                  <a:noFill/>
                </a:ln>
              </c:spPr>
              <c:txPr>
                <a:bodyPr wrap="none"/>
                <a:lstStyle/>
                <a:p>
                  <a:pPr>
                    <a:defRPr kumimoji="1" sz="1400" kern="1200">
                      <a:solidFill>
                        <a:schemeClr val="tx1"/>
                      </a:solidFill>
                      <a:latin typeface="HarmonyOS Sans SC"/>
                      <a:ea typeface="HarmonyOS Sans SC"/>
                      <a:cs typeface="HarmonyOS Sans SC"/>
                      <a:sym typeface="HarmonyOS Sans SC"/>
                    </a:defRPr>
                  </a:pPr>
                  <a:endParaRPr lang="zh-CN"/>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4-EE20-8D40-9DEA-40772BA6C2B4}"/>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val>
            <c:numRef>
              <c:f>Sheet1!$A$1:$E$1</c:f>
              <c:numCache>
                <c:formatCode>General</c:formatCode>
                <c:ptCount val="5"/>
                <c:pt idx="0">
                  <c:v>53</c:v>
                </c:pt>
                <c:pt idx="1">
                  <c:v>39</c:v>
                </c:pt>
                <c:pt idx="2">
                  <c:v>21</c:v>
                </c:pt>
                <c:pt idx="3">
                  <c:v>16</c:v>
                </c:pt>
                <c:pt idx="4">
                  <c:v>13</c:v>
                </c:pt>
              </c:numCache>
            </c:numRef>
          </c:val>
          <c:extLst>
            <c:ext xmlns:c16="http://schemas.microsoft.com/office/drawing/2014/chart" uri="{C3380CC4-5D6E-409C-BE32-E72D297353CC}">
              <c16:uniqueId val="{00000005-EE20-8D40-9DEA-40772BA6C2B4}"/>
            </c:ext>
          </c:extLst>
        </c:ser>
        <c:ser>
          <c:idx val="1"/>
          <c:order val="1"/>
          <c:spPr>
            <a:solidFill>
              <a:srgbClr val="00A8F7"/>
            </a:solidFill>
            <a:ln>
              <a:noFill/>
            </a:ln>
          </c:spPr>
          <c:invertIfNegative val="0"/>
          <c:dLbls>
            <c:dLbl>
              <c:idx val="0"/>
              <c:layout>
                <c:manualLayout>
                  <c:x val="0"/>
                  <c:y val="-0.36649214659685864"/>
                </c:manualLayout>
              </c:layout>
              <c:numFmt formatCode="#,##0;&quot;-&quot;#,##0" sourceLinked="0"/>
              <c:spPr>
                <a:noFill/>
                <a:ln>
                  <a:noFill/>
                </a:ln>
              </c:spPr>
              <c:txPr>
                <a:bodyPr wrap="none"/>
                <a:lstStyle/>
                <a:p>
                  <a:pPr>
                    <a:defRPr kumimoji="1" sz="1400" kern="1200">
                      <a:solidFill>
                        <a:schemeClr val="tx1"/>
                      </a:solidFill>
                      <a:latin typeface="HarmonyOS Sans SC"/>
                      <a:ea typeface="HarmonyOS Sans SC"/>
                      <a:cs typeface="HarmonyOS Sans SC"/>
                      <a:sym typeface="HarmonyOS Sans SC"/>
                    </a:defRPr>
                  </a:pPr>
                  <a:endParaRPr lang="zh-CN"/>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6-EE20-8D40-9DEA-40772BA6C2B4}"/>
                </c:ext>
              </c:extLst>
            </c:dLbl>
            <c:dLbl>
              <c:idx val="1"/>
              <c:layout>
                <c:manualLayout>
                  <c:x val="0"/>
                  <c:y val="-0.32460732984293195"/>
                </c:manualLayout>
              </c:layout>
              <c:numFmt formatCode="#,##0;&quot;-&quot;#,##0" sourceLinked="0"/>
              <c:spPr>
                <a:noFill/>
                <a:ln>
                  <a:noFill/>
                </a:ln>
              </c:spPr>
              <c:txPr>
                <a:bodyPr wrap="none"/>
                <a:lstStyle/>
                <a:p>
                  <a:pPr>
                    <a:defRPr kumimoji="1" sz="1400" kern="1200">
                      <a:solidFill>
                        <a:schemeClr val="tx1"/>
                      </a:solidFill>
                      <a:latin typeface="HarmonyOS Sans SC"/>
                      <a:ea typeface="HarmonyOS Sans SC"/>
                      <a:cs typeface="HarmonyOS Sans SC"/>
                      <a:sym typeface="HarmonyOS Sans SC"/>
                    </a:defRPr>
                  </a:pPr>
                  <a:endParaRPr lang="zh-CN"/>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7-EE20-8D40-9DEA-40772BA6C2B4}"/>
                </c:ext>
              </c:extLst>
            </c:dLbl>
            <c:dLbl>
              <c:idx val="2"/>
              <c:layout>
                <c:manualLayout>
                  <c:x val="0"/>
                  <c:y val="-0.25392670157068065"/>
                </c:manualLayout>
              </c:layout>
              <c:numFmt formatCode="#,##0;&quot;-&quot;#,##0" sourceLinked="0"/>
              <c:spPr>
                <a:noFill/>
                <a:ln>
                  <a:noFill/>
                </a:ln>
              </c:spPr>
              <c:txPr>
                <a:bodyPr wrap="none"/>
                <a:lstStyle/>
                <a:p>
                  <a:pPr>
                    <a:defRPr kumimoji="1" sz="1400" kern="1200">
                      <a:solidFill>
                        <a:schemeClr val="tx1"/>
                      </a:solidFill>
                      <a:latin typeface="HarmonyOS Sans SC"/>
                      <a:ea typeface="HarmonyOS Sans SC"/>
                      <a:cs typeface="HarmonyOS Sans SC"/>
                      <a:sym typeface="HarmonyOS Sans SC"/>
                    </a:defRPr>
                  </a:pPr>
                  <a:endParaRPr lang="zh-CN"/>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8-EE20-8D40-9DEA-40772BA6C2B4}"/>
                </c:ext>
              </c:extLst>
            </c:dLbl>
            <c:dLbl>
              <c:idx val="3"/>
              <c:layout>
                <c:manualLayout>
                  <c:x val="0"/>
                  <c:y val="-0.18760907504363003"/>
                </c:manualLayout>
              </c:layout>
              <c:numFmt formatCode="#,##0;&quot;-&quot;#,##0" sourceLinked="0"/>
              <c:spPr>
                <a:noFill/>
                <a:ln>
                  <a:noFill/>
                </a:ln>
              </c:spPr>
              <c:txPr>
                <a:bodyPr wrap="none"/>
                <a:lstStyle/>
                <a:p>
                  <a:pPr>
                    <a:defRPr kumimoji="1" sz="1400" kern="1200">
                      <a:solidFill>
                        <a:schemeClr val="tx1"/>
                      </a:solidFill>
                      <a:latin typeface="HarmonyOS Sans SC"/>
                      <a:ea typeface="HarmonyOS Sans SC"/>
                      <a:cs typeface="HarmonyOS Sans SC"/>
                      <a:sym typeface="HarmonyOS Sans SC"/>
                    </a:defRPr>
                  </a:pPr>
                  <a:endParaRPr lang="zh-CN"/>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9-EE20-8D40-9DEA-40772BA6C2B4}"/>
                </c:ext>
              </c:extLst>
            </c:dLbl>
            <c:dLbl>
              <c:idx val="4"/>
              <c:layout>
                <c:manualLayout>
                  <c:x val="0"/>
                  <c:y val="-0.17277486910994763"/>
                </c:manualLayout>
              </c:layout>
              <c:numFmt formatCode="#,##0;&quot;-&quot;#,##0" sourceLinked="0"/>
              <c:spPr>
                <a:noFill/>
                <a:ln>
                  <a:noFill/>
                </a:ln>
              </c:spPr>
              <c:txPr>
                <a:bodyPr wrap="none"/>
                <a:lstStyle/>
                <a:p>
                  <a:pPr>
                    <a:defRPr kumimoji="1" sz="1400" kern="1200">
                      <a:solidFill>
                        <a:schemeClr val="tx1"/>
                      </a:solidFill>
                      <a:latin typeface="HarmonyOS Sans SC"/>
                      <a:ea typeface="HarmonyOS Sans SC"/>
                      <a:cs typeface="HarmonyOS Sans SC"/>
                      <a:sym typeface="HarmonyOS Sans SC"/>
                    </a:defRPr>
                  </a:pPr>
                  <a:endParaRPr lang="zh-CN"/>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A-EE20-8D40-9DEA-40772BA6C2B4}"/>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val>
            <c:numRef>
              <c:f>Sheet1!$A$2:$E$2</c:f>
              <c:numCache>
                <c:formatCode>General</c:formatCode>
                <c:ptCount val="5"/>
                <c:pt idx="0">
                  <c:v>63</c:v>
                </c:pt>
                <c:pt idx="1">
                  <c:v>54</c:v>
                </c:pt>
                <c:pt idx="2">
                  <c:v>39</c:v>
                </c:pt>
                <c:pt idx="3">
                  <c:v>25</c:v>
                </c:pt>
                <c:pt idx="4">
                  <c:v>22</c:v>
                </c:pt>
              </c:numCache>
            </c:numRef>
          </c:val>
          <c:extLst>
            <c:ext xmlns:c16="http://schemas.microsoft.com/office/drawing/2014/chart" uri="{C3380CC4-5D6E-409C-BE32-E72D297353CC}">
              <c16:uniqueId val="{0000000B-EE20-8D40-9DEA-40772BA6C2B4}"/>
            </c:ext>
          </c:extLst>
        </c:ser>
        <c:ser>
          <c:idx val="2"/>
          <c:order val="2"/>
          <c:spPr>
            <a:solidFill>
              <a:srgbClr val="2038E9"/>
            </a:solidFill>
            <a:ln>
              <a:noFill/>
            </a:ln>
          </c:spPr>
          <c:invertIfNegative val="0"/>
          <c:dLbls>
            <c:dLbl>
              <c:idx val="0"/>
              <c:layout>
                <c:manualLayout>
                  <c:x val="0"/>
                  <c:y val="-0.30541012216404889"/>
                </c:manualLayout>
              </c:layout>
              <c:numFmt formatCode="#,##0;&quot;-&quot;#,##0" sourceLinked="0"/>
              <c:spPr>
                <a:noFill/>
                <a:ln>
                  <a:noFill/>
                </a:ln>
              </c:spPr>
              <c:txPr>
                <a:bodyPr wrap="none"/>
                <a:lstStyle/>
                <a:p>
                  <a:pPr>
                    <a:defRPr kumimoji="1" sz="1400" kern="1200">
                      <a:solidFill>
                        <a:schemeClr val="tx1"/>
                      </a:solidFill>
                      <a:latin typeface="HarmonyOS Sans SC"/>
                      <a:ea typeface="HarmonyOS Sans SC"/>
                      <a:cs typeface="HarmonyOS Sans SC"/>
                      <a:sym typeface="HarmonyOS Sans SC"/>
                    </a:defRPr>
                  </a:pPr>
                  <a:endParaRPr lang="zh-CN"/>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C-EE20-8D40-9DEA-40772BA6C2B4}"/>
                </c:ext>
              </c:extLst>
            </c:dLbl>
            <c:dLbl>
              <c:idx val="1"/>
              <c:layout>
                <c:manualLayout>
                  <c:x val="0"/>
                  <c:y val="-0.2582897033158813"/>
                </c:manualLayout>
              </c:layout>
              <c:numFmt formatCode="#,##0;&quot;-&quot;#,##0" sourceLinked="0"/>
              <c:spPr>
                <a:noFill/>
                <a:ln>
                  <a:noFill/>
                </a:ln>
              </c:spPr>
              <c:txPr>
                <a:bodyPr wrap="none"/>
                <a:lstStyle/>
                <a:p>
                  <a:pPr>
                    <a:defRPr kumimoji="1" sz="1400" kern="1200">
                      <a:solidFill>
                        <a:schemeClr val="tx1"/>
                      </a:solidFill>
                      <a:latin typeface="HarmonyOS Sans SC"/>
                      <a:ea typeface="HarmonyOS Sans SC"/>
                      <a:cs typeface="HarmonyOS Sans SC"/>
                      <a:sym typeface="HarmonyOS Sans SC"/>
                    </a:defRPr>
                  </a:pPr>
                  <a:endParaRPr lang="zh-CN"/>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D-EE20-8D40-9DEA-40772BA6C2B4}"/>
                </c:ext>
              </c:extLst>
            </c:dLbl>
            <c:dLbl>
              <c:idx val="2"/>
              <c:layout>
                <c:manualLayout>
                  <c:x val="0"/>
                  <c:y val="-0.15706806282722513"/>
                </c:manualLayout>
              </c:layout>
              <c:numFmt formatCode="#,##0;&quot;-&quot;#,##0" sourceLinked="0"/>
              <c:spPr>
                <a:noFill/>
                <a:ln>
                  <a:noFill/>
                </a:ln>
              </c:spPr>
              <c:txPr>
                <a:bodyPr wrap="none"/>
                <a:lstStyle/>
                <a:p>
                  <a:pPr>
                    <a:defRPr kumimoji="1" sz="1400" kern="1200">
                      <a:solidFill>
                        <a:schemeClr val="tx1"/>
                      </a:solidFill>
                      <a:latin typeface="HarmonyOS Sans SC"/>
                      <a:ea typeface="HarmonyOS Sans SC"/>
                      <a:cs typeface="HarmonyOS Sans SC"/>
                      <a:sym typeface="HarmonyOS Sans SC"/>
                    </a:defRPr>
                  </a:pPr>
                  <a:endParaRPr lang="zh-CN"/>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E-EE20-8D40-9DEA-40772BA6C2B4}"/>
                </c:ext>
              </c:extLst>
            </c:dLbl>
            <c:dLbl>
              <c:idx val="3"/>
              <c:layout>
                <c:manualLayout>
                  <c:x val="0"/>
                  <c:y val="-0.20157068062827224"/>
                </c:manualLayout>
              </c:layout>
              <c:numFmt formatCode="#,##0;&quot;-&quot;#,##0" sourceLinked="0"/>
              <c:spPr>
                <a:noFill/>
                <a:ln>
                  <a:noFill/>
                </a:ln>
              </c:spPr>
              <c:txPr>
                <a:bodyPr wrap="none"/>
                <a:lstStyle/>
                <a:p>
                  <a:pPr>
                    <a:defRPr kumimoji="1" sz="1400" kern="1200">
                      <a:solidFill>
                        <a:schemeClr val="tx1"/>
                      </a:solidFill>
                      <a:latin typeface="HarmonyOS Sans SC"/>
                      <a:ea typeface="HarmonyOS Sans SC"/>
                      <a:cs typeface="HarmonyOS Sans SC"/>
                      <a:sym typeface="HarmonyOS Sans SC"/>
                    </a:defRPr>
                  </a:pPr>
                  <a:endParaRPr lang="zh-CN"/>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F-EE20-8D40-9DEA-40772BA6C2B4}"/>
                </c:ext>
              </c:extLst>
            </c:dLbl>
            <c:dLbl>
              <c:idx val="4"/>
              <c:layout>
                <c:manualLayout>
                  <c:x val="0"/>
                  <c:y val="-0.13787085514834205"/>
                </c:manualLayout>
              </c:layout>
              <c:numFmt formatCode="#,##0;&quot;-&quot;#,##0" sourceLinked="0"/>
              <c:spPr>
                <a:noFill/>
                <a:ln>
                  <a:noFill/>
                </a:ln>
              </c:spPr>
              <c:txPr>
                <a:bodyPr wrap="none"/>
                <a:lstStyle/>
                <a:p>
                  <a:pPr>
                    <a:defRPr kumimoji="1" sz="1400" kern="1200">
                      <a:solidFill>
                        <a:schemeClr val="tx1"/>
                      </a:solidFill>
                      <a:latin typeface="HarmonyOS Sans SC"/>
                      <a:ea typeface="HarmonyOS Sans SC"/>
                      <a:cs typeface="HarmonyOS Sans SC"/>
                      <a:sym typeface="HarmonyOS Sans SC"/>
                    </a:defRPr>
                  </a:pPr>
                  <a:endParaRPr lang="zh-CN"/>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10-EE20-8D40-9DEA-40772BA6C2B4}"/>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val>
            <c:numRef>
              <c:f>Sheet1!$A$3:$E$3</c:f>
              <c:numCache>
                <c:formatCode>General</c:formatCode>
                <c:ptCount val="5"/>
                <c:pt idx="0">
                  <c:v>50</c:v>
                </c:pt>
                <c:pt idx="1">
                  <c:v>40</c:v>
                </c:pt>
                <c:pt idx="2">
                  <c:v>19</c:v>
                </c:pt>
                <c:pt idx="3">
                  <c:v>28</c:v>
                </c:pt>
                <c:pt idx="4">
                  <c:v>17</c:v>
                </c:pt>
              </c:numCache>
            </c:numRef>
          </c:val>
          <c:extLst>
            <c:ext xmlns:c16="http://schemas.microsoft.com/office/drawing/2014/chart" uri="{C3380CC4-5D6E-409C-BE32-E72D297353CC}">
              <c16:uniqueId val="{00000011-EE20-8D40-9DEA-40772BA6C2B4}"/>
            </c:ext>
          </c:extLst>
        </c:ser>
        <c:ser>
          <c:idx val="3"/>
          <c:order val="3"/>
          <c:spPr>
            <a:solidFill>
              <a:srgbClr val="A7E6F1"/>
            </a:solidFill>
            <a:ln>
              <a:noFill/>
            </a:ln>
          </c:spPr>
          <c:invertIfNegative val="0"/>
          <c:dLbls>
            <c:dLbl>
              <c:idx val="0"/>
              <c:layout>
                <c:manualLayout>
                  <c:x val="0"/>
                  <c:y val="-0.23036649214659685"/>
                </c:manualLayout>
              </c:layout>
              <c:numFmt formatCode="#,##0;&quot;-&quot;#,##0" sourceLinked="0"/>
              <c:spPr>
                <a:noFill/>
                <a:ln>
                  <a:noFill/>
                </a:ln>
              </c:spPr>
              <c:txPr>
                <a:bodyPr wrap="none"/>
                <a:lstStyle/>
                <a:p>
                  <a:pPr>
                    <a:defRPr kumimoji="1" sz="1400" kern="1200">
                      <a:solidFill>
                        <a:schemeClr val="tx1"/>
                      </a:solidFill>
                      <a:latin typeface="HarmonyOS Sans SC"/>
                      <a:ea typeface="HarmonyOS Sans SC"/>
                      <a:cs typeface="HarmonyOS Sans SC"/>
                      <a:sym typeface="HarmonyOS Sans SC"/>
                    </a:defRPr>
                  </a:pPr>
                  <a:endParaRPr lang="zh-CN"/>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12-EE20-8D40-9DEA-40772BA6C2B4}"/>
                </c:ext>
              </c:extLst>
            </c:dLbl>
            <c:dLbl>
              <c:idx val="1"/>
              <c:layout>
                <c:manualLayout>
                  <c:x val="0"/>
                  <c:y val="-0.18760907504363003"/>
                </c:manualLayout>
              </c:layout>
              <c:numFmt formatCode="#,##0;&quot;-&quot;#,##0" sourceLinked="0"/>
              <c:spPr>
                <a:noFill/>
                <a:ln>
                  <a:noFill/>
                </a:ln>
              </c:spPr>
              <c:txPr>
                <a:bodyPr wrap="none"/>
                <a:lstStyle/>
                <a:p>
                  <a:pPr>
                    <a:defRPr kumimoji="1" sz="1400" kern="1200">
                      <a:solidFill>
                        <a:schemeClr val="tx1"/>
                      </a:solidFill>
                      <a:latin typeface="HarmonyOS Sans SC"/>
                      <a:ea typeface="HarmonyOS Sans SC"/>
                      <a:cs typeface="HarmonyOS Sans SC"/>
                      <a:sym typeface="HarmonyOS Sans SC"/>
                    </a:defRPr>
                  </a:pPr>
                  <a:endParaRPr lang="zh-CN"/>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13-EE20-8D40-9DEA-40772BA6C2B4}"/>
                </c:ext>
              </c:extLst>
            </c:dLbl>
            <c:dLbl>
              <c:idx val="2"/>
              <c:layout>
                <c:manualLayout>
                  <c:x val="0"/>
                  <c:y val="-0.11954624781849912"/>
                </c:manualLayout>
              </c:layout>
              <c:numFmt formatCode="#,##0;&quot;-&quot;#,##0" sourceLinked="0"/>
              <c:spPr>
                <a:noFill/>
                <a:ln>
                  <a:noFill/>
                </a:ln>
              </c:spPr>
              <c:txPr>
                <a:bodyPr wrap="none"/>
                <a:lstStyle/>
                <a:p>
                  <a:pPr>
                    <a:defRPr kumimoji="1" sz="1400" kern="1200">
                      <a:solidFill>
                        <a:schemeClr val="tx1"/>
                      </a:solidFill>
                      <a:latin typeface="HarmonyOS Sans SC"/>
                      <a:ea typeface="HarmonyOS Sans SC"/>
                      <a:cs typeface="HarmonyOS Sans SC"/>
                      <a:sym typeface="HarmonyOS Sans SC"/>
                    </a:defRPr>
                  </a:pPr>
                  <a:endParaRPr lang="zh-CN"/>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14-EE20-8D40-9DEA-40772BA6C2B4}"/>
                </c:ext>
              </c:extLst>
            </c:dLbl>
            <c:dLbl>
              <c:idx val="3"/>
              <c:layout>
                <c:manualLayout>
                  <c:x val="0"/>
                  <c:y val="-7.2425828970331591E-2"/>
                </c:manualLayout>
              </c:layout>
              <c:numFmt formatCode="#,##0;&quot;-&quot;#,##0" sourceLinked="0"/>
              <c:spPr>
                <a:noFill/>
                <a:ln>
                  <a:noFill/>
                </a:ln>
              </c:spPr>
              <c:txPr>
                <a:bodyPr wrap="none"/>
                <a:lstStyle/>
                <a:p>
                  <a:pPr>
                    <a:defRPr kumimoji="1" sz="1400" kern="1200">
                      <a:solidFill>
                        <a:schemeClr val="tx1"/>
                      </a:solidFill>
                      <a:latin typeface="HarmonyOS Sans SC"/>
                      <a:ea typeface="HarmonyOS Sans SC"/>
                      <a:cs typeface="HarmonyOS Sans SC"/>
                      <a:sym typeface="HarmonyOS Sans SC"/>
                    </a:defRPr>
                  </a:pPr>
                  <a:endParaRPr lang="zh-CN"/>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15-EE20-8D40-9DEA-40772BA6C2B4}"/>
                </c:ext>
              </c:extLst>
            </c:dLbl>
            <c:dLbl>
              <c:idx val="4"/>
              <c:layout>
                <c:manualLayout>
                  <c:x val="0"/>
                  <c:y val="-6.2827225130890049E-2"/>
                </c:manualLayout>
              </c:layout>
              <c:numFmt formatCode="#,##0;&quot;-&quot;#,##0" sourceLinked="0"/>
              <c:spPr>
                <a:noFill/>
                <a:ln>
                  <a:noFill/>
                </a:ln>
              </c:spPr>
              <c:txPr>
                <a:bodyPr wrap="none"/>
                <a:lstStyle/>
                <a:p>
                  <a:pPr>
                    <a:defRPr kumimoji="1" sz="1400" kern="1200">
                      <a:solidFill>
                        <a:schemeClr val="tx1"/>
                      </a:solidFill>
                      <a:latin typeface="HarmonyOS Sans SC"/>
                      <a:ea typeface="HarmonyOS Sans SC"/>
                      <a:cs typeface="HarmonyOS Sans SC"/>
                      <a:sym typeface="HarmonyOS Sans SC"/>
                    </a:defRPr>
                  </a:pPr>
                  <a:endParaRPr lang="zh-CN"/>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16-EE20-8D40-9DEA-40772BA6C2B4}"/>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val>
            <c:numRef>
              <c:f>Sheet1!$A$4:$E$4</c:f>
              <c:numCache>
                <c:formatCode>General</c:formatCode>
                <c:ptCount val="5"/>
                <c:pt idx="0">
                  <c:v>34</c:v>
                </c:pt>
                <c:pt idx="1">
                  <c:v>25</c:v>
                </c:pt>
                <c:pt idx="2">
                  <c:v>15</c:v>
                </c:pt>
                <c:pt idx="3">
                  <c:v>10</c:v>
                </c:pt>
                <c:pt idx="4">
                  <c:v>9</c:v>
                </c:pt>
              </c:numCache>
            </c:numRef>
          </c:val>
          <c:extLst>
            <c:ext xmlns:c16="http://schemas.microsoft.com/office/drawing/2014/chart" uri="{C3380CC4-5D6E-409C-BE32-E72D297353CC}">
              <c16:uniqueId val="{00000017-EE20-8D40-9DEA-40772BA6C2B4}"/>
            </c:ext>
          </c:extLst>
        </c:ser>
        <c:dLbls>
          <c:showLegendKey val="0"/>
          <c:showVal val="0"/>
          <c:showCatName val="0"/>
          <c:showSerName val="0"/>
          <c:showPercent val="0"/>
          <c:showBubbleSize val="0"/>
        </c:dLbls>
        <c:gapWidth val="80"/>
        <c:axId val="1074149807"/>
        <c:axId val="1"/>
      </c:barChart>
      <c:catAx>
        <c:axId val="1074149807"/>
        <c:scaling>
          <c:orientation val="minMax"/>
        </c:scaling>
        <c:delete val="0"/>
        <c:axPos val="b"/>
        <c:majorGridlines>
          <c:spPr>
            <a:ln>
              <a:noFill/>
            </a:ln>
          </c:spPr>
        </c:majorGridlines>
        <c:majorTickMark val="none"/>
        <c:minorTickMark val="none"/>
        <c:tickLblPos val="none"/>
        <c:spPr>
          <a:ln w="9525" cmpd="sng" algn="ctr">
            <a:solidFill>
              <a:schemeClr val="tx1"/>
            </a:solidFill>
            <a:prstDash val="solid"/>
          </a:ln>
        </c:spPr>
        <c:crossAx val="1"/>
        <c:crosses val="min"/>
        <c:auto val="0"/>
        <c:lblAlgn val="ctr"/>
        <c:lblOffset val="100"/>
        <c:noMultiLvlLbl val="0"/>
      </c:catAx>
      <c:valAx>
        <c:axId val="1"/>
        <c:scaling>
          <c:orientation val="minMax"/>
          <c:max val="63"/>
          <c:min val="0"/>
        </c:scaling>
        <c:delete val="1"/>
        <c:axPos val="l"/>
        <c:numFmt formatCode="General" sourceLinked="1"/>
        <c:majorTickMark val="out"/>
        <c:minorTickMark val="none"/>
        <c:tickLblPos val="nextTo"/>
        <c:crossAx val="1074149807"/>
        <c:crosses val="min"/>
        <c:crossBetween val="between"/>
      </c:valAx>
    </c:plotArea>
    <c:plotVisOnly val="0"/>
    <c:dispBlanksAs val="gap"/>
    <c:showDLblsOverMax val="1"/>
  </c:chart>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manualLayout>
          <c:layoutTarget val="inner"/>
          <c:xMode val="edge"/>
          <c:yMode val="edge"/>
          <c:x val="7.3002948195984834E-3"/>
          <c:y val="7.0618368093669961E-2"/>
          <c:w val="0.98539941036080303"/>
          <c:h val="0.8587632638126601"/>
        </c:manualLayout>
      </c:layout>
      <c:barChart>
        <c:barDir val="col"/>
        <c:grouping val="stacked"/>
        <c:varyColors val="0"/>
        <c:ser>
          <c:idx val="0"/>
          <c:order val="0"/>
          <c:spPr>
            <a:solidFill>
              <a:schemeClr val="tx1"/>
            </a:solidFill>
            <a:ln>
              <a:noFill/>
            </a:ln>
          </c:spPr>
          <c:invertIfNegative val="0"/>
          <c:dLbls>
            <c:dLbl>
              <c:idx val="2"/>
              <c:layout>
                <c:manualLayout>
                  <c:x val="0"/>
                  <c:y val="-1.0976948408342481E-3"/>
                </c:manualLayout>
              </c:layout>
              <c:numFmt formatCode="#,##0;&quot;-&quot;#,##0" sourceLinked="0"/>
              <c:spPr>
                <a:noFill/>
                <a:ln>
                  <a:noFill/>
                </a:ln>
              </c:spPr>
              <c:txPr>
                <a:bodyPr wrap="none"/>
                <a:lstStyle/>
                <a:p>
                  <a:pPr>
                    <a:defRPr sz="1400" kern="1200">
                      <a:solidFill>
                        <a:schemeClr val="bg1"/>
                      </a:solidFill>
                      <a:latin typeface="HarmonyOS Sans SC"/>
                      <a:ea typeface="HarmonyOS Sans SC"/>
                      <a:cs typeface="HarmonyOS Sans SC"/>
                      <a:sym typeface="HarmonyOS Sans SC"/>
                    </a:defRPr>
                  </a:pPr>
                  <a:endParaRPr lang="zh-CN"/>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0-F31A-DF48-9124-1B0225E7636D}"/>
                </c:ext>
              </c:extLst>
            </c:dLbl>
            <c:dLbl>
              <c:idx val="3"/>
              <c:layout>
                <c:manualLayout>
                  <c:x val="0"/>
                  <c:y val="-1.0976948408342481E-3"/>
                </c:manualLayout>
              </c:layout>
              <c:numFmt formatCode="#,##0;&quot;-&quot;#,##0" sourceLinked="0"/>
              <c:spPr>
                <a:noFill/>
                <a:ln>
                  <a:noFill/>
                </a:ln>
              </c:spPr>
              <c:txPr>
                <a:bodyPr wrap="none"/>
                <a:lstStyle/>
                <a:p>
                  <a:pPr>
                    <a:defRPr sz="1400" kern="1200">
                      <a:solidFill>
                        <a:schemeClr val="bg1"/>
                      </a:solidFill>
                      <a:latin typeface="HarmonyOS Sans SC"/>
                      <a:ea typeface="HarmonyOS Sans SC"/>
                      <a:cs typeface="HarmonyOS Sans SC"/>
                      <a:sym typeface="HarmonyOS Sans SC"/>
                    </a:defRPr>
                  </a:pPr>
                  <a:endParaRPr lang="zh-CN"/>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1-F31A-DF48-9124-1B0225E7636D}"/>
                </c:ext>
              </c:extLst>
            </c:dLbl>
            <c:dLbl>
              <c:idx val="4"/>
              <c:layout>
                <c:manualLayout>
                  <c:x val="0"/>
                  <c:y val="-1.0976948408342481E-3"/>
                </c:manualLayout>
              </c:layout>
              <c:numFmt formatCode="#,##0;&quot;-&quot;#,##0" sourceLinked="0"/>
              <c:spPr>
                <a:noFill/>
                <a:ln>
                  <a:noFill/>
                </a:ln>
              </c:spPr>
              <c:txPr>
                <a:bodyPr wrap="none"/>
                <a:lstStyle/>
                <a:p>
                  <a:pPr>
                    <a:defRPr sz="1400" kern="1200">
                      <a:solidFill>
                        <a:schemeClr val="bg1"/>
                      </a:solidFill>
                      <a:latin typeface="HarmonyOS Sans SC"/>
                      <a:ea typeface="HarmonyOS Sans SC"/>
                      <a:cs typeface="HarmonyOS Sans SC"/>
                      <a:sym typeface="HarmonyOS Sans SC"/>
                    </a:defRPr>
                  </a:pPr>
                  <a:endParaRPr lang="zh-CN"/>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2-F31A-DF48-9124-1B0225E7636D}"/>
                </c:ext>
              </c:extLst>
            </c:dLbl>
            <c:dLbl>
              <c:idx val="5"/>
              <c:layout>
                <c:manualLayout>
                  <c:x val="0"/>
                  <c:y val="-1.0976948408342481E-3"/>
                </c:manualLayout>
              </c:layout>
              <c:numFmt formatCode="#,##0;&quot;-&quot;#,##0" sourceLinked="0"/>
              <c:spPr>
                <a:noFill/>
                <a:ln>
                  <a:noFill/>
                </a:ln>
              </c:spPr>
              <c:txPr>
                <a:bodyPr wrap="none"/>
                <a:lstStyle/>
                <a:p>
                  <a:pPr>
                    <a:defRPr sz="1400" kern="1200">
                      <a:solidFill>
                        <a:schemeClr val="bg1"/>
                      </a:solidFill>
                      <a:latin typeface="HarmonyOS Sans SC"/>
                      <a:ea typeface="HarmonyOS Sans SC"/>
                      <a:cs typeface="HarmonyOS Sans SC"/>
                      <a:sym typeface="HarmonyOS Sans SC"/>
                    </a:defRPr>
                  </a:pPr>
                  <a:endParaRPr lang="zh-CN"/>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3-F31A-DF48-9124-1B0225E7636D}"/>
                </c:ext>
              </c:extLst>
            </c:dLbl>
            <c:dLbl>
              <c:idx val="6"/>
              <c:layout>
                <c:manualLayout>
                  <c:x val="0"/>
                  <c:y val="-1.0976948408342481E-3"/>
                </c:manualLayout>
              </c:layout>
              <c:numFmt formatCode="#,##0;&quot;-&quot;#,##0" sourceLinked="0"/>
              <c:spPr>
                <a:noFill/>
                <a:ln>
                  <a:noFill/>
                </a:ln>
              </c:spPr>
              <c:txPr>
                <a:bodyPr wrap="none"/>
                <a:lstStyle/>
                <a:p>
                  <a:pPr>
                    <a:defRPr sz="1400" kern="1200">
                      <a:solidFill>
                        <a:schemeClr val="bg1"/>
                      </a:solidFill>
                      <a:latin typeface="HarmonyOS Sans SC"/>
                      <a:ea typeface="HarmonyOS Sans SC"/>
                      <a:cs typeface="HarmonyOS Sans SC"/>
                      <a:sym typeface="HarmonyOS Sans SC"/>
                    </a:defRPr>
                  </a:pPr>
                  <a:endParaRPr lang="zh-CN"/>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4-F31A-DF48-9124-1B0225E7636D}"/>
                </c:ext>
              </c:extLst>
            </c:dLbl>
            <c:dLbl>
              <c:idx val="7"/>
              <c:layout>
                <c:manualLayout>
                  <c:x val="0"/>
                  <c:y val="-1.0976948408342481E-3"/>
                </c:manualLayout>
              </c:layout>
              <c:numFmt formatCode="#,##0;&quot;-&quot;#,##0" sourceLinked="0"/>
              <c:spPr>
                <a:noFill/>
                <a:ln>
                  <a:noFill/>
                </a:ln>
              </c:spPr>
              <c:txPr>
                <a:bodyPr wrap="none"/>
                <a:lstStyle/>
                <a:p>
                  <a:pPr>
                    <a:defRPr sz="1400" kern="1200">
                      <a:solidFill>
                        <a:schemeClr val="bg1"/>
                      </a:solidFill>
                      <a:latin typeface="HarmonyOS Sans SC"/>
                      <a:ea typeface="HarmonyOS Sans SC"/>
                      <a:cs typeface="HarmonyOS Sans SC"/>
                      <a:sym typeface="HarmonyOS Sans SC"/>
                    </a:defRPr>
                  </a:pPr>
                  <a:endParaRPr lang="zh-CN"/>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5-F31A-DF48-9124-1B0225E7636D}"/>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val>
            <c:numRef>
              <c:f>Sheet1!$A$1:$H$1</c:f>
              <c:numCache>
                <c:formatCode>General</c:formatCode>
                <c:ptCount val="8"/>
                <c:pt idx="0">
                  <c:v>1</c:v>
                </c:pt>
                <c:pt idx="1">
                  <c:v>2</c:v>
                </c:pt>
                <c:pt idx="2">
                  <c:v>8</c:v>
                </c:pt>
                <c:pt idx="3">
                  <c:v>7</c:v>
                </c:pt>
                <c:pt idx="4">
                  <c:v>9</c:v>
                </c:pt>
                <c:pt idx="5">
                  <c:v>14</c:v>
                </c:pt>
                <c:pt idx="6">
                  <c:v>24</c:v>
                </c:pt>
                <c:pt idx="7">
                  <c:v>14</c:v>
                </c:pt>
              </c:numCache>
            </c:numRef>
          </c:val>
          <c:extLst>
            <c:ext xmlns:c16="http://schemas.microsoft.com/office/drawing/2014/chart" uri="{C3380CC4-5D6E-409C-BE32-E72D297353CC}">
              <c16:uniqueId val="{00000006-F31A-DF48-9124-1B0225E7636D}"/>
            </c:ext>
          </c:extLst>
        </c:ser>
        <c:ser>
          <c:idx val="1"/>
          <c:order val="1"/>
          <c:spPr>
            <a:solidFill>
              <a:srgbClr val="22B1FF"/>
            </a:solidFill>
            <a:ln>
              <a:noFill/>
            </a:ln>
          </c:spPr>
          <c:invertIfNegative val="0"/>
          <c:dLbls>
            <c:dLbl>
              <c:idx val="0"/>
              <c:layout>
                <c:manualLayout>
                  <c:x val="0"/>
                  <c:y val="-1.4635931211123307E-3"/>
                </c:manualLayout>
              </c:layout>
              <c:numFmt formatCode="#,##0;&quot;-&quot;#,##0" sourceLinked="0"/>
              <c:spPr>
                <a:noFill/>
                <a:ln>
                  <a:noFill/>
                </a:ln>
              </c:spPr>
              <c:txPr>
                <a:bodyPr wrap="none"/>
                <a:lstStyle/>
                <a:p>
                  <a:pPr>
                    <a:defRPr sz="1400" kern="1200">
                      <a:solidFill>
                        <a:schemeClr val="bg1"/>
                      </a:solidFill>
                      <a:latin typeface="HarmonyOS Sans SC"/>
                      <a:ea typeface="HarmonyOS Sans SC"/>
                      <a:cs typeface="HarmonyOS Sans SC"/>
                      <a:sym typeface="HarmonyOS Sans SC"/>
                    </a:defRPr>
                  </a:pPr>
                  <a:endParaRPr lang="zh-CN"/>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7-F31A-DF48-9124-1B0225E7636D}"/>
                </c:ext>
              </c:extLst>
            </c:dLbl>
            <c:dLbl>
              <c:idx val="1"/>
              <c:layout>
                <c:manualLayout>
                  <c:x val="0"/>
                  <c:y val="-1.0976948408342481E-3"/>
                </c:manualLayout>
              </c:layout>
              <c:numFmt formatCode="#,##0;&quot;-&quot;#,##0" sourceLinked="0"/>
              <c:spPr>
                <a:noFill/>
                <a:ln>
                  <a:noFill/>
                </a:ln>
              </c:spPr>
              <c:txPr>
                <a:bodyPr wrap="none"/>
                <a:lstStyle/>
                <a:p>
                  <a:pPr>
                    <a:defRPr sz="1400" kern="1200">
                      <a:solidFill>
                        <a:schemeClr val="bg1"/>
                      </a:solidFill>
                      <a:latin typeface="HarmonyOS Sans SC"/>
                      <a:ea typeface="HarmonyOS Sans SC"/>
                      <a:cs typeface="HarmonyOS Sans SC"/>
                      <a:sym typeface="HarmonyOS Sans SC"/>
                    </a:defRPr>
                  </a:pPr>
                  <a:endParaRPr lang="zh-CN"/>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8-F31A-DF48-9124-1B0225E7636D}"/>
                </c:ext>
              </c:extLst>
            </c:dLbl>
            <c:dLbl>
              <c:idx val="2"/>
              <c:layout>
                <c:manualLayout>
                  <c:x val="0"/>
                  <c:y val="-1.0976948408342481E-3"/>
                </c:manualLayout>
              </c:layout>
              <c:numFmt formatCode="#,##0;&quot;-&quot;#,##0" sourceLinked="0"/>
              <c:spPr>
                <a:noFill/>
                <a:ln>
                  <a:noFill/>
                </a:ln>
              </c:spPr>
              <c:txPr>
                <a:bodyPr wrap="none"/>
                <a:lstStyle/>
                <a:p>
                  <a:pPr>
                    <a:defRPr sz="1400" kern="1200">
                      <a:solidFill>
                        <a:schemeClr val="bg1"/>
                      </a:solidFill>
                      <a:latin typeface="HarmonyOS Sans SC"/>
                      <a:ea typeface="HarmonyOS Sans SC"/>
                      <a:cs typeface="HarmonyOS Sans SC"/>
                      <a:sym typeface="HarmonyOS Sans SC"/>
                    </a:defRPr>
                  </a:pPr>
                  <a:endParaRPr lang="zh-CN"/>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9-F31A-DF48-9124-1B0225E7636D}"/>
                </c:ext>
              </c:extLst>
            </c:dLbl>
            <c:dLbl>
              <c:idx val="3"/>
              <c:layout>
                <c:manualLayout>
                  <c:x val="0"/>
                  <c:y val="-1.4635931211123307E-3"/>
                </c:manualLayout>
              </c:layout>
              <c:numFmt formatCode="#,##0;&quot;-&quot;#,##0" sourceLinked="0"/>
              <c:spPr>
                <a:noFill/>
                <a:ln>
                  <a:noFill/>
                </a:ln>
              </c:spPr>
              <c:txPr>
                <a:bodyPr wrap="none"/>
                <a:lstStyle/>
                <a:p>
                  <a:pPr>
                    <a:defRPr sz="1400" kern="1200">
                      <a:solidFill>
                        <a:schemeClr val="bg1"/>
                      </a:solidFill>
                      <a:latin typeface="HarmonyOS Sans SC"/>
                      <a:ea typeface="HarmonyOS Sans SC"/>
                      <a:cs typeface="HarmonyOS Sans SC"/>
                      <a:sym typeface="HarmonyOS Sans SC"/>
                    </a:defRPr>
                  </a:pPr>
                  <a:endParaRPr lang="zh-CN"/>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A-F31A-DF48-9124-1B0225E7636D}"/>
                </c:ext>
              </c:extLst>
            </c:dLbl>
            <c:dLbl>
              <c:idx val="4"/>
              <c:layout>
                <c:manualLayout>
                  <c:x val="0"/>
                  <c:y val="-1.0976948408342481E-3"/>
                </c:manualLayout>
              </c:layout>
              <c:numFmt formatCode="#,##0;&quot;-&quot;#,##0" sourceLinked="0"/>
              <c:spPr>
                <a:noFill/>
                <a:ln>
                  <a:noFill/>
                </a:ln>
              </c:spPr>
              <c:txPr>
                <a:bodyPr wrap="none"/>
                <a:lstStyle/>
                <a:p>
                  <a:pPr>
                    <a:defRPr sz="1400" kern="1200">
                      <a:solidFill>
                        <a:schemeClr val="bg1"/>
                      </a:solidFill>
                      <a:latin typeface="HarmonyOS Sans SC"/>
                      <a:ea typeface="HarmonyOS Sans SC"/>
                      <a:cs typeface="HarmonyOS Sans SC"/>
                      <a:sym typeface="HarmonyOS Sans SC"/>
                    </a:defRPr>
                  </a:pPr>
                  <a:endParaRPr lang="zh-CN"/>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B-F31A-DF48-9124-1B0225E7636D}"/>
                </c:ext>
              </c:extLst>
            </c:dLbl>
            <c:dLbl>
              <c:idx val="5"/>
              <c:layout>
                <c:manualLayout>
                  <c:x val="0"/>
                  <c:y val="-1.0976948408342481E-3"/>
                </c:manualLayout>
              </c:layout>
              <c:numFmt formatCode="#,##0;&quot;-&quot;#,##0" sourceLinked="0"/>
              <c:spPr>
                <a:noFill/>
                <a:ln>
                  <a:noFill/>
                </a:ln>
              </c:spPr>
              <c:txPr>
                <a:bodyPr wrap="none"/>
                <a:lstStyle/>
                <a:p>
                  <a:pPr>
                    <a:defRPr sz="1400" kern="1200">
                      <a:solidFill>
                        <a:schemeClr val="bg1"/>
                      </a:solidFill>
                      <a:latin typeface="HarmonyOS Sans SC"/>
                      <a:ea typeface="HarmonyOS Sans SC"/>
                      <a:cs typeface="HarmonyOS Sans SC"/>
                      <a:sym typeface="HarmonyOS Sans SC"/>
                    </a:defRPr>
                  </a:pPr>
                  <a:endParaRPr lang="zh-CN"/>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C-F31A-DF48-9124-1B0225E7636D}"/>
                </c:ext>
              </c:extLst>
            </c:dLbl>
            <c:dLbl>
              <c:idx val="6"/>
              <c:layout>
                <c:manualLayout>
                  <c:x val="0"/>
                  <c:y val="-1.0976948408342481E-3"/>
                </c:manualLayout>
              </c:layout>
              <c:numFmt formatCode="#,##0;&quot;-&quot;#,##0" sourceLinked="0"/>
              <c:spPr>
                <a:noFill/>
                <a:ln>
                  <a:noFill/>
                </a:ln>
              </c:spPr>
              <c:txPr>
                <a:bodyPr wrap="none"/>
                <a:lstStyle/>
                <a:p>
                  <a:pPr>
                    <a:defRPr sz="1400" kern="1200">
                      <a:solidFill>
                        <a:schemeClr val="bg1"/>
                      </a:solidFill>
                      <a:latin typeface="HarmonyOS Sans SC"/>
                      <a:ea typeface="HarmonyOS Sans SC"/>
                      <a:cs typeface="HarmonyOS Sans SC"/>
                      <a:sym typeface="HarmonyOS Sans SC"/>
                    </a:defRPr>
                  </a:pPr>
                  <a:endParaRPr lang="zh-CN"/>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D-F31A-DF48-9124-1B0225E7636D}"/>
                </c:ext>
              </c:extLst>
            </c:dLbl>
            <c:dLbl>
              <c:idx val="7"/>
              <c:layout>
                <c:manualLayout>
                  <c:x val="0"/>
                  <c:y val="-1.0976948408342481E-3"/>
                </c:manualLayout>
              </c:layout>
              <c:numFmt formatCode="#,##0;&quot;-&quot;#,##0" sourceLinked="0"/>
              <c:spPr>
                <a:noFill/>
                <a:ln>
                  <a:noFill/>
                </a:ln>
              </c:spPr>
              <c:txPr>
                <a:bodyPr wrap="none"/>
                <a:lstStyle/>
                <a:p>
                  <a:pPr>
                    <a:defRPr sz="1400" kern="1200">
                      <a:solidFill>
                        <a:schemeClr val="bg1"/>
                      </a:solidFill>
                      <a:latin typeface="HarmonyOS Sans SC"/>
                      <a:ea typeface="HarmonyOS Sans SC"/>
                      <a:cs typeface="HarmonyOS Sans SC"/>
                      <a:sym typeface="HarmonyOS Sans SC"/>
                    </a:defRPr>
                  </a:pPr>
                  <a:endParaRPr lang="zh-CN"/>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E-F31A-DF48-9124-1B0225E7636D}"/>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val>
            <c:numRef>
              <c:f>Sheet1!$A$2:$H$2</c:f>
              <c:numCache>
                <c:formatCode>General</c:formatCode>
                <c:ptCount val="8"/>
                <c:pt idx="0">
                  <c:v>24</c:v>
                </c:pt>
                <c:pt idx="1">
                  <c:v>26</c:v>
                </c:pt>
                <c:pt idx="2">
                  <c:v>34</c:v>
                </c:pt>
                <c:pt idx="3">
                  <c:v>33</c:v>
                </c:pt>
                <c:pt idx="4">
                  <c:v>28</c:v>
                </c:pt>
                <c:pt idx="5">
                  <c:v>44</c:v>
                </c:pt>
                <c:pt idx="6">
                  <c:v>50</c:v>
                </c:pt>
                <c:pt idx="7">
                  <c:v>28</c:v>
                </c:pt>
              </c:numCache>
            </c:numRef>
          </c:val>
          <c:extLst>
            <c:ext xmlns:c16="http://schemas.microsoft.com/office/drawing/2014/chart" uri="{C3380CC4-5D6E-409C-BE32-E72D297353CC}">
              <c16:uniqueId val="{0000000F-F31A-DF48-9124-1B0225E7636D}"/>
            </c:ext>
          </c:extLst>
        </c:ser>
        <c:dLbls>
          <c:showLegendKey val="0"/>
          <c:showVal val="0"/>
          <c:showCatName val="0"/>
          <c:showSerName val="0"/>
          <c:showPercent val="0"/>
          <c:showBubbleSize val="0"/>
        </c:dLbls>
        <c:gapWidth val="80"/>
        <c:overlap val="100"/>
        <c:axId val="899144287"/>
        <c:axId val="1"/>
      </c:barChart>
      <c:catAx>
        <c:axId val="899144287"/>
        <c:scaling>
          <c:orientation val="minMax"/>
        </c:scaling>
        <c:delete val="0"/>
        <c:axPos val="b"/>
        <c:majorGridlines>
          <c:spPr>
            <a:ln>
              <a:noFill/>
            </a:ln>
          </c:spPr>
        </c:majorGridlines>
        <c:majorTickMark val="none"/>
        <c:minorTickMark val="none"/>
        <c:tickLblPos val="none"/>
        <c:spPr>
          <a:ln w="9525" cmpd="sng" algn="ctr">
            <a:solidFill>
              <a:schemeClr val="tx1"/>
            </a:solidFill>
            <a:prstDash val="solid"/>
          </a:ln>
        </c:spPr>
        <c:crossAx val="1"/>
        <c:crosses val="min"/>
        <c:auto val="0"/>
        <c:lblAlgn val="ctr"/>
        <c:lblOffset val="100"/>
        <c:noMultiLvlLbl val="0"/>
      </c:catAx>
      <c:valAx>
        <c:axId val="1"/>
        <c:scaling>
          <c:orientation val="minMax"/>
          <c:max val="74"/>
          <c:min val="0"/>
        </c:scaling>
        <c:delete val="1"/>
        <c:axPos val="l"/>
        <c:numFmt formatCode="General" sourceLinked="1"/>
        <c:majorTickMark val="out"/>
        <c:minorTickMark val="none"/>
        <c:tickLblPos val="nextTo"/>
        <c:crossAx val="899144287"/>
        <c:crosses val="min"/>
        <c:crossBetween val="between"/>
      </c:valAx>
    </c:plotArea>
    <c:plotVisOnly val="0"/>
    <c:dispBlanksAs val="gap"/>
    <c:showDLblsOverMax val="1"/>
  </c:chart>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manualLayout>
          <c:layoutTarget val="inner"/>
          <c:xMode val="edge"/>
          <c:yMode val="edge"/>
          <c:x val="1.579107197084725E-2"/>
          <c:y val="2.3465703971119134E-2"/>
          <c:w val="0.96841785605830555"/>
          <c:h val="0.95306859205776173"/>
        </c:manualLayout>
      </c:layout>
      <c:barChart>
        <c:barDir val="bar"/>
        <c:grouping val="stacked"/>
        <c:varyColors val="0"/>
        <c:ser>
          <c:idx val="0"/>
          <c:order val="0"/>
          <c:spPr>
            <a:solidFill>
              <a:schemeClr val="tx1"/>
            </a:solidFill>
            <a:ln>
              <a:noFill/>
            </a:ln>
          </c:spPr>
          <c:invertIfNegative val="0"/>
          <c:dPt>
            <c:idx val="0"/>
            <c:invertIfNegative val="0"/>
            <c:bubble3D val="0"/>
            <c:spPr>
              <a:solidFill>
                <a:srgbClr val="00A8F7"/>
              </a:solidFill>
              <a:ln>
                <a:noFill/>
              </a:ln>
            </c:spPr>
            <c:extLst>
              <c:ext xmlns:c16="http://schemas.microsoft.com/office/drawing/2014/chart" uri="{C3380CC4-5D6E-409C-BE32-E72D297353CC}">
                <c16:uniqueId val="{00000000-9A95-3C4D-9555-EE9365E8D93A}"/>
              </c:ext>
            </c:extLst>
          </c:dPt>
          <c:val>
            <c:numRef>
              <c:f>Sheet1!$A$1:$F$1</c:f>
              <c:numCache>
                <c:formatCode>General</c:formatCode>
                <c:ptCount val="6"/>
                <c:pt idx="0">
                  <c:v>930</c:v>
                </c:pt>
                <c:pt idx="1">
                  <c:v>270</c:v>
                </c:pt>
                <c:pt idx="2">
                  <c:v>85</c:v>
                </c:pt>
                <c:pt idx="3">
                  <c:v>83</c:v>
                </c:pt>
                <c:pt idx="4">
                  <c:v>51</c:v>
                </c:pt>
                <c:pt idx="5">
                  <c:v>310</c:v>
                </c:pt>
              </c:numCache>
            </c:numRef>
          </c:val>
          <c:extLst>
            <c:ext xmlns:c16="http://schemas.microsoft.com/office/drawing/2014/chart" uri="{C3380CC4-5D6E-409C-BE32-E72D297353CC}">
              <c16:uniqueId val="{00000001-9A95-3C4D-9555-EE9365E8D93A}"/>
            </c:ext>
          </c:extLst>
        </c:ser>
        <c:dLbls>
          <c:showLegendKey val="0"/>
          <c:showVal val="0"/>
          <c:showCatName val="0"/>
          <c:showSerName val="0"/>
          <c:showPercent val="0"/>
          <c:showBubbleSize val="0"/>
        </c:dLbls>
        <c:gapWidth val="80"/>
        <c:overlap val="100"/>
        <c:axId val="899268751"/>
        <c:axId val="1"/>
      </c:barChart>
      <c:catAx>
        <c:axId val="899268751"/>
        <c:scaling>
          <c:orientation val="maxMin"/>
        </c:scaling>
        <c:delete val="0"/>
        <c:axPos val="l"/>
        <c:majorGridlines>
          <c:spPr>
            <a:ln>
              <a:noFill/>
            </a:ln>
          </c:spPr>
        </c:majorGridlines>
        <c:majorTickMark val="none"/>
        <c:minorTickMark val="none"/>
        <c:tickLblPos val="none"/>
        <c:spPr>
          <a:ln w="9525" cmpd="sng" algn="ctr">
            <a:solidFill>
              <a:schemeClr val="tx1"/>
            </a:solidFill>
            <a:prstDash val="solid"/>
          </a:ln>
        </c:spPr>
        <c:crossAx val="1"/>
        <c:crosses val="min"/>
        <c:auto val="0"/>
        <c:lblAlgn val="ctr"/>
        <c:lblOffset val="100"/>
        <c:noMultiLvlLbl val="0"/>
      </c:catAx>
      <c:valAx>
        <c:axId val="1"/>
        <c:scaling>
          <c:orientation val="minMax"/>
          <c:max val="1200"/>
          <c:min val="0"/>
        </c:scaling>
        <c:delete val="0"/>
        <c:axPos val="t"/>
        <c:majorGridlines>
          <c:spPr>
            <a:ln>
              <a:noFill/>
            </a:ln>
          </c:spPr>
        </c:majorGridlines>
        <c:numFmt formatCode="General" sourceLinked="1"/>
        <c:majorTickMark val="none"/>
        <c:minorTickMark val="none"/>
        <c:tickLblPos val="none"/>
        <c:spPr>
          <a:ln>
            <a:noFill/>
          </a:ln>
        </c:spPr>
        <c:crossAx val="899268751"/>
        <c:crosses val="min"/>
        <c:crossBetween val="between"/>
      </c:valAx>
    </c:plotArea>
    <c:plotVisOnly val="0"/>
    <c:dispBlanksAs val="gap"/>
    <c:showDLblsOverMax val="1"/>
  </c:chart>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manualLayout>
          <c:layoutTarget val="inner"/>
          <c:xMode val="edge"/>
          <c:yMode val="edge"/>
          <c:x val="4.2588042588042586E-2"/>
          <c:y val="4.2588042588042586E-2"/>
          <c:w val="0.91482391482391479"/>
          <c:h val="0.91482391482391479"/>
        </c:manualLayout>
      </c:layout>
      <c:doughnutChart>
        <c:varyColors val="0"/>
        <c:ser>
          <c:idx val="0"/>
          <c:order val="0"/>
          <c:dPt>
            <c:idx val="0"/>
            <c:bubble3D val="0"/>
            <c:spPr>
              <a:solidFill>
                <a:srgbClr val="00A8F7"/>
              </a:solidFill>
              <a:ln>
                <a:noFill/>
              </a:ln>
            </c:spPr>
            <c:extLst>
              <c:ext xmlns:c16="http://schemas.microsoft.com/office/drawing/2014/chart" uri="{C3380CC4-5D6E-409C-BE32-E72D297353CC}">
                <c16:uniqueId val="{00000000-1FCE-914D-AAEF-A31ADB679A41}"/>
              </c:ext>
            </c:extLst>
          </c:dPt>
          <c:dPt>
            <c:idx val="1"/>
            <c:bubble3D val="0"/>
            <c:spPr>
              <a:solidFill>
                <a:srgbClr val="D0D0D0"/>
              </a:solidFill>
              <a:ln>
                <a:noFill/>
              </a:ln>
            </c:spPr>
            <c:extLst>
              <c:ext xmlns:c16="http://schemas.microsoft.com/office/drawing/2014/chart" uri="{C3380CC4-5D6E-409C-BE32-E72D297353CC}">
                <c16:uniqueId val="{00000001-1FCE-914D-AAEF-A31ADB679A41}"/>
              </c:ext>
            </c:extLst>
          </c:dPt>
          <c:val>
            <c:numRef>
              <c:f>Sheet1!$A$1:$A$2</c:f>
              <c:numCache>
                <c:formatCode>General</c:formatCode>
                <c:ptCount val="2"/>
                <c:pt idx="0">
                  <c:v>56.999999999999993</c:v>
                </c:pt>
                <c:pt idx="1">
                  <c:v>43</c:v>
                </c:pt>
              </c:numCache>
            </c:numRef>
          </c:val>
          <c:extLst>
            <c:ext xmlns:c16="http://schemas.microsoft.com/office/drawing/2014/chart" uri="{C3380CC4-5D6E-409C-BE32-E72D297353CC}">
              <c16:uniqueId val="{00000002-1FCE-914D-AAEF-A31ADB679A41}"/>
            </c:ext>
          </c:extLst>
        </c:ser>
        <c:dLbls>
          <c:showLegendKey val="0"/>
          <c:showVal val="0"/>
          <c:showCatName val="0"/>
          <c:showSerName val="0"/>
          <c:showPercent val="0"/>
          <c:showBubbleSize val="0"/>
          <c:showLeaderLines val="0"/>
        </c:dLbls>
        <c:firstSliceAng val="0"/>
        <c:holeSize val="70"/>
      </c:doughnutChart>
    </c:plotArea>
    <c:plotVisOnly val="0"/>
    <c:dispBlanksAs val="gap"/>
    <c:showDLblsOverMax val="1"/>
  </c:chart>
  <c:externalData r:id="rId1">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manualLayout>
          <c:layoutTarget val="inner"/>
          <c:xMode val="edge"/>
          <c:yMode val="edge"/>
          <c:x val="4.2588042588042586E-2"/>
          <c:y val="4.2588042588042586E-2"/>
          <c:w val="0.91482391482391479"/>
          <c:h val="0.91482391482391479"/>
        </c:manualLayout>
      </c:layout>
      <c:doughnutChart>
        <c:varyColors val="0"/>
        <c:ser>
          <c:idx val="0"/>
          <c:order val="0"/>
          <c:dPt>
            <c:idx val="0"/>
            <c:bubble3D val="0"/>
            <c:spPr>
              <a:solidFill>
                <a:srgbClr val="00A8F7"/>
              </a:solidFill>
              <a:ln>
                <a:noFill/>
              </a:ln>
            </c:spPr>
            <c:extLst>
              <c:ext xmlns:c16="http://schemas.microsoft.com/office/drawing/2014/chart" uri="{C3380CC4-5D6E-409C-BE32-E72D297353CC}">
                <c16:uniqueId val="{00000000-9AD9-7844-B3E5-0A9462E2E3C2}"/>
              </c:ext>
            </c:extLst>
          </c:dPt>
          <c:dPt>
            <c:idx val="1"/>
            <c:bubble3D val="0"/>
            <c:spPr>
              <a:solidFill>
                <a:srgbClr val="D0D0D0"/>
              </a:solidFill>
              <a:ln>
                <a:noFill/>
              </a:ln>
            </c:spPr>
            <c:extLst>
              <c:ext xmlns:c16="http://schemas.microsoft.com/office/drawing/2014/chart" uri="{C3380CC4-5D6E-409C-BE32-E72D297353CC}">
                <c16:uniqueId val="{00000001-9AD9-7844-B3E5-0A9462E2E3C2}"/>
              </c:ext>
            </c:extLst>
          </c:dPt>
          <c:val>
            <c:numRef>
              <c:f>Sheet1!$A$1:$A$2</c:f>
              <c:numCache>
                <c:formatCode>General</c:formatCode>
                <c:ptCount val="2"/>
                <c:pt idx="0">
                  <c:v>85</c:v>
                </c:pt>
                <c:pt idx="1">
                  <c:v>15</c:v>
                </c:pt>
              </c:numCache>
            </c:numRef>
          </c:val>
          <c:extLst>
            <c:ext xmlns:c16="http://schemas.microsoft.com/office/drawing/2014/chart" uri="{C3380CC4-5D6E-409C-BE32-E72D297353CC}">
              <c16:uniqueId val="{00000002-9AD9-7844-B3E5-0A9462E2E3C2}"/>
            </c:ext>
          </c:extLst>
        </c:ser>
        <c:dLbls>
          <c:showLegendKey val="0"/>
          <c:showVal val="0"/>
          <c:showCatName val="0"/>
          <c:showSerName val="0"/>
          <c:showPercent val="0"/>
          <c:showBubbleSize val="0"/>
          <c:showLeaderLines val="0"/>
        </c:dLbls>
        <c:firstSliceAng val="0"/>
        <c:holeSize val="70"/>
      </c:doughnutChart>
    </c:plotArea>
    <c:plotVisOnly val="0"/>
    <c:dispBlanksAs val="gap"/>
    <c:showDLblsOverMax val="1"/>
  </c:chart>
  <c:externalData r:id="rId1">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manualLayout>
          <c:layoutTarget val="inner"/>
          <c:xMode val="edge"/>
          <c:yMode val="edge"/>
          <c:x val="8.8858509911141498E-3"/>
          <c:y val="7.3776758409785939E-2"/>
          <c:w val="0.98222829801777167"/>
          <c:h val="0.85244648318042815"/>
        </c:manualLayout>
      </c:layout>
      <c:barChart>
        <c:barDir val="bar"/>
        <c:grouping val="stacked"/>
        <c:varyColors val="0"/>
        <c:ser>
          <c:idx val="0"/>
          <c:order val="0"/>
          <c:spPr>
            <a:solidFill>
              <a:schemeClr val="tx1"/>
            </a:solidFill>
            <a:ln>
              <a:noFill/>
            </a:ln>
          </c:spPr>
          <c:invertIfNegative val="0"/>
          <c:dLbls>
            <c:dLbl>
              <c:idx val="0"/>
              <c:layout>
                <c:manualLayout>
                  <c:x val="-1.7088174982911826E-4"/>
                  <c:y val="1.1467889908256881E-3"/>
                </c:manualLayout>
              </c:layout>
              <c:numFmt formatCode="#,##0;&quot;-&quot;#,##0" sourceLinked="0"/>
              <c:spPr>
                <a:noFill/>
                <a:ln>
                  <a:noFill/>
                </a:ln>
              </c:spPr>
              <c:txPr>
                <a:bodyPr wrap="none"/>
                <a:lstStyle/>
                <a:p>
                  <a:pPr>
                    <a:defRPr kumimoji="1" sz="1400" kern="1200">
                      <a:solidFill>
                        <a:schemeClr val="bg1"/>
                      </a:solidFill>
                      <a:latin typeface="HarmonyOS Sans SC"/>
                      <a:ea typeface="HarmonyOS Sans SC"/>
                      <a:cs typeface="HarmonyOS Sans SC"/>
                      <a:sym typeface="HarmonyOS Sans SC"/>
                    </a:defRPr>
                  </a:pPr>
                  <a:endParaRPr lang="zh-CN"/>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0-004F-CA41-BE6E-757BE86E77EC}"/>
                </c:ext>
              </c:extLst>
            </c:dLbl>
            <c:dLbl>
              <c:idx val="1"/>
              <c:layout>
                <c:manualLayout>
                  <c:x val="0"/>
                  <c:y val="1.1467889908256881E-3"/>
                </c:manualLayout>
              </c:layout>
              <c:numFmt formatCode="#,##0;&quot;-&quot;#,##0" sourceLinked="0"/>
              <c:spPr>
                <a:noFill/>
                <a:ln>
                  <a:noFill/>
                </a:ln>
              </c:spPr>
              <c:txPr>
                <a:bodyPr wrap="none"/>
                <a:lstStyle/>
                <a:p>
                  <a:pPr>
                    <a:defRPr kumimoji="1" sz="1400" kern="1200">
                      <a:solidFill>
                        <a:schemeClr val="bg1"/>
                      </a:solidFill>
                      <a:latin typeface="HarmonyOS Sans SC"/>
                      <a:ea typeface="HarmonyOS Sans SC"/>
                      <a:cs typeface="HarmonyOS Sans SC"/>
                      <a:sym typeface="HarmonyOS Sans SC"/>
                    </a:defRPr>
                  </a:pPr>
                  <a:endParaRPr lang="zh-CN"/>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1-004F-CA41-BE6E-757BE86E77EC}"/>
                </c:ext>
              </c:extLst>
            </c:dLbl>
            <c:dLbl>
              <c:idx val="2"/>
              <c:layout>
                <c:manualLayout>
                  <c:x val="0"/>
                  <c:y val="1.1467889908256881E-3"/>
                </c:manualLayout>
              </c:layout>
              <c:numFmt formatCode="#,##0;&quot;-&quot;#,##0" sourceLinked="0"/>
              <c:spPr>
                <a:noFill/>
                <a:ln>
                  <a:noFill/>
                </a:ln>
              </c:spPr>
              <c:txPr>
                <a:bodyPr wrap="none"/>
                <a:lstStyle/>
                <a:p>
                  <a:pPr>
                    <a:defRPr kumimoji="1" sz="1400" kern="1200">
                      <a:solidFill>
                        <a:schemeClr val="bg1"/>
                      </a:solidFill>
                      <a:latin typeface="HarmonyOS Sans SC"/>
                      <a:ea typeface="HarmonyOS Sans SC"/>
                      <a:cs typeface="HarmonyOS Sans SC"/>
                      <a:sym typeface="HarmonyOS Sans SC"/>
                    </a:defRPr>
                  </a:pPr>
                  <a:endParaRPr lang="zh-CN"/>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2-004F-CA41-BE6E-757BE86E77EC}"/>
                </c:ext>
              </c:extLst>
            </c:dLbl>
            <c:dLbl>
              <c:idx val="3"/>
              <c:layout>
                <c:manualLayout>
                  <c:x val="0"/>
                  <c:y val="1.1467889908256881E-3"/>
                </c:manualLayout>
              </c:layout>
              <c:numFmt formatCode="#,##0;&quot;-&quot;#,##0" sourceLinked="0"/>
              <c:spPr>
                <a:noFill/>
                <a:ln>
                  <a:noFill/>
                </a:ln>
              </c:spPr>
              <c:txPr>
                <a:bodyPr wrap="none"/>
                <a:lstStyle/>
                <a:p>
                  <a:pPr>
                    <a:defRPr kumimoji="1" sz="1400" kern="1200">
                      <a:solidFill>
                        <a:schemeClr val="bg1"/>
                      </a:solidFill>
                      <a:latin typeface="HarmonyOS Sans SC"/>
                      <a:ea typeface="HarmonyOS Sans SC"/>
                      <a:cs typeface="HarmonyOS Sans SC"/>
                      <a:sym typeface="HarmonyOS Sans SC"/>
                    </a:defRPr>
                  </a:pPr>
                  <a:endParaRPr lang="zh-CN"/>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3-004F-CA41-BE6E-757BE86E77EC}"/>
                </c:ext>
              </c:extLst>
            </c:dLbl>
            <c:dLbl>
              <c:idx val="4"/>
              <c:layout>
                <c:manualLayout>
                  <c:x val="0"/>
                  <c:y val="1.1467889908256881E-3"/>
                </c:manualLayout>
              </c:layout>
              <c:numFmt formatCode="#,##0;&quot;-&quot;#,##0" sourceLinked="0"/>
              <c:spPr>
                <a:noFill/>
                <a:ln>
                  <a:noFill/>
                </a:ln>
              </c:spPr>
              <c:txPr>
                <a:bodyPr wrap="none"/>
                <a:lstStyle/>
                <a:p>
                  <a:pPr>
                    <a:defRPr kumimoji="1" sz="1400" kern="1200">
                      <a:solidFill>
                        <a:schemeClr val="bg1"/>
                      </a:solidFill>
                      <a:latin typeface="HarmonyOS Sans SC"/>
                      <a:ea typeface="HarmonyOS Sans SC"/>
                      <a:cs typeface="HarmonyOS Sans SC"/>
                      <a:sym typeface="HarmonyOS Sans SC"/>
                    </a:defRPr>
                  </a:pPr>
                  <a:endParaRPr lang="zh-CN"/>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4-004F-CA41-BE6E-757BE86E77EC}"/>
                </c:ext>
              </c:extLst>
            </c:dLbl>
            <c:dLbl>
              <c:idx val="5"/>
              <c:layout>
                <c:manualLayout>
                  <c:x val="-1.7088174982911826E-4"/>
                  <c:y val="1.1467889908256881E-3"/>
                </c:manualLayout>
              </c:layout>
              <c:numFmt formatCode="#,##0;&quot;-&quot;#,##0" sourceLinked="0"/>
              <c:spPr>
                <a:noFill/>
                <a:ln>
                  <a:noFill/>
                </a:ln>
              </c:spPr>
              <c:txPr>
                <a:bodyPr wrap="none"/>
                <a:lstStyle/>
                <a:p>
                  <a:pPr>
                    <a:defRPr kumimoji="1" sz="1400" kern="1200">
                      <a:solidFill>
                        <a:schemeClr val="bg1"/>
                      </a:solidFill>
                      <a:latin typeface="HarmonyOS Sans SC"/>
                      <a:ea typeface="HarmonyOS Sans SC"/>
                      <a:cs typeface="HarmonyOS Sans SC"/>
                      <a:sym typeface="HarmonyOS Sans SC"/>
                    </a:defRPr>
                  </a:pPr>
                  <a:endParaRPr lang="zh-CN"/>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5-004F-CA41-BE6E-757BE86E77EC}"/>
                </c:ext>
              </c:extLst>
            </c:dLbl>
            <c:dLbl>
              <c:idx val="6"/>
              <c:layout>
                <c:manualLayout>
                  <c:x val="0"/>
                  <c:y val="1.1467889908256881E-3"/>
                </c:manualLayout>
              </c:layout>
              <c:numFmt formatCode="#,##0;&quot;-&quot;#,##0" sourceLinked="0"/>
              <c:spPr>
                <a:noFill/>
                <a:ln>
                  <a:noFill/>
                </a:ln>
              </c:spPr>
              <c:txPr>
                <a:bodyPr wrap="none"/>
                <a:lstStyle/>
                <a:p>
                  <a:pPr>
                    <a:defRPr kumimoji="1" sz="1400" kern="1200">
                      <a:solidFill>
                        <a:schemeClr val="bg1"/>
                      </a:solidFill>
                      <a:latin typeface="HarmonyOS Sans SC"/>
                      <a:ea typeface="HarmonyOS Sans SC"/>
                      <a:cs typeface="HarmonyOS Sans SC"/>
                      <a:sym typeface="HarmonyOS Sans SC"/>
                    </a:defRPr>
                  </a:pPr>
                  <a:endParaRPr lang="zh-CN"/>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6-004F-CA41-BE6E-757BE86E77EC}"/>
                </c:ext>
              </c:extLst>
            </c:dLbl>
            <c:dLbl>
              <c:idx val="7"/>
              <c:layout>
                <c:manualLayout>
                  <c:x val="0"/>
                  <c:y val="1.1467889908256881E-3"/>
                </c:manualLayout>
              </c:layout>
              <c:numFmt formatCode="#,##0;&quot;-&quot;#,##0" sourceLinked="0"/>
              <c:spPr>
                <a:noFill/>
                <a:ln>
                  <a:noFill/>
                </a:ln>
              </c:spPr>
              <c:txPr>
                <a:bodyPr wrap="none"/>
                <a:lstStyle/>
                <a:p>
                  <a:pPr>
                    <a:defRPr kumimoji="1" sz="1400" kern="1200">
                      <a:solidFill>
                        <a:schemeClr val="bg1"/>
                      </a:solidFill>
                      <a:latin typeface="HarmonyOS Sans SC"/>
                      <a:ea typeface="HarmonyOS Sans SC"/>
                      <a:cs typeface="HarmonyOS Sans SC"/>
                      <a:sym typeface="HarmonyOS Sans SC"/>
                    </a:defRPr>
                  </a:pPr>
                  <a:endParaRPr lang="zh-CN"/>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7-004F-CA41-BE6E-757BE86E77EC}"/>
                </c:ext>
              </c:extLst>
            </c:dLbl>
            <c:dLbl>
              <c:idx val="8"/>
              <c:layout>
                <c:manualLayout>
                  <c:x val="0"/>
                  <c:y val="1.1467889908256881E-3"/>
                </c:manualLayout>
              </c:layout>
              <c:numFmt formatCode="#,##0;&quot;-&quot;#,##0" sourceLinked="0"/>
              <c:spPr>
                <a:noFill/>
                <a:ln>
                  <a:noFill/>
                </a:ln>
              </c:spPr>
              <c:txPr>
                <a:bodyPr wrap="none"/>
                <a:lstStyle/>
                <a:p>
                  <a:pPr>
                    <a:defRPr kumimoji="1" sz="1400" kern="1200">
                      <a:solidFill>
                        <a:schemeClr val="bg1"/>
                      </a:solidFill>
                      <a:latin typeface="HarmonyOS Sans SC"/>
                      <a:ea typeface="HarmonyOS Sans SC"/>
                      <a:cs typeface="HarmonyOS Sans SC"/>
                      <a:sym typeface="HarmonyOS Sans SC"/>
                    </a:defRPr>
                  </a:pPr>
                  <a:endParaRPr lang="zh-CN"/>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8-004F-CA41-BE6E-757BE86E77EC}"/>
                </c:ext>
              </c:extLst>
            </c:dLbl>
            <c:dLbl>
              <c:idx val="9"/>
              <c:layout>
                <c:manualLayout>
                  <c:x val="-1.7088174982911826E-4"/>
                  <c:y val="1.1467889908256881E-3"/>
                </c:manualLayout>
              </c:layout>
              <c:numFmt formatCode="#,##0;&quot;-&quot;#,##0" sourceLinked="0"/>
              <c:spPr>
                <a:noFill/>
                <a:ln>
                  <a:noFill/>
                </a:ln>
              </c:spPr>
              <c:txPr>
                <a:bodyPr wrap="none"/>
                <a:lstStyle/>
                <a:p>
                  <a:pPr>
                    <a:defRPr kumimoji="1" sz="1400" kern="1200">
                      <a:solidFill>
                        <a:schemeClr val="bg1"/>
                      </a:solidFill>
                      <a:latin typeface="HarmonyOS Sans SC"/>
                      <a:ea typeface="HarmonyOS Sans SC"/>
                      <a:cs typeface="HarmonyOS Sans SC"/>
                      <a:sym typeface="HarmonyOS Sans SC"/>
                    </a:defRPr>
                  </a:pPr>
                  <a:endParaRPr lang="zh-CN"/>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9-004F-CA41-BE6E-757BE86E77EC}"/>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val>
            <c:numRef>
              <c:f>Sheet1!$A$1:$J$1</c:f>
              <c:numCache>
                <c:formatCode>General</c:formatCode>
                <c:ptCount val="10"/>
                <c:pt idx="0">
                  <c:v>2</c:v>
                </c:pt>
                <c:pt idx="1">
                  <c:v>4</c:v>
                </c:pt>
                <c:pt idx="2">
                  <c:v>5</c:v>
                </c:pt>
                <c:pt idx="3">
                  <c:v>4</c:v>
                </c:pt>
                <c:pt idx="4">
                  <c:v>3</c:v>
                </c:pt>
                <c:pt idx="5">
                  <c:v>2</c:v>
                </c:pt>
                <c:pt idx="6">
                  <c:v>3</c:v>
                </c:pt>
                <c:pt idx="7">
                  <c:v>3</c:v>
                </c:pt>
                <c:pt idx="8">
                  <c:v>4</c:v>
                </c:pt>
                <c:pt idx="9">
                  <c:v>2</c:v>
                </c:pt>
              </c:numCache>
            </c:numRef>
          </c:val>
          <c:extLst>
            <c:ext xmlns:c16="http://schemas.microsoft.com/office/drawing/2014/chart" uri="{C3380CC4-5D6E-409C-BE32-E72D297353CC}">
              <c16:uniqueId val="{0000000A-004F-CA41-BE6E-757BE86E77EC}"/>
            </c:ext>
          </c:extLst>
        </c:ser>
        <c:ser>
          <c:idx val="1"/>
          <c:order val="1"/>
          <c:spPr>
            <a:solidFill>
              <a:srgbClr val="00A8F7"/>
            </a:solidFill>
            <a:ln>
              <a:noFill/>
            </a:ln>
          </c:spPr>
          <c:invertIfNegative val="0"/>
          <c:dLbls>
            <c:dLbl>
              <c:idx val="0"/>
              <c:layout>
                <c:manualLayout>
                  <c:x val="0"/>
                  <c:y val="1.1467889908256881E-3"/>
                </c:manualLayout>
              </c:layout>
              <c:numFmt formatCode="#,##0;&quot;-&quot;#,##0" sourceLinked="0"/>
              <c:spPr>
                <a:noFill/>
                <a:ln>
                  <a:noFill/>
                </a:ln>
              </c:spPr>
              <c:txPr>
                <a:bodyPr wrap="none"/>
                <a:lstStyle/>
                <a:p>
                  <a:pPr>
                    <a:defRPr kumimoji="1" sz="1400" kern="1200">
                      <a:solidFill>
                        <a:schemeClr val="bg1"/>
                      </a:solidFill>
                      <a:latin typeface="HarmonyOS Sans SC"/>
                      <a:ea typeface="HarmonyOS Sans SC"/>
                      <a:cs typeface="HarmonyOS Sans SC"/>
                      <a:sym typeface="HarmonyOS Sans SC"/>
                    </a:defRPr>
                  </a:pPr>
                  <a:endParaRPr lang="zh-CN"/>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B-004F-CA41-BE6E-757BE86E77EC}"/>
                </c:ext>
              </c:extLst>
            </c:dLbl>
            <c:dLbl>
              <c:idx val="1"/>
              <c:layout>
                <c:manualLayout>
                  <c:x val="0"/>
                  <c:y val="1.1467889908256881E-3"/>
                </c:manualLayout>
              </c:layout>
              <c:numFmt formatCode="#,##0;&quot;-&quot;#,##0" sourceLinked="0"/>
              <c:spPr>
                <a:noFill/>
                <a:ln>
                  <a:noFill/>
                </a:ln>
              </c:spPr>
              <c:txPr>
                <a:bodyPr wrap="none"/>
                <a:lstStyle/>
                <a:p>
                  <a:pPr>
                    <a:defRPr kumimoji="1" sz="1400" kern="1200">
                      <a:solidFill>
                        <a:schemeClr val="bg1"/>
                      </a:solidFill>
                      <a:latin typeface="HarmonyOS Sans SC"/>
                      <a:ea typeface="HarmonyOS Sans SC"/>
                      <a:cs typeface="HarmonyOS Sans SC"/>
                      <a:sym typeface="HarmonyOS Sans SC"/>
                    </a:defRPr>
                  </a:pPr>
                  <a:endParaRPr lang="zh-CN"/>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C-004F-CA41-BE6E-757BE86E77EC}"/>
                </c:ext>
              </c:extLst>
            </c:dLbl>
            <c:dLbl>
              <c:idx val="2"/>
              <c:layout>
                <c:manualLayout>
                  <c:x val="0"/>
                  <c:y val="1.1467889908256881E-3"/>
                </c:manualLayout>
              </c:layout>
              <c:numFmt formatCode="#,##0;&quot;-&quot;#,##0" sourceLinked="0"/>
              <c:spPr>
                <a:noFill/>
                <a:ln>
                  <a:noFill/>
                </a:ln>
              </c:spPr>
              <c:txPr>
                <a:bodyPr wrap="none"/>
                <a:lstStyle/>
                <a:p>
                  <a:pPr>
                    <a:defRPr kumimoji="1" sz="1400" kern="1200">
                      <a:solidFill>
                        <a:schemeClr val="bg1"/>
                      </a:solidFill>
                      <a:latin typeface="HarmonyOS Sans SC"/>
                      <a:ea typeface="HarmonyOS Sans SC"/>
                      <a:cs typeface="HarmonyOS Sans SC"/>
                      <a:sym typeface="HarmonyOS Sans SC"/>
                    </a:defRPr>
                  </a:pPr>
                  <a:endParaRPr lang="zh-CN"/>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D-004F-CA41-BE6E-757BE86E77EC}"/>
                </c:ext>
              </c:extLst>
            </c:dLbl>
            <c:dLbl>
              <c:idx val="3"/>
              <c:layout>
                <c:manualLayout>
                  <c:x val="-1.7088174982911826E-4"/>
                  <c:y val="1.1467889908256881E-3"/>
                </c:manualLayout>
              </c:layout>
              <c:numFmt formatCode="#,##0;&quot;-&quot;#,##0" sourceLinked="0"/>
              <c:spPr>
                <a:noFill/>
                <a:ln>
                  <a:noFill/>
                </a:ln>
              </c:spPr>
              <c:txPr>
                <a:bodyPr wrap="none"/>
                <a:lstStyle/>
                <a:p>
                  <a:pPr>
                    <a:defRPr kumimoji="1" sz="1400" kern="1200">
                      <a:solidFill>
                        <a:schemeClr val="bg1"/>
                      </a:solidFill>
                      <a:latin typeface="HarmonyOS Sans SC"/>
                      <a:ea typeface="HarmonyOS Sans SC"/>
                      <a:cs typeface="HarmonyOS Sans SC"/>
                      <a:sym typeface="HarmonyOS Sans SC"/>
                    </a:defRPr>
                  </a:pPr>
                  <a:endParaRPr lang="zh-CN"/>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E-004F-CA41-BE6E-757BE86E77EC}"/>
                </c:ext>
              </c:extLst>
            </c:dLbl>
            <c:dLbl>
              <c:idx val="4"/>
              <c:layout>
                <c:manualLayout>
                  <c:x val="0"/>
                  <c:y val="1.1467889908256881E-3"/>
                </c:manualLayout>
              </c:layout>
              <c:numFmt formatCode="#,##0;&quot;-&quot;#,##0" sourceLinked="0"/>
              <c:spPr>
                <a:noFill/>
                <a:ln>
                  <a:noFill/>
                </a:ln>
              </c:spPr>
              <c:txPr>
                <a:bodyPr wrap="none"/>
                <a:lstStyle/>
                <a:p>
                  <a:pPr>
                    <a:defRPr kumimoji="1" sz="1400" kern="1200">
                      <a:solidFill>
                        <a:schemeClr val="bg1"/>
                      </a:solidFill>
                      <a:latin typeface="HarmonyOS Sans SC"/>
                      <a:ea typeface="HarmonyOS Sans SC"/>
                      <a:cs typeface="HarmonyOS Sans SC"/>
                      <a:sym typeface="HarmonyOS Sans SC"/>
                    </a:defRPr>
                  </a:pPr>
                  <a:endParaRPr lang="zh-CN"/>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F-004F-CA41-BE6E-757BE86E77EC}"/>
                </c:ext>
              </c:extLst>
            </c:dLbl>
            <c:dLbl>
              <c:idx val="5"/>
              <c:layout>
                <c:manualLayout>
                  <c:x val="0"/>
                  <c:y val="1.1467889908256881E-3"/>
                </c:manualLayout>
              </c:layout>
              <c:numFmt formatCode="#,##0;&quot;-&quot;#,##0" sourceLinked="0"/>
              <c:spPr>
                <a:noFill/>
                <a:ln>
                  <a:noFill/>
                </a:ln>
              </c:spPr>
              <c:txPr>
                <a:bodyPr wrap="none"/>
                <a:lstStyle/>
                <a:p>
                  <a:pPr>
                    <a:defRPr kumimoji="1" sz="1400" kern="1200">
                      <a:solidFill>
                        <a:schemeClr val="bg1"/>
                      </a:solidFill>
                      <a:latin typeface="HarmonyOS Sans SC"/>
                      <a:ea typeface="HarmonyOS Sans SC"/>
                      <a:cs typeface="HarmonyOS Sans SC"/>
                      <a:sym typeface="HarmonyOS Sans SC"/>
                    </a:defRPr>
                  </a:pPr>
                  <a:endParaRPr lang="zh-CN"/>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10-004F-CA41-BE6E-757BE86E77EC}"/>
                </c:ext>
              </c:extLst>
            </c:dLbl>
            <c:dLbl>
              <c:idx val="6"/>
              <c:layout>
                <c:manualLayout>
                  <c:x val="0"/>
                  <c:y val="1.1467889908256881E-3"/>
                </c:manualLayout>
              </c:layout>
              <c:numFmt formatCode="#,##0;&quot;-&quot;#,##0" sourceLinked="0"/>
              <c:spPr>
                <a:noFill/>
                <a:ln>
                  <a:noFill/>
                </a:ln>
              </c:spPr>
              <c:txPr>
                <a:bodyPr wrap="none"/>
                <a:lstStyle/>
                <a:p>
                  <a:pPr>
                    <a:defRPr kumimoji="1" sz="1400" kern="1200">
                      <a:solidFill>
                        <a:schemeClr val="bg1"/>
                      </a:solidFill>
                      <a:latin typeface="HarmonyOS Sans SC"/>
                      <a:ea typeface="HarmonyOS Sans SC"/>
                      <a:cs typeface="HarmonyOS Sans SC"/>
                      <a:sym typeface="HarmonyOS Sans SC"/>
                    </a:defRPr>
                  </a:pPr>
                  <a:endParaRPr lang="zh-CN"/>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11-004F-CA41-BE6E-757BE86E77EC}"/>
                </c:ext>
              </c:extLst>
            </c:dLbl>
            <c:dLbl>
              <c:idx val="7"/>
              <c:layout>
                <c:manualLayout>
                  <c:x val="0"/>
                  <c:y val="1.1467889908256881E-3"/>
                </c:manualLayout>
              </c:layout>
              <c:numFmt formatCode="#,##0;&quot;-&quot;#,##0" sourceLinked="0"/>
              <c:spPr>
                <a:noFill/>
                <a:ln>
                  <a:noFill/>
                </a:ln>
              </c:spPr>
              <c:txPr>
                <a:bodyPr wrap="none"/>
                <a:lstStyle/>
                <a:p>
                  <a:pPr>
                    <a:defRPr kumimoji="1" sz="1400" kern="1200">
                      <a:solidFill>
                        <a:schemeClr val="bg1"/>
                      </a:solidFill>
                      <a:latin typeface="HarmonyOS Sans SC"/>
                      <a:ea typeface="HarmonyOS Sans SC"/>
                      <a:cs typeface="HarmonyOS Sans SC"/>
                      <a:sym typeface="HarmonyOS Sans SC"/>
                    </a:defRPr>
                  </a:pPr>
                  <a:endParaRPr lang="zh-CN"/>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12-004F-CA41-BE6E-757BE86E77EC}"/>
                </c:ext>
              </c:extLst>
            </c:dLbl>
            <c:dLbl>
              <c:idx val="8"/>
              <c:layout>
                <c:manualLayout>
                  <c:x val="0"/>
                  <c:y val="1.1467889908256881E-3"/>
                </c:manualLayout>
              </c:layout>
              <c:numFmt formatCode="#,##0;&quot;-&quot;#,##0" sourceLinked="0"/>
              <c:spPr>
                <a:noFill/>
                <a:ln>
                  <a:noFill/>
                </a:ln>
              </c:spPr>
              <c:txPr>
                <a:bodyPr wrap="none"/>
                <a:lstStyle/>
                <a:p>
                  <a:pPr>
                    <a:defRPr kumimoji="1" sz="1400" kern="1200">
                      <a:solidFill>
                        <a:schemeClr val="bg1"/>
                      </a:solidFill>
                      <a:latin typeface="HarmonyOS Sans SC"/>
                      <a:ea typeface="HarmonyOS Sans SC"/>
                      <a:cs typeface="HarmonyOS Sans SC"/>
                      <a:sym typeface="HarmonyOS Sans SC"/>
                    </a:defRPr>
                  </a:pPr>
                  <a:endParaRPr lang="zh-CN"/>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13-004F-CA41-BE6E-757BE86E77EC}"/>
                </c:ext>
              </c:extLst>
            </c:dLbl>
            <c:dLbl>
              <c:idx val="9"/>
              <c:layout>
                <c:manualLayout>
                  <c:x val="0"/>
                  <c:y val="1.1467889908256881E-3"/>
                </c:manualLayout>
              </c:layout>
              <c:numFmt formatCode="#,##0;&quot;-&quot;#,##0" sourceLinked="0"/>
              <c:spPr>
                <a:noFill/>
                <a:ln>
                  <a:noFill/>
                </a:ln>
              </c:spPr>
              <c:txPr>
                <a:bodyPr wrap="none"/>
                <a:lstStyle/>
                <a:p>
                  <a:pPr>
                    <a:defRPr kumimoji="1" sz="1400" kern="1200">
                      <a:solidFill>
                        <a:schemeClr val="bg1"/>
                      </a:solidFill>
                      <a:latin typeface="HarmonyOS Sans SC"/>
                      <a:ea typeface="HarmonyOS Sans SC"/>
                      <a:cs typeface="HarmonyOS Sans SC"/>
                      <a:sym typeface="HarmonyOS Sans SC"/>
                    </a:defRPr>
                  </a:pPr>
                  <a:endParaRPr lang="zh-CN"/>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14-004F-CA41-BE6E-757BE86E77EC}"/>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val>
            <c:numRef>
              <c:f>Sheet1!$A$2:$J$2</c:f>
              <c:numCache>
                <c:formatCode>General</c:formatCode>
                <c:ptCount val="10"/>
                <c:pt idx="0">
                  <c:v>4</c:v>
                </c:pt>
                <c:pt idx="1">
                  <c:v>4</c:v>
                </c:pt>
                <c:pt idx="2">
                  <c:v>6</c:v>
                </c:pt>
                <c:pt idx="3">
                  <c:v>6</c:v>
                </c:pt>
                <c:pt idx="4">
                  <c:v>4</c:v>
                </c:pt>
                <c:pt idx="5">
                  <c:v>4</c:v>
                </c:pt>
                <c:pt idx="6">
                  <c:v>2</c:v>
                </c:pt>
                <c:pt idx="7">
                  <c:v>2</c:v>
                </c:pt>
                <c:pt idx="8">
                  <c:v>3</c:v>
                </c:pt>
                <c:pt idx="9">
                  <c:v>3</c:v>
                </c:pt>
              </c:numCache>
            </c:numRef>
          </c:val>
          <c:extLst>
            <c:ext xmlns:c16="http://schemas.microsoft.com/office/drawing/2014/chart" uri="{C3380CC4-5D6E-409C-BE32-E72D297353CC}">
              <c16:uniqueId val="{00000015-004F-CA41-BE6E-757BE86E77EC}"/>
            </c:ext>
          </c:extLst>
        </c:ser>
        <c:ser>
          <c:idx val="2"/>
          <c:order val="2"/>
          <c:spPr>
            <a:solidFill>
              <a:srgbClr val="2038E9"/>
            </a:solidFill>
            <a:ln>
              <a:noFill/>
            </a:ln>
          </c:spPr>
          <c:invertIfNegative val="0"/>
          <c:dLbls>
            <c:dLbl>
              <c:idx val="0"/>
              <c:layout>
                <c:manualLayout>
                  <c:x val="0"/>
                  <c:y val="1.1467889908256881E-3"/>
                </c:manualLayout>
              </c:layout>
              <c:numFmt formatCode="#,##0;&quot;-&quot;#,##0" sourceLinked="0"/>
              <c:spPr>
                <a:noFill/>
                <a:ln>
                  <a:noFill/>
                </a:ln>
              </c:spPr>
              <c:txPr>
                <a:bodyPr wrap="none"/>
                <a:lstStyle/>
                <a:p>
                  <a:pPr>
                    <a:defRPr kumimoji="1" sz="1400" kern="1200">
                      <a:solidFill>
                        <a:schemeClr val="bg1"/>
                      </a:solidFill>
                      <a:latin typeface="HarmonyOS Sans SC"/>
                      <a:ea typeface="HarmonyOS Sans SC"/>
                      <a:cs typeface="HarmonyOS Sans SC"/>
                      <a:sym typeface="HarmonyOS Sans SC"/>
                    </a:defRPr>
                  </a:pPr>
                  <a:endParaRPr lang="zh-CN"/>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16-004F-CA41-BE6E-757BE86E77EC}"/>
                </c:ext>
              </c:extLst>
            </c:dLbl>
            <c:dLbl>
              <c:idx val="1"/>
              <c:layout>
                <c:manualLayout>
                  <c:x val="-1.7088174982911826E-4"/>
                  <c:y val="1.1467889908256881E-3"/>
                </c:manualLayout>
              </c:layout>
              <c:numFmt formatCode="#,##0;&quot;-&quot;#,##0" sourceLinked="0"/>
              <c:spPr>
                <a:noFill/>
                <a:ln>
                  <a:noFill/>
                </a:ln>
              </c:spPr>
              <c:txPr>
                <a:bodyPr wrap="none"/>
                <a:lstStyle/>
                <a:p>
                  <a:pPr>
                    <a:defRPr kumimoji="1" sz="1400" kern="1200">
                      <a:solidFill>
                        <a:schemeClr val="bg1"/>
                      </a:solidFill>
                      <a:latin typeface="HarmonyOS Sans SC"/>
                      <a:ea typeface="HarmonyOS Sans SC"/>
                      <a:cs typeface="HarmonyOS Sans SC"/>
                      <a:sym typeface="HarmonyOS Sans SC"/>
                    </a:defRPr>
                  </a:pPr>
                  <a:endParaRPr lang="zh-CN"/>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17-004F-CA41-BE6E-757BE86E77EC}"/>
                </c:ext>
              </c:extLst>
            </c:dLbl>
            <c:dLbl>
              <c:idx val="2"/>
              <c:layout>
                <c:manualLayout>
                  <c:x val="-1.7088174982911826E-4"/>
                  <c:y val="1.1467889908256881E-3"/>
                </c:manualLayout>
              </c:layout>
              <c:numFmt formatCode="#,##0;&quot;-&quot;#,##0" sourceLinked="0"/>
              <c:spPr>
                <a:noFill/>
                <a:ln>
                  <a:noFill/>
                </a:ln>
              </c:spPr>
              <c:txPr>
                <a:bodyPr wrap="none"/>
                <a:lstStyle/>
                <a:p>
                  <a:pPr>
                    <a:defRPr kumimoji="1" sz="1400" kern="1200">
                      <a:solidFill>
                        <a:schemeClr val="bg1"/>
                      </a:solidFill>
                      <a:latin typeface="HarmonyOS Sans SC"/>
                      <a:ea typeface="HarmonyOS Sans SC"/>
                      <a:cs typeface="HarmonyOS Sans SC"/>
                      <a:sym typeface="HarmonyOS Sans SC"/>
                    </a:defRPr>
                  </a:pPr>
                  <a:endParaRPr lang="zh-CN"/>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18-004F-CA41-BE6E-757BE86E77EC}"/>
                </c:ext>
              </c:extLst>
            </c:dLbl>
            <c:dLbl>
              <c:idx val="3"/>
              <c:layout>
                <c:manualLayout>
                  <c:x val="-1.7088174982911826E-4"/>
                  <c:y val="1.1467889908256881E-3"/>
                </c:manualLayout>
              </c:layout>
              <c:numFmt formatCode="#,##0;&quot;-&quot;#,##0" sourceLinked="0"/>
              <c:spPr>
                <a:noFill/>
                <a:ln>
                  <a:noFill/>
                </a:ln>
              </c:spPr>
              <c:txPr>
                <a:bodyPr wrap="none"/>
                <a:lstStyle/>
                <a:p>
                  <a:pPr>
                    <a:defRPr kumimoji="1" sz="1400" kern="1200">
                      <a:solidFill>
                        <a:schemeClr val="bg1"/>
                      </a:solidFill>
                      <a:latin typeface="HarmonyOS Sans SC"/>
                      <a:ea typeface="HarmonyOS Sans SC"/>
                      <a:cs typeface="HarmonyOS Sans SC"/>
                      <a:sym typeface="HarmonyOS Sans SC"/>
                    </a:defRPr>
                  </a:pPr>
                  <a:endParaRPr lang="zh-CN"/>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19-004F-CA41-BE6E-757BE86E77EC}"/>
                </c:ext>
              </c:extLst>
            </c:dLbl>
            <c:dLbl>
              <c:idx val="4"/>
              <c:layout>
                <c:manualLayout>
                  <c:x val="-1.7088174982911826E-4"/>
                  <c:y val="1.1467889908256881E-3"/>
                </c:manualLayout>
              </c:layout>
              <c:numFmt formatCode="#,##0;&quot;-&quot;#,##0" sourceLinked="0"/>
              <c:spPr>
                <a:noFill/>
                <a:ln>
                  <a:noFill/>
                </a:ln>
              </c:spPr>
              <c:txPr>
                <a:bodyPr wrap="none"/>
                <a:lstStyle/>
                <a:p>
                  <a:pPr>
                    <a:defRPr kumimoji="1" sz="1400" kern="1200">
                      <a:solidFill>
                        <a:schemeClr val="bg1"/>
                      </a:solidFill>
                      <a:latin typeface="HarmonyOS Sans SC"/>
                      <a:ea typeface="HarmonyOS Sans SC"/>
                      <a:cs typeface="HarmonyOS Sans SC"/>
                      <a:sym typeface="HarmonyOS Sans SC"/>
                    </a:defRPr>
                  </a:pPr>
                  <a:endParaRPr lang="zh-CN"/>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1A-004F-CA41-BE6E-757BE86E77EC}"/>
                </c:ext>
              </c:extLst>
            </c:dLbl>
            <c:dLbl>
              <c:idx val="5"/>
              <c:layout>
                <c:manualLayout>
                  <c:x val="0"/>
                  <c:y val="1.1467889908256881E-3"/>
                </c:manualLayout>
              </c:layout>
              <c:numFmt formatCode="#,##0;&quot;-&quot;#,##0" sourceLinked="0"/>
              <c:spPr>
                <a:noFill/>
                <a:ln>
                  <a:noFill/>
                </a:ln>
              </c:spPr>
              <c:txPr>
                <a:bodyPr wrap="none"/>
                <a:lstStyle/>
                <a:p>
                  <a:pPr>
                    <a:defRPr kumimoji="1" sz="1400" kern="1200">
                      <a:solidFill>
                        <a:schemeClr val="bg1"/>
                      </a:solidFill>
                      <a:latin typeface="HarmonyOS Sans SC"/>
                      <a:ea typeface="HarmonyOS Sans SC"/>
                      <a:cs typeface="HarmonyOS Sans SC"/>
                      <a:sym typeface="HarmonyOS Sans SC"/>
                    </a:defRPr>
                  </a:pPr>
                  <a:endParaRPr lang="zh-CN"/>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1B-004F-CA41-BE6E-757BE86E77EC}"/>
                </c:ext>
              </c:extLst>
            </c:dLbl>
            <c:dLbl>
              <c:idx val="6"/>
              <c:layout>
                <c:manualLayout>
                  <c:x val="0"/>
                  <c:y val="1.1467889908256881E-3"/>
                </c:manualLayout>
              </c:layout>
              <c:numFmt formatCode="#,##0;&quot;-&quot;#,##0" sourceLinked="0"/>
              <c:spPr>
                <a:noFill/>
                <a:ln>
                  <a:noFill/>
                </a:ln>
              </c:spPr>
              <c:txPr>
                <a:bodyPr wrap="none"/>
                <a:lstStyle/>
                <a:p>
                  <a:pPr>
                    <a:defRPr kumimoji="1" sz="1400" kern="1200">
                      <a:solidFill>
                        <a:schemeClr val="bg1"/>
                      </a:solidFill>
                      <a:latin typeface="HarmonyOS Sans SC"/>
                      <a:ea typeface="HarmonyOS Sans SC"/>
                      <a:cs typeface="HarmonyOS Sans SC"/>
                      <a:sym typeface="HarmonyOS Sans SC"/>
                    </a:defRPr>
                  </a:pPr>
                  <a:endParaRPr lang="zh-CN"/>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1C-004F-CA41-BE6E-757BE86E77EC}"/>
                </c:ext>
              </c:extLst>
            </c:dLbl>
            <c:dLbl>
              <c:idx val="7"/>
              <c:layout>
                <c:manualLayout>
                  <c:x val="0"/>
                  <c:y val="1.1467889908256881E-3"/>
                </c:manualLayout>
              </c:layout>
              <c:numFmt formatCode="#,##0;&quot;-&quot;#,##0" sourceLinked="0"/>
              <c:spPr>
                <a:noFill/>
                <a:ln>
                  <a:noFill/>
                </a:ln>
              </c:spPr>
              <c:txPr>
                <a:bodyPr wrap="none"/>
                <a:lstStyle/>
                <a:p>
                  <a:pPr>
                    <a:defRPr kumimoji="1" sz="1400" kern="1200">
                      <a:solidFill>
                        <a:schemeClr val="bg1"/>
                      </a:solidFill>
                      <a:latin typeface="HarmonyOS Sans SC"/>
                      <a:ea typeface="HarmonyOS Sans SC"/>
                      <a:cs typeface="HarmonyOS Sans SC"/>
                      <a:sym typeface="HarmonyOS Sans SC"/>
                    </a:defRPr>
                  </a:pPr>
                  <a:endParaRPr lang="zh-CN"/>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1D-004F-CA41-BE6E-757BE86E77EC}"/>
                </c:ext>
              </c:extLst>
            </c:dLbl>
            <c:dLbl>
              <c:idx val="8"/>
              <c:layout>
                <c:manualLayout>
                  <c:x val="0"/>
                  <c:y val="1.1467889908256881E-3"/>
                </c:manualLayout>
              </c:layout>
              <c:numFmt formatCode="#,##0;&quot;-&quot;#,##0" sourceLinked="0"/>
              <c:spPr>
                <a:noFill/>
                <a:ln>
                  <a:noFill/>
                </a:ln>
              </c:spPr>
              <c:txPr>
                <a:bodyPr wrap="none"/>
                <a:lstStyle/>
                <a:p>
                  <a:pPr>
                    <a:defRPr kumimoji="1" sz="1400" kern="1200">
                      <a:solidFill>
                        <a:schemeClr val="bg1"/>
                      </a:solidFill>
                      <a:latin typeface="HarmonyOS Sans SC"/>
                      <a:ea typeface="HarmonyOS Sans SC"/>
                      <a:cs typeface="HarmonyOS Sans SC"/>
                      <a:sym typeface="HarmonyOS Sans SC"/>
                    </a:defRPr>
                  </a:pPr>
                  <a:endParaRPr lang="zh-CN"/>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1E-004F-CA41-BE6E-757BE86E77EC}"/>
                </c:ext>
              </c:extLst>
            </c:dLbl>
            <c:dLbl>
              <c:idx val="9"/>
              <c:layout>
                <c:manualLayout>
                  <c:x val="0"/>
                  <c:y val="1.1467889908256881E-3"/>
                </c:manualLayout>
              </c:layout>
              <c:numFmt formatCode="#,##0;&quot;-&quot;#,##0" sourceLinked="0"/>
              <c:spPr>
                <a:noFill/>
                <a:ln>
                  <a:noFill/>
                </a:ln>
              </c:spPr>
              <c:txPr>
                <a:bodyPr wrap="none"/>
                <a:lstStyle/>
                <a:p>
                  <a:pPr>
                    <a:defRPr kumimoji="1" sz="1400" kern="1200">
                      <a:solidFill>
                        <a:schemeClr val="bg1"/>
                      </a:solidFill>
                      <a:latin typeface="HarmonyOS Sans SC"/>
                      <a:ea typeface="HarmonyOS Sans SC"/>
                      <a:cs typeface="HarmonyOS Sans SC"/>
                      <a:sym typeface="HarmonyOS Sans SC"/>
                    </a:defRPr>
                  </a:pPr>
                  <a:endParaRPr lang="zh-CN"/>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1F-004F-CA41-BE6E-757BE86E77EC}"/>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val>
            <c:numRef>
              <c:f>Sheet1!$A$3:$J$3</c:f>
              <c:numCache>
                <c:formatCode>General</c:formatCode>
                <c:ptCount val="10"/>
                <c:pt idx="0">
                  <c:v>4</c:v>
                </c:pt>
                <c:pt idx="1">
                  <c:v>10</c:v>
                </c:pt>
                <c:pt idx="2">
                  <c:v>7</c:v>
                </c:pt>
                <c:pt idx="3">
                  <c:v>6</c:v>
                </c:pt>
                <c:pt idx="4">
                  <c:v>7</c:v>
                </c:pt>
                <c:pt idx="5">
                  <c:v>3</c:v>
                </c:pt>
                <c:pt idx="6">
                  <c:v>2</c:v>
                </c:pt>
                <c:pt idx="7">
                  <c:v>2</c:v>
                </c:pt>
                <c:pt idx="8">
                  <c:v>4</c:v>
                </c:pt>
                <c:pt idx="9">
                  <c:v>1</c:v>
                </c:pt>
              </c:numCache>
            </c:numRef>
          </c:val>
          <c:extLst>
            <c:ext xmlns:c16="http://schemas.microsoft.com/office/drawing/2014/chart" uri="{C3380CC4-5D6E-409C-BE32-E72D297353CC}">
              <c16:uniqueId val="{00000020-004F-CA41-BE6E-757BE86E77EC}"/>
            </c:ext>
          </c:extLst>
        </c:ser>
        <c:ser>
          <c:idx val="3"/>
          <c:order val="3"/>
          <c:spPr>
            <a:solidFill>
              <a:srgbClr val="98E8F2"/>
            </a:solidFill>
            <a:ln>
              <a:noFill/>
            </a:ln>
          </c:spPr>
          <c:invertIfNegative val="0"/>
          <c:dLbls>
            <c:dLbl>
              <c:idx val="0"/>
              <c:layout>
                <c:manualLayout>
                  <c:x val="0"/>
                  <c:y val="1.1467889908256881E-3"/>
                </c:manualLayout>
              </c:layout>
              <c:numFmt formatCode="#,##0;&quot;-&quot;#,##0" sourceLinked="0"/>
              <c:spPr>
                <a:noFill/>
                <a:ln>
                  <a:noFill/>
                </a:ln>
              </c:spPr>
              <c:txPr>
                <a:bodyPr wrap="none"/>
                <a:lstStyle/>
                <a:p>
                  <a:pPr>
                    <a:defRPr kumimoji="1" sz="1400" kern="1200">
                      <a:solidFill>
                        <a:schemeClr val="tx1"/>
                      </a:solidFill>
                      <a:latin typeface="HarmonyOS Sans SC"/>
                      <a:ea typeface="HarmonyOS Sans SC"/>
                      <a:cs typeface="HarmonyOS Sans SC"/>
                      <a:sym typeface="HarmonyOS Sans SC"/>
                    </a:defRPr>
                  </a:pPr>
                  <a:endParaRPr lang="zh-CN"/>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21-004F-CA41-BE6E-757BE86E77EC}"/>
                </c:ext>
              </c:extLst>
            </c:dLbl>
            <c:dLbl>
              <c:idx val="1"/>
              <c:layout>
                <c:manualLayout>
                  <c:x val="-1.7088174982911826E-4"/>
                  <c:y val="1.1467889908256881E-3"/>
                </c:manualLayout>
              </c:layout>
              <c:numFmt formatCode="#,##0;&quot;-&quot;#,##0" sourceLinked="0"/>
              <c:spPr>
                <a:noFill/>
                <a:ln>
                  <a:noFill/>
                </a:ln>
              </c:spPr>
              <c:txPr>
                <a:bodyPr wrap="none"/>
                <a:lstStyle/>
                <a:p>
                  <a:pPr>
                    <a:defRPr kumimoji="1" sz="1400" kern="1200">
                      <a:solidFill>
                        <a:schemeClr val="tx1"/>
                      </a:solidFill>
                      <a:latin typeface="HarmonyOS Sans SC"/>
                      <a:ea typeface="HarmonyOS Sans SC"/>
                      <a:cs typeface="HarmonyOS Sans SC"/>
                      <a:sym typeface="HarmonyOS Sans SC"/>
                    </a:defRPr>
                  </a:pPr>
                  <a:endParaRPr lang="zh-CN"/>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22-004F-CA41-BE6E-757BE86E77EC}"/>
                </c:ext>
              </c:extLst>
            </c:dLbl>
            <c:dLbl>
              <c:idx val="2"/>
              <c:layout>
                <c:manualLayout>
                  <c:x val="-1.7088174982911826E-4"/>
                  <c:y val="1.1467889908256881E-3"/>
                </c:manualLayout>
              </c:layout>
              <c:numFmt formatCode="#,##0;&quot;-&quot;#,##0" sourceLinked="0"/>
              <c:spPr>
                <a:noFill/>
                <a:ln>
                  <a:noFill/>
                </a:ln>
              </c:spPr>
              <c:txPr>
                <a:bodyPr wrap="none"/>
                <a:lstStyle/>
                <a:p>
                  <a:pPr>
                    <a:defRPr kumimoji="1" sz="1400" kern="1200">
                      <a:solidFill>
                        <a:schemeClr val="tx1"/>
                      </a:solidFill>
                      <a:latin typeface="HarmonyOS Sans SC"/>
                      <a:ea typeface="HarmonyOS Sans SC"/>
                      <a:cs typeface="HarmonyOS Sans SC"/>
                      <a:sym typeface="HarmonyOS Sans SC"/>
                    </a:defRPr>
                  </a:pPr>
                  <a:endParaRPr lang="zh-CN"/>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23-004F-CA41-BE6E-757BE86E77EC}"/>
                </c:ext>
              </c:extLst>
            </c:dLbl>
            <c:dLbl>
              <c:idx val="3"/>
              <c:layout>
                <c:manualLayout>
                  <c:x val="-1.7088174982911826E-4"/>
                  <c:y val="1.1467889908256881E-3"/>
                </c:manualLayout>
              </c:layout>
              <c:numFmt formatCode="#,##0;&quot;-&quot;#,##0" sourceLinked="0"/>
              <c:spPr>
                <a:noFill/>
                <a:ln>
                  <a:noFill/>
                </a:ln>
              </c:spPr>
              <c:txPr>
                <a:bodyPr wrap="none"/>
                <a:lstStyle/>
                <a:p>
                  <a:pPr>
                    <a:defRPr kumimoji="1" sz="1400" kern="1200">
                      <a:solidFill>
                        <a:schemeClr val="tx1"/>
                      </a:solidFill>
                      <a:latin typeface="HarmonyOS Sans SC"/>
                      <a:ea typeface="HarmonyOS Sans SC"/>
                      <a:cs typeface="HarmonyOS Sans SC"/>
                      <a:sym typeface="HarmonyOS Sans SC"/>
                    </a:defRPr>
                  </a:pPr>
                  <a:endParaRPr lang="zh-CN"/>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24-004F-CA41-BE6E-757BE86E77EC}"/>
                </c:ext>
              </c:extLst>
            </c:dLbl>
            <c:dLbl>
              <c:idx val="6"/>
              <c:layout>
                <c:manualLayout>
                  <c:x val="0"/>
                  <c:y val="1.1467889908256881E-3"/>
                </c:manualLayout>
              </c:layout>
              <c:numFmt formatCode="#,##0;&quot;-&quot;#,##0" sourceLinked="0"/>
              <c:spPr>
                <a:noFill/>
                <a:ln>
                  <a:noFill/>
                </a:ln>
              </c:spPr>
              <c:txPr>
                <a:bodyPr wrap="none"/>
                <a:lstStyle/>
                <a:p>
                  <a:pPr>
                    <a:defRPr kumimoji="1" sz="1400" kern="1200">
                      <a:solidFill>
                        <a:schemeClr val="tx1"/>
                      </a:solidFill>
                      <a:latin typeface="HarmonyOS Sans SC"/>
                      <a:ea typeface="HarmonyOS Sans SC"/>
                      <a:cs typeface="HarmonyOS Sans SC"/>
                      <a:sym typeface="HarmonyOS Sans SC"/>
                    </a:defRPr>
                  </a:pPr>
                  <a:endParaRPr lang="zh-CN"/>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25-004F-CA41-BE6E-757BE86E77EC}"/>
                </c:ext>
              </c:extLst>
            </c:dLbl>
            <c:dLbl>
              <c:idx val="8"/>
              <c:layout>
                <c:manualLayout>
                  <c:x val="0"/>
                  <c:y val="1.1467889908256881E-3"/>
                </c:manualLayout>
              </c:layout>
              <c:numFmt formatCode="#,##0;&quot;-&quot;#,##0" sourceLinked="0"/>
              <c:spPr>
                <a:noFill/>
                <a:ln>
                  <a:noFill/>
                </a:ln>
              </c:spPr>
              <c:txPr>
                <a:bodyPr wrap="none"/>
                <a:lstStyle/>
                <a:p>
                  <a:pPr>
                    <a:defRPr kumimoji="1" sz="1400" kern="1200">
                      <a:solidFill>
                        <a:schemeClr val="tx1"/>
                      </a:solidFill>
                      <a:latin typeface="HarmonyOS Sans SC"/>
                      <a:ea typeface="HarmonyOS Sans SC"/>
                      <a:cs typeface="HarmonyOS Sans SC"/>
                      <a:sym typeface="HarmonyOS Sans SC"/>
                    </a:defRPr>
                  </a:pPr>
                  <a:endParaRPr lang="zh-CN"/>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26-004F-CA41-BE6E-757BE86E77EC}"/>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val>
            <c:numRef>
              <c:f>Sheet1!$A$4:$J$4</c:f>
              <c:numCache>
                <c:formatCode>General</c:formatCode>
                <c:ptCount val="10"/>
                <c:pt idx="0">
                  <c:v>3</c:v>
                </c:pt>
                <c:pt idx="1">
                  <c:v>1</c:v>
                </c:pt>
                <c:pt idx="2">
                  <c:v>1</c:v>
                </c:pt>
                <c:pt idx="3">
                  <c:v>1</c:v>
                </c:pt>
                <c:pt idx="6">
                  <c:v>1</c:v>
                </c:pt>
                <c:pt idx="8">
                  <c:v>1</c:v>
                </c:pt>
              </c:numCache>
            </c:numRef>
          </c:val>
          <c:extLst>
            <c:ext xmlns:c16="http://schemas.microsoft.com/office/drawing/2014/chart" uri="{C3380CC4-5D6E-409C-BE32-E72D297353CC}">
              <c16:uniqueId val="{00000027-004F-CA41-BE6E-757BE86E77EC}"/>
            </c:ext>
          </c:extLst>
        </c:ser>
        <c:dLbls>
          <c:showLegendKey val="0"/>
          <c:showVal val="0"/>
          <c:showCatName val="0"/>
          <c:showSerName val="0"/>
          <c:showPercent val="0"/>
          <c:showBubbleSize val="0"/>
        </c:dLbls>
        <c:gapWidth val="50"/>
        <c:overlap val="100"/>
        <c:axId val="1073828719"/>
        <c:axId val="1"/>
      </c:barChart>
      <c:catAx>
        <c:axId val="1073828719"/>
        <c:scaling>
          <c:orientation val="maxMin"/>
        </c:scaling>
        <c:delete val="0"/>
        <c:axPos val="l"/>
        <c:majorGridlines>
          <c:spPr>
            <a:ln>
              <a:noFill/>
            </a:ln>
          </c:spPr>
        </c:majorGridlines>
        <c:majorTickMark val="none"/>
        <c:minorTickMark val="none"/>
        <c:tickLblPos val="none"/>
        <c:spPr>
          <a:ln w="9525" cmpd="sng" algn="ctr">
            <a:solidFill>
              <a:schemeClr val="tx1"/>
            </a:solidFill>
            <a:prstDash val="solid"/>
          </a:ln>
        </c:spPr>
        <c:crossAx val="1"/>
        <c:crosses val="min"/>
        <c:auto val="0"/>
        <c:lblAlgn val="ctr"/>
        <c:lblOffset val="100"/>
        <c:noMultiLvlLbl val="0"/>
      </c:catAx>
      <c:valAx>
        <c:axId val="1"/>
        <c:scaling>
          <c:orientation val="minMax"/>
          <c:max val="19"/>
          <c:min val="0"/>
        </c:scaling>
        <c:delete val="1"/>
        <c:axPos val="t"/>
        <c:numFmt formatCode="General" sourceLinked="1"/>
        <c:majorTickMark val="out"/>
        <c:minorTickMark val="none"/>
        <c:tickLblPos val="nextTo"/>
        <c:crossAx val="1073828719"/>
        <c:crosses val="min"/>
        <c:crossBetween val="between"/>
      </c:valAx>
    </c:plotArea>
    <c:plotVisOnly val="0"/>
    <c:dispBlanksAs val="gap"/>
    <c:showDLblsOverMax val="1"/>
  </c:chart>
  <c:externalData r:id="rId1">
    <c:autoUpdate val="0"/>
  </c:externalData>
</c:chartSpace>
</file>

<file path=ppt/charts/chart1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manualLayout>
          <c:layoutTarget val="inner"/>
          <c:xMode val="edge"/>
          <c:yMode val="edge"/>
          <c:x val="3.9714285714285716E-2"/>
          <c:y val="4.1199855439103719E-2"/>
          <c:w val="0.93985714285714284"/>
          <c:h val="0.85796891940730036"/>
        </c:manualLayout>
      </c:layout>
      <c:scatterChart>
        <c:scatterStyle val="lineMarker"/>
        <c:varyColors val="0"/>
        <c:ser>
          <c:idx val="0"/>
          <c:order val="0"/>
          <c:spPr>
            <a:ln w="6350" cmpd="sng" algn="ctr">
              <a:solidFill>
                <a:srgbClr val="969696"/>
              </a:solidFill>
              <a:prstDash val="lgDash"/>
            </a:ln>
          </c:spPr>
          <c:marker>
            <c:symbol val="none"/>
          </c:marker>
          <c:dPt>
            <c:idx val="0"/>
            <c:marker>
              <c:symbol val="circle"/>
              <c:size val="6"/>
              <c:spPr>
                <a:solidFill>
                  <a:srgbClr val="969696"/>
                </a:solidFill>
                <a:ln w="9525" cmpd="sng" algn="ctr">
                  <a:solidFill>
                    <a:srgbClr val="969696"/>
                  </a:solidFill>
                  <a:prstDash val="solid"/>
                </a:ln>
              </c:spPr>
            </c:marker>
            <c:bubble3D val="0"/>
            <c:extLst>
              <c:ext xmlns:c16="http://schemas.microsoft.com/office/drawing/2014/chart" uri="{C3380CC4-5D6E-409C-BE32-E72D297353CC}">
                <c16:uniqueId val="{00000000-80D7-CE44-931D-A9032B6FA816}"/>
              </c:ext>
            </c:extLst>
          </c:dPt>
          <c:dPt>
            <c:idx val="1"/>
            <c:marker>
              <c:symbol val="circle"/>
              <c:size val="6"/>
              <c:spPr>
                <a:solidFill>
                  <a:srgbClr val="808080"/>
                </a:solidFill>
                <a:ln w="9525" cmpd="sng" algn="ctr">
                  <a:solidFill>
                    <a:srgbClr val="808080"/>
                  </a:solidFill>
                  <a:prstDash val="solid"/>
                </a:ln>
              </c:spPr>
            </c:marker>
            <c:bubble3D val="0"/>
            <c:extLst>
              <c:ext xmlns:c16="http://schemas.microsoft.com/office/drawing/2014/chart" uri="{C3380CC4-5D6E-409C-BE32-E72D297353CC}">
                <c16:uniqueId val="{00000001-80D7-CE44-931D-A9032B6FA816}"/>
              </c:ext>
            </c:extLst>
          </c:dPt>
          <c:dPt>
            <c:idx val="2"/>
            <c:marker>
              <c:symbol val="circle"/>
              <c:size val="6"/>
              <c:spPr>
                <a:solidFill>
                  <a:srgbClr val="808080"/>
                </a:solidFill>
                <a:ln w="9525" cmpd="sng" algn="ctr">
                  <a:solidFill>
                    <a:srgbClr val="808080"/>
                  </a:solidFill>
                  <a:prstDash val="solid"/>
                </a:ln>
              </c:spPr>
            </c:marker>
            <c:bubble3D val="0"/>
            <c:extLst>
              <c:ext xmlns:c16="http://schemas.microsoft.com/office/drawing/2014/chart" uri="{C3380CC4-5D6E-409C-BE32-E72D297353CC}">
                <c16:uniqueId val="{00000002-80D7-CE44-931D-A9032B6FA816}"/>
              </c:ext>
            </c:extLst>
          </c:dPt>
          <c:dPt>
            <c:idx val="3"/>
            <c:marker>
              <c:symbol val="circle"/>
              <c:size val="6"/>
              <c:spPr>
                <a:solidFill>
                  <a:srgbClr val="969696"/>
                </a:solidFill>
                <a:ln w="9525" cmpd="sng" algn="ctr">
                  <a:solidFill>
                    <a:srgbClr val="969696"/>
                  </a:solidFill>
                  <a:prstDash val="solid"/>
                </a:ln>
              </c:spPr>
            </c:marker>
            <c:bubble3D val="0"/>
            <c:extLst>
              <c:ext xmlns:c16="http://schemas.microsoft.com/office/drawing/2014/chart" uri="{C3380CC4-5D6E-409C-BE32-E72D297353CC}">
                <c16:uniqueId val="{00000003-80D7-CE44-931D-A9032B6FA816}"/>
              </c:ext>
            </c:extLst>
          </c:dPt>
          <c:xVal>
            <c:numRef>
              <c:f>Sheet1!$A$1:$D$1</c:f>
              <c:numCache>
                <c:formatCode>General</c:formatCode>
                <c:ptCount val="4"/>
                <c:pt idx="0">
                  <c:v>0</c:v>
                </c:pt>
                <c:pt idx="1">
                  <c:v>1</c:v>
                </c:pt>
                <c:pt idx="2">
                  <c:v>2</c:v>
                </c:pt>
                <c:pt idx="3">
                  <c:v>3</c:v>
                </c:pt>
              </c:numCache>
            </c:numRef>
          </c:xVal>
          <c:yVal>
            <c:numRef>
              <c:f>Sheet1!$A$2:$D$2</c:f>
              <c:numCache>
                <c:formatCode>General</c:formatCode>
                <c:ptCount val="4"/>
                <c:pt idx="0">
                  <c:v>7.9</c:v>
                </c:pt>
                <c:pt idx="1">
                  <c:v>12.1</c:v>
                </c:pt>
                <c:pt idx="2">
                  <c:v>9.4</c:v>
                </c:pt>
                <c:pt idx="3">
                  <c:v>4.4000000000000004</c:v>
                </c:pt>
              </c:numCache>
            </c:numRef>
          </c:yVal>
          <c:smooth val="1"/>
          <c:extLst>
            <c:ext xmlns:c16="http://schemas.microsoft.com/office/drawing/2014/chart" uri="{C3380CC4-5D6E-409C-BE32-E72D297353CC}">
              <c16:uniqueId val="{00000004-80D7-CE44-931D-A9032B6FA816}"/>
            </c:ext>
          </c:extLst>
        </c:ser>
        <c:ser>
          <c:idx val="1"/>
          <c:order val="1"/>
          <c:spPr>
            <a:ln w="19050" cmpd="sng" algn="ctr">
              <a:solidFill>
                <a:schemeClr val="tx1"/>
              </a:solidFill>
              <a:prstDash val="solid"/>
            </a:ln>
          </c:spPr>
          <c:marker>
            <c:symbol val="none"/>
          </c:marker>
          <c:dPt>
            <c:idx val="0"/>
            <c:marker>
              <c:symbol val="circle"/>
              <c:size val="6"/>
              <c:spPr>
                <a:solidFill>
                  <a:schemeClr val="tx1"/>
                </a:solidFill>
                <a:ln w="9525" cmpd="sng" algn="ctr">
                  <a:solidFill>
                    <a:schemeClr val="tx1"/>
                  </a:solidFill>
                  <a:prstDash val="solid"/>
                </a:ln>
              </c:spPr>
            </c:marker>
            <c:bubble3D val="0"/>
            <c:extLst>
              <c:ext xmlns:c16="http://schemas.microsoft.com/office/drawing/2014/chart" uri="{C3380CC4-5D6E-409C-BE32-E72D297353CC}">
                <c16:uniqueId val="{00000005-80D7-CE44-931D-A9032B6FA816}"/>
              </c:ext>
            </c:extLst>
          </c:dPt>
          <c:dPt>
            <c:idx val="1"/>
            <c:marker>
              <c:symbol val="circle"/>
              <c:size val="6"/>
              <c:spPr>
                <a:solidFill>
                  <a:schemeClr val="tx1"/>
                </a:solidFill>
                <a:ln w="9525" cmpd="sng" algn="ctr">
                  <a:solidFill>
                    <a:schemeClr val="tx1"/>
                  </a:solidFill>
                  <a:prstDash val="solid"/>
                </a:ln>
              </c:spPr>
            </c:marker>
            <c:bubble3D val="0"/>
            <c:extLst>
              <c:ext xmlns:c16="http://schemas.microsoft.com/office/drawing/2014/chart" uri="{C3380CC4-5D6E-409C-BE32-E72D297353CC}">
                <c16:uniqueId val="{00000006-80D7-CE44-931D-A9032B6FA816}"/>
              </c:ext>
            </c:extLst>
          </c:dPt>
          <c:dPt>
            <c:idx val="2"/>
            <c:marker>
              <c:symbol val="circle"/>
              <c:size val="9"/>
              <c:spPr>
                <a:solidFill>
                  <a:srgbClr val="43CEFC"/>
                </a:solidFill>
                <a:ln w="9525" cmpd="sng" algn="ctr">
                  <a:solidFill>
                    <a:srgbClr val="43CEFC"/>
                  </a:solidFill>
                  <a:prstDash val="solid"/>
                </a:ln>
              </c:spPr>
            </c:marker>
            <c:bubble3D val="0"/>
            <c:extLst>
              <c:ext xmlns:c16="http://schemas.microsoft.com/office/drawing/2014/chart" uri="{C3380CC4-5D6E-409C-BE32-E72D297353CC}">
                <c16:uniqueId val="{00000007-80D7-CE44-931D-A9032B6FA816}"/>
              </c:ext>
            </c:extLst>
          </c:dPt>
          <c:dPt>
            <c:idx val="3"/>
            <c:marker>
              <c:symbol val="circle"/>
              <c:size val="12"/>
              <c:spPr>
                <a:solidFill>
                  <a:srgbClr val="1041EF"/>
                </a:solidFill>
                <a:ln w="9525" cmpd="sng" algn="ctr">
                  <a:solidFill>
                    <a:srgbClr val="1041EF"/>
                  </a:solidFill>
                  <a:prstDash val="solid"/>
                </a:ln>
              </c:spPr>
            </c:marker>
            <c:bubble3D val="0"/>
            <c:extLst>
              <c:ext xmlns:c16="http://schemas.microsoft.com/office/drawing/2014/chart" uri="{C3380CC4-5D6E-409C-BE32-E72D297353CC}">
                <c16:uniqueId val="{00000008-80D7-CE44-931D-A9032B6FA816}"/>
              </c:ext>
            </c:extLst>
          </c:dPt>
          <c:xVal>
            <c:numRef>
              <c:f>Sheet1!$A$1:$D$1</c:f>
              <c:numCache>
                <c:formatCode>General</c:formatCode>
                <c:ptCount val="4"/>
                <c:pt idx="0">
                  <c:v>0</c:v>
                </c:pt>
                <c:pt idx="1">
                  <c:v>1</c:v>
                </c:pt>
                <c:pt idx="2">
                  <c:v>2</c:v>
                </c:pt>
                <c:pt idx="3">
                  <c:v>3</c:v>
                </c:pt>
              </c:numCache>
            </c:numRef>
          </c:xVal>
          <c:yVal>
            <c:numRef>
              <c:f>Sheet1!$A$3:$D$3</c:f>
              <c:numCache>
                <c:formatCode>General</c:formatCode>
                <c:ptCount val="4"/>
                <c:pt idx="0">
                  <c:v>4.8</c:v>
                </c:pt>
                <c:pt idx="1">
                  <c:v>5.6</c:v>
                </c:pt>
                <c:pt idx="2">
                  <c:v>8.1</c:v>
                </c:pt>
                <c:pt idx="3">
                  <c:v>13</c:v>
                </c:pt>
              </c:numCache>
            </c:numRef>
          </c:yVal>
          <c:smooth val="1"/>
          <c:extLst>
            <c:ext xmlns:c16="http://schemas.microsoft.com/office/drawing/2014/chart" uri="{C3380CC4-5D6E-409C-BE32-E72D297353CC}">
              <c16:uniqueId val="{00000009-80D7-CE44-931D-A9032B6FA816}"/>
            </c:ext>
          </c:extLst>
        </c:ser>
        <c:dLbls>
          <c:showLegendKey val="0"/>
          <c:showVal val="0"/>
          <c:showCatName val="0"/>
          <c:showSerName val="0"/>
          <c:showPercent val="0"/>
          <c:showBubbleSize val="0"/>
        </c:dLbls>
        <c:axId val="4"/>
        <c:axId val="5"/>
      </c:scatterChart>
      <c:valAx>
        <c:axId val="4"/>
        <c:scaling>
          <c:orientation val="minMax"/>
          <c:max val="3"/>
          <c:min val="0"/>
        </c:scaling>
        <c:delete val="0"/>
        <c:axPos val="b"/>
        <c:majorGridlines>
          <c:spPr>
            <a:ln>
              <a:noFill/>
            </a:ln>
          </c:spPr>
        </c:majorGridlines>
        <c:numFmt formatCode="0;&quot;-&quot;0" sourceLinked="0"/>
        <c:majorTickMark val="out"/>
        <c:minorTickMark val="none"/>
        <c:tickLblPos val="nextTo"/>
        <c:spPr>
          <a:ln w="9525" cmpd="sng" algn="ctr">
            <a:solidFill>
              <a:schemeClr val="tx1"/>
            </a:solidFill>
            <a:prstDash val="solid"/>
          </a:ln>
        </c:spPr>
        <c:txPr>
          <a:bodyPr wrap="none"/>
          <a:lstStyle/>
          <a:p>
            <a:pPr>
              <a:defRPr kumimoji="1" sz="1200" kern="1200">
                <a:solidFill>
                  <a:schemeClr val="tx1"/>
                </a:solidFill>
                <a:latin typeface="HarmonyOS Sans SC"/>
                <a:ea typeface="HarmonyOS Sans SC"/>
                <a:cs typeface="HarmonyOS Sans SC"/>
                <a:sym typeface="HarmonyOS Sans SC"/>
              </a:defRPr>
            </a:pPr>
            <a:endParaRPr lang="zh-CN"/>
          </a:p>
        </c:txPr>
        <c:crossAx val="5"/>
        <c:crosses val="min"/>
        <c:crossBetween val="midCat"/>
        <c:majorUnit val="1"/>
      </c:valAx>
      <c:valAx>
        <c:axId val="5"/>
        <c:scaling>
          <c:orientation val="minMax"/>
          <c:max val="13"/>
          <c:min val="4"/>
        </c:scaling>
        <c:delete val="0"/>
        <c:axPos val="l"/>
        <c:majorGridlines>
          <c:spPr>
            <a:ln>
              <a:noFill/>
            </a:ln>
          </c:spPr>
        </c:majorGridlines>
        <c:numFmt formatCode="#,##0;&quot;-&quot;#,##0" sourceLinked="0"/>
        <c:majorTickMark val="out"/>
        <c:minorTickMark val="none"/>
        <c:tickLblPos val="nextTo"/>
        <c:spPr>
          <a:ln w="9525" cmpd="sng" algn="ctr">
            <a:solidFill>
              <a:schemeClr val="bg1"/>
            </a:solidFill>
            <a:prstDash val="solid"/>
          </a:ln>
        </c:spPr>
        <c:txPr>
          <a:bodyPr wrap="none"/>
          <a:lstStyle/>
          <a:p>
            <a:pPr>
              <a:defRPr kumimoji="1" sz="1200" kern="1200">
                <a:solidFill>
                  <a:schemeClr val="tx1"/>
                </a:solidFill>
                <a:latin typeface="HarmonyOS Sans SC"/>
                <a:ea typeface="HarmonyOS Sans SC"/>
                <a:cs typeface="+mn-cs"/>
                <a:sym typeface="HarmonyOS Sans SC"/>
              </a:defRPr>
            </a:pPr>
            <a:endParaRPr lang="zh-CN"/>
          </a:p>
        </c:txPr>
        <c:crossAx val="4"/>
        <c:crosses val="min"/>
        <c:crossBetween val="midCat"/>
        <c:majorUnit val="1"/>
      </c:valAx>
    </c:plotArea>
    <c:plotVisOnly val="0"/>
    <c:dispBlanksAs val="gap"/>
    <c:showDLblsOverMax val="1"/>
  </c:chart>
  <c:externalData r:id="rId1">
    <c:autoUpdate val="0"/>
  </c:externalData>
</c:chartSpace>
</file>

<file path=ppt/charts/chart1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manualLayout>
          <c:layoutTarget val="inner"/>
          <c:xMode val="edge"/>
          <c:yMode val="edge"/>
          <c:x val="7.7265973254086184E-3"/>
          <c:y val="2.4551463644948063E-2"/>
          <c:w val="0.98454680534918282"/>
          <c:h val="0.95089707271010382"/>
        </c:manualLayout>
      </c:layout>
      <c:barChart>
        <c:barDir val="bar"/>
        <c:grouping val="stacked"/>
        <c:varyColors val="0"/>
        <c:ser>
          <c:idx val="0"/>
          <c:order val="0"/>
          <c:spPr>
            <a:solidFill>
              <a:schemeClr val="tx1"/>
            </a:solidFill>
            <a:ln>
              <a:noFill/>
            </a:ln>
          </c:spPr>
          <c:invertIfNegative val="0"/>
          <c:val>
            <c:numRef>
              <c:f>Sheet1!$A$1</c:f>
              <c:numCache>
                <c:formatCode>General</c:formatCode>
                <c:ptCount val="1"/>
                <c:pt idx="0">
                  <c:v>25</c:v>
                </c:pt>
              </c:numCache>
            </c:numRef>
          </c:val>
          <c:extLst>
            <c:ext xmlns:c16="http://schemas.microsoft.com/office/drawing/2014/chart" uri="{C3380CC4-5D6E-409C-BE32-E72D297353CC}">
              <c16:uniqueId val="{00000000-4ABB-264E-B4C0-40220AD8769B}"/>
            </c:ext>
          </c:extLst>
        </c:ser>
        <c:ser>
          <c:idx val="1"/>
          <c:order val="1"/>
          <c:spPr>
            <a:solidFill>
              <a:srgbClr val="004D72"/>
            </a:solidFill>
            <a:ln>
              <a:noFill/>
            </a:ln>
          </c:spPr>
          <c:invertIfNegative val="0"/>
          <c:val>
            <c:numRef>
              <c:f>Sheet1!$A$2</c:f>
              <c:numCache>
                <c:formatCode>General</c:formatCode>
                <c:ptCount val="1"/>
                <c:pt idx="0">
                  <c:v>10</c:v>
                </c:pt>
              </c:numCache>
            </c:numRef>
          </c:val>
          <c:extLst>
            <c:ext xmlns:c16="http://schemas.microsoft.com/office/drawing/2014/chart" uri="{C3380CC4-5D6E-409C-BE32-E72D297353CC}">
              <c16:uniqueId val="{00000001-4ABB-264E-B4C0-40220AD8769B}"/>
            </c:ext>
          </c:extLst>
        </c:ser>
        <c:ser>
          <c:idx val="2"/>
          <c:order val="2"/>
          <c:spPr>
            <a:solidFill>
              <a:srgbClr val="007CB6"/>
            </a:solidFill>
            <a:ln>
              <a:noFill/>
            </a:ln>
          </c:spPr>
          <c:invertIfNegative val="0"/>
          <c:val>
            <c:numRef>
              <c:f>Sheet1!$A$3</c:f>
              <c:numCache>
                <c:formatCode>General</c:formatCode>
                <c:ptCount val="1"/>
                <c:pt idx="0">
                  <c:v>10</c:v>
                </c:pt>
              </c:numCache>
            </c:numRef>
          </c:val>
          <c:extLst>
            <c:ext xmlns:c16="http://schemas.microsoft.com/office/drawing/2014/chart" uri="{C3380CC4-5D6E-409C-BE32-E72D297353CC}">
              <c16:uniqueId val="{00000002-4ABB-264E-B4C0-40220AD8769B}"/>
            </c:ext>
          </c:extLst>
        </c:ser>
        <c:ser>
          <c:idx val="3"/>
          <c:order val="3"/>
          <c:spPr>
            <a:solidFill>
              <a:srgbClr val="00C0F9"/>
            </a:solidFill>
            <a:ln>
              <a:noFill/>
            </a:ln>
          </c:spPr>
          <c:invertIfNegative val="0"/>
          <c:val>
            <c:numRef>
              <c:f>Sheet1!$A$4</c:f>
              <c:numCache>
                <c:formatCode>General</c:formatCode>
                <c:ptCount val="1"/>
                <c:pt idx="0">
                  <c:v>8</c:v>
                </c:pt>
              </c:numCache>
            </c:numRef>
          </c:val>
          <c:extLst>
            <c:ext xmlns:c16="http://schemas.microsoft.com/office/drawing/2014/chart" uri="{C3380CC4-5D6E-409C-BE32-E72D297353CC}">
              <c16:uniqueId val="{00000003-4ABB-264E-B4C0-40220AD8769B}"/>
            </c:ext>
          </c:extLst>
        </c:ser>
        <c:ser>
          <c:idx val="4"/>
          <c:order val="4"/>
          <c:spPr>
            <a:solidFill>
              <a:srgbClr val="44D5F5"/>
            </a:solidFill>
            <a:ln>
              <a:noFill/>
            </a:ln>
          </c:spPr>
          <c:invertIfNegative val="0"/>
          <c:val>
            <c:numRef>
              <c:f>Sheet1!$A$5</c:f>
              <c:numCache>
                <c:formatCode>General</c:formatCode>
                <c:ptCount val="1"/>
                <c:pt idx="0">
                  <c:v>7</c:v>
                </c:pt>
              </c:numCache>
            </c:numRef>
          </c:val>
          <c:extLst>
            <c:ext xmlns:c16="http://schemas.microsoft.com/office/drawing/2014/chart" uri="{C3380CC4-5D6E-409C-BE32-E72D297353CC}">
              <c16:uniqueId val="{00000004-4ABB-264E-B4C0-40220AD8769B}"/>
            </c:ext>
          </c:extLst>
        </c:ser>
        <c:ser>
          <c:idx val="5"/>
          <c:order val="5"/>
          <c:spPr>
            <a:solidFill>
              <a:srgbClr val="BCEEFB"/>
            </a:solidFill>
            <a:ln>
              <a:noFill/>
            </a:ln>
          </c:spPr>
          <c:invertIfNegative val="0"/>
          <c:val>
            <c:numRef>
              <c:f>Sheet1!$A$6</c:f>
              <c:numCache>
                <c:formatCode>General</c:formatCode>
                <c:ptCount val="1"/>
                <c:pt idx="0">
                  <c:v>6</c:v>
                </c:pt>
              </c:numCache>
            </c:numRef>
          </c:val>
          <c:extLst>
            <c:ext xmlns:c16="http://schemas.microsoft.com/office/drawing/2014/chart" uri="{C3380CC4-5D6E-409C-BE32-E72D297353CC}">
              <c16:uniqueId val="{00000005-4ABB-264E-B4C0-40220AD8769B}"/>
            </c:ext>
          </c:extLst>
        </c:ser>
        <c:ser>
          <c:idx val="6"/>
          <c:order val="6"/>
          <c:spPr>
            <a:solidFill>
              <a:srgbClr val="BFBFBF"/>
            </a:solidFill>
            <a:ln>
              <a:noFill/>
            </a:ln>
          </c:spPr>
          <c:invertIfNegative val="0"/>
          <c:val>
            <c:numRef>
              <c:f>Sheet1!$A$7</c:f>
              <c:numCache>
                <c:formatCode>General</c:formatCode>
                <c:ptCount val="1"/>
                <c:pt idx="0">
                  <c:v>34</c:v>
                </c:pt>
              </c:numCache>
            </c:numRef>
          </c:val>
          <c:extLst>
            <c:ext xmlns:c16="http://schemas.microsoft.com/office/drawing/2014/chart" uri="{C3380CC4-5D6E-409C-BE32-E72D297353CC}">
              <c16:uniqueId val="{00000006-4ABB-264E-B4C0-40220AD8769B}"/>
            </c:ext>
          </c:extLst>
        </c:ser>
        <c:dLbls>
          <c:showLegendKey val="0"/>
          <c:showVal val="0"/>
          <c:showCatName val="0"/>
          <c:showSerName val="0"/>
          <c:showPercent val="0"/>
          <c:showBubbleSize val="0"/>
        </c:dLbls>
        <c:gapWidth val="80"/>
        <c:overlap val="100"/>
        <c:axId val="782754655"/>
        <c:axId val="1"/>
      </c:barChart>
      <c:catAx>
        <c:axId val="782754655"/>
        <c:scaling>
          <c:orientation val="maxMin"/>
        </c:scaling>
        <c:delete val="0"/>
        <c:axPos val="l"/>
        <c:majorGridlines>
          <c:spPr>
            <a:ln>
              <a:noFill/>
            </a:ln>
          </c:spPr>
        </c:majorGridlines>
        <c:majorTickMark val="none"/>
        <c:minorTickMark val="none"/>
        <c:tickLblPos val="none"/>
        <c:spPr>
          <a:ln w="9525" cmpd="sng" algn="ctr">
            <a:solidFill>
              <a:schemeClr val="bg1"/>
            </a:solidFill>
            <a:prstDash val="solid"/>
          </a:ln>
        </c:spPr>
        <c:crossAx val="1"/>
        <c:crosses val="min"/>
        <c:auto val="0"/>
        <c:lblAlgn val="ctr"/>
        <c:lblOffset val="100"/>
        <c:noMultiLvlLbl val="0"/>
      </c:catAx>
      <c:valAx>
        <c:axId val="1"/>
        <c:scaling>
          <c:orientation val="minMax"/>
          <c:max val="100"/>
          <c:min val="0"/>
        </c:scaling>
        <c:delete val="1"/>
        <c:axPos val="t"/>
        <c:numFmt formatCode="General" sourceLinked="1"/>
        <c:majorTickMark val="out"/>
        <c:minorTickMark val="none"/>
        <c:tickLblPos val="nextTo"/>
        <c:crossAx val="782754655"/>
        <c:crosses val="min"/>
        <c:crossBetween val="between"/>
      </c:valAx>
    </c:plotArea>
    <c:plotVisOnly val="0"/>
    <c:dispBlanksAs val="gap"/>
    <c:showDLblsOverMax val="1"/>
  </c:chart>
  <c:externalData r:id="rId1">
    <c:autoUpdate val="0"/>
  </c:externalData>
</c:chartSpace>
</file>

<file path=ppt/charts/chart1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manualLayout>
          <c:layoutTarget val="inner"/>
          <c:xMode val="edge"/>
          <c:yMode val="edge"/>
          <c:x val="2.0368194281237758E-2"/>
          <c:y val="9.6466431095406355E-2"/>
          <c:w val="0.95926361143752448"/>
          <c:h val="0.83533568904593636"/>
        </c:manualLayout>
      </c:layout>
      <c:barChart>
        <c:barDir val="col"/>
        <c:grouping val="clustered"/>
        <c:varyColors val="0"/>
        <c:ser>
          <c:idx val="0"/>
          <c:order val="0"/>
          <c:spPr>
            <a:solidFill>
              <a:srgbClr val="00ACFB"/>
            </a:solidFill>
            <a:ln>
              <a:noFill/>
            </a:ln>
          </c:spPr>
          <c:invertIfNegative val="0"/>
          <c:dLbls>
            <c:dLbl>
              <c:idx val="0"/>
              <c:layout>
                <c:manualLayout>
                  <c:x val="0"/>
                  <c:y val="-0.44593639575971733"/>
                </c:manualLayout>
              </c:layout>
              <c:numFmt formatCode="#,##0;&quot;-&quot;#,##0" sourceLinked="0"/>
              <c:spPr>
                <a:noFill/>
                <a:ln>
                  <a:noFill/>
                </a:ln>
              </c:spPr>
              <c:txPr>
                <a:bodyPr wrap="none"/>
                <a:lstStyle/>
                <a:p>
                  <a:pPr>
                    <a:defRPr kumimoji="1" sz="1400" kern="1200">
                      <a:solidFill>
                        <a:schemeClr val="tx1"/>
                      </a:solidFill>
                      <a:latin typeface="HarmonyOS Sans SC"/>
                      <a:ea typeface="HarmonyOS Sans SC"/>
                      <a:cs typeface="HarmonyOS Sans SC"/>
                      <a:sym typeface="HarmonyOS Sans SC"/>
                    </a:defRPr>
                  </a:pPr>
                  <a:endParaRPr lang="zh-CN"/>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0-68B6-D343-9AE3-D06A4A5FF91B}"/>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val>
            <c:numRef>
              <c:f>Sheet1!$A$1</c:f>
              <c:numCache>
                <c:formatCode>General</c:formatCode>
                <c:ptCount val="1"/>
                <c:pt idx="0">
                  <c:v>81</c:v>
                </c:pt>
              </c:numCache>
            </c:numRef>
          </c:val>
          <c:extLst>
            <c:ext xmlns:c16="http://schemas.microsoft.com/office/drawing/2014/chart" uri="{C3380CC4-5D6E-409C-BE32-E72D297353CC}">
              <c16:uniqueId val="{00000001-68B6-D343-9AE3-D06A4A5FF91B}"/>
            </c:ext>
          </c:extLst>
        </c:ser>
        <c:ser>
          <c:idx val="1"/>
          <c:order val="1"/>
          <c:spPr>
            <a:solidFill>
              <a:schemeClr val="tx1"/>
            </a:solidFill>
            <a:ln>
              <a:noFill/>
            </a:ln>
          </c:spPr>
          <c:invertIfNegative val="0"/>
          <c:dLbls>
            <c:dLbl>
              <c:idx val="0"/>
              <c:layout>
                <c:manualLayout>
                  <c:x val="0"/>
                  <c:y val="-0.37915194346289754"/>
                </c:manualLayout>
              </c:layout>
              <c:numFmt formatCode="#,##0;&quot;-&quot;#,##0" sourceLinked="0"/>
              <c:spPr>
                <a:noFill/>
                <a:ln>
                  <a:noFill/>
                </a:ln>
              </c:spPr>
              <c:txPr>
                <a:bodyPr wrap="none"/>
                <a:lstStyle/>
                <a:p>
                  <a:pPr>
                    <a:defRPr kumimoji="1" sz="1400" kern="1200">
                      <a:solidFill>
                        <a:schemeClr val="tx1"/>
                      </a:solidFill>
                      <a:latin typeface="HarmonyOS Sans SC"/>
                      <a:ea typeface="HarmonyOS Sans SC"/>
                      <a:cs typeface="HarmonyOS Sans SC"/>
                      <a:sym typeface="HarmonyOS Sans SC"/>
                    </a:defRPr>
                  </a:pPr>
                  <a:endParaRPr lang="zh-CN"/>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2-68B6-D343-9AE3-D06A4A5FF91B}"/>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val>
            <c:numRef>
              <c:f>Sheet1!$A$2</c:f>
              <c:numCache>
                <c:formatCode>General</c:formatCode>
                <c:ptCount val="1"/>
                <c:pt idx="0">
                  <c:v>68</c:v>
                </c:pt>
              </c:numCache>
            </c:numRef>
          </c:val>
          <c:extLst>
            <c:ext xmlns:c16="http://schemas.microsoft.com/office/drawing/2014/chart" uri="{C3380CC4-5D6E-409C-BE32-E72D297353CC}">
              <c16:uniqueId val="{00000003-68B6-D343-9AE3-D06A4A5FF91B}"/>
            </c:ext>
          </c:extLst>
        </c:ser>
        <c:dLbls>
          <c:showLegendKey val="0"/>
          <c:showVal val="0"/>
          <c:showCatName val="0"/>
          <c:showSerName val="0"/>
          <c:showPercent val="0"/>
          <c:showBubbleSize val="0"/>
        </c:dLbls>
        <c:gapWidth val="80"/>
        <c:axId val="782766671"/>
        <c:axId val="1"/>
      </c:barChart>
      <c:catAx>
        <c:axId val="782766671"/>
        <c:scaling>
          <c:orientation val="minMax"/>
        </c:scaling>
        <c:delete val="0"/>
        <c:axPos val="b"/>
        <c:majorGridlines>
          <c:spPr>
            <a:ln>
              <a:noFill/>
            </a:ln>
          </c:spPr>
        </c:majorGridlines>
        <c:majorTickMark val="none"/>
        <c:minorTickMark val="none"/>
        <c:tickLblPos val="none"/>
        <c:spPr>
          <a:ln w="9525" cmpd="sng" algn="ctr">
            <a:solidFill>
              <a:schemeClr val="bg1"/>
            </a:solidFill>
            <a:prstDash val="solid"/>
          </a:ln>
        </c:spPr>
        <c:crossAx val="1"/>
        <c:crosses val="min"/>
        <c:auto val="0"/>
        <c:lblAlgn val="ctr"/>
        <c:lblOffset val="100"/>
        <c:noMultiLvlLbl val="0"/>
      </c:catAx>
      <c:valAx>
        <c:axId val="1"/>
        <c:scaling>
          <c:orientation val="minMax"/>
          <c:max val="81"/>
          <c:min val="0"/>
        </c:scaling>
        <c:delete val="1"/>
        <c:axPos val="l"/>
        <c:numFmt formatCode="General" sourceLinked="1"/>
        <c:majorTickMark val="out"/>
        <c:minorTickMark val="none"/>
        <c:tickLblPos val="nextTo"/>
        <c:crossAx val="782766671"/>
        <c:crosses val="min"/>
        <c:crossBetween val="between"/>
      </c:valAx>
    </c:plotArea>
    <c:plotVisOnly val="0"/>
    <c:dispBlanksAs val="gap"/>
    <c:showDLblsOverMax val="1"/>
  </c:chart>
  <c:externalData r:id="rId1">
    <c:autoUpdate val="0"/>
  </c:externalData>
</c:chartSpace>
</file>

<file path=ppt/charts/chart1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manualLayout>
          <c:layoutTarget val="inner"/>
          <c:xMode val="edge"/>
          <c:yMode val="edge"/>
          <c:x val="9.3006617778572699E-3"/>
          <c:y val="7.6999503229011432E-2"/>
          <c:w val="0.98139867644428547"/>
          <c:h val="0.84600099354197711"/>
        </c:manualLayout>
      </c:layout>
      <c:lineChart>
        <c:grouping val="standard"/>
        <c:varyColors val="0"/>
        <c:ser>
          <c:idx val="0"/>
          <c:order val="0"/>
          <c:spPr>
            <a:ln w="19050" cmpd="sng" algn="ctr">
              <a:solidFill>
                <a:schemeClr val="tx1"/>
              </a:solidFill>
              <a:prstDash val="solid"/>
            </a:ln>
          </c:spPr>
          <c:marker>
            <c:symbol val="none"/>
          </c:marker>
          <c:dPt>
            <c:idx val="0"/>
            <c:marker>
              <c:symbol val="circle"/>
              <c:size val="5"/>
              <c:spPr>
                <a:solidFill>
                  <a:schemeClr val="tx1"/>
                </a:solidFill>
                <a:ln w="9525" cmpd="sng" algn="ctr">
                  <a:solidFill>
                    <a:schemeClr val="tx1"/>
                  </a:solidFill>
                  <a:prstDash val="solid"/>
                </a:ln>
              </c:spPr>
            </c:marker>
            <c:bubble3D val="0"/>
            <c:extLst>
              <c:ext xmlns:c16="http://schemas.microsoft.com/office/drawing/2014/chart" uri="{C3380CC4-5D6E-409C-BE32-E72D297353CC}">
                <c16:uniqueId val="{00000000-363D-B84D-8029-63C5EC309B8B}"/>
              </c:ext>
            </c:extLst>
          </c:dPt>
          <c:dPt>
            <c:idx val="1"/>
            <c:marker>
              <c:symbol val="circle"/>
              <c:size val="5"/>
              <c:spPr>
                <a:solidFill>
                  <a:schemeClr val="tx1"/>
                </a:solidFill>
                <a:ln w="9525" cmpd="sng" algn="ctr">
                  <a:solidFill>
                    <a:schemeClr val="tx1"/>
                  </a:solidFill>
                  <a:prstDash val="solid"/>
                </a:ln>
              </c:spPr>
            </c:marker>
            <c:bubble3D val="0"/>
            <c:extLst>
              <c:ext xmlns:c16="http://schemas.microsoft.com/office/drawing/2014/chart" uri="{C3380CC4-5D6E-409C-BE32-E72D297353CC}">
                <c16:uniqueId val="{00000001-363D-B84D-8029-63C5EC309B8B}"/>
              </c:ext>
            </c:extLst>
          </c:dPt>
          <c:dPt>
            <c:idx val="2"/>
            <c:marker>
              <c:symbol val="circle"/>
              <c:size val="5"/>
              <c:spPr>
                <a:solidFill>
                  <a:schemeClr val="tx1"/>
                </a:solidFill>
                <a:ln w="9525" cmpd="sng" algn="ctr">
                  <a:solidFill>
                    <a:schemeClr val="tx1"/>
                  </a:solidFill>
                  <a:prstDash val="solid"/>
                </a:ln>
              </c:spPr>
            </c:marker>
            <c:bubble3D val="0"/>
            <c:extLst>
              <c:ext xmlns:c16="http://schemas.microsoft.com/office/drawing/2014/chart" uri="{C3380CC4-5D6E-409C-BE32-E72D297353CC}">
                <c16:uniqueId val="{00000002-363D-B84D-8029-63C5EC309B8B}"/>
              </c:ext>
            </c:extLst>
          </c:dPt>
          <c:dLbls>
            <c:dLbl>
              <c:idx val="1"/>
              <c:layout>
                <c:manualLayout>
                  <c:x val="0"/>
                  <c:y val="-5.3154495777446596E-2"/>
                </c:manualLayout>
              </c:layout>
              <c:numFmt formatCode="#,##0;&quot;-&quot;#,##0" sourceLinked="0"/>
              <c:spPr>
                <a:noFill/>
                <a:ln>
                  <a:noFill/>
                </a:ln>
              </c:spPr>
              <c:txPr>
                <a:bodyPr wrap="none"/>
                <a:lstStyle/>
                <a:p>
                  <a:pPr>
                    <a:defRPr kumimoji="1" sz="1100" kern="1200">
                      <a:solidFill>
                        <a:schemeClr val="tx1"/>
                      </a:solidFill>
                      <a:latin typeface="HarmonyOS Sans SC Light"/>
                      <a:ea typeface="HarmonyOS Sans SC Light"/>
                      <a:cs typeface="HarmonyOS Sans SC Light"/>
                      <a:sym typeface="HarmonyOS Sans SC Light"/>
                    </a:defRPr>
                  </a:pPr>
                  <a:endParaRPr lang="zh-CN"/>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1-363D-B84D-8029-63C5EC309B8B}"/>
                </c:ext>
              </c:extLst>
            </c:dLbl>
            <c:dLbl>
              <c:idx val="2"/>
              <c:layout>
                <c:manualLayout>
                  <c:x val="-1.0373815059917725E-2"/>
                  <c:y val="5.0670640834575259E-2"/>
                </c:manualLayout>
              </c:layout>
              <c:numFmt formatCode="#,##0;&quot;-&quot;#,##0" sourceLinked="0"/>
              <c:spPr>
                <a:noFill/>
                <a:ln>
                  <a:noFill/>
                </a:ln>
              </c:spPr>
              <c:txPr>
                <a:bodyPr wrap="none"/>
                <a:lstStyle/>
                <a:p>
                  <a:pPr>
                    <a:defRPr kumimoji="1" sz="1100" kern="1200">
                      <a:solidFill>
                        <a:schemeClr val="tx1"/>
                      </a:solidFill>
                      <a:latin typeface="HarmonyOS Sans SC Light"/>
                      <a:ea typeface="HarmonyOS Sans SC Light"/>
                      <a:cs typeface="+mn-cs"/>
                    </a:defRPr>
                  </a:pPr>
                  <a:endParaRPr lang="zh-CN"/>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2-363D-B84D-8029-63C5EC309B8B}"/>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val>
            <c:numRef>
              <c:f>Sheet1!$A$1:$C$1</c:f>
              <c:numCache>
                <c:formatCode>General</c:formatCode>
                <c:ptCount val="3"/>
                <c:pt idx="0">
                  <c:v>56</c:v>
                </c:pt>
                <c:pt idx="1">
                  <c:v>68</c:v>
                </c:pt>
                <c:pt idx="2">
                  <c:v>76</c:v>
                </c:pt>
              </c:numCache>
            </c:numRef>
          </c:val>
          <c:smooth val="0"/>
          <c:extLst>
            <c:ext xmlns:c16="http://schemas.microsoft.com/office/drawing/2014/chart" uri="{C3380CC4-5D6E-409C-BE32-E72D297353CC}">
              <c16:uniqueId val="{00000003-363D-B84D-8029-63C5EC309B8B}"/>
            </c:ext>
          </c:extLst>
        </c:ser>
        <c:ser>
          <c:idx val="1"/>
          <c:order val="1"/>
          <c:spPr>
            <a:ln w="19050" cmpd="sng" algn="ctr">
              <a:solidFill>
                <a:srgbClr val="00ACFB"/>
              </a:solidFill>
              <a:prstDash val="solid"/>
            </a:ln>
          </c:spPr>
          <c:marker>
            <c:symbol val="none"/>
          </c:marker>
          <c:dPt>
            <c:idx val="0"/>
            <c:marker>
              <c:symbol val="circle"/>
              <c:size val="5"/>
              <c:spPr>
                <a:solidFill>
                  <a:srgbClr val="00ACFB"/>
                </a:solidFill>
                <a:ln w="9525" cmpd="sng" algn="ctr">
                  <a:solidFill>
                    <a:srgbClr val="00ACFB"/>
                  </a:solidFill>
                  <a:prstDash val="solid"/>
                </a:ln>
              </c:spPr>
            </c:marker>
            <c:bubble3D val="0"/>
            <c:extLst>
              <c:ext xmlns:c16="http://schemas.microsoft.com/office/drawing/2014/chart" uri="{C3380CC4-5D6E-409C-BE32-E72D297353CC}">
                <c16:uniqueId val="{00000004-363D-B84D-8029-63C5EC309B8B}"/>
              </c:ext>
            </c:extLst>
          </c:dPt>
          <c:dPt>
            <c:idx val="1"/>
            <c:marker>
              <c:symbol val="circle"/>
              <c:size val="5"/>
              <c:spPr>
                <a:solidFill>
                  <a:srgbClr val="00ACFB"/>
                </a:solidFill>
                <a:ln w="9525" cmpd="sng" algn="ctr">
                  <a:solidFill>
                    <a:srgbClr val="00ACFB"/>
                  </a:solidFill>
                  <a:prstDash val="solid"/>
                </a:ln>
              </c:spPr>
            </c:marker>
            <c:bubble3D val="0"/>
            <c:extLst>
              <c:ext xmlns:c16="http://schemas.microsoft.com/office/drawing/2014/chart" uri="{C3380CC4-5D6E-409C-BE32-E72D297353CC}">
                <c16:uniqueId val="{00000005-363D-B84D-8029-63C5EC309B8B}"/>
              </c:ext>
            </c:extLst>
          </c:dPt>
          <c:dPt>
            <c:idx val="2"/>
            <c:marker>
              <c:symbol val="circle"/>
              <c:size val="5"/>
              <c:spPr>
                <a:solidFill>
                  <a:srgbClr val="00ACFB"/>
                </a:solidFill>
                <a:ln w="9525" cmpd="sng" algn="ctr">
                  <a:solidFill>
                    <a:srgbClr val="00ACFB"/>
                  </a:solidFill>
                  <a:prstDash val="solid"/>
                </a:ln>
              </c:spPr>
            </c:marker>
            <c:bubble3D val="0"/>
            <c:extLst>
              <c:ext xmlns:c16="http://schemas.microsoft.com/office/drawing/2014/chart" uri="{C3380CC4-5D6E-409C-BE32-E72D297353CC}">
                <c16:uniqueId val="{00000006-363D-B84D-8029-63C5EC309B8B}"/>
              </c:ext>
            </c:extLst>
          </c:dPt>
          <c:dLbls>
            <c:dLbl>
              <c:idx val="0"/>
              <c:layout>
                <c:manualLayout>
                  <c:x val="1.0373815059917725E-2"/>
                  <c:y val="-5.3154495777446596E-2"/>
                </c:manualLayout>
              </c:layout>
              <c:numFmt formatCode="#,##0;&quot;-&quot;#,##0" sourceLinked="0"/>
              <c:spPr>
                <a:noFill/>
                <a:ln>
                  <a:noFill/>
                </a:ln>
              </c:spPr>
              <c:txPr>
                <a:bodyPr wrap="none"/>
                <a:lstStyle/>
                <a:p>
                  <a:pPr>
                    <a:defRPr kumimoji="1" sz="1100" kern="1200">
                      <a:solidFill>
                        <a:schemeClr val="tx1"/>
                      </a:solidFill>
                      <a:latin typeface="HarmonyOS Sans SC Light"/>
                      <a:ea typeface="HarmonyOS Sans SC Light"/>
                      <a:cs typeface="HarmonyOS Sans SC Light"/>
                      <a:sym typeface="HarmonyOS Sans SC Light"/>
                    </a:defRPr>
                  </a:pPr>
                  <a:endParaRPr lang="zh-CN"/>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4-363D-B84D-8029-63C5EC309B8B}"/>
                </c:ext>
              </c:extLst>
            </c:dLbl>
            <c:dLbl>
              <c:idx val="1"/>
              <c:layout>
                <c:manualLayout>
                  <c:x val="0"/>
                  <c:y val="-5.3154495777446596E-2"/>
                </c:manualLayout>
              </c:layout>
              <c:numFmt formatCode="#,##0;&quot;-&quot;#,##0" sourceLinked="0"/>
              <c:spPr>
                <a:noFill/>
                <a:ln>
                  <a:noFill/>
                </a:ln>
              </c:spPr>
              <c:txPr>
                <a:bodyPr wrap="none"/>
                <a:lstStyle/>
                <a:p>
                  <a:pPr>
                    <a:defRPr kumimoji="1" sz="1100" kern="1200">
                      <a:solidFill>
                        <a:schemeClr val="tx1"/>
                      </a:solidFill>
                      <a:latin typeface="HarmonyOS Sans SC Light"/>
                      <a:ea typeface="HarmonyOS Sans SC Light"/>
                      <a:cs typeface="HarmonyOS Sans SC Light"/>
                      <a:sym typeface="HarmonyOS Sans SC Light"/>
                    </a:defRPr>
                  </a:pPr>
                  <a:endParaRPr lang="zh-CN"/>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5-363D-B84D-8029-63C5EC309B8B}"/>
                </c:ext>
              </c:extLst>
            </c:dLbl>
            <c:dLbl>
              <c:idx val="2"/>
              <c:layout>
                <c:manualLayout>
                  <c:x val="-1.0373815059917725E-2"/>
                  <c:y val="-5.3154495777446596E-2"/>
                </c:manualLayout>
              </c:layout>
              <c:numFmt formatCode="#,##0;&quot;-&quot;#,##0" sourceLinked="0"/>
              <c:spPr>
                <a:noFill/>
                <a:ln>
                  <a:noFill/>
                </a:ln>
              </c:spPr>
              <c:txPr>
                <a:bodyPr wrap="none"/>
                <a:lstStyle/>
                <a:p>
                  <a:pPr>
                    <a:defRPr kumimoji="1" sz="1100" kern="1200">
                      <a:solidFill>
                        <a:schemeClr val="tx1"/>
                      </a:solidFill>
                      <a:latin typeface="HarmonyOS Sans SC Light"/>
                      <a:ea typeface="HarmonyOS Sans SC Light"/>
                      <a:cs typeface="+mn-cs"/>
                    </a:defRPr>
                  </a:pPr>
                  <a:endParaRPr lang="zh-CN"/>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6-363D-B84D-8029-63C5EC309B8B}"/>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val>
            <c:numRef>
              <c:f>Sheet1!$A$2:$C$2</c:f>
              <c:numCache>
                <c:formatCode>General</c:formatCode>
                <c:ptCount val="3"/>
                <c:pt idx="0">
                  <c:v>29</c:v>
                </c:pt>
                <c:pt idx="1">
                  <c:v>25</c:v>
                </c:pt>
                <c:pt idx="2">
                  <c:v>20</c:v>
                </c:pt>
              </c:numCache>
            </c:numRef>
          </c:val>
          <c:smooth val="0"/>
          <c:extLst>
            <c:ext xmlns:c16="http://schemas.microsoft.com/office/drawing/2014/chart" uri="{C3380CC4-5D6E-409C-BE32-E72D297353CC}">
              <c16:uniqueId val="{00000007-363D-B84D-8029-63C5EC309B8B}"/>
            </c:ext>
          </c:extLst>
        </c:ser>
        <c:ser>
          <c:idx val="2"/>
          <c:order val="2"/>
          <c:spPr>
            <a:ln w="19050" cmpd="sng" algn="ctr">
              <a:solidFill>
                <a:srgbClr val="1041EF"/>
              </a:solidFill>
              <a:prstDash val="solid"/>
            </a:ln>
          </c:spPr>
          <c:marker>
            <c:symbol val="none"/>
          </c:marker>
          <c:dPt>
            <c:idx val="0"/>
            <c:marker>
              <c:symbol val="circle"/>
              <c:size val="5"/>
              <c:spPr>
                <a:solidFill>
                  <a:srgbClr val="1041EF"/>
                </a:solidFill>
                <a:ln w="9525" cmpd="sng" algn="ctr">
                  <a:solidFill>
                    <a:srgbClr val="1041EF"/>
                  </a:solidFill>
                  <a:prstDash val="solid"/>
                </a:ln>
              </c:spPr>
            </c:marker>
            <c:bubble3D val="0"/>
            <c:extLst>
              <c:ext xmlns:c16="http://schemas.microsoft.com/office/drawing/2014/chart" uri="{C3380CC4-5D6E-409C-BE32-E72D297353CC}">
                <c16:uniqueId val="{00000008-363D-B84D-8029-63C5EC309B8B}"/>
              </c:ext>
            </c:extLst>
          </c:dPt>
          <c:dPt>
            <c:idx val="1"/>
            <c:marker>
              <c:symbol val="circle"/>
              <c:size val="5"/>
              <c:spPr>
                <a:solidFill>
                  <a:srgbClr val="1041EF"/>
                </a:solidFill>
                <a:ln w="9525" cmpd="sng" algn="ctr">
                  <a:solidFill>
                    <a:srgbClr val="1041EF"/>
                  </a:solidFill>
                  <a:prstDash val="solid"/>
                </a:ln>
              </c:spPr>
            </c:marker>
            <c:bubble3D val="0"/>
            <c:extLst>
              <c:ext xmlns:c16="http://schemas.microsoft.com/office/drawing/2014/chart" uri="{C3380CC4-5D6E-409C-BE32-E72D297353CC}">
                <c16:uniqueId val="{00000009-363D-B84D-8029-63C5EC309B8B}"/>
              </c:ext>
            </c:extLst>
          </c:dPt>
          <c:dPt>
            <c:idx val="2"/>
            <c:marker>
              <c:symbol val="circle"/>
              <c:size val="5"/>
              <c:spPr>
                <a:solidFill>
                  <a:srgbClr val="1041EF"/>
                </a:solidFill>
                <a:ln w="9525" cmpd="sng" algn="ctr">
                  <a:solidFill>
                    <a:srgbClr val="1041EF"/>
                  </a:solidFill>
                  <a:prstDash val="solid"/>
                </a:ln>
              </c:spPr>
            </c:marker>
            <c:bubble3D val="0"/>
            <c:extLst>
              <c:ext xmlns:c16="http://schemas.microsoft.com/office/drawing/2014/chart" uri="{C3380CC4-5D6E-409C-BE32-E72D297353CC}">
                <c16:uniqueId val="{0000000A-363D-B84D-8029-63C5EC309B8B}"/>
              </c:ext>
            </c:extLst>
          </c:dPt>
          <c:dLbls>
            <c:dLbl>
              <c:idx val="1"/>
              <c:layout>
                <c:manualLayout>
                  <c:x val="0"/>
                  <c:y val="-5.3154495777446596E-2"/>
                </c:manualLayout>
              </c:layout>
              <c:numFmt formatCode="#,##0;&quot;-&quot;#,##0" sourceLinked="0"/>
              <c:spPr>
                <a:noFill/>
                <a:ln>
                  <a:noFill/>
                </a:ln>
              </c:spPr>
              <c:txPr>
                <a:bodyPr wrap="none"/>
                <a:lstStyle/>
                <a:p>
                  <a:pPr>
                    <a:defRPr kumimoji="1" sz="1100" kern="1200">
                      <a:solidFill>
                        <a:schemeClr val="tx1"/>
                      </a:solidFill>
                      <a:latin typeface="HarmonyOS Sans SC Light"/>
                      <a:ea typeface="HarmonyOS Sans SC Light"/>
                      <a:cs typeface="HarmonyOS Sans SC Light"/>
                      <a:sym typeface="HarmonyOS Sans SC Light"/>
                    </a:defRPr>
                  </a:pPr>
                  <a:endParaRPr lang="zh-CN"/>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9-363D-B84D-8029-63C5EC309B8B}"/>
                </c:ext>
              </c:extLst>
            </c:dLbl>
            <c:dLbl>
              <c:idx val="2"/>
              <c:layout>
                <c:manualLayout>
                  <c:x val="-1.0373815059917725E-2"/>
                  <c:y val="-5.3154495777446596E-2"/>
                </c:manualLayout>
              </c:layout>
              <c:numFmt formatCode="#,##0;&quot;-&quot;#,##0" sourceLinked="0"/>
              <c:spPr>
                <a:noFill/>
                <a:ln>
                  <a:noFill/>
                </a:ln>
              </c:spPr>
              <c:txPr>
                <a:bodyPr wrap="none"/>
                <a:lstStyle/>
                <a:p>
                  <a:pPr>
                    <a:defRPr kumimoji="1" sz="1100" kern="1200">
                      <a:solidFill>
                        <a:schemeClr val="tx1"/>
                      </a:solidFill>
                      <a:latin typeface="HarmonyOS Sans SC Light"/>
                      <a:ea typeface="HarmonyOS Sans SC Light"/>
                      <a:cs typeface="HarmonyOS Sans SC Light"/>
                      <a:sym typeface="HarmonyOS Sans SC Light"/>
                    </a:defRPr>
                  </a:pPr>
                  <a:endParaRPr lang="zh-CN"/>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A-363D-B84D-8029-63C5EC309B8B}"/>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val>
            <c:numRef>
              <c:f>Sheet1!$A$3:$C$3</c:f>
              <c:numCache>
                <c:formatCode>General</c:formatCode>
                <c:ptCount val="3"/>
                <c:pt idx="0">
                  <c:v>16</c:v>
                </c:pt>
                <c:pt idx="1">
                  <c:v>7</c:v>
                </c:pt>
                <c:pt idx="2">
                  <c:v>5</c:v>
                </c:pt>
              </c:numCache>
            </c:numRef>
          </c:val>
          <c:smooth val="0"/>
          <c:extLst>
            <c:ext xmlns:c16="http://schemas.microsoft.com/office/drawing/2014/chart" uri="{C3380CC4-5D6E-409C-BE32-E72D297353CC}">
              <c16:uniqueId val="{0000000B-363D-B84D-8029-63C5EC309B8B}"/>
            </c:ext>
          </c:extLst>
        </c:ser>
        <c:dLbls>
          <c:showLegendKey val="0"/>
          <c:showVal val="0"/>
          <c:showCatName val="0"/>
          <c:showSerName val="0"/>
          <c:showPercent val="0"/>
          <c:showBubbleSize val="0"/>
        </c:dLbls>
        <c:smooth val="0"/>
        <c:axId val="566543711"/>
        <c:axId val="1"/>
      </c:lineChart>
      <c:catAx>
        <c:axId val="566543711"/>
        <c:scaling>
          <c:orientation val="minMax"/>
        </c:scaling>
        <c:delete val="0"/>
        <c:axPos val="b"/>
        <c:majorGridlines>
          <c:spPr>
            <a:ln>
              <a:noFill/>
            </a:ln>
          </c:spPr>
        </c:majorGridlines>
        <c:majorTickMark val="none"/>
        <c:minorTickMark val="none"/>
        <c:tickLblPos val="none"/>
        <c:spPr>
          <a:ln w="9525" cmpd="sng" algn="ctr">
            <a:solidFill>
              <a:schemeClr val="bg2"/>
            </a:solidFill>
            <a:prstDash val="solid"/>
          </a:ln>
        </c:spPr>
        <c:crossAx val="1"/>
        <c:crosses val="min"/>
        <c:auto val="0"/>
        <c:lblAlgn val="ctr"/>
        <c:lblOffset val="100"/>
        <c:noMultiLvlLbl val="0"/>
      </c:catAx>
      <c:valAx>
        <c:axId val="1"/>
        <c:scaling>
          <c:orientation val="minMax"/>
          <c:max val="100"/>
          <c:min val="0"/>
        </c:scaling>
        <c:delete val="0"/>
        <c:axPos val="l"/>
        <c:majorGridlines>
          <c:spPr>
            <a:ln w="3175" cmpd="sng" algn="ctr">
              <a:solidFill>
                <a:schemeClr val="bg2"/>
              </a:solidFill>
              <a:prstDash val="solid"/>
            </a:ln>
          </c:spPr>
        </c:majorGridlines>
        <c:numFmt formatCode="General" sourceLinked="1"/>
        <c:majorTickMark val="none"/>
        <c:minorTickMark val="none"/>
        <c:tickLblPos val="none"/>
        <c:spPr>
          <a:ln w="9525" cmpd="sng" algn="ctr">
            <a:solidFill>
              <a:schemeClr val="bg2"/>
            </a:solidFill>
            <a:prstDash val="solid"/>
          </a:ln>
        </c:spPr>
        <c:crossAx val="566543711"/>
        <c:crosses val="min"/>
        <c:crossBetween val="midCat"/>
        <c:majorUnit val="20"/>
      </c:valAx>
      <c:spPr>
        <a:noFill/>
        <a:ln w="9525" cmpd="sng" algn="ctr">
          <a:solidFill>
            <a:schemeClr val="bg2"/>
          </a:solidFill>
          <a:prstDash val="solid"/>
        </a:ln>
      </c:spPr>
    </c:plotArea>
    <c:plotVisOnly val="0"/>
    <c:dispBlanksAs val="gap"/>
    <c:showDLblsOverMax val="1"/>
  </c:chart>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7A7A509-B8CD-094E-816A-402EC470DED2}" type="datetimeFigureOut">
              <a:rPr kumimoji="1" lang="zh-CN" altLang="en-US" smtClean="0"/>
              <a:t>2024/11/17</a:t>
            </a:fld>
            <a:endParaRPr kumimoji="1"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4F43C84-A3EC-0A43-8B65-605FED818016}" type="slidenum">
              <a:rPr kumimoji="1" lang="zh-CN" altLang="en-US" smtClean="0"/>
              <a:t>‹#›</a:t>
            </a:fld>
            <a:endParaRPr kumimoji="1" lang="zh-CN" altLang="en-US"/>
          </a:p>
        </p:txBody>
      </p:sp>
    </p:spTree>
    <p:extLst>
      <p:ext uri="{BB962C8B-B14F-4D97-AF65-F5344CB8AC3E}">
        <p14:creationId xmlns:p14="http://schemas.microsoft.com/office/powerpoint/2010/main" val="53626766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4566D0B9-9A2A-4B16-897A-C30F746EA714}" type="slidenum">
              <a:rPr lang="zh-CN" altLang="en-US" smtClean="0"/>
              <a:t>1</a:t>
            </a:fld>
            <a:endParaRPr lang="zh-CN" altLang="en-US"/>
          </a:p>
        </p:txBody>
      </p:sp>
    </p:spTree>
    <p:extLst>
      <p:ext uri="{BB962C8B-B14F-4D97-AF65-F5344CB8AC3E}">
        <p14:creationId xmlns:p14="http://schemas.microsoft.com/office/powerpoint/2010/main" val="377642204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4566D0B9-9A2A-4B16-897A-C30F746EA714}" type="slidenum">
              <a:rPr lang="zh-CN" altLang="en-US" smtClean="0"/>
              <a:t>2</a:t>
            </a:fld>
            <a:endParaRPr lang="zh-CN" altLang="en-US"/>
          </a:p>
        </p:txBody>
      </p:sp>
    </p:spTree>
    <p:extLst>
      <p:ext uri="{BB962C8B-B14F-4D97-AF65-F5344CB8AC3E}">
        <p14:creationId xmlns:p14="http://schemas.microsoft.com/office/powerpoint/2010/main" val="333331638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4566D0B9-9A2A-4B16-897A-C30F746EA714}" type="slidenum">
              <a:rPr lang="zh-CN" altLang="en-US" smtClean="0"/>
              <a:t>3</a:t>
            </a:fld>
            <a:endParaRPr lang="zh-CN" altLang="en-US"/>
          </a:p>
        </p:txBody>
      </p:sp>
    </p:spTree>
    <p:extLst>
      <p:ext uri="{BB962C8B-B14F-4D97-AF65-F5344CB8AC3E}">
        <p14:creationId xmlns:p14="http://schemas.microsoft.com/office/powerpoint/2010/main" val="36902496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4566D0B9-9A2A-4B16-897A-C30F746EA714}" type="slidenum">
              <a:rPr lang="zh-CN" altLang="en-US" smtClean="0"/>
              <a:t>4</a:t>
            </a:fld>
            <a:endParaRPr lang="zh-CN" altLang="en-US"/>
          </a:p>
        </p:txBody>
      </p:sp>
    </p:spTree>
    <p:extLst>
      <p:ext uri="{BB962C8B-B14F-4D97-AF65-F5344CB8AC3E}">
        <p14:creationId xmlns:p14="http://schemas.microsoft.com/office/powerpoint/2010/main" val="267947654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4566D0B9-9A2A-4B16-897A-C30F746EA714}" type="slidenum">
              <a:rPr lang="zh-CN" altLang="en-US" smtClean="0"/>
              <a:t>5</a:t>
            </a:fld>
            <a:endParaRPr lang="zh-CN" altLang="en-US"/>
          </a:p>
        </p:txBody>
      </p:sp>
    </p:spTree>
    <p:extLst>
      <p:ext uri="{BB962C8B-B14F-4D97-AF65-F5344CB8AC3E}">
        <p14:creationId xmlns:p14="http://schemas.microsoft.com/office/powerpoint/2010/main" val="293318606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F52A022-57C0-9A0B-9112-E36A4D3F9F37}"/>
              </a:ext>
            </a:extLst>
          </p:cNvPr>
          <p:cNvSpPr>
            <a:spLocks noGrp="1"/>
          </p:cNvSpPr>
          <p:nvPr>
            <p:ph type="ctrTitle"/>
          </p:nvPr>
        </p:nvSpPr>
        <p:spPr>
          <a:xfrm>
            <a:off x="1524000" y="1122363"/>
            <a:ext cx="9144000" cy="2387600"/>
          </a:xfrm>
        </p:spPr>
        <p:txBody>
          <a:bodyPr anchor="b"/>
          <a:lstStyle>
            <a:lvl1pPr algn="ctr">
              <a:defRPr sz="6000"/>
            </a:lvl1pPr>
          </a:lstStyle>
          <a:p>
            <a:r>
              <a:rPr kumimoji="1" lang="zh-CN" altLang="en-US"/>
              <a:t>单击此处编辑母版标题样式</a:t>
            </a:r>
          </a:p>
        </p:txBody>
      </p:sp>
      <p:sp>
        <p:nvSpPr>
          <p:cNvPr id="3" name="副标题 2">
            <a:extLst>
              <a:ext uri="{FF2B5EF4-FFF2-40B4-BE49-F238E27FC236}">
                <a16:creationId xmlns:a16="http://schemas.microsoft.com/office/drawing/2014/main" id="{00CE94F0-C7DC-CE68-126D-7FF3EAEC29E8}"/>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kumimoji="1" lang="zh-CN" altLang="en-US"/>
              <a:t>单击此处编辑母版副标题样式</a:t>
            </a:r>
          </a:p>
        </p:txBody>
      </p:sp>
      <p:sp>
        <p:nvSpPr>
          <p:cNvPr id="4" name="日期占位符 3">
            <a:extLst>
              <a:ext uri="{FF2B5EF4-FFF2-40B4-BE49-F238E27FC236}">
                <a16:creationId xmlns:a16="http://schemas.microsoft.com/office/drawing/2014/main" id="{83BCCC94-805E-3775-6218-52974BDC8F56}"/>
              </a:ext>
            </a:extLst>
          </p:cNvPr>
          <p:cNvSpPr>
            <a:spLocks noGrp="1"/>
          </p:cNvSpPr>
          <p:nvPr>
            <p:ph type="dt" sz="half" idx="10"/>
          </p:nvPr>
        </p:nvSpPr>
        <p:spPr/>
        <p:txBody>
          <a:bodyPr/>
          <a:lstStyle/>
          <a:p>
            <a:fld id="{319B77F6-D790-D14A-84FB-01D79B1AD012}" type="datetimeFigureOut">
              <a:rPr kumimoji="1" lang="zh-CN" altLang="en-US" smtClean="0"/>
              <a:t>2024/11/17</a:t>
            </a:fld>
            <a:endParaRPr kumimoji="1" lang="zh-CN" altLang="en-US"/>
          </a:p>
        </p:txBody>
      </p:sp>
      <p:sp>
        <p:nvSpPr>
          <p:cNvPr id="5" name="页脚占位符 4">
            <a:extLst>
              <a:ext uri="{FF2B5EF4-FFF2-40B4-BE49-F238E27FC236}">
                <a16:creationId xmlns:a16="http://schemas.microsoft.com/office/drawing/2014/main" id="{E415BB9B-B5BA-5260-A4C7-E28529E02694}"/>
              </a:ext>
            </a:extLst>
          </p:cNvPr>
          <p:cNvSpPr>
            <a:spLocks noGrp="1"/>
          </p:cNvSpPr>
          <p:nvPr>
            <p:ph type="ftr" sz="quarter" idx="11"/>
          </p:nvPr>
        </p:nvSpPr>
        <p:spPr/>
        <p:txBody>
          <a:bodyPr/>
          <a:lstStyle/>
          <a:p>
            <a:endParaRPr kumimoji="1" lang="zh-CN" altLang="en-US"/>
          </a:p>
        </p:txBody>
      </p:sp>
      <p:sp>
        <p:nvSpPr>
          <p:cNvPr id="6" name="灯片编号占位符 5">
            <a:extLst>
              <a:ext uri="{FF2B5EF4-FFF2-40B4-BE49-F238E27FC236}">
                <a16:creationId xmlns:a16="http://schemas.microsoft.com/office/drawing/2014/main" id="{ABFF98F1-B9DF-B328-EF76-CD9035A2078C}"/>
              </a:ext>
            </a:extLst>
          </p:cNvPr>
          <p:cNvSpPr>
            <a:spLocks noGrp="1"/>
          </p:cNvSpPr>
          <p:nvPr>
            <p:ph type="sldNum" sz="quarter" idx="12"/>
          </p:nvPr>
        </p:nvSpPr>
        <p:spPr/>
        <p:txBody>
          <a:bodyPr/>
          <a:lstStyle/>
          <a:p>
            <a:fld id="{9943D010-4C06-864D-9C1B-5E45FD97BF01}" type="slidenum">
              <a:rPr kumimoji="1" lang="zh-CN" altLang="en-US" smtClean="0"/>
              <a:t>‹#›</a:t>
            </a:fld>
            <a:endParaRPr kumimoji="1" lang="zh-CN" altLang="en-US"/>
          </a:p>
        </p:txBody>
      </p:sp>
    </p:spTree>
    <p:extLst>
      <p:ext uri="{BB962C8B-B14F-4D97-AF65-F5344CB8AC3E}">
        <p14:creationId xmlns:p14="http://schemas.microsoft.com/office/powerpoint/2010/main" val="296479921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352BAA5-CD3C-8CCB-77DC-AB61C1A99F4B}"/>
              </a:ext>
            </a:extLst>
          </p:cNvPr>
          <p:cNvSpPr>
            <a:spLocks noGrp="1"/>
          </p:cNvSpPr>
          <p:nvPr>
            <p:ph type="title"/>
          </p:nvPr>
        </p:nvSpPr>
        <p:spPr/>
        <p:txBody>
          <a:bodyPr/>
          <a:lstStyle/>
          <a:p>
            <a:r>
              <a:rPr kumimoji="1" lang="zh-CN" altLang="en-US"/>
              <a:t>单击此处编辑母版标题样式</a:t>
            </a:r>
          </a:p>
        </p:txBody>
      </p:sp>
      <p:sp>
        <p:nvSpPr>
          <p:cNvPr id="3" name="内容占位符 2">
            <a:extLst>
              <a:ext uri="{FF2B5EF4-FFF2-40B4-BE49-F238E27FC236}">
                <a16:creationId xmlns:a16="http://schemas.microsoft.com/office/drawing/2014/main" id="{09966D76-E565-2B92-028F-592325CC8B27}"/>
              </a:ext>
            </a:extLst>
          </p:cNvPr>
          <p:cNvSpPr>
            <a:spLocks noGrp="1"/>
          </p:cNvSpPr>
          <p:nvPr>
            <p:ph idx="1"/>
          </p:nvPr>
        </p:nvSpPr>
        <p:spPr/>
        <p:txBody>
          <a:body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4" name="日期占位符 3">
            <a:extLst>
              <a:ext uri="{FF2B5EF4-FFF2-40B4-BE49-F238E27FC236}">
                <a16:creationId xmlns:a16="http://schemas.microsoft.com/office/drawing/2014/main" id="{9AD9BD10-E302-2C89-9509-F4FA4CB0B0C6}"/>
              </a:ext>
            </a:extLst>
          </p:cNvPr>
          <p:cNvSpPr>
            <a:spLocks noGrp="1"/>
          </p:cNvSpPr>
          <p:nvPr>
            <p:ph type="dt" sz="half" idx="10"/>
          </p:nvPr>
        </p:nvSpPr>
        <p:spPr/>
        <p:txBody>
          <a:bodyPr/>
          <a:lstStyle/>
          <a:p>
            <a:fld id="{319B77F6-D790-D14A-84FB-01D79B1AD012}" type="datetimeFigureOut">
              <a:rPr kumimoji="1" lang="zh-CN" altLang="en-US" smtClean="0"/>
              <a:t>2024/11/17</a:t>
            </a:fld>
            <a:endParaRPr kumimoji="1" lang="zh-CN" altLang="en-US"/>
          </a:p>
        </p:txBody>
      </p:sp>
      <p:sp>
        <p:nvSpPr>
          <p:cNvPr id="5" name="页脚占位符 4">
            <a:extLst>
              <a:ext uri="{FF2B5EF4-FFF2-40B4-BE49-F238E27FC236}">
                <a16:creationId xmlns:a16="http://schemas.microsoft.com/office/drawing/2014/main" id="{BE760B7C-4278-7D48-6663-8C350413478A}"/>
              </a:ext>
            </a:extLst>
          </p:cNvPr>
          <p:cNvSpPr>
            <a:spLocks noGrp="1"/>
          </p:cNvSpPr>
          <p:nvPr>
            <p:ph type="ftr" sz="quarter" idx="11"/>
          </p:nvPr>
        </p:nvSpPr>
        <p:spPr/>
        <p:txBody>
          <a:bodyPr/>
          <a:lstStyle/>
          <a:p>
            <a:endParaRPr kumimoji="1" lang="zh-CN" altLang="en-US"/>
          </a:p>
        </p:txBody>
      </p:sp>
      <p:sp>
        <p:nvSpPr>
          <p:cNvPr id="6" name="灯片编号占位符 5">
            <a:extLst>
              <a:ext uri="{FF2B5EF4-FFF2-40B4-BE49-F238E27FC236}">
                <a16:creationId xmlns:a16="http://schemas.microsoft.com/office/drawing/2014/main" id="{63435B9B-5966-1C43-2AB9-270B244BAD9B}"/>
              </a:ext>
            </a:extLst>
          </p:cNvPr>
          <p:cNvSpPr>
            <a:spLocks noGrp="1"/>
          </p:cNvSpPr>
          <p:nvPr>
            <p:ph type="sldNum" sz="quarter" idx="12"/>
          </p:nvPr>
        </p:nvSpPr>
        <p:spPr/>
        <p:txBody>
          <a:bodyPr/>
          <a:lstStyle/>
          <a:p>
            <a:fld id="{9943D010-4C06-864D-9C1B-5E45FD97BF01}" type="slidenum">
              <a:rPr kumimoji="1" lang="zh-CN" altLang="en-US" smtClean="0"/>
              <a:t>‹#›</a:t>
            </a:fld>
            <a:endParaRPr kumimoji="1" lang="zh-CN" altLang="en-US"/>
          </a:p>
        </p:txBody>
      </p:sp>
    </p:spTree>
    <p:extLst>
      <p:ext uri="{BB962C8B-B14F-4D97-AF65-F5344CB8AC3E}">
        <p14:creationId xmlns:p14="http://schemas.microsoft.com/office/powerpoint/2010/main" val="252170286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A0F79ED-385C-E350-EDC3-71035C3A4432}"/>
              </a:ext>
            </a:extLst>
          </p:cNvPr>
          <p:cNvSpPr>
            <a:spLocks noGrp="1"/>
          </p:cNvSpPr>
          <p:nvPr>
            <p:ph type="title"/>
          </p:nvPr>
        </p:nvSpPr>
        <p:spPr>
          <a:xfrm>
            <a:off x="831850" y="1709738"/>
            <a:ext cx="10515600" cy="2852737"/>
          </a:xfrm>
        </p:spPr>
        <p:txBody>
          <a:bodyPr anchor="b"/>
          <a:lstStyle>
            <a:lvl1pPr>
              <a:defRPr sz="6000"/>
            </a:lvl1pPr>
          </a:lstStyle>
          <a:p>
            <a:r>
              <a:rPr kumimoji="1" lang="zh-CN" altLang="en-US"/>
              <a:t>单击此处编辑母版标题样式</a:t>
            </a:r>
          </a:p>
        </p:txBody>
      </p:sp>
      <p:sp>
        <p:nvSpPr>
          <p:cNvPr id="3" name="文本占位符 2">
            <a:extLst>
              <a:ext uri="{FF2B5EF4-FFF2-40B4-BE49-F238E27FC236}">
                <a16:creationId xmlns:a16="http://schemas.microsoft.com/office/drawing/2014/main" id="{25366432-6456-A3AB-CC2E-A82858A71144}"/>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kumimoji="1" lang="zh-CN" altLang="en-US"/>
              <a:t>单击此处编辑母版文本样式</a:t>
            </a:r>
          </a:p>
        </p:txBody>
      </p:sp>
      <p:sp>
        <p:nvSpPr>
          <p:cNvPr id="4" name="日期占位符 3">
            <a:extLst>
              <a:ext uri="{FF2B5EF4-FFF2-40B4-BE49-F238E27FC236}">
                <a16:creationId xmlns:a16="http://schemas.microsoft.com/office/drawing/2014/main" id="{77FCE491-BD4E-D3C4-1CC3-EA95E143AF1B}"/>
              </a:ext>
            </a:extLst>
          </p:cNvPr>
          <p:cNvSpPr>
            <a:spLocks noGrp="1"/>
          </p:cNvSpPr>
          <p:nvPr>
            <p:ph type="dt" sz="half" idx="10"/>
          </p:nvPr>
        </p:nvSpPr>
        <p:spPr/>
        <p:txBody>
          <a:bodyPr/>
          <a:lstStyle/>
          <a:p>
            <a:fld id="{319B77F6-D790-D14A-84FB-01D79B1AD012}" type="datetimeFigureOut">
              <a:rPr kumimoji="1" lang="zh-CN" altLang="en-US" smtClean="0"/>
              <a:t>2024/11/17</a:t>
            </a:fld>
            <a:endParaRPr kumimoji="1" lang="zh-CN" altLang="en-US"/>
          </a:p>
        </p:txBody>
      </p:sp>
      <p:sp>
        <p:nvSpPr>
          <p:cNvPr id="5" name="页脚占位符 4">
            <a:extLst>
              <a:ext uri="{FF2B5EF4-FFF2-40B4-BE49-F238E27FC236}">
                <a16:creationId xmlns:a16="http://schemas.microsoft.com/office/drawing/2014/main" id="{BFCAFD10-F364-97C0-08E8-6AF809DB7547}"/>
              </a:ext>
            </a:extLst>
          </p:cNvPr>
          <p:cNvSpPr>
            <a:spLocks noGrp="1"/>
          </p:cNvSpPr>
          <p:nvPr>
            <p:ph type="ftr" sz="quarter" idx="11"/>
          </p:nvPr>
        </p:nvSpPr>
        <p:spPr/>
        <p:txBody>
          <a:bodyPr/>
          <a:lstStyle/>
          <a:p>
            <a:endParaRPr kumimoji="1" lang="zh-CN" altLang="en-US"/>
          </a:p>
        </p:txBody>
      </p:sp>
      <p:sp>
        <p:nvSpPr>
          <p:cNvPr id="6" name="灯片编号占位符 5">
            <a:extLst>
              <a:ext uri="{FF2B5EF4-FFF2-40B4-BE49-F238E27FC236}">
                <a16:creationId xmlns:a16="http://schemas.microsoft.com/office/drawing/2014/main" id="{644A8148-FAD0-BE51-0E7A-2BC45EECC985}"/>
              </a:ext>
            </a:extLst>
          </p:cNvPr>
          <p:cNvSpPr>
            <a:spLocks noGrp="1"/>
          </p:cNvSpPr>
          <p:nvPr>
            <p:ph type="sldNum" sz="quarter" idx="12"/>
          </p:nvPr>
        </p:nvSpPr>
        <p:spPr/>
        <p:txBody>
          <a:bodyPr/>
          <a:lstStyle/>
          <a:p>
            <a:fld id="{9943D010-4C06-864D-9C1B-5E45FD97BF01}" type="slidenum">
              <a:rPr kumimoji="1" lang="zh-CN" altLang="en-US" smtClean="0"/>
              <a:t>‹#›</a:t>
            </a:fld>
            <a:endParaRPr kumimoji="1" lang="zh-CN" altLang="en-US"/>
          </a:p>
        </p:txBody>
      </p:sp>
    </p:spTree>
    <p:extLst>
      <p:ext uri="{BB962C8B-B14F-4D97-AF65-F5344CB8AC3E}">
        <p14:creationId xmlns:p14="http://schemas.microsoft.com/office/powerpoint/2010/main" val="327059198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EE35071-D822-92D0-A4C5-82D3A3B6AF1C}"/>
              </a:ext>
            </a:extLst>
          </p:cNvPr>
          <p:cNvSpPr>
            <a:spLocks noGrp="1"/>
          </p:cNvSpPr>
          <p:nvPr>
            <p:ph type="title"/>
          </p:nvPr>
        </p:nvSpPr>
        <p:spPr/>
        <p:txBody>
          <a:bodyPr/>
          <a:lstStyle/>
          <a:p>
            <a:r>
              <a:rPr kumimoji="1" lang="zh-CN" altLang="en-US"/>
              <a:t>单击此处编辑母版标题样式</a:t>
            </a:r>
          </a:p>
        </p:txBody>
      </p:sp>
      <p:sp>
        <p:nvSpPr>
          <p:cNvPr id="3" name="内容占位符 2">
            <a:extLst>
              <a:ext uri="{FF2B5EF4-FFF2-40B4-BE49-F238E27FC236}">
                <a16:creationId xmlns:a16="http://schemas.microsoft.com/office/drawing/2014/main" id="{D88FB2C4-19C6-0768-06D9-7D835791AC89}"/>
              </a:ext>
            </a:extLst>
          </p:cNvPr>
          <p:cNvSpPr>
            <a:spLocks noGrp="1"/>
          </p:cNvSpPr>
          <p:nvPr>
            <p:ph sz="half" idx="1"/>
          </p:nvPr>
        </p:nvSpPr>
        <p:spPr>
          <a:xfrm>
            <a:off x="838200" y="1825625"/>
            <a:ext cx="5181600" cy="4351338"/>
          </a:xfrm>
        </p:spPr>
        <p:txBody>
          <a:body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4" name="内容占位符 3">
            <a:extLst>
              <a:ext uri="{FF2B5EF4-FFF2-40B4-BE49-F238E27FC236}">
                <a16:creationId xmlns:a16="http://schemas.microsoft.com/office/drawing/2014/main" id="{3A8104D2-A656-D80B-1990-EFBC909B0AC7}"/>
              </a:ext>
            </a:extLst>
          </p:cNvPr>
          <p:cNvSpPr>
            <a:spLocks noGrp="1"/>
          </p:cNvSpPr>
          <p:nvPr>
            <p:ph sz="half" idx="2"/>
          </p:nvPr>
        </p:nvSpPr>
        <p:spPr>
          <a:xfrm>
            <a:off x="6172200" y="1825625"/>
            <a:ext cx="5181600" cy="4351338"/>
          </a:xfrm>
        </p:spPr>
        <p:txBody>
          <a:body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5" name="日期占位符 4">
            <a:extLst>
              <a:ext uri="{FF2B5EF4-FFF2-40B4-BE49-F238E27FC236}">
                <a16:creationId xmlns:a16="http://schemas.microsoft.com/office/drawing/2014/main" id="{F116CF7C-A68E-D093-CCF7-1F2AA0791A9B}"/>
              </a:ext>
            </a:extLst>
          </p:cNvPr>
          <p:cNvSpPr>
            <a:spLocks noGrp="1"/>
          </p:cNvSpPr>
          <p:nvPr>
            <p:ph type="dt" sz="half" idx="10"/>
          </p:nvPr>
        </p:nvSpPr>
        <p:spPr/>
        <p:txBody>
          <a:bodyPr/>
          <a:lstStyle/>
          <a:p>
            <a:fld id="{319B77F6-D790-D14A-84FB-01D79B1AD012}" type="datetimeFigureOut">
              <a:rPr kumimoji="1" lang="zh-CN" altLang="en-US" smtClean="0"/>
              <a:t>2024/11/17</a:t>
            </a:fld>
            <a:endParaRPr kumimoji="1" lang="zh-CN" altLang="en-US"/>
          </a:p>
        </p:txBody>
      </p:sp>
      <p:sp>
        <p:nvSpPr>
          <p:cNvPr id="6" name="页脚占位符 5">
            <a:extLst>
              <a:ext uri="{FF2B5EF4-FFF2-40B4-BE49-F238E27FC236}">
                <a16:creationId xmlns:a16="http://schemas.microsoft.com/office/drawing/2014/main" id="{3EB07115-7A6B-07F2-0000-652AD80ED127}"/>
              </a:ext>
            </a:extLst>
          </p:cNvPr>
          <p:cNvSpPr>
            <a:spLocks noGrp="1"/>
          </p:cNvSpPr>
          <p:nvPr>
            <p:ph type="ftr" sz="quarter" idx="11"/>
          </p:nvPr>
        </p:nvSpPr>
        <p:spPr/>
        <p:txBody>
          <a:bodyPr/>
          <a:lstStyle/>
          <a:p>
            <a:endParaRPr kumimoji="1" lang="zh-CN" altLang="en-US"/>
          </a:p>
        </p:txBody>
      </p:sp>
      <p:sp>
        <p:nvSpPr>
          <p:cNvPr id="7" name="灯片编号占位符 6">
            <a:extLst>
              <a:ext uri="{FF2B5EF4-FFF2-40B4-BE49-F238E27FC236}">
                <a16:creationId xmlns:a16="http://schemas.microsoft.com/office/drawing/2014/main" id="{C1E96B37-209F-0FB8-B6D1-8EDDF9345C3F}"/>
              </a:ext>
            </a:extLst>
          </p:cNvPr>
          <p:cNvSpPr>
            <a:spLocks noGrp="1"/>
          </p:cNvSpPr>
          <p:nvPr>
            <p:ph type="sldNum" sz="quarter" idx="12"/>
          </p:nvPr>
        </p:nvSpPr>
        <p:spPr/>
        <p:txBody>
          <a:bodyPr/>
          <a:lstStyle/>
          <a:p>
            <a:fld id="{9943D010-4C06-864D-9C1B-5E45FD97BF01}" type="slidenum">
              <a:rPr kumimoji="1" lang="zh-CN" altLang="en-US" smtClean="0"/>
              <a:t>‹#›</a:t>
            </a:fld>
            <a:endParaRPr kumimoji="1" lang="zh-CN" altLang="en-US"/>
          </a:p>
        </p:txBody>
      </p:sp>
    </p:spTree>
    <p:extLst>
      <p:ext uri="{BB962C8B-B14F-4D97-AF65-F5344CB8AC3E}">
        <p14:creationId xmlns:p14="http://schemas.microsoft.com/office/powerpoint/2010/main" val="54916785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940F5B4-A6A2-B65F-13A7-193C428A0279}"/>
              </a:ext>
            </a:extLst>
          </p:cNvPr>
          <p:cNvSpPr>
            <a:spLocks noGrp="1"/>
          </p:cNvSpPr>
          <p:nvPr>
            <p:ph type="title"/>
          </p:nvPr>
        </p:nvSpPr>
        <p:spPr>
          <a:xfrm>
            <a:off x="839788" y="365125"/>
            <a:ext cx="10515600" cy="1325563"/>
          </a:xfrm>
        </p:spPr>
        <p:txBody>
          <a:bodyPr/>
          <a:lstStyle/>
          <a:p>
            <a:r>
              <a:rPr kumimoji="1" lang="zh-CN" altLang="en-US"/>
              <a:t>单击此处编辑母版标题样式</a:t>
            </a:r>
          </a:p>
        </p:txBody>
      </p:sp>
      <p:sp>
        <p:nvSpPr>
          <p:cNvPr id="3" name="文本占位符 2">
            <a:extLst>
              <a:ext uri="{FF2B5EF4-FFF2-40B4-BE49-F238E27FC236}">
                <a16:creationId xmlns:a16="http://schemas.microsoft.com/office/drawing/2014/main" id="{0C027CFA-5EEB-9ECA-A144-6E8FEBE81A8F}"/>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zh-CN" altLang="en-US"/>
              <a:t>单击此处编辑母版文本样式</a:t>
            </a:r>
          </a:p>
        </p:txBody>
      </p:sp>
      <p:sp>
        <p:nvSpPr>
          <p:cNvPr id="4" name="内容占位符 3">
            <a:extLst>
              <a:ext uri="{FF2B5EF4-FFF2-40B4-BE49-F238E27FC236}">
                <a16:creationId xmlns:a16="http://schemas.microsoft.com/office/drawing/2014/main" id="{E70524CD-CEBD-7EE2-AC12-C9BB46D61577}"/>
              </a:ext>
            </a:extLst>
          </p:cNvPr>
          <p:cNvSpPr>
            <a:spLocks noGrp="1"/>
          </p:cNvSpPr>
          <p:nvPr>
            <p:ph sz="half" idx="2"/>
          </p:nvPr>
        </p:nvSpPr>
        <p:spPr>
          <a:xfrm>
            <a:off x="839788" y="2505075"/>
            <a:ext cx="5157787" cy="3684588"/>
          </a:xfrm>
        </p:spPr>
        <p:txBody>
          <a:body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5" name="文本占位符 4">
            <a:extLst>
              <a:ext uri="{FF2B5EF4-FFF2-40B4-BE49-F238E27FC236}">
                <a16:creationId xmlns:a16="http://schemas.microsoft.com/office/drawing/2014/main" id="{1639017D-986E-7FBE-11E4-BB9B04D2D81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zh-CN" altLang="en-US"/>
              <a:t>单击此处编辑母版文本样式</a:t>
            </a:r>
          </a:p>
        </p:txBody>
      </p:sp>
      <p:sp>
        <p:nvSpPr>
          <p:cNvPr id="6" name="内容占位符 5">
            <a:extLst>
              <a:ext uri="{FF2B5EF4-FFF2-40B4-BE49-F238E27FC236}">
                <a16:creationId xmlns:a16="http://schemas.microsoft.com/office/drawing/2014/main" id="{36B1BB2F-2095-61E2-9424-D44AA21B1888}"/>
              </a:ext>
            </a:extLst>
          </p:cNvPr>
          <p:cNvSpPr>
            <a:spLocks noGrp="1"/>
          </p:cNvSpPr>
          <p:nvPr>
            <p:ph sz="quarter" idx="4"/>
          </p:nvPr>
        </p:nvSpPr>
        <p:spPr>
          <a:xfrm>
            <a:off x="6172200" y="2505075"/>
            <a:ext cx="5183188" cy="3684588"/>
          </a:xfrm>
        </p:spPr>
        <p:txBody>
          <a:body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7" name="日期占位符 6">
            <a:extLst>
              <a:ext uri="{FF2B5EF4-FFF2-40B4-BE49-F238E27FC236}">
                <a16:creationId xmlns:a16="http://schemas.microsoft.com/office/drawing/2014/main" id="{84B12DE4-7409-8F7B-0A95-1F0FD3A690F8}"/>
              </a:ext>
            </a:extLst>
          </p:cNvPr>
          <p:cNvSpPr>
            <a:spLocks noGrp="1"/>
          </p:cNvSpPr>
          <p:nvPr>
            <p:ph type="dt" sz="half" idx="10"/>
          </p:nvPr>
        </p:nvSpPr>
        <p:spPr/>
        <p:txBody>
          <a:bodyPr/>
          <a:lstStyle/>
          <a:p>
            <a:fld id="{319B77F6-D790-D14A-84FB-01D79B1AD012}" type="datetimeFigureOut">
              <a:rPr kumimoji="1" lang="zh-CN" altLang="en-US" smtClean="0"/>
              <a:t>2024/11/17</a:t>
            </a:fld>
            <a:endParaRPr kumimoji="1" lang="zh-CN" altLang="en-US"/>
          </a:p>
        </p:txBody>
      </p:sp>
      <p:sp>
        <p:nvSpPr>
          <p:cNvPr id="8" name="页脚占位符 7">
            <a:extLst>
              <a:ext uri="{FF2B5EF4-FFF2-40B4-BE49-F238E27FC236}">
                <a16:creationId xmlns:a16="http://schemas.microsoft.com/office/drawing/2014/main" id="{8C4E8881-9221-5D1A-7DE4-F6B4AA2E344A}"/>
              </a:ext>
            </a:extLst>
          </p:cNvPr>
          <p:cNvSpPr>
            <a:spLocks noGrp="1"/>
          </p:cNvSpPr>
          <p:nvPr>
            <p:ph type="ftr" sz="quarter" idx="11"/>
          </p:nvPr>
        </p:nvSpPr>
        <p:spPr/>
        <p:txBody>
          <a:bodyPr/>
          <a:lstStyle/>
          <a:p>
            <a:endParaRPr kumimoji="1" lang="zh-CN" altLang="en-US"/>
          </a:p>
        </p:txBody>
      </p:sp>
      <p:sp>
        <p:nvSpPr>
          <p:cNvPr id="9" name="灯片编号占位符 8">
            <a:extLst>
              <a:ext uri="{FF2B5EF4-FFF2-40B4-BE49-F238E27FC236}">
                <a16:creationId xmlns:a16="http://schemas.microsoft.com/office/drawing/2014/main" id="{7FA6CA37-53E5-887A-99DB-F1BD927B79E4}"/>
              </a:ext>
            </a:extLst>
          </p:cNvPr>
          <p:cNvSpPr>
            <a:spLocks noGrp="1"/>
          </p:cNvSpPr>
          <p:nvPr>
            <p:ph type="sldNum" sz="quarter" idx="12"/>
          </p:nvPr>
        </p:nvSpPr>
        <p:spPr/>
        <p:txBody>
          <a:bodyPr/>
          <a:lstStyle/>
          <a:p>
            <a:fld id="{9943D010-4C06-864D-9C1B-5E45FD97BF01}" type="slidenum">
              <a:rPr kumimoji="1" lang="zh-CN" altLang="en-US" smtClean="0"/>
              <a:t>‹#›</a:t>
            </a:fld>
            <a:endParaRPr kumimoji="1" lang="zh-CN" altLang="en-US"/>
          </a:p>
        </p:txBody>
      </p:sp>
    </p:spTree>
    <p:extLst>
      <p:ext uri="{BB962C8B-B14F-4D97-AF65-F5344CB8AC3E}">
        <p14:creationId xmlns:p14="http://schemas.microsoft.com/office/powerpoint/2010/main" val="286318264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E6FAFCA-5ED0-03DE-B60A-8B0AFA31BFE1}"/>
              </a:ext>
            </a:extLst>
          </p:cNvPr>
          <p:cNvSpPr>
            <a:spLocks noGrp="1"/>
          </p:cNvSpPr>
          <p:nvPr>
            <p:ph type="title"/>
          </p:nvPr>
        </p:nvSpPr>
        <p:spPr/>
        <p:txBody>
          <a:bodyPr/>
          <a:lstStyle/>
          <a:p>
            <a:r>
              <a:rPr kumimoji="1" lang="zh-CN" altLang="en-US"/>
              <a:t>单击此处编辑母版标题样式</a:t>
            </a:r>
          </a:p>
        </p:txBody>
      </p:sp>
      <p:sp>
        <p:nvSpPr>
          <p:cNvPr id="3" name="日期占位符 2">
            <a:extLst>
              <a:ext uri="{FF2B5EF4-FFF2-40B4-BE49-F238E27FC236}">
                <a16:creationId xmlns:a16="http://schemas.microsoft.com/office/drawing/2014/main" id="{04A0429C-7F81-8233-7AC8-CDAD87F7CF3F}"/>
              </a:ext>
            </a:extLst>
          </p:cNvPr>
          <p:cNvSpPr>
            <a:spLocks noGrp="1"/>
          </p:cNvSpPr>
          <p:nvPr>
            <p:ph type="dt" sz="half" idx="10"/>
          </p:nvPr>
        </p:nvSpPr>
        <p:spPr/>
        <p:txBody>
          <a:bodyPr/>
          <a:lstStyle/>
          <a:p>
            <a:fld id="{319B77F6-D790-D14A-84FB-01D79B1AD012}" type="datetimeFigureOut">
              <a:rPr kumimoji="1" lang="zh-CN" altLang="en-US" smtClean="0"/>
              <a:t>2024/11/17</a:t>
            </a:fld>
            <a:endParaRPr kumimoji="1" lang="zh-CN" altLang="en-US"/>
          </a:p>
        </p:txBody>
      </p:sp>
      <p:sp>
        <p:nvSpPr>
          <p:cNvPr id="4" name="页脚占位符 3">
            <a:extLst>
              <a:ext uri="{FF2B5EF4-FFF2-40B4-BE49-F238E27FC236}">
                <a16:creationId xmlns:a16="http://schemas.microsoft.com/office/drawing/2014/main" id="{B9E4020F-DA3C-86B4-AD17-30F8E4734FF3}"/>
              </a:ext>
            </a:extLst>
          </p:cNvPr>
          <p:cNvSpPr>
            <a:spLocks noGrp="1"/>
          </p:cNvSpPr>
          <p:nvPr>
            <p:ph type="ftr" sz="quarter" idx="11"/>
          </p:nvPr>
        </p:nvSpPr>
        <p:spPr/>
        <p:txBody>
          <a:bodyPr/>
          <a:lstStyle/>
          <a:p>
            <a:endParaRPr kumimoji="1" lang="zh-CN" altLang="en-US"/>
          </a:p>
        </p:txBody>
      </p:sp>
      <p:sp>
        <p:nvSpPr>
          <p:cNvPr id="5" name="灯片编号占位符 4">
            <a:extLst>
              <a:ext uri="{FF2B5EF4-FFF2-40B4-BE49-F238E27FC236}">
                <a16:creationId xmlns:a16="http://schemas.microsoft.com/office/drawing/2014/main" id="{65D62C73-F52C-7D63-73AD-C0280DC9A0CD}"/>
              </a:ext>
            </a:extLst>
          </p:cNvPr>
          <p:cNvSpPr>
            <a:spLocks noGrp="1"/>
          </p:cNvSpPr>
          <p:nvPr>
            <p:ph type="sldNum" sz="quarter" idx="12"/>
          </p:nvPr>
        </p:nvSpPr>
        <p:spPr/>
        <p:txBody>
          <a:bodyPr/>
          <a:lstStyle/>
          <a:p>
            <a:fld id="{9943D010-4C06-864D-9C1B-5E45FD97BF01}" type="slidenum">
              <a:rPr kumimoji="1" lang="zh-CN" altLang="en-US" smtClean="0"/>
              <a:t>‹#›</a:t>
            </a:fld>
            <a:endParaRPr kumimoji="1" lang="zh-CN" altLang="en-US"/>
          </a:p>
        </p:txBody>
      </p:sp>
    </p:spTree>
    <p:extLst>
      <p:ext uri="{BB962C8B-B14F-4D97-AF65-F5344CB8AC3E}">
        <p14:creationId xmlns:p14="http://schemas.microsoft.com/office/powerpoint/2010/main" val="230990039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6301D19E-AFB4-DE3A-48EA-0CB3836CCCD5}"/>
              </a:ext>
            </a:extLst>
          </p:cNvPr>
          <p:cNvSpPr>
            <a:spLocks noGrp="1"/>
          </p:cNvSpPr>
          <p:nvPr>
            <p:ph type="dt" sz="half" idx="10"/>
          </p:nvPr>
        </p:nvSpPr>
        <p:spPr/>
        <p:txBody>
          <a:bodyPr/>
          <a:lstStyle/>
          <a:p>
            <a:fld id="{319B77F6-D790-D14A-84FB-01D79B1AD012}" type="datetimeFigureOut">
              <a:rPr kumimoji="1" lang="zh-CN" altLang="en-US" smtClean="0"/>
              <a:t>2024/11/17</a:t>
            </a:fld>
            <a:endParaRPr kumimoji="1" lang="zh-CN" altLang="en-US"/>
          </a:p>
        </p:txBody>
      </p:sp>
      <p:sp>
        <p:nvSpPr>
          <p:cNvPr id="3" name="页脚占位符 2">
            <a:extLst>
              <a:ext uri="{FF2B5EF4-FFF2-40B4-BE49-F238E27FC236}">
                <a16:creationId xmlns:a16="http://schemas.microsoft.com/office/drawing/2014/main" id="{82E62A8E-6077-6C05-487B-0F2D7660C4DC}"/>
              </a:ext>
            </a:extLst>
          </p:cNvPr>
          <p:cNvSpPr>
            <a:spLocks noGrp="1"/>
          </p:cNvSpPr>
          <p:nvPr>
            <p:ph type="ftr" sz="quarter" idx="11"/>
          </p:nvPr>
        </p:nvSpPr>
        <p:spPr/>
        <p:txBody>
          <a:bodyPr/>
          <a:lstStyle/>
          <a:p>
            <a:endParaRPr kumimoji="1" lang="zh-CN" altLang="en-US"/>
          </a:p>
        </p:txBody>
      </p:sp>
      <p:sp>
        <p:nvSpPr>
          <p:cNvPr id="4" name="灯片编号占位符 3">
            <a:extLst>
              <a:ext uri="{FF2B5EF4-FFF2-40B4-BE49-F238E27FC236}">
                <a16:creationId xmlns:a16="http://schemas.microsoft.com/office/drawing/2014/main" id="{62237BBF-271F-A0FA-04CD-B31B16AFA24D}"/>
              </a:ext>
            </a:extLst>
          </p:cNvPr>
          <p:cNvSpPr>
            <a:spLocks noGrp="1"/>
          </p:cNvSpPr>
          <p:nvPr>
            <p:ph type="sldNum" sz="quarter" idx="12"/>
          </p:nvPr>
        </p:nvSpPr>
        <p:spPr/>
        <p:txBody>
          <a:bodyPr/>
          <a:lstStyle/>
          <a:p>
            <a:fld id="{9943D010-4C06-864D-9C1B-5E45FD97BF01}" type="slidenum">
              <a:rPr kumimoji="1" lang="zh-CN" altLang="en-US" smtClean="0"/>
              <a:t>‹#›</a:t>
            </a:fld>
            <a:endParaRPr kumimoji="1" lang="zh-CN" altLang="en-US"/>
          </a:p>
        </p:txBody>
      </p:sp>
    </p:spTree>
    <p:extLst>
      <p:ext uri="{BB962C8B-B14F-4D97-AF65-F5344CB8AC3E}">
        <p14:creationId xmlns:p14="http://schemas.microsoft.com/office/powerpoint/2010/main" val="213755763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1FB42FB-F054-55A3-BDAD-48010E342D38}"/>
              </a:ext>
            </a:extLst>
          </p:cNvPr>
          <p:cNvSpPr>
            <a:spLocks noGrp="1"/>
          </p:cNvSpPr>
          <p:nvPr>
            <p:ph type="title"/>
          </p:nvPr>
        </p:nvSpPr>
        <p:spPr>
          <a:xfrm>
            <a:off x="839788" y="457200"/>
            <a:ext cx="3932237" cy="1600200"/>
          </a:xfrm>
        </p:spPr>
        <p:txBody>
          <a:bodyPr anchor="b"/>
          <a:lstStyle>
            <a:lvl1pPr>
              <a:defRPr sz="3200"/>
            </a:lvl1pPr>
          </a:lstStyle>
          <a:p>
            <a:r>
              <a:rPr kumimoji="1" lang="zh-CN" altLang="en-US"/>
              <a:t>单击此处编辑母版标题样式</a:t>
            </a:r>
          </a:p>
        </p:txBody>
      </p:sp>
      <p:sp>
        <p:nvSpPr>
          <p:cNvPr id="3" name="内容占位符 2">
            <a:extLst>
              <a:ext uri="{FF2B5EF4-FFF2-40B4-BE49-F238E27FC236}">
                <a16:creationId xmlns:a16="http://schemas.microsoft.com/office/drawing/2014/main" id="{5EA1C4B7-26D2-9B74-08A2-888C2B826812}"/>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4" name="文本占位符 3">
            <a:extLst>
              <a:ext uri="{FF2B5EF4-FFF2-40B4-BE49-F238E27FC236}">
                <a16:creationId xmlns:a16="http://schemas.microsoft.com/office/drawing/2014/main" id="{C84088D0-52D1-6F9A-D45C-1A689376844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zh-CN" altLang="en-US"/>
              <a:t>单击此处编辑母版文本样式</a:t>
            </a:r>
          </a:p>
        </p:txBody>
      </p:sp>
      <p:sp>
        <p:nvSpPr>
          <p:cNvPr id="5" name="日期占位符 4">
            <a:extLst>
              <a:ext uri="{FF2B5EF4-FFF2-40B4-BE49-F238E27FC236}">
                <a16:creationId xmlns:a16="http://schemas.microsoft.com/office/drawing/2014/main" id="{60AC7E51-5A76-D4EB-2242-6E612D021765}"/>
              </a:ext>
            </a:extLst>
          </p:cNvPr>
          <p:cNvSpPr>
            <a:spLocks noGrp="1"/>
          </p:cNvSpPr>
          <p:nvPr>
            <p:ph type="dt" sz="half" idx="10"/>
          </p:nvPr>
        </p:nvSpPr>
        <p:spPr/>
        <p:txBody>
          <a:bodyPr/>
          <a:lstStyle/>
          <a:p>
            <a:fld id="{319B77F6-D790-D14A-84FB-01D79B1AD012}" type="datetimeFigureOut">
              <a:rPr kumimoji="1" lang="zh-CN" altLang="en-US" smtClean="0"/>
              <a:t>2024/11/17</a:t>
            </a:fld>
            <a:endParaRPr kumimoji="1" lang="zh-CN" altLang="en-US"/>
          </a:p>
        </p:txBody>
      </p:sp>
      <p:sp>
        <p:nvSpPr>
          <p:cNvPr id="6" name="页脚占位符 5">
            <a:extLst>
              <a:ext uri="{FF2B5EF4-FFF2-40B4-BE49-F238E27FC236}">
                <a16:creationId xmlns:a16="http://schemas.microsoft.com/office/drawing/2014/main" id="{67420532-5B07-5A90-6918-4BE93A3A36EC}"/>
              </a:ext>
            </a:extLst>
          </p:cNvPr>
          <p:cNvSpPr>
            <a:spLocks noGrp="1"/>
          </p:cNvSpPr>
          <p:nvPr>
            <p:ph type="ftr" sz="quarter" idx="11"/>
          </p:nvPr>
        </p:nvSpPr>
        <p:spPr/>
        <p:txBody>
          <a:bodyPr/>
          <a:lstStyle/>
          <a:p>
            <a:endParaRPr kumimoji="1" lang="zh-CN" altLang="en-US"/>
          </a:p>
        </p:txBody>
      </p:sp>
      <p:sp>
        <p:nvSpPr>
          <p:cNvPr id="7" name="灯片编号占位符 6">
            <a:extLst>
              <a:ext uri="{FF2B5EF4-FFF2-40B4-BE49-F238E27FC236}">
                <a16:creationId xmlns:a16="http://schemas.microsoft.com/office/drawing/2014/main" id="{A1DE4BCC-579F-7D41-6319-C2947943C109}"/>
              </a:ext>
            </a:extLst>
          </p:cNvPr>
          <p:cNvSpPr>
            <a:spLocks noGrp="1"/>
          </p:cNvSpPr>
          <p:nvPr>
            <p:ph type="sldNum" sz="quarter" idx="12"/>
          </p:nvPr>
        </p:nvSpPr>
        <p:spPr/>
        <p:txBody>
          <a:bodyPr/>
          <a:lstStyle/>
          <a:p>
            <a:fld id="{9943D010-4C06-864D-9C1B-5E45FD97BF01}" type="slidenum">
              <a:rPr kumimoji="1" lang="zh-CN" altLang="en-US" smtClean="0"/>
              <a:t>‹#›</a:t>
            </a:fld>
            <a:endParaRPr kumimoji="1" lang="zh-CN" altLang="en-US"/>
          </a:p>
        </p:txBody>
      </p:sp>
    </p:spTree>
    <p:extLst>
      <p:ext uri="{BB962C8B-B14F-4D97-AF65-F5344CB8AC3E}">
        <p14:creationId xmlns:p14="http://schemas.microsoft.com/office/powerpoint/2010/main" val="237027865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E53BE38-2630-D45F-F9FE-AACBD1412D09}"/>
              </a:ext>
            </a:extLst>
          </p:cNvPr>
          <p:cNvSpPr>
            <a:spLocks noGrp="1"/>
          </p:cNvSpPr>
          <p:nvPr>
            <p:ph type="title"/>
          </p:nvPr>
        </p:nvSpPr>
        <p:spPr>
          <a:xfrm>
            <a:off x="839788" y="457200"/>
            <a:ext cx="3932237" cy="1600200"/>
          </a:xfrm>
        </p:spPr>
        <p:txBody>
          <a:bodyPr anchor="b"/>
          <a:lstStyle>
            <a:lvl1pPr>
              <a:defRPr sz="3200"/>
            </a:lvl1pPr>
          </a:lstStyle>
          <a:p>
            <a:r>
              <a:rPr kumimoji="1" lang="zh-CN" altLang="en-US"/>
              <a:t>单击此处编辑母版标题样式</a:t>
            </a:r>
          </a:p>
        </p:txBody>
      </p:sp>
      <p:sp>
        <p:nvSpPr>
          <p:cNvPr id="3" name="图片占位符 2">
            <a:extLst>
              <a:ext uri="{FF2B5EF4-FFF2-40B4-BE49-F238E27FC236}">
                <a16:creationId xmlns:a16="http://schemas.microsoft.com/office/drawing/2014/main" id="{54FD446C-BA62-A18B-0CDF-DA0F5D912D8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kumimoji="1" lang="zh-CN" altLang="en-US"/>
          </a:p>
        </p:txBody>
      </p:sp>
      <p:sp>
        <p:nvSpPr>
          <p:cNvPr id="4" name="文本占位符 3">
            <a:extLst>
              <a:ext uri="{FF2B5EF4-FFF2-40B4-BE49-F238E27FC236}">
                <a16:creationId xmlns:a16="http://schemas.microsoft.com/office/drawing/2014/main" id="{6CB4830C-B096-6E51-BF14-F486089FB96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zh-CN" altLang="en-US"/>
              <a:t>单击此处编辑母版文本样式</a:t>
            </a:r>
          </a:p>
        </p:txBody>
      </p:sp>
      <p:sp>
        <p:nvSpPr>
          <p:cNvPr id="5" name="日期占位符 4">
            <a:extLst>
              <a:ext uri="{FF2B5EF4-FFF2-40B4-BE49-F238E27FC236}">
                <a16:creationId xmlns:a16="http://schemas.microsoft.com/office/drawing/2014/main" id="{B7D27313-F574-F314-FC03-51429C0A9355}"/>
              </a:ext>
            </a:extLst>
          </p:cNvPr>
          <p:cNvSpPr>
            <a:spLocks noGrp="1"/>
          </p:cNvSpPr>
          <p:nvPr>
            <p:ph type="dt" sz="half" idx="10"/>
          </p:nvPr>
        </p:nvSpPr>
        <p:spPr/>
        <p:txBody>
          <a:bodyPr/>
          <a:lstStyle/>
          <a:p>
            <a:fld id="{319B77F6-D790-D14A-84FB-01D79B1AD012}" type="datetimeFigureOut">
              <a:rPr kumimoji="1" lang="zh-CN" altLang="en-US" smtClean="0"/>
              <a:t>2024/11/17</a:t>
            </a:fld>
            <a:endParaRPr kumimoji="1" lang="zh-CN" altLang="en-US"/>
          </a:p>
        </p:txBody>
      </p:sp>
      <p:sp>
        <p:nvSpPr>
          <p:cNvPr id="6" name="页脚占位符 5">
            <a:extLst>
              <a:ext uri="{FF2B5EF4-FFF2-40B4-BE49-F238E27FC236}">
                <a16:creationId xmlns:a16="http://schemas.microsoft.com/office/drawing/2014/main" id="{C8DE8F6F-FAE2-1149-2306-012209C88D6B}"/>
              </a:ext>
            </a:extLst>
          </p:cNvPr>
          <p:cNvSpPr>
            <a:spLocks noGrp="1"/>
          </p:cNvSpPr>
          <p:nvPr>
            <p:ph type="ftr" sz="quarter" idx="11"/>
          </p:nvPr>
        </p:nvSpPr>
        <p:spPr/>
        <p:txBody>
          <a:bodyPr/>
          <a:lstStyle/>
          <a:p>
            <a:endParaRPr kumimoji="1" lang="zh-CN" altLang="en-US"/>
          </a:p>
        </p:txBody>
      </p:sp>
      <p:sp>
        <p:nvSpPr>
          <p:cNvPr id="7" name="灯片编号占位符 6">
            <a:extLst>
              <a:ext uri="{FF2B5EF4-FFF2-40B4-BE49-F238E27FC236}">
                <a16:creationId xmlns:a16="http://schemas.microsoft.com/office/drawing/2014/main" id="{E30B7EFE-E25B-F43D-53A9-AAB073A1E4BC}"/>
              </a:ext>
            </a:extLst>
          </p:cNvPr>
          <p:cNvSpPr>
            <a:spLocks noGrp="1"/>
          </p:cNvSpPr>
          <p:nvPr>
            <p:ph type="sldNum" sz="quarter" idx="12"/>
          </p:nvPr>
        </p:nvSpPr>
        <p:spPr/>
        <p:txBody>
          <a:bodyPr/>
          <a:lstStyle/>
          <a:p>
            <a:fld id="{9943D010-4C06-864D-9C1B-5E45FD97BF01}" type="slidenum">
              <a:rPr kumimoji="1" lang="zh-CN" altLang="en-US" smtClean="0"/>
              <a:t>‹#›</a:t>
            </a:fld>
            <a:endParaRPr kumimoji="1" lang="zh-CN" altLang="en-US"/>
          </a:p>
        </p:txBody>
      </p:sp>
    </p:spTree>
    <p:extLst>
      <p:ext uri="{BB962C8B-B14F-4D97-AF65-F5344CB8AC3E}">
        <p14:creationId xmlns:p14="http://schemas.microsoft.com/office/powerpoint/2010/main" val="3519863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7C5A7C1-F406-5DC0-4420-68CA2CC51157}"/>
              </a:ext>
            </a:extLst>
          </p:cNvPr>
          <p:cNvSpPr>
            <a:spLocks noGrp="1"/>
          </p:cNvSpPr>
          <p:nvPr>
            <p:ph type="title"/>
          </p:nvPr>
        </p:nvSpPr>
        <p:spPr/>
        <p:txBody>
          <a:bodyPr/>
          <a:lstStyle/>
          <a:p>
            <a:r>
              <a:rPr kumimoji="1" lang="zh-CN" altLang="en-US"/>
              <a:t>单击此处编辑母版标题样式</a:t>
            </a:r>
          </a:p>
        </p:txBody>
      </p:sp>
      <p:sp>
        <p:nvSpPr>
          <p:cNvPr id="3" name="竖排文字占位符 2">
            <a:extLst>
              <a:ext uri="{FF2B5EF4-FFF2-40B4-BE49-F238E27FC236}">
                <a16:creationId xmlns:a16="http://schemas.microsoft.com/office/drawing/2014/main" id="{233AF95E-B5DD-EDC8-082B-FC4E702A8485}"/>
              </a:ext>
            </a:extLst>
          </p:cNvPr>
          <p:cNvSpPr>
            <a:spLocks noGrp="1"/>
          </p:cNvSpPr>
          <p:nvPr>
            <p:ph type="body" orient="vert" idx="1"/>
          </p:nvPr>
        </p:nvSpPr>
        <p:spPr/>
        <p:txBody>
          <a:bodyPr vert="eaVert"/>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4" name="日期占位符 3">
            <a:extLst>
              <a:ext uri="{FF2B5EF4-FFF2-40B4-BE49-F238E27FC236}">
                <a16:creationId xmlns:a16="http://schemas.microsoft.com/office/drawing/2014/main" id="{F19BBFE6-7F56-A96A-8DB3-DD9E3F244416}"/>
              </a:ext>
            </a:extLst>
          </p:cNvPr>
          <p:cNvSpPr>
            <a:spLocks noGrp="1"/>
          </p:cNvSpPr>
          <p:nvPr>
            <p:ph type="dt" sz="half" idx="10"/>
          </p:nvPr>
        </p:nvSpPr>
        <p:spPr/>
        <p:txBody>
          <a:bodyPr/>
          <a:lstStyle/>
          <a:p>
            <a:fld id="{319B77F6-D790-D14A-84FB-01D79B1AD012}" type="datetimeFigureOut">
              <a:rPr kumimoji="1" lang="zh-CN" altLang="en-US" smtClean="0"/>
              <a:t>2024/11/17</a:t>
            </a:fld>
            <a:endParaRPr kumimoji="1" lang="zh-CN" altLang="en-US"/>
          </a:p>
        </p:txBody>
      </p:sp>
      <p:sp>
        <p:nvSpPr>
          <p:cNvPr id="5" name="页脚占位符 4">
            <a:extLst>
              <a:ext uri="{FF2B5EF4-FFF2-40B4-BE49-F238E27FC236}">
                <a16:creationId xmlns:a16="http://schemas.microsoft.com/office/drawing/2014/main" id="{DC6211BD-FF8E-9B80-EF7A-E189EB37E772}"/>
              </a:ext>
            </a:extLst>
          </p:cNvPr>
          <p:cNvSpPr>
            <a:spLocks noGrp="1"/>
          </p:cNvSpPr>
          <p:nvPr>
            <p:ph type="ftr" sz="quarter" idx="11"/>
          </p:nvPr>
        </p:nvSpPr>
        <p:spPr/>
        <p:txBody>
          <a:bodyPr/>
          <a:lstStyle/>
          <a:p>
            <a:endParaRPr kumimoji="1" lang="zh-CN" altLang="en-US"/>
          </a:p>
        </p:txBody>
      </p:sp>
      <p:sp>
        <p:nvSpPr>
          <p:cNvPr id="6" name="灯片编号占位符 5">
            <a:extLst>
              <a:ext uri="{FF2B5EF4-FFF2-40B4-BE49-F238E27FC236}">
                <a16:creationId xmlns:a16="http://schemas.microsoft.com/office/drawing/2014/main" id="{55AAD9D7-E288-094C-0FCC-A8FA64635B44}"/>
              </a:ext>
            </a:extLst>
          </p:cNvPr>
          <p:cNvSpPr>
            <a:spLocks noGrp="1"/>
          </p:cNvSpPr>
          <p:nvPr>
            <p:ph type="sldNum" sz="quarter" idx="12"/>
          </p:nvPr>
        </p:nvSpPr>
        <p:spPr/>
        <p:txBody>
          <a:bodyPr/>
          <a:lstStyle/>
          <a:p>
            <a:fld id="{9943D010-4C06-864D-9C1B-5E45FD97BF01}" type="slidenum">
              <a:rPr kumimoji="1" lang="zh-CN" altLang="en-US" smtClean="0"/>
              <a:t>‹#›</a:t>
            </a:fld>
            <a:endParaRPr kumimoji="1" lang="zh-CN" altLang="en-US"/>
          </a:p>
        </p:txBody>
      </p:sp>
    </p:spTree>
    <p:extLst>
      <p:ext uri="{BB962C8B-B14F-4D97-AF65-F5344CB8AC3E}">
        <p14:creationId xmlns:p14="http://schemas.microsoft.com/office/powerpoint/2010/main" val="99441316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F526C2E9-CAE3-E5D4-D348-645E15220F09}"/>
              </a:ext>
            </a:extLst>
          </p:cNvPr>
          <p:cNvSpPr>
            <a:spLocks noGrp="1"/>
          </p:cNvSpPr>
          <p:nvPr>
            <p:ph type="title" orient="vert"/>
          </p:nvPr>
        </p:nvSpPr>
        <p:spPr>
          <a:xfrm>
            <a:off x="8724900" y="365125"/>
            <a:ext cx="2628900" cy="5811838"/>
          </a:xfrm>
        </p:spPr>
        <p:txBody>
          <a:bodyPr vert="eaVert"/>
          <a:lstStyle/>
          <a:p>
            <a:r>
              <a:rPr kumimoji="1" lang="zh-CN" altLang="en-US"/>
              <a:t>单击此处编辑母版标题样式</a:t>
            </a:r>
          </a:p>
        </p:txBody>
      </p:sp>
      <p:sp>
        <p:nvSpPr>
          <p:cNvPr id="3" name="竖排文字占位符 2">
            <a:extLst>
              <a:ext uri="{FF2B5EF4-FFF2-40B4-BE49-F238E27FC236}">
                <a16:creationId xmlns:a16="http://schemas.microsoft.com/office/drawing/2014/main" id="{07F3502B-2492-268C-0545-63A149DE22C8}"/>
              </a:ext>
            </a:extLst>
          </p:cNvPr>
          <p:cNvSpPr>
            <a:spLocks noGrp="1"/>
          </p:cNvSpPr>
          <p:nvPr>
            <p:ph type="body" orient="vert" idx="1"/>
          </p:nvPr>
        </p:nvSpPr>
        <p:spPr>
          <a:xfrm>
            <a:off x="838200" y="365125"/>
            <a:ext cx="7734300" cy="5811838"/>
          </a:xfrm>
        </p:spPr>
        <p:txBody>
          <a:bodyPr vert="eaVert"/>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4" name="日期占位符 3">
            <a:extLst>
              <a:ext uri="{FF2B5EF4-FFF2-40B4-BE49-F238E27FC236}">
                <a16:creationId xmlns:a16="http://schemas.microsoft.com/office/drawing/2014/main" id="{AD6A5D5B-BA00-E22F-A88D-24EA1DA2D5BC}"/>
              </a:ext>
            </a:extLst>
          </p:cNvPr>
          <p:cNvSpPr>
            <a:spLocks noGrp="1"/>
          </p:cNvSpPr>
          <p:nvPr>
            <p:ph type="dt" sz="half" idx="10"/>
          </p:nvPr>
        </p:nvSpPr>
        <p:spPr/>
        <p:txBody>
          <a:bodyPr/>
          <a:lstStyle/>
          <a:p>
            <a:fld id="{319B77F6-D790-D14A-84FB-01D79B1AD012}" type="datetimeFigureOut">
              <a:rPr kumimoji="1" lang="zh-CN" altLang="en-US" smtClean="0"/>
              <a:t>2024/11/17</a:t>
            </a:fld>
            <a:endParaRPr kumimoji="1" lang="zh-CN" altLang="en-US"/>
          </a:p>
        </p:txBody>
      </p:sp>
      <p:sp>
        <p:nvSpPr>
          <p:cNvPr id="5" name="页脚占位符 4">
            <a:extLst>
              <a:ext uri="{FF2B5EF4-FFF2-40B4-BE49-F238E27FC236}">
                <a16:creationId xmlns:a16="http://schemas.microsoft.com/office/drawing/2014/main" id="{9C1CD103-3E36-C86A-DBBB-0D896B3730D5}"/>
              </a:ext>
            </a:extLst>
          </p:cNvPr>
          <p:cNvSpPr>
            <a:spLocks noGrp="1"/>
          </p:cNvSpPr>
          <p:nvPr>
            <p:ph type="ftr" sz="quarter" idx="11"/>
          </p:nvPr>
        </p:nvSpPr>
        <p:spPr/>
        <p:txBody>
          <a:bodyPr/>
          <a:lstStyle/>
          <a:p>
            <a:endParaRPr kumimoji="1" lang="zh-CN" altLang="en-US"/>
          </a:p>
        </p:txBody>
      </p:sp>
      <p:sp>
        <p:nvSpPr>
          <p:cNvPr id="6" name="灯片编号占位符 5">
            <a:extLst>
              <a:ext uri="{FF2B5EF4-FFF2-40B4-BE49-F238E27FC236}">
                <a16:creationId xmlns:a16="http://schemas.microsoft.com/office/drawing/2014/main" id="{C452894D-1C85-7A40-2B3C-485A26603F7D}"/>
              </a:ext>
            </a:extLst>
          </p:cNvPr>
          <p:cNvSpPr>
            <a:spLocks noGrp="1"/>
          </p:cNvSpPr>
          <p:nvPr>
            <p:ph type="sldNum" sz="quarter" idx="12"/>
          </p:nvPr>
        </p:nvSpPr>
        <p:spPr/>
        <p:txBody>
          <a:bodyPr/>
          <a:lstStyle/>
          <a:p>
            <a:fld id="{9943D010-4C06-864D-9C1B-5E45FD97BF01}" type="slidenum">
              <a:rPr kumimoji="1" lang="zh-CN" altLang="en-US" smtClean="0"/>
              <a:t>‹#›</a:t>
            </a:fld>
            <a:endParaRPr kumimoji="1" lang="zh-CN" altLang="en-US"/>
          </a:p>
        </p:txBody>
      </p:sp>
    </p:spTree>
    <p:extLst>
      <p:ext uri="{BB962C8B-B14F-4D97-AF65-F5344CB8AC3E}">
        <p14:creationId xmlns:p14="http://schemas.microsoft.com/office/powerpoint/2010/main" val="330485293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ags" Target="../tags/tag2.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1.emf"/><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oleObject" Target="../embeddings/oleObject1.bin"/></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aphicFrame>
        <p:nvGraphicFramePr>
          <p:cNvPr id="7" name="think-cell data - do not delete" hidden="1">
            <a:extLst>
              <a:ext uri="{FF2B5EF4-FFF2-40B4-BE49-F238E27FC236}">
                <a16:creationId xmlns:a16="http://schemas.microsoft.com/office/drawing/2014/main" id="{28F97245-AB6B-FDC8-F962-AD71AFD5DF11}"/>
              </a:ext>
            </a:extLst>
          </p:cNvPr>
          <p:cNvGraphicFramePr>
            <a:graphicFrameLocks noChangeAspect="1"/>
          </p:cNvGraphicFramePr>
          <p:nvPr userDrawn="1">
            <p:custDataLst>
              <p:tags r:id="rId13"/>
            </p:custDataLst>
            <p:extLst>
              <p:ext uri="{D42A27DB-BD31-4B8C-83A1-F6EECF244321}">
                <p14:modId xmlns:p14="http://schemas.microsoft.com/office/powerpoint/2010/main" val="400866323"/>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name="think-cell 幻灯片" r:id="rId14" imgW="7772400" imgH="10058400" progId="TCLayout.ActiveDocument.1">
                  <p:embed/>
                </p:oleObj>
              </mc:Choice>
              <mc:Fallback>
                <p:oleObj name="think-cell 幻灯片" r:id="rId14" imgW="7772400" imgH="10058400" progId="TCLayout.ActiveDocument.1">
                  <p:embed/>
                  <p:pic>
                    <p:nvPicPr>
                      <p:cNvPr id="0" name=""/>
                      <p:cNvPicPr/>
                      <p:nvPr/>
                    </p:nvPicPr>
                    <p:blipFill>
                      <a:blip r:embed="rId15"/>
                      <a:stretch>
                        <a:fillRect/>
                      </a:stretch>
                    </p:blipFill>
                    <p:spPr>
                      <a:xfrm>
                        <a:off x="1588" y="1588"/>
                        <a:ext cx="1227" cy="1588"/>
                      </a:xfrm>
                      <a:prstGeom prst="rect">
                        <a:avLst/>
                      </a:prstGeom>
                    </p:spPr>
                  </p:pic>
                </p:oleObj>
              </mc:Fallback>
            </mc:AlternateContent>
          </a:graphicData>
        </a:graphic>
      </p:graphicFrame>
      <p:sp>
        <p:nvSpPr>
          <p:cNvPr id="2" name="标题占位符 1">
            <a:extLst>
              <a:ext uri="{FF2B5EF4-FFF2-40B4-BE49-F238E27FC236}">
                <a16:creationId xmlns:a16="http://schemas.microsoft.com/office/drawing/2014/main" id="{20099DA5-766C-540F-F30B-FE81CCDB742A}"/>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kumimoji="1" lang="zh-CN" altLang="en-US"/>
              <a:t>单击此处编辑母版标题样式</a:t>
            </a:r>
          </a:p>
        </p:txBody>
      </p:sp>
      <p:sp>
        <p:nvSpPr>
          <p:cNvPr id="3" name="文本占位符 2">
            <a:extLst>
              <a:ext uri="{FF2B5EF4-FFF2-40B4-BE49-F238E27FC236}">
                <a16:creationId xmlns:a16="http://schemas.microsoft.com/office/drawing/2014/main" id="{C3283726-D014-B5F3-B293-B90675A56AB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4" name="日期占位符 3">
            <a:extLst>
              <a:ext uri="{FF2B5EF4-FFF2-40B4-BE49-F238E27FC236}">
                <a16:creationId xmlns:a16="http://schemas.microsoft.com/office/drawing/2014/main" id="{496596E7-EDCF-A693-AC53-CFF197E7E93C}"/>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319B77F6-D790-D14A-84FB-01D79B1AD012}" type="datetimeFigureOut">
              <a:rPr kumimoji="1" lang="zh-CN" altLang="en-US" smtClean="0"/>
              <a:t>2024/11/17</a:t>
            </a:fld>
            <a:endParaRPr kumimoji="1" lang="zh-CN" altLang="en-US"/>
          </a:p>
        </p:txBody>
      </p:sp>
      <p:sp>
        <p:nvSpPr>
          <p:cNvPr id="5" name="页脚占位符 4">
            <a:extLst>
              <a:ext uri="{FF2B5EF4-FFF2-40B4-BE49-F238E27FC236}">
                <a16:creationId xmlns:a16="http://schemas.microsoft.com/office/drawing/2014/main" id="{6EE9B6D6-1B2D-966A-7D2F-E52ADA94A47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kumimoji="1" lang="zh-CN" altLang="en-US"/>
          </a:p>
        </p:txBody>
      </p:sp>
      <p:sp>
        <p:nvSpPr>
          <p:cNvPr id="6" name="灯片编号占位符 5">
            <a:extLst>
              <a:ext uri="{FF2B5EF4-FFF2-40B4-BE49-F238E27FC236}">
                <a16:creationId xmlns:a16="http://schemas.microsoft.com/office/drawing/2014/main" id="{F2459D9A-2F3F-B70E-A9A1-AD7CF8EA6AB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9943D010-4C06-864D-9C1B-5E45FD97BF01}" type="slidenum">
              <a:rPr kumimoji="1" lang="zh-CN" altLang="en-US" smtClean="0"/>
              <a:t>‹#›</a:t>
            </a:fld>
            <a:endParaRPr kumimoji="1" lang="zh-CN" altLang="en-US"/>
          </a:p>
        </p:txBody>
      </p:sp>
    </p:spTree>
    <p:extLst>
      <p:ext uri="{BB962C8B-B14F-4D97-AF65-F5344CB8AC3E}">
        <p14:creationId xmlns:p14="http://schemas.microsoft.com/office/powerpoint/2010/main" val="295423050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tags" Target="../tags/tag10.xml"/><Relationship Id="rId13" Type="http://schemas.openxmlformats.org/officeDocument/2006/relationships/tags" Target="../tags/tag15.xml"/><Relationship Id="rId18" Type="http://schemas.openxmlformats.org/officeDocument/2006/relationships/tags" Target="../tags/tag20.xml"/><Relationship Id="rId3" Type="http://schemas.openxmlformats.org/officeDocument/2006/relationships/tags" Target="../tags/tag5.xml"/><Relationship Id="rId21" Type="http://schemas.openxmlformats.org/officeDocument/2006/relationships/notesSlide" Target="../notesSlides/notesSlide1.xml"/><Relationship Id="rId7" Type="http://schemas.openxmlformats.org/officeDocument/2006/relationships/tags" Target="../tags/tag9.xml"/><Relationship Id="rId12" Type="http://schemas.openxmlformats.org/officeDocument/2006/relationships/tags" Target="../tags/tag14.xml"/><Relationship Id="rId17" Type="http://schemas.openxmlformats.org/officeDocument/2006/relationships/tags" Target="../tags/tag19.xml"/><Relationship Id="rId25" Type="http://schemas.openxmlformats.org/officeDocument/2006/relationships/chart" Target="../charts/chart2.xml"/><Relationship Id="rId2" Type="http://schemas.openxmlformats.org/officeDocument/2006/relationships/tags" Target="../tags/tag4.xml"/><Relationship Id="rId16" Type="http://schemas.openxmlformats.org/officeDocument/2006/relationships/tags" Target="../tags/tag18.xml"/><Relationship Id="rId20" Type="http://schemas.openxmlformats.org/officeDocument/2006/relationships/slideLayout" Target="../slideLayouts/slideLayout2.xml"/><Relationship Id="rId1" Type="http://schemas.openxmlformats.org/officeDocument/2006/relationships/tags" Target="../tags/tag3.xml"/><Relationship Id="rId6" Type="http://schemas.openxmlformats.org/officeDocument/2006/relationships/tags" Target="../tags/tag8.xml"/><Relationship Id="rId11" Type="http://schemas.openxmlformats.org/officeDocument/2006/relationships/tags" Target="../tags/tag13.xml"/><Relationship Id="rId24" Type="http://schemas.openxmlformats.org/officeDocument/2006/relationships/chart" Target="../charts/chart1.xml"/><Relationship Id="rId5" Type="http://schemas.openxmlformats.org/officeDocument/2006/relationships/tags" Target="../tags/tag7.xml"/><Relationship Id="rId15" Type="http://schemas.openxmlformats.org/officeDocument/2006/relationships/tags" Target="../tags/tag17.xml"/><Relationship Id="rId23" Type="http://schemas.openxmlformats.org/officeDocument/2006/relationships/image" Target="../media/image2.emf"/><Relationship Id="rId10" Type="http://schemas.openxmlformats.org/officeDocument/2006/relationships/tags" Target="../tags/tag12.xml"/><Relationship Id="rId19" Type="http://schemas.openxmlformats.org/officeDocument/2006/relationships/tags" Target="../tags/tag21.xml"/><Relationship Id="rId4" Type="http://schemas.openxmlformats.org/officeDocument/2006/relationships/tags" Target="../tags/tag6.xml"/><Relationship Id="rId9" Type="http://schemas.openxmlformats.org/officeDocument/2006/relationships/tags" Target="../tags/tag11.xml"/><Relationship Id="rId14" Type="http://schemas.openxmlformats.org/officeDocument/2006/relationships/tags" Target="../tags/tag16.xml"/><Relationship Id="rId22" Type="http://schemas.openxmlformats.org/officeDocument/2006/relationships/oleObject" Target="../embeddings/oleObject2.bin"/></Relationships>
</file>

<file path=ppt/slides/_rels/slide2.xml.rels><?xml version="1.0" encoding="UTF-8" standalone="yes"?>
<Relationships xmlns="http://schemas.openxmlformats.org/package/2006/relationships"><Relationship Id="rId8" Type="http://schemas.openxmlformats.org/officeDocument/2006/relationships/tags" Target="../tags/tag29.xml"/><Relationship Id="rId13" Type="http://schemas.openxmlformats.org/officeDocument/2006/relationships/tags" Target="../tags/tag34.xml"/><Relationship Id="rId18" Type="http://schemas.openxmlformats.org/officeDocument/2006/relationships/tags" Target="../tags/tag39.xml"/><Relationship Id="rId26" Type="http://schemas.openxmlformats.org/officeDocument/2006/relationships/tags" Target="../tags/tag47.xml"/><Relationship Id="rId3" Type="http://schemas.openxmlformats.org/officeDocument/2006/relationships/tags" Target="../tags/tag24.xml"/><Relationship Id="rId21" Type="http://schemas.openxmlformats.org/officeDocument/2006/relationships/tags" Target="../tags/tag42.xml"/><Relationship Id="rId7" Type="http://schemas.openxmlformats.org/officeDocument/2006/relationships/tags" Target="../tags/tag28.xml"/><Relationship Id="rId12" Type="http://schemas.openxmlformats.org/officeDocument/2006/relationships/tags" Target="../tags/tag33.xml"/><Relationship Id="rId17" Type="http://schemas.openxmlformats.org/officeDocument/2006/relationships/tags" Target="../tags/tag38.xml"/><Relationship Id="rId25" Type="http://schemas.openxmlformats.org/officeDocument/2006/relationships/tags" Target="../tags/tag46.xml"/><Relationship Id="rId2" Type="http://schemas.openxmlformats.org/officeDocument/2006/relationships/tags" Target="../tags/tag23.xml"/><Relationship Id="rId16" Type="http://schemas.openxmlformats.org/officeDocument/2006/relationships/tags" Target="../tags/tag37.xml"/><Relationship Id="rId20" Type="http://schemas.openxmlformats.org/officeDocument/2006/relationships/tags" Target="../tags/tag41.xml"/><Relationship Id="rId29" Type="http://schemas.openxmlformats.org/officeDocument/2006/relationships/oleObject" Target="../embeddings/oleObject3.bin"/><Relationship Id="rId1" Type="http://schemas.openxmlformats.org/officeDocument/2006/relationships/tags" Target="../tags/tag22.xml"/><Relationship Id="rId6" Type="http://schemas.openxmlformats.org/officeDocument/2006/relationships/tags" Target="../tags/tag27.xml"/><Relationship Id="rId11" Type="http://schemas.openxmlformats.org/officeDocument/2006/relationships/tags" Target="../tags/tag32.xml"/><Relationship Id="rId24" Type="http://schemas.openxmlformats.org/officeDocument/2006/relationships/tags" Target="../tags/tag45.xml"/><Relationship Id="rId32" Type="http://schemas.openxmlformats.org/officeDocument/2006/relationships/chart" Target="../charts/chart4.xml"/><Relationship Id="rId5" Type="http://schemas.openxmlformats.org/officeDocument/2006/relationships/tags" Target="../tags/tag26.xml"/><Relationship Id="rId15" Type="http://schemas.openxmlformats.org/officeDocument/2006/relationships/tags" Target="../tags/tag36.xml"/><Relationship Id="rId23" Type="http://schemas.openxmlformats.org/officeDocument/2006/relationships/tags" Target="../tags/tag44.xml"/><Relationship Id="rId28" Type="http://schemas.openxmlformats.org/officeDocument/2006/relationships/notesSlide" Target="../notesSlides/notesSlide2.xml"/><Relationship Id="rId10" Type="http://schemas.openxmlformats.org/officeDocument/2006/relationships/tags" Target="../tags/tag31.xml"/><Relationship Id="rId19" Type="http://schemas.openxmlformats.org/officeDocument/2006/relationships/tags" Target="../tags/tag40.xml"/><Relationship Id="rId31" Type="http://schemas.openxmlformats.org/officeDocument/2006/relationships/chart" Target="../charts/chart3.xml"/><Relationship Id="rId4" Type="http://schemas.openxmlformats.org/officeDocument/2006/relationships/tags" Target="../tags/tag25.xml"/><Relationship Id="rId9" Type="http://schemas.openxmlformats.org/officeDocument/2006/relationships/tags" Target="../tags/tag30.xml"/><Relationship Id="rId14" Type="http://schemas.openxmlformats.org/officeDocument/2006/relationships/tags" Target="../tags/tag35.xml"/><Relationship Id="rId22" Type="http://schemas.openxmlformats.org/officeDocument/2006/relationships/tags" Target="../tags/tag43.xml"/><Relationship Id="rId27" Type="http://schemas.openxmlformats.org/officeDocument/2006/relationships/slideLayout" Target="../slideLayouts/slideLayout2.xml"/><Relationship Id="rId30" Type="http://schemas.openxmlformats.org/officeDocument/2006/relationships/image" Target="../media/image2.emf"/></Relationships>
</file>

<file path=ppt/slides/_rels/slide3.xml.rels><?xml version="1.0" encoding="UTF-8" standalone="yes"?>
<Relationships xmlns="http://schemas.openxmlformats.org/package/2006/relationships"><Relationship Id="rId8" Type="http://schemas.openxmlformats.org/officeDocument/2006/relationships/tags" Target="../tags/tag55.xml"/><Relationship Id="rId13" Type="http://schemas.openxmlformats.org/officeDocument/2006/relationships/tags" Target="../tags/tag60.xml"/><Relationship Id="rId18" Type="http://schemas.openxmlformats.org/officeDocument/2006/relationships/tags" Target="../tags/tag65.xml"/><Relationship Id="rId26" Type="http://schemas.openxmlformats.org/officeDocument/2006/relationships/image" Target="../media/image2.emf"/><Relationship Id="rId3" Type="http://schemas.openxmlformats.org/officeDocument/2006/relationships/tags" Target="../tags/tag50.xml"/><Relationship Id="rId21" Type="http://schemas.openxmlformats.org/officeDocument/2006/relationships/tags" Target="../tags/tag68.xml"/><Relationship Id="rId7" Type="http://schemas.openxmlformats.org/officeDocument/2006/relationships/tags" Target="../tags/tag54.xml"/><Relationship Id="rId12" Type="http://schemas.openxmlformats.org/officeDocument/2006/relationships/tags" Target="../tags/tag59.xml"/><Relationship Id="rId17" Type="http://schemas.openxmlformats.org/officeDocument/2006/relationships/tags" Target="../tags/tag64.xml"/><Relationship Id="rId25" Type="http://schemas.openxmlformats.org/officeDocument/2006/relationships/oleObject" Target="../embeddings/oleObject4.bin"/><Relationship Id="rId2" Type="http://schemas.openxmlformats.org/officeDocument/2006/relationships/tags" Target="../tags/tag49.xml"/><Relationship Id="rId16" Type="http://schemas.openxmlformats.org/officeDocument/2006/relationships/tags" Target="../tags/tag63.xml"/><Relationship Id="rId20" Type="http://schemas.openxmlformats.org/officeDocument/2006/relationships/tags" Target="../tags/tag67.xml"/><Relationship Id="rId1" Type="http://schemas.openxmlformats.org/officeDocument/2006/relationships/tags" Target="../tags/tag48.xml"/><Relationship Id="rId6" Type="http://schemas.openxmlformats.org/officeDocument/2006/relationships/tags" Target="../tags/tag53.xml"/><Relationship Id="rId11" Type="http://schemas.openxmlformats.org/officeDocument/2006/relationships/tags" Target="../tags/tag58.xml"/><Relationship Id="rId24" Type="http://schemas.openxmlformats.org/officeDocument/2006/relationships/notesSlide" Target="../notesSlides/notesSlide3.xml"/><Relationship Id="rId5" Type="http://schemas.openxmlformats.org/officeDocument/2006/relationships/tags" Target="../tags/tag52.xml"/><Relationship Id="rId15" Type="http://schemas.openxmlformats.org/officeDocument/2006/relationships/tags" Target="../tags/tag62.xml"/><Relationship Id="rId23" Type="http://schemas.openxmlformats.org/officeDocument/2006/relationships/slideLayout" Target="../slideLayouts/slideLayout2.xml"/><Relationship Id="rId10" Type="http://schemas.openxmlformats.org/officeDocument/2006/relationships/tags" Target="../tags/tag57.xml"/><Relationship Id="rId19" Type="http://schemas.openxmlformats.org/officeDocument/2006/relationships/tags" Target="../tags/tag66.xml"/><Relationship Id="rId4" Type="http://schemas.openxmlformats.org/officeDocument/2006/relationships/tags" Target="../tags/tag51.xml"/><Relationship Id="rId9" Type="http://schemas.openxmlformats.org/officeDocument/2006/relationships/tags" Target="../tags/tag56.xml"/><Relationship Id="rId14" Type="http://schemas.openxmlformats.org/officeDocument/2006/relationships/tags" Target="../tags/tag61.xml"/><Relationship Id="rId22" Type="http://schemas.openxmlformats.org/officeDocument/2006/relationships/tags" Target="../tags/tag69.xml"/><Relationship Id="rId27" Type="http://schemas.openxmlformats.org/officeDocument/2006/relationships/chart" Target="../charts/chart5.xml"/></Relationships>
</file>

<file path=ppt/slides/_rels/slide4.xml.rels><?xml version="1.0" encoding="UTF-8" standalone="yes"?>
<Relationships xmlns="http://schemas.openxmlformats.org/package/2006/relationships"><Relationship Id="rId8" Type="http://schemas.openxmlformats.org/officeDocument/2006/relationships/tags" Target="../tags/tag77.xml"/><Relationship Id="rId13" Type="http://schemas.openxmlformats.org/officeDocument/2006/relationships/tags" Target="../tags/tag82.xml"/><Relationship Id="rId18" Type="http://schemas.openxmlformats.org/officeDocument/2006/relationships/slideLayout" Target="../slideLayouts/slideLayout1.xml"/><Relationship Id="rId3" Type="http://schemas.openxmlformats.org/officeDocument/2006/relationships/tags" Target="../tags/tag72.xml"/><Relationship Id="rId21" Type="http://schemas.openxmlformats.org/officeDocument/2006/relationships/image" Target="../media/image2.emf"/><Relationship Id="rId7" Type="http://schemas.openxmlformats.org/officeDocument/2006/relationships/tags" Target="../tags/tag76.xml"/><Relationship Id="rId12" Type="http://schemas.openxmlformats.org/officeDocument/2006/relationships/tags" Target="../tags/tag81.xml"/><Relationship Id="rId17" Type="http://schemas.openxmlformats.org/officeDocument/2006/relationships/tags" Target="../tags/tag86.xml"/><Relationship Id="rId2" Type="http://schemas.openxmlformats.org/officeDocument/2006/relationships/tags" Target="../tags/tag71.xml"/><Relationship Id="rId16" Type="http://schemas.openxmlformats.org/officeDocument/2006/relationships/tags" Target="../tags/tag85.xml"/><Relationship Id="rId20" Type="http://schemas.openxmlformats.org/officeDocument/2006/relationships/oleObject" Target="../embeddings/oleObject5.bin"/><Relationship Id="rId1" Type="http://schemas.openxmlformats.org/officeDocument/2006/relationships/tags" Target="../tags/tag70.xml"/><Relationship Id="rId6" Type="http://schemas.openxmlformats.org/officeDocument/2006/relationships/tags" Target="../tags/tag75.xml"/><Relationship Id="rId11" Type="http://schemas.openxmlformats.org/officeDocument/2006/relationships/tags" Target="../tags/tag80.xml"/><Relationship Id="rId24" Type="http://schemas.openxmlformats.org/officeDocument/2006/relationships/chart" Target="../charts/chart8.xml"/><Relationship Id="rId5" Type="http://schemas.openxmlformats.org/officeDocument/2006/relationships/tags" Target="../tags/tag74.xml"/><Relationship Id="rId15" Type="http://schemas.openxmlformats.org/officeDocument/2006/relationships/tags" Target="../tags/tag84.xml"/><Relationship Id="rId23" Type="http://schemas.openxmlformats.org/officeDocument/2006/relationships/chart" Target="../charts/chart7.xml"/><Relationship Id="rId10" Type="http://schemas.openxmlformats.org/officeDocument/2006/relationships/tags" Target="../tags/tag79.xml"/><Relationship Id="rId19" Type="http://schemas.openxmlformats.org/officeDocument/2006/relationships/notesSlide" Target="../notesSlides/notesSlide4.xml"/><Relationship Id="rId4" Type="http://schemas.openxmlformats.org/officeDocument/2006/relationships/tags" Target="../tags/tag73.xml"/><Relationship Id="rId9" Type="http://schemas.openxmlformats.org/officeDocument/2006/relationships/tags" Target="../tags/tag78.xml"/><Relationship Id="rId14" Type="http://schemas.openxmlformats.org/officeDocument/2006/relationships/tags" Target="../tags/tag83.xml"/><Relationship Id="rId22" Type="http://schemas.openxmlformats.org/officeDocument/2006/relationships/chart" Target="../charts/chart6.xml"/></Relationships>
</file>

<file path=ppt/slides/_rels/slide5.xml.rels><?xml version="1.0" encoding="UTF-8" standalone="yes"?>
<Relationships xmlns="http://schemas.openxmlformats.org/package/2006/relationships"><Relationship Id="rId8" Type="http://schemas.openxmlformats.org/officeDocument/2006/relationships/tags" Target="../tags/tag94.xml"/><Relationship Id="rId13" Type="http://schemas.openxmlformats.org/officeDocument/2006/relationships/tags" Target="../tags/tag99.xml"/><Relationship Id="rId18" Type="http://schemas.openxmlformats.org/officeDocument/2006/relationships/tags" Target="../tags/tag104.xml"/><Relationship Id="rId26" Type="http://schemas.openxmlformats.org/officeDocument/2006/relationships/tags" Target="../tags/tag112.xml"/><Relationship Id="rId3" Type="http://schemas.openxmlformats.org/officeDocument/2006/relationships/tags" Target="../tags/tag89.xml"/><Relationship Id="rId21" Type="http://schemas.openxmlformats.org/officeDocument/2006/relationships/tags" Target="../tags/tag107.xml"/><Relationship Id="rId7" Type="http://schemas.openxmlformats.org/officeDocument/2006/relationships/tags" Target="../tags/tag93.xml"/><Relationship Id="rId12" Type="http://schemas.openxmlformats.org/officeDocument/2006/relationships/tags" Target="../tags/tag98.xml"/><Relationship Id="rId17" Type="http://schemas.openxmlformats.org/officeDocument/2006/relationships/tags" Target="../tags/tag103.xml"/><Relationship Id="rId25" Type="http://schemas.openxmlformats.org/officeDocument/2006/relationships/tags" Target="../tags/tag111.xml"/><Relationship Id="rId2" Type="http://schemas.openxmlformats.org/officeDocument/2006/relationships/tags" Target="../tags/tag88.xml"/><Relationship Id="rId16" Type="http://schemas.openxmlformats.org/officeDocument/2006/relationships/tags" Target="../tags/tag102.xml"/><Relationship Id="rId20" Type="http://schemas.openxmlformats.org/officeDocument/2006/relationships/tags" Target="../tags/tag106.xml"/><Relationship Id="rId29" Type="http://schemas.openxmlformats.org/officeDocument/2006/relationships/oleObject" Target="../embeddings/oleObject6.bin"/><Relationship Id="rId1" Type="http://schemas.openxmlformats.org/officeDocument/2006/relationships/tags" Target="../tags/tag87.xml"/><Relationship Id="rId6" Type="http://schemas.openxmlformats.org/officeDocument/2006/relationships/tags" Target="../tags/tag92.xml"/><Relationship Id="rId11" Type="http://schemas.openxmlformats.org/officeDocument/2006/relationships/tags" Target="../tags/tag97.xml"/><Relationship Id="rId24" Type="http://schemas.openxmlformats.org/officeDocument/2006/relationships/tags" Target="../tags/tag110.xml"/><Relationship Id="rId5" Type="http://schemas.openxmlformats.org/officeDocument/2006/relationships/tags" Target="../tags/tag91.xml"/><Relationship Id="rId15" Type="http://schemas.openxmlformats.org/officeDocument/2006/relationships/tags" Target="../tags/tag101.xml"/><Relationship Id="rId23" Type="http://schemas.openxmlformats.org/officeDocument/2006/relationships/tags" Target="../tags/tag109.xml"/><Relationship Id="rId28" Type="http://schemas.openxmlformats.org/officeDocument/2006/relationships/notesSlide" Target="../notesSlides/notesSlide5.xml"/><Relationship Id="rId10" Type="http://schemas.openxmlformats.org/officeDocument/2006/relationships/tags" Target="../tags/tag96.xml"/><Relationship Id="rId19" Type="http://schemas.openxmlformats.org/officeDocument/2006/relationships/tags" Target="../tags/tag105.xml"/><Relationship Id="rId31" Type="http://schemas.openxmlformats.org/officeDocument/2006/relationships/chart" Target="../charts/chart9.xml"/><Relationship Id="rId4" Type="http://schemas.openxmlformats.org/officeDocument/2006/relationships/tags" Target="../tags/tag90.xml"/><Relationship Id="rId9" Type="http://schemas.openxmlformats.org/officeDocument/2006/relationships/tags" Target="../tags/tag95.xml"/><Relationship Id="rId14" Type="http://schemas.openxmlformats.org/officeDocument/2006/relationships/tags" Target="../tags/tag100.xml"/><Relationship Id="rId22" Type="http://schemas.openxmlformats.org/officeDocument/2006/relationships/tags" Target="../tags/tag108.xml"/><Relationship Id="rId27" Type="http://schemas.openxmlformats.org/officeDocument/2006/relationships/slideLayout" Target="../slideLayouts/slideLayout1.xml"/><Relationship Id="rId30" Type="http://schemas.openxmlformats.org/officeDocument/2006/relationships/image" Target="../media/image2.emf"/></Relationships>
</file>

<file path=ppt/slides/_rels/slide6.xml.rels><?xml version="1.0" encoding="UTF-8" standalone="yes"?>
<Relationships xmlns="http://schemas.openxmlformats.org/package/2006/relationships"><Relationship Id="rId8" Type="http://schemas.openxmlformats.org/officeDocument/2006/relationships/tags" Target="../tags/tag120.xml"/><Relationship Id="rId13" Type="http://schemas.openxmlformats.org/officeDocument/2006/relationships/oleObject" Target="../embeddings/oleObject7.bin"/><Relationship Id="rId3" Type="http://schemas.openxmlformats.org/officeDocument/2006/relationships/tags" Target="../tags/tag115.xml"/><Relationship Id="rId7" Type="http://schemas.openxmlformats.org/officeDocument/2006/relationships/tags" Target="../tags/tag119.xml"/><Relationship Id="rId12" Type="http://schemas.openxmlformats.org/officeDocument/2006/relationships/slideLayout" Target="../slideLayouts/slideLayout1.xml"/><Relationship Id="rId2" Type="http://schemas.openxmlformats.org/officeDocument/2006/relationships/tags" Target="../tags/tag114.xml"/><Relationship Id="rId1" Type="http://schemas.openxmlformats.org/officeDocument/2006/relationships/tags" Target="../tags/tag113.xml"/><Relationship Id="rId6" Type="http://schemas.openxmlformats.org/officeDocument/2006/relationships/tags" Target="../tags/tag118.xml"/><Relationship Id="rId11" Type="http://schemas.openxmlformats.org/officeDocument/2006/relationships/tags" Target="../tags/tag123.xml"/><Relationship Id="rId5" Type="http://schemas.openxmlformats.org/officeDocument/2006/relationships/tags" Target="../tags/tag117.xml"/><Relationship Id="rId15" Type="http://schemas.openxmlformats.org/officeDocument/2006/relationships/chart" Target="../charts/chart10.xml"/><Relationship Id="rId10" Type="http://schemas.openxmlformats.org/officeDocument/2006/relationships/tags" Target="../tags/tag122.xml"/><Relationship Id="rId4" Type="http://schemas.openxmlformats.org/officeDocument/2006/relationships/tags" Target="../tags/tag116.xml"/><Relationship Id="rId9" Type="http://schemas.openxmlformats.org/officeDocument/2006/relationships/tags" Target="../tags/tag121.xml"/><Relationship Id="rId14" Type="http://schemas.openxmlformats.org/officeDocument/2006/relationships/image" Target="../media/image3.emf"/></Relationships>
</file>

<file path=ppt/slides/_rels/slide7.xml.rels><?xml version="1.0" encoding="UTF-8" standalone="yes"?>
<Relationships xmlns="http://schemas.openxmlformats.org/package/2006/relationships"><Relationship Id="rId3" Type="http://schemas.openxmlformats.org/officeDocument/2006/relationships/oleObject" Target="../embeddings/oleObject8.bin"/><Relationship Id="rId2" Type="http://schemas.openxmlformats.org/officeDocument/2006/relationships/slideLayout" Target="../slideLayouts/slideLayout1.xml"/><Relationship Id="rId1" Type="http://schemas.openxmlformats.org/officeDocument/2006/relationships/tags" Target="../tags/tag124.xml"/><Relationship Id="rId4" Type="http://schemas.openxmlformats.org/officeDocument/2006/relationships/image" Target="../media/image3.emf"/></Relationships>
</file>

<file path=ppt/slides/_rels/slide8.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oleObject" Target="../embeddings/oleObject9.bin"/><Relationship Id="rId7" Type="http://schemas.openxmlformats.org/officeDocument/2006/relationships/image" Target="../media/image6.png"/><Relationship Id="rId2" Type="http://schemas.openxmlformats.org/officeDocument/2006/relationships/slideLayout" Target="../slideLayouts/slideLayout1.xml"/><Relationship Id="rId1" Type="http://schemas.openxmlformats.org/officeDocument/2006/relationships/tags" Target="../tags/tag125.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emf"/><Relationship Id="rId9" Type="http://schemas.openxmlformats.org/officeDocument/2006/relationships/image" Target="../media/image8.png"/></Relationships>
</file>

<file path=ppt/slides/_rels/slide9.xml.rels><?xml version="1.0" encoding="UTF-8" standalone="yes"?>
<Relationships xmlns="http://schemas.openxmlformats.org/package/2006/relationships"><Relationship Id="rId8" Type="http://schemas.openxmlformats.org/officeDocument/2006/relationships/tags" Target="../tags/tag133.xml"/><Relationship Id="rId13" Type="http://schemas.openxmlformats.org/officeDocument/2006/relationships/tags" Target="../tags/tag138.xml"/><Relationship Id="rId18" Type="http://schemas.openxmlformats.org/officeDocument/2006/relationships/oleObject" Target="../embeddings/oleObject10.bin"/><Relationship Id="rId3" Type="http://schemas.openxmlformats.org/officeDocument/2006/relationships/tags" Target="../tags/tag128.xml"/><Relationship Id="rId7" Type="http://schemas.openxmlformats.org/officeDocument/2006/relationships/tags" Target="../tags/tag132.xml"/><Relationship Id="rId12" Type="http://schemas.openxmlformats.org/officeDocument/2006/relationships/tags" Target="../tags/tag137.xml"/><Relationship Id="rId17" Type="http://schemas.openxmlformats.org/officeDocument/2006/relationships/slideLayout" Target="../slideLayouts/slideLayout1.xml"/><Relationship Id="rId2" Type="http://schemas.openxmlformats.org/officeDocument/2006/relationships/tags" Target="../tags/tag127.xml"/><Relationship Id="rId16" Type="http://schemas.openxmlformats.org/officeDocument/2006/relationships/tags" Target="../tags/tag141.xml"/><Relationship Id="rId20" Type="http://schemas.openxmlformats.org/officeDocument/2006/relationships/chart" Target="../charts/chart11.xml"/><Relationship Id="rId1" Type="http://schemas.openxmlformats.org/officeDocument/2006/relationships/tags" Target="../tags/tag126.xml"/><Relationship Id="rId6" Type="http://schemas.openxmlformats.org/officeDocument/2006/relationships/tags" Target="../tags/tag131.xml"/><Relationship Id="rId11" Type="http://schemas.openxmlformats.org/officeDocument/2006/relationships/tags" Target="../tags/tag136.xml"/><Relationship Id="rId5" Type="http://schemas.openxmlformats.org/officeDocument/2006/relationships/tags" Target="../tags/tag130.xml"/><Relationship Id="rId15" Type="http://schemas.openxmlformats.org/officeDocument/2006/relationships/tags" Target="../tags/tag140.xml"/><Relationship Id="rId10" Type="http://schemas.openxmlformats.org/officeDocument/2006/relationships/tags" Target="../tags/tag135.xml"/><Relationship Id="rId19" Type="http://schemas.openxmlformats.org/officeDocument/2006/relationships/image" Target="../media/image3.emf"/><Relationship Id="rId4" Type="http://schemas.openxmlformats.org/officeDocument/2006/relationships/tags" Target="../tags/tag129.xml"/><Relationship Id="rId9" Type="http://schemas.openxmlformats.org/officeDocument/2006/relationships/tags" Target="../tags/tag134.xml"/><Relationship Id="rId14" Type="http://schemas.openxmlformats.org/officeDocument/2006/relationships/tags" Target="../tags/tag139.xml"/></Relationships>
</file>

<file path=ppt/slides/_rels/slide10.xml.rels><?xml version="1.0" encoding="UTF-8" standalone="yes"?>
<Relationships xmlns="http://schemas.openxmlformats.org/package/2006/relationships"><Relationship Id="rId8" Type="http://schemas.openxmlformats.org/officeDocument/2006/relationships/image" Target="../media/image3.emf"/><Relationship Id="rId3" Type="http://schemas.openxmlformats.org/officeDocument/2006/relationships/tags" Target="../tags/tag144.xml"/><Relationship Id="rId7" Type="http://schemas.openxmlformats.org/officeDocument/2006/relationships/oleObject" Target="../embeddings/oleObject11.bin"/><Relationship Id="rId2" Type="http://schemas.openxmlformats.org/officeDocument/2006/relationships/tags" Target="../tags/tag143.xml"/><Relationship Id="rId1" Type="http://schemas.openxmlformats.org/officeDocument/2006/relationships/tags" Target="../tags/tag142.xml"/><Relationship Id="rId6" Type="http://schemas.openxmlformats.org/officeDocument/2006/relationships/slideLayout" Target="../slideLayouts/slideLayout1.xml"/><Relationship Id="rId5" Type="http://schemas.openxmlformats.org/officeDocument/2006/relationships/tags" Target="../tags/tag146.xml"/><Relationship Id="rId4" Type="http://schemas.openxmlformats.org/officeDocument/2006/relationships/tags" Target="../tags/tag145.xml"/><Relationship Id="rId9" Type="http://schemas.openxmlformats.org/officeDocument/2006/relationships/chart" Target="../charts/chart12.xml"/></Relationships>
</file>

<file path=ppt/slides/_rels/slide11.xml.rels><?xml version="1.0" encoding="UTF-8" standalone="yes"?>
<Relationships xmlns="http://schemas.openxmlformats.org/package/2006/relationships"><Relationship Id="rId8" Type="http://schemas.openxmlformats.org/officeDocument/2006/relationships/tags" Target="../tags/tag154.xml"/><Relationship Id="rId13" Type="http://schemas.openxmlformats.org/officeDocument/2006/relationships/tags" Target="../tags/tag159.xml"/><Relationship Id="rId18" Type="http://schemas.openxmlformats.org/officeDocument/2006/relationships/chart" Target="../charts/chart13.xml"/><Relationship Id="rId3" Type="http://schemas.openxmlformats.org/officeDocument/2006/relationships/tags" Target="../tags/tag149.xml"/><Relationship Id="rId7" Type="http://schemas.openxmlformats.org/officeDocument/2006/relationships/tags" Target="../tags/tag153.xml"/><Relationship Id="rId12" Type="http://schemas.openxmlformats.org/officeDocument/2006/relationships/tags" Target="../tags/tag158.xml"/><Relationship Id="rId17" Type="http://schemas.openxmlformats.org/officeDocument/2006/relationships/image" Target="../media/image3.emf"/><Relationship Id="rId2" Type="http://schemas.openxmlformats.org/officeDocument/2006/relationships/tags" Target="../tags/tag148.xml"/><Relationship Id="rId16" Type="http://schemas.openxmlformats.org/officeDocument/2006/relationships/oleObject" Target="../embeddings/oleObject12.bin"/><Relationship Id="rId1" Type="http://schemas.openxmlformats.org/officeDocument/2006/relationships/tags" Target="../tags/tag147.xml"/><Relationship Id="rId6" Type="http://schemas.openxmlformats.org/officeDocument/2006/relationships/tags" Target="../tags/tag152.xml"/><Relationship Id="rId11" Type="http://schemas.openxmlformats.org/officeDocument/2006/relationships/tags" Target="../tags/tag157.xml"/><Relationship Id="rId5" Type="http://schemas.openxmlformats.org/officeDocument/2006/relationships/tags" Target="../tags/tag151.xml"/><Relationship Id="rId15" Type="http://schemas.openxmlformats.org/officeDocument/2006/relationships/slideLayout" Target="../slideLayouts/slideLayout1.xml"/><Relationship Id="rId10" Type="http://schemas.openxmlformats.org/officeDocument/2006/relationships/tags" Target="../tags/tag156.xml"/><Relationship Id="rId4" Type="http://schemas.openxmlformats.org/officeDocument/2006/relationships/tags" Target="../tags/tag150.xml"/><Relationship Id="rId9" Type="http://schemas.openxmlformats.org/officeDocument/2006/relationships/tags" Target="../tags/tag155.xml"/><Relationship Id="rId14" Type="http://schemas.openxmlformats.org/officeDocument/2006/relationships/tags" Target="../tags/tag16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hink-cell data - do not delete" hidden="1">
            <a:extLst>
              <a:ext uri="{FF2B5EF4-FFF2-40B4-BE49-F238E27FC236}">
                <a16:creationId xmlns:a16="http://schemas.microsoft.com/office/drawing/2014/main" id="{73590B71-1A5F-D57D-659D-B4225E4ADC0D}"/>
              </a:ext>
            </a:extLst>
          </p:cNvPr>
          <p:cNvGraphicFramePr>
            <a:graphicFrameLocks noChangeAspect="1"/>
          </p:cNvGraphicFramePr>
          <p:nvPr>
            <p:custDataLst>
              <p:tags r:id="rId1"/>
            </p:custDataLst>
            <p:extLst>
              <p:ext uri="{D42A27DB-BD31-4B8C-83A1-F6EECF244321}">
                <p14:modId xmlns:p14="http://schemas.microsoft.com/office/powerpoint/2010/main" val="3443297914"/>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幻灯片" r:id="rId22" imgW="490" imgH="504" progId="TCLayout.ActiveDocument.1">
                  <p:embed/>
                </p:oleObj>
              </mc:Choice>
              <mc:Fallback>
                <p:oleObj name="think-cell 幻灯片" r:id="rId22" imgW="490" imgH="504" progId="TCLayout.ActiveDocument.1">
                  <p:embed/>
                  <p:pic>
                    <p:nvPicPr>
                      <p:cNvPr id="4" name="think-cell data - do not delete" hidden="1">
                        <a:extLst>
                          <a:ext uri="{FF2B5EF4-FFF2-40B4-BE49-F238E27FC236}">
                            <a16:creationId xmlns:a16="http://schemas.microsoft.com/office/drawing/2014/main" id="{73590B71-1A5F-D57D-659D-B4225E4ADC0D}"/>
                          </a:ext>
                        </a:extLst>
                      </p:cNvPr>
                      <p:cNvPicPr/>
                      <p:nvPr/>
                    </p:nvPicPr>
                    <p:blipFill>
                      <a:blip r:embed="rId23"/>
                      <a:stretch>
                        <a:fillRect/>
                      </a:stretch>
                    </p:blipFill>
                    <p:spPr>
                      <a:xfrm>
                        <a:off x="1588" y="1588"/>
                        <a:ext cx="1588" cy="1588"/>
                      </a:xfrm>
                      <a:prstGeom prst="rect">
                        <a:avLst/>
                      </a:prstGeom>
                    </p:spPr>
                  </p:pic>
                </p:oleObj>
              </mc:Fallback>
            </mc:AlternateContent>
          </a:graphicData>
        </a:graphic>
      </p:graphicFrame>
      <p:sp>
        <p:nvSpPr>
          <p:cNvPr id="6" name="文本框 5">
            <a:extLst>
              <a:ext uri="{FF2B5EF4-FFF2-40B4-BE49-F238E27FC236}">
                <a16:creationId xmlns:a16="http://schemas.microsoft.com/office/drawing/2014/main" id="{A8EF0AFF-87F6-0F47-704C-283776B6D120}"/>
              </a:ext>
            </a:extLst>
          </p:cNvPr>
          <p:cNvSpPr txBox="1"/>
          <p:nvPr/>
        </p:nvSpPr>
        <p:spPr>
          <a:xfrm>
            <a:off x="527539" y="365760"/>
            <a:ext cx="9530861" cy="369332"/>
          </a:xfrm>
          <a:prstGeom prst="rect">
            <a:avLst/>
          </a:prstGeom>
          <a:noFill/>
        </p:spPr>
        <p:txBody>
          <a:bodyPr wrap="square" rtlCol="0">
            <a:spAutoFit/>
          </a:bodyPr>
          <a:lstStyle/>
          <a:p>
            <a:r>
              <a:rPr lang="en-US" altLang="zh-CN" dirty="0">
                <a:latin typeface="HarmonyOS Sans SC Medium" pitchFamily="2" charset="-122"/>
                <a:ea typeface="HarmonyOS Sans SC Medium" pitchFamily="2" charset="-122"/>
              </a:rPr>
              <a:t>Respondents' expectations for demand and profits are increasingly positive.</a:t>
            </a:r>
            <a:endParaRPr lang="zh-CN" altLang="en-US" dirty="0">
              <a:latin typeface="HarmonyOS Sans SC Medium" pitchFamily="2" charset="-122"/>
              <a:ea typeface="HarmonyOS Sans SC Medium" pitchFamily="2" charset="-122"/>
            </a:endParaRPr>
          </a:p>
        </p:txBody>
      </p:sp>
      <p:sp>
        <p:nvSpPr>
          <p:cNvPr id="8" name="文本框 7">
            <a:extLst>
              <a:ext uri="{FF2B5EF4-FFF2-40B4-BE49-F238E27FC236}">
                <a16:creationId xmlns:a16="http://schemas.microsoft.com/office/drawing/2014/main" id="{64ACE425-FC5C-0821-4205-D32DCD1873C8}"/>
              </a:ext>
            </a:extLst>
          </p:cNvPr>
          <p:cNvSpPr txBox="1"/>
          <p:nvPr/>
        </p:nvSpPr>
        <p:spPr>
          <a:xfrm>
            <a:off x="527539" y="829045"/>
            <a:ext cx="9235894" cy="307777"/>
          </a:xfrm>
          <a:prstGeom prst="rect">
            <a:avLst/>
          </a:prstGeom>
          <a:noFill/>
        </p:spPr>
        <p:txBody>
          <a:bodyPr wrap="square">
            <a:spAutoFit/>
          </a:bodyPr>
          <a:lstStyle/>
          <a:p>
            <a:r>
              <a:rPr lang="en-US" altLang="zh-CN" sz="1400" dirty="0">
                <a:latin typeface="HarmonyOS Sans SC" pitchFamily="2" charset="-122"/>
                <a:ea typeface="HarmonyOS Sans SC" pitchFamily="2" charset="-122"/>
              </a:rPr>
              <a:t>Expected changes at respondents' companies, next 6 months, </a:t>
            </a:r>
            <a:r>
              <a:rPr lang="en-US" altLang="zh-CN" sz="1400" dirty="0">
                <a:latin typeface="HarmonyOS Sans SC Light" pitchFamily="2" charset="-122"/>
                <a:ea typeface="HarmonyOS Sans SC Light" pitchFamily="2" charset="-122"/>
              </a:rPr>
              <a:t>% of respondents</a:t>
            </a:r>
            <a:r>
              <a:rPr lang="en-US" altLang="zh-CN" sz="1400" baseline="30000" dirty="0">
                <a:latin typeface="HarmonyOS Sans SC Light" pitchFamily="2" charset="-122"/>
                <a:ea typeface="HarmonyOS Sans SC Light" pitchFamily="2" charset="-122"/>
              </a:rPr>
              <a:t>1</a:t>
            </a:r>
            <a:endParaRPr lang="zh-CN" altLang="en-US" sz="1400" baseline="30000" dirty="0">
              <a:latin typeface="HarmonyOS Sans SC Light" pitchFamily="2" charset="-122"/>
              <a:ea typeface="HarmonyOS Sans SC Light" pitchFamily="2" charset="-122"/>
            </a:endParaRPr>
          </a:p>
        </p:txBody>
      </p:sp>
      <p:graphicFrame>
        <p:nvGraphicFramePr>
          <p:cNvPr id="70" name="Chart 3">
            <a:extLst>
              <a:ext uri="{FF2B5EF4-FFF2-40B4-BE49-F238E27FC236}">
                <a16:creationId xmlns:a16="http://schemas.microsoft.com/office/drawing/2014/main" id="{731B73FB-7FD2-2E90-CC48-79C3C60280C3}"/>
              </a:ext>
            </a:extLst>
          </p:cNvPr>
          <p:cNvGraphicFramePr/>
          <p:nvPr>
            <p:custDataLst>
              <p:tags r:id="rId2"/>
            </p:custDataLst>
            <p:extLst>
              <p:ext uri="{D42A27DB-BD31-4B8C-83A1-F6EECF244321}">
                <p14:modId xmlns:p14="http://schemas.microsoft.com/office/powerpoint/2010/main" val="2783924968"/>
              </p:ext>
            </p:extLst>
          </p:nvPr>
        </p:nvGraphicFramePr>
        <p:xfrm>
          <a:off x="444500" y="1498600"/>
          <a:ext cx="4600575" cy="4470400"/>
        </p:xfrm>
        <a:graphic>
          <a:graphicData uri="http://schemas.openxmlformats.org/drawingml/2006/chart">
            <c:chart xmlns:c="http://schemas.openxmlformats.org/drawingml/2006/chart" xmlns:r="http://schemas.openxmlformats.org/officeDocument/2006/relationships" r:id="rId24"/>
          </a:graphicData>
        </a:graphic>
      </p:graphicFrame>
      <p:sp>
        <p:nvSpPr>
          <p:cNvPr id="18" name="文本占位符 2">
            <a:extLst>
              <a:ext uri="{FF2B5EF4-FFF2-40B4-BE49-F238E27FC236}">
                <a16:creationId xmlns:a16="http://schemas.microsoft.com/office/drawing/2014/main" id="{22073755-B8FB-7F1F-1CB0-E58034A338D7}"/>
              </a:ext>
            </a:extLst>
          </p:cNvPr>
          <p:cNvSpPr txBox="1">
            <a:spLocks/>
          </p:cNvSpPr>
          <p:nvPr>
            <p:custDataLst>
              <p:tags r:id="rId3"/>
            </p:custDataLst>
          </p:nvPr>
        </p:nvSpPr>
        <p:spPr bwMode="auto">
          <a:xfrm>
            <a:off x="688975" y="5721350"/>
            <a:ext cx="784225" cy="38417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t">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spcBef>
                <a:spcPct val="0"/>
              </a:spcBef>
              <a:spcAft>
                <a:spcPct val="0"/>
              </a:spcAft>
              <a:buNone/>
            </a:pPr>
            <a:fld id="{4AD48AA0-5899-437D-9927-36E92CC48B1E}" type="datetime'''''''''M''ar 2''''''''0''20''''&#10;(n''=''''1''0''6''0'''')'''">
              <a:rPr lang="en-US" altLang="en-US" sz="1400" smtClean="0">
                <a:latin typeface="HarmonyOS Sans SC" pitchFamily="2" charset="-122"/>
                <a:ea typeface="HarmonyOS Sans SC" pitchFamily="2" charset="-122"/>
                <a:sym typeface="HarmonyOS Sans SC" pitchFamily="2" charset="-122"/>
              </a:rPr>
              <a:pPr/>
              <a:t>Mar 2020
(n=1060)</a:t>
            </a:fld>
            <a:endParaRPr lang="zh-CN" altLang="en-US" sz="1400" dirty="0">
              <a:latin typeface="HarmonyOS Sans SC" pitchFamily="2" charset="-122"/>
              <a:ea typeface="HarmonyOS Sans SC" pitchFamily="2" charset="-122"/>
              <a:sym typeface="HarmonyOS Sans SC" pitchFamily="2" charset="-122"/>
            </a:endParaRPr>
          </a:p>
        </p:txBody>
      </p:sp>
      <p:sp>
        <p:nvSpPr>
          <p:cNvPr id="56" name="文本占位符 2">
            <a:extLst>
              <a:ext uri="{FF2B5EF4-FFF2-40B4-BE49-F238E27FC236}">
                <a16:creationId xmlns:a16="http://schemas.microsoft.com/office/drawing/2014/main" id="{F99B12F3-2875-4869-06A5-972F3D9A1F9C}"/>
              </a:ext>
            </a:extLst>
          </p:cNvPr>
          <p:cNvSpPr txBox="1">
            <a:spLocks/>
          </p:cNvSpPr>
          <p:nvPr>
            <p:custDataLst>
              <p:tags r:id="rId4"/>
            </p:custDataLst>
          </p:nvPr>
        </p:nvSpPr>
        <p:spPr bwMode="gray">
          <a:xfrm>
            <a:off x="2114549" y="1766888"/>
            <a:ext cx="152400" cy="192088"/>
          </a:xfrm>
          <a:prstGeom prst="rect">
            <a:avLst/>
          </a:prstGeom>
          <a:solidFill>
            <a:srgbClr val="F0F0F0"/>
          </a:solidFill>
          <a:ln>
            <a:noFill/>
          </a:ln>
          <a:effectLst/>
        </p:spPr>
        <p:txBody>
          <a:bodyPr vert="horz" wrap="none" lIns="25400" tIns="0" rIns="25400" bIns="0" rtlCol="0" anchor="ct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spcBef>
                <a:spcPct val="0"/>
              </a:spcBef>
              <a:spcAft>
                <a:spcPct val="0"/>
              </a:spcAft>
              <a:buNone/>
            </a:pPr>
            <a:fld id="{C00E2C01-8DCD-4832-9644-E0BD4BCAAEAB}" type="datetime'''''1'''''''''''''''''''''''''''''''''''''''''">
              <a:rPr lang="zh-CN" altLang="en-US" sz="1400" smtClean="0">
                <a:effectLst/>
                <a:latin typeface="HarmonyOS Sans SC" pitchFamily="2" charset="-122"/>
                <a:ea typeface="HarmonyOS Sans SC" pitchFamily="2" charset="-122"/>
                <a:sym typeface="HarmonyOS Sans SC" pitchFamily="2" charset="-122"/>
              </a:rPr>
              <a:pPr marL="0" indent="0" algn="ctr">
                <a:spcBef>
                  <a:spcPct val="0"/>
                </a:spcBef>
                <a:spcAft>
                  <a:spcPct val="0"/>
                </a:spcAft>
                <a:buNone/>
              </a:pPr>
              <a:t>1</a:t>
            </a:fld>
            <a:endParaRPr lang="zh-CN" altLang="en-US" sz="1400" dirty="0">
              <a:latin typeface="HarmonyOS Sans SC" pitchFamily="2" charset="-122"/>
              <a:ea typeface="HarmonyOS Sans SC" pitchFamily="2" charset="-122"/>
              <a:sym typeface="HarmonyOS Sans SC" pitchFamily="2" charset="-122"/>
            </a:endParaRPr>
          </a:p>
        </p:txBody>
      </p:sp>
      <p:sp>
        <p:nvSpPr>
          <p:cNvPr id="31" name="文本占位符 2">
            <a:extLst>
              <a:ext uri="{FF2B5EF4-FFF2-40B4-BE49-F238E27FC236}">
                <a16:creationId xmlns:a16="http://schemas.microsoft.com/office/drawing/2014/main" id="{77BF13E6-BF96-C3B0-124B-F1ECCC07280D}"/>
              </a:ext>
            </a:extLst>
          </p:cNvPr>
          <p:cNvSpPr txBox="1">
            <a:spLocks/>
          </p:cNvSpPr>
          <p:nvPr>
            <p:custDataLst>
              <p:tags r:id="rId5"/>
            </p:custDataLst>
          </p:nvPr>
        </p:nvSpPr>
        <p:spPr bwMode="auto">
          <a:xfrm>
            <a:off x="1735138" y="5721350"/>
            <a:ext cx="911225" cy="38417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t">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spcBef>
                <a:spcPct val="0"/>
              </a:spcBef>
              <a:spcAft>
                <a:spcPct val="0"/>
              </a:spcAft>
              <a:buNone/>
            </a:pPr>
            <a:fld id="{C898B87D-CDBC-4E0A-AE50-B4CFA747D905}" type="datetime'''Ap''r ''''''''''202''''''0&#10;''（''''n''''''='''' ''1''''940)'">
              <a:rPr lang="en-US" altLang="en-US" sz="1400" smtClean="0">
                <a:latin typeface="HarmonyOS Sans SC" pitchFamily="2" charset="-122"/>
                <a:ea typeface="HarmonyOS Sans SC" pitchFamily="2" charset="-122"/>
                <a:sym typeface="HarmonyOS Sans SC" pitchFamily="2" charset="-122"/>
              </a:rPr>
              <a:pPr/>
              <a:t>Apr 2020
（n= 1940)</a:t>
            </a:fld>
            <a:endParaRPr lang="zh-CN" altLang="en-US" sz="1400" dirty="0">
              <a:latin typeface="HarmonyOS Sans SC" pitchFamily="2" charset="-122"/>
              <a:ea typeface="HarmonyOS Sans SC" pitchFamily="2" charset="-122"/>
              <a:sym typeface="HarmonyOS Sans SC" pitchFamily="2" charset="-122"/>
            </a:endParaRPr>
          </a:p>
        </p:txBody>
      </p:sp>
      <p:sp>
        <p:nvSpPr>
          <p:cNvPr id="41" name="文本占位符 2">
            <a:extLst>
              <a:ext uri="{FF2B5EF4-FFF2-40B4-BE49-F238E27FC236}">
                <a16:creationId xmlns:a16="http://schemas.microsoft.com/office/drawing/2014/main" id="{F0ECFB4E-5FCE-B292-4E44-7C5D84DD0D0A}"/>
              </a:ext>
            </a:extLst>
          </p:cNvPr>
          <p:cNvSpPr txBox="1">
            <a:spLocks/>
          </p:cNvSpPr>
          <p:nvPr>
            <p:custDataLst>
              <p:tags r:id="rId6"/>
            </p:custDataLst>
          </p:nvPr>
        </p:nvSpPr>
        <p:spPr bwMode="gray">
          <a:xfrm>
            <a:off x="1004887" y="1766888"/>
            <a:ext cx="152400" cy="192088"/>
          </a:xfrm>
          <a:prstGeom prst="rect">
            <a:avLst/>
          </a:prstGeom>
          <a:solidFill>
            <a:srgbClr val="F0F0F0"/>
          </a:solidFill>
          <a:ln>
            <a:noFill/>
          </a:ln>
          <a:effectLst/>
        </p:spPr>
        <p:txBody>
          <a:bodyPr vert="horz" wrap="none" lIns="25400" tIns="0" rIns="25400" bIns="0" rtlCol="0" anchor="ct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spcBef>
                <a:spcPct val="0"/>
              </a:spcBef>
              <a:spcAft>
                <a:spcPct val="0"/>
              </a:spcAft>
              <a:buNone/>
            </a:pPr>
            <a:fld id="{CD1FDB01-784E-4AB9-A728-5A3A4D3053B6}" type="datetime'1'''''''''''''''''''''''''''''''''''''''''''">
              <a:rPr lang="zh-CN" altLang="en-US" sz="1400" smtClean="0">
                <a:effectLst/>
                <a:latin typeface="HarmonyOS Sans SC" pitchFamily="2" charset="-122"/>
                <a:ea typeface="HarmonyOS Sans SC" pitchFamily="2" charset="-122"/>
                <a:sym typeface="HarmonyOS Sans SC" pitchFamily="2" charset="-122"/>
              </a:rPr>
              <a:pPr marL="0" indent="0" algn="ctr">
                <a:spcBef>
                  <a:spcPct val="0"/>
                </a:spcBef>
                <a:spcAft>
                  <a:spcPct val="0"/>
                </a:spcAft>
                <a:buNone/>
              </a:pPr>
              <a:t>1</a:t>
            </a:fld>
            <a:endParaRPr lang="zh-CN" altLang="en-US" sz="1400" dirty="0">
              <a:latin typeface="HarmonyOS Sans SC" pitchFamily="2" charset="-122"/>
              <a:ea typeface="HarmonyOS Sans SC" pitchFamily="2" charset="-122"/>
              <a:sym typeface="HarmonyOS Sans SC" pitchFamily="2" charset="-122"/>
            </a:endParaRPr>
          </a:p>
        </p:txBody>
      </p:sp>
      <p:sp>
        <p:nvSpPr>
          <p:cNvPr id="34" name="文本占位符 2">
            <a:extLst>
              <a:ext uri="{FF2B5EF4-FFF2-40B4-BE49-F238E27FC236}">
                <a16:creationId xmlns:a16="http://schemas.microsoft.com/office/drawing/2014/main" id="{584B7176-9261-01C4-D2EF-EAF27F3CC96C}"/>
              </a:ext>
            </a:extLst>
          </p:cNvPr>
          <p:cNvSpPr txBox="1">
            <a:spLocks/>
          </p:cNvSpPr>
          <p:nvPr>
            <p:custDataLst>
              <p:tags r:id="rId7"/>
            </p:custDataLst>
          </p:nvPr>
        </p:nvSpPr>
        <p:spPr bwMode="auto">
          <a:xfrm>
            <a:off x="2879724" y="5721350"/>
            <a:ext cx="838200" cy="38417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t">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spcBef>
                <a:spcPct val="0"/>
              </a:spcBef>
              <a:spcAft>
                <a:spcPct val="0"/>
              </a:spcAft>
              <a:buNone/>
            </a:pPr>
            <a:fld id="{D978B95C-BC75-458E-8AB8-D28FB301B495}" type="datetime'Ma''''''y'' ''''20''20''''''''''''''&#10;''''''''(''n='' ''2,290)'">
              <a:rPr lang="en-US" altLang="en-US" sz="1400" smtClean="0">
                <a:latin typeface="HarmonyOS Sans SC" pitchFamily="2" charset="-122"/>
                <a:ea typeface="HarmonyOS Sans SC" pitchFamily="2" charset="-122"/>
                <a:sym typeface="HarmonyOS Sans SC" pitchFamily="2" charset="-122"/>
              </a:rPr>
              <a:pPr/>
              <a:t>May 2020
(n= 2,290)</a:t>
            </a:fld>
            <a:endParaRPr lang="zh-CN" altLang="en-US" sz="1400" dirty="0">
              <a:latin typeface="HarmonyOS Sans SC" pitchFamily="2" charset="-122"/>
              <a:ea typeface="HarmonyOS Sans SC" pitchFamily="2" charset="-122"/>
              <a:sym typeface="HarmonyOS Sans SC" pitchFamily="2" charset="-122"/>
            </a:endParaRPr>
          </a:p>
        </p:txBody>
      </p:sp>
      <p:sp>
        <p:nvSpPr>
          <p:cNvPr id="75" name="文本占位符 2">
            <a:extLst>
              <a:ext uri="{FF2B5EF4-FFF2-40B4-BE49-F238E27FC236}">
                <a16:creationId xmlns:a16="http://schemas.microsoft.com/office/drawing/2014/main" id="{BB79449C-87C6-A4BE-8F5A-B2B960F5F0C9}"/>
              </a:ext>
            </a:extLst>
          </p:cNvPr>
          <p:cNvSpPr txBox="1">
            <a:spLocks/>
          </p:cNvSpPr>
          <p:nvPr>
            <p:custDataLst>
              <p:tags r:id="rId8"/>
            </p:custDataLst>
          </p:nvPr>
        </p:nvSpPr>
        <p:spPr bwMode="gray">
          <a:xfrm>
            <a:off x="4332287" y="1728788"/>
            <a:ext cx="152400" cy="192088"/>
          </a:xfrm>
          <a:prstGeom prst="rect">
            <a:avLst/>
          </a:prstGeom>
          <a:solidFill>
            <a:srgbClr val="F0F0F0"/>
          </a:solidFill>
          <a:ln>
            <a:noFill/>
          </a:ln>
          <a:effectLst/>
        </p:spPr>
        <p:txBody>
          <a:bodyPr vert="horz" wrap="none" lIns="25400" tIns="0" rIns="25400" bIns="0" rtlCol="0" anchor="ct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spcBef>
                <a:spcPct val="0"/>
              </a:spcBef>
              <a:spcAft>
                <a:spcPct val="0"/>
              </a:spcAft>
              <a:buNone/>
            </a:pPr>
            <a:fld id="{319B70F9-99E4-4F00-A79A-80BDE13C2897}" type="datetime'''''''''''''''''''''''''''''''''''''1'''''''''''">
              <a:rPr lang="zh-CN" altLang="en-US" sz="1400" smtClean="0">
                <a:effectLst/>
                <a:latin typeface="HarmonyOS Sans SC" pitchFamily="2" charset="-122"/>
                <a:ea typeface="HarmonyOS Sans SC" pitchFamily="2" charset="-122"/>
                <a:sym typeface="HarmonyOS Sans SC" pitchFamily="2" charset="-122"/>
              </a:rPr>
              <a:pPr/>
              <a:t>1</a:t>
            </a:fld>
            <a:endParaRPr lang="zh-CN" altLang="en-US" sz="1400" dirty="0">
              <a:latin typeface="HarmonyOS Sans SC" pitchFamily="2" charset="-122"/>
              <a:ea typeface="HarmonyOS Sans SC" pitchFamily="2" charset="-122"/>
              <a:sym typeface="HarmonyOS Sans SC" pitchFamily="2" charset="-122"/>
            </a:endParaRPr>
          </a:p>
        </p:txBody>
      </p:sp>
      <p:sp>
        <p:nvSpPr>
          <p:cNvPr id="37" name="文本占位符 2">
            <a:extLst>
              <a:ext uri="{FF2B5EF4-FFF2-40B4-BE49-F238E27FC236}">
                <a16:creationId xmlns:a16="http://schemas.microsoft.com/office/drawing/2014/main" id="{7088C076-3975-ABF2-DCE1-4D2C9D3B3B71}"/>
              </a:ext>
            </a:extLst>
          </p:cNvPr>
          <p:cNvSpPr txBox="1">
            <a:spLocks/>
          </p:cNvSpPr>
          <p:nvPr>
            <p:custDataLst>
              <p:tags r:id="rId9"/>
            </p:custDataLst>
          </p:nvPr>
        </p:nvSpPr>
        <p:spPr bwMode="auto">
          <a:xfrm>
            <a:off x="3983037" y="5721350"/>
            <a:ext cx="850900" cy="38417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t">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spcBef>
                <a:spcPct val="0"/>
              </a:spcBef>
              <a:spcAft>
                <a:spcPct val="0"/>
              </a:spcAft>
              <a:buNone/>
            </a:pPr>
            <a:fld id="{134DE477-192F-468C-827F-47B275A0CCD5}" type="datetime'''Ju''n''e'' 2020''''&#10;(''''n=1,''985'''')'''''">
              <a:rPr lang="en-US" altLang="en-US" sz="1400" smtClean="0">
                <a:latin typeface="HarmonyOS Sans SC" pitchFamily="2" charset="-122"/>
                <a:ea typeface="HarmonyOS Sans SC" pitchFamily="2" charset="-122"/>
                <a:sym typeface="HarmonyOS Sans SC" pitchFamily="2" charset="-122"/>
              </a:rPr>
              <a:pPr/>
              <a:t>June 2020
(n=1,985)</a:t>
            </a:fld>
            <a:endParaRPr lang="zh-CN" altLang="en-US" sz="1400" dirty="0">
              <a:latin typeface="HarmonyOS Sans SC" pitchFamily="2" charset="-122"/>
              <a:ea typeface="HarmonyOS Sans SC" pitchFamily="2" charset="-122"/>
              <a:sym typeface="HarmonyOS Sans SC" pitchFamily="2" charset="-122"/>
            </a:endParaRPr>
          </a:p>
        </p:txBody>
      </p:sp>
      <p:sp>
        <p:nvSpPr>
          <p:cNvPr id="50" name="文本占位符 2">
            <a:extLst>
              <a:ext uri="{FF2B5EF4-FFF2-40B4-BE49-F238E27FC236}">
                <a16:creationId xmlns:a16="http://schemas.microsoft.com/office/drawing/2014/main" id="{F4BAF085-6AE0-C3BC-0FD6-C5FC596CC990}"/>
              </a:ext>
            </a:extLst>
          </p:cNvPr>
          <p:cNvSpPr txBox="1">
            <a:spLocks/>
          </p:cNvSpPr>
          <p:nvPr>
            <p:custDataLst>
              <p:tags r:id="rId10"/>
            </p:custDataLst>
          </p:nvPr>
        </p:nvSpPr>
        <p:spPr bwMode="gray">
          <a:xfrm>
            <a:off x="3222624" y="1728788"/>
            <a:ext cx="152400" cy="192088"/>
          </a:xfrm>
          <a:prstGeom prst="rect">
            <a:avLst/>
          </a:prstGeom>
          <a:solidFill>
            <a:srgbClr val="F0F0F0"/>
          </a:solidFill>
          <a:ln>
            <a:noFill/>
          </a:ln>
          <a:effectLst/>
        </p:spPr>
        <p:txBody>
          <a:bodyPr vert="horz" wrap="none" lIns="25400" tIns="0" rIns="25400" bIns="0" rtlCol="0" anchor="ct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spcBef>
                <a:spcPct val="0"/>
              </a:spcBef>
              <a:spcAft>
                <a:spcPct val="0"/>
              </a:spcAft>
              <a:buNone/>
            </a:pPr>
            <a:fld id="{425A56E8-652D-4508-B9CA-37A54E3020DE}" type="datetime'''''1'''''''''''''''''''''''''''''''''''''''''''''''''''''">
              <a:rPr lang="zh-CN" altLang="en-US" sz="1400" smtClean="0">
                <a:effectLst/>
                <a:latin typeface="HarmonyOS Sans SC" pitchFamily="2" charset="-122"/>
                <a:ea typeface="HarmonyOS Sans SC" pitchFamily="2" charset="-122"/>
                <a:sym typeface="HarmonyOS Sans SC" pitchFamily="2" charset="-122"/>
              </a:rPr>
              <a:pPr/>
              <a:t>1</a:t>
            </a:fld>
            <a:endParaRPr lang="zh-CN" altLang="en-US" sz="1400" dirty="0">
              <a:latin typeface="HarmonyOS Sans SC" pitchFamily="2" charset="-122"/>
              <a:ea typeface="HarmonyOS Sans SC" pitchFamily="2" charset="-122"/>
              <a:sym typeface="HarmonyOS Sans SC" pitchFamily="2" charset="-122"/>
            </a:endParaRPr>
          </a:p>
        </p:txBody>
      </p:sp>
      <p:sp>
        <p:nvSpPr>
          <p:cNvPr id="99" name="文本框 98">
            <a:extLst>
              <a:ext uri="{FF2B5EF4-FFF2-40B4-BE49-F238E27FC236}">
                <a16:creationId xmlns:a16="http://schemas.microsoft.com/office/drawing/2014/main" id="{A7038FFE-81D5-A00A-2C9C-21B839C12B6C}"/>
              </a:ext>
            </a:extLst>
          </p:cNvPr>
          <p:cNvSpPr txBox="1"/>
          <p:nvPr/>
        </p:nvSpPr>
        <p:spPr>
          <a:xfrm>
            <a:off x="527539" y="1286073"/>
            <a:ext cx="1861407" cy="307777"/>
          </a:xfrm>
          <a:prstGeom prst="rect">
            <a:avLst/>
          </a:prstGeom>
          <a:noFill/>
        </p:spPr>
        <p:txBody>
          <a:bodyPr wrap="square">
            <a:spAutoFit/>
          </a:bodyPr>
          <a:lstStyle>
            <a:defPPr>
              <a:defRPr lang="zh-CN"/>
            </a:defPPr>
            <a:lvl1pPr>
              <a:defRPr sz="1400" b="1">
                <a:latin typeface="思源宋体 CN Medium" panose="02020500000000000000" pitchFamily="18" charset="-122"/>
                <a:ea typeface="思源宋体 CN Medium" panose="02020500000000000000" pitchFamily="18" charset="-122"/>
              </a:defRPr>
            </a:lvl1pPr>
          </a:lstStyle>
          <a:p>
            <a:r>
              <a:rPr lang="en-US" altLang="zh-CN" b="0" dirty="0">
                <a:latin typeface="HarmonyOS Sans SC" pitchFamily="2" charset="-122"/>
                <a:ea typeface="HarmonyOS Sans SC" pitchFamily="2" charset="-122"/>
              </a:rPr>
              <a:t>Customer demand</a:t>
            </a:r>
            <a:endParaRPr lang="zh-CN" altLang="en-US" b="0" dirty="0">
              <a:latin typeface="HarmonyOS Sans SC" pitchFamily="2" charset="-122"/>
              <a:ea typeface="HarmonyOS Sans SC" pitchFamily="2" charset="-122"/>
            </a:endParaRPr>
          </a:p>
        </p:txBody>
      </p:sp>
      <p:graphicFrame>
        <p:nvGraphicFramePr>
          <p:cNvPr id="71" name="Chart 3">
            <a:extLst>
              <a:ext uri="{FF2B5EF4-FFF2-40B4-BE49-F238E27FC236}">
                <a16:creationId xmlns:a16="http://schemas.microsoft.com/office/drawing/2014/main" id="{D07EBE93-AB5A-600D-9930-55C6964DE5E6}"/>
              </a:ext>
            </a:extLst>
          </p:cNvPr>
          <p:cNvGraphicFramePr/>
          <p:nvPr>
            <p:custDataLst>
              <p:tags r:id="rId11"/>
            </p:custDataLst>
            <p:extLst>
              <p:ext uri="{D42A27DB-BD31-4B8C-83A1-F6EECF244321}">
                <p14:modId xmlns:p14="http://schemas.microsoft.com/office/powerpoint/2010/main" val="3699919941"/>
              </p:ext>
            </p:extLst>
          </p:nvPr>
        </p:nvGraphicFramePr>
        <p:xfrm>
          <a:off x="6042025" y="1498600"/>
          <a:ext cx="4595813" cy="4470400"/>
        </p:xfrm>
        <a:graphic>
          <a:graphicData uri="http://schemas.openxmlformats.org/drawingml/2006/chart">
            <c:chart xmlns:c="http://schemas.openxmlformats.org/drawingml/2006/chart" xmlns:r="http://schemas.openxmlformats.org/officeDocument/2006/relationships" r:id="rId25"/>
          </a:graphicData>
        </a:graphic>
      </p:graphicFrame>
      <p:sp>
        <p:nvSpPr>
          <p:cNvPr id="109" name="文本占位符 2">
            <a:extLst>
              <a:ext uri="{FF2B5EF4-FFF2-40B4-BE49-F238E27FC236}">
                <a16:creationId xmlns:a16="http://schemas.microsoft.com/office/drawing/2014/main" id="{D279FAB7-1476-4774-35AA-8DD1887249E3}"/>
              </a:ext>
            </a:extLst>
          </p:cNvPr>
          <p:cNvSpPr txBox="1">
            <a:spLocks/>
          </p:cNvSpPr>
          <p:nvPr>
            <p:custDataLst>
              <p:tags r:id="rId12"/>
            </p:custDataLst>
          </p:nvPr>
        </p:nvSpPr>
        <p:spPr bwMode="auto">
          <a:xfrm>
            <a:off x="7331075" y="5721350"/>
            <a:ext cx="911225" cy="38417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t">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spcBef>
                <a:spcPct val="0"/>
              </a:spcBef>
              <a:spcAft>
                <a:spcPct val="0"/>
              </a:spcAft>
              <a:buNone/>
            </a:pPr>
            <a:fld id="{E437B619-82D7-426D-B343-4ED5D4AB7DED}" type="datetime'A''p''r'''''''''' ''''2''''02''''''0&#10;（n''''''= 19''4''''''0)'">
              <a:rPr lang="en-US" altLang="en-US" sz="1400" smtClean="0">
                <a:latin typeface="HarmonyOS Sans SC" pitchFamily="2" charset="-122"/>
                <a:ea typeface="HarmonyOS Sans SC" pitchFamily="2" charset="-122"/>
                <a:sym typeface="HarmonyOS Sans SC" pitchFamily="2" charset="-122"/>
              </a:rPr>
              <a:pPr/>
              <a:t>Apr 2020
（n= 1940)</a:t>
            </a:fld>
            <a:endParaRPr lang="zh-CN" altLang="en-US" sz="1400" dirty="0">
              <a:latin typeface="HarmonyOS Sans SC" pitchFamily="2" charset="-122"/>
              <a:ea typeface="HarmonyOS Sans SC" pitchFamily="2" charset="-122"/>
              <a:sym typeface="HarmonyOS Sans SC" pitchFamily="2" charset="-122"/>
            </a:endParaRPr>
          </a:p>
        </p:txBody>
      </p:sp>
      <p:sp>
        <p:nvSpPr>
          <p:cNvPr id="110" name="文本占位符 2">
            <a:extLst>
              <a:ext uri="{FF2B5EF4-FFF2-40B4-BE49-F238E27FC236}">
                <a16:creationId xmlns:a16="http://schemas.microsoft.com/office/drawing/2014/main" id="{3B52311F-C3A3-66EF-5398-474A82C7C3D0}"/>
              </a:ext>
            </a:extLst>
          </p:cNvPr>
          <p:cNvSpPr txBox="1">
            <a:spLocks/>
          </p:cNvSpPr>
          <p:nvPr>
            <p:custDataLst>
              <p:tags r:id="rId13"/>
            </p:custDataLst>
          </p:nvPr>
        </p:nvSpPr>
        <p:spPr bwMode="auto">
          <a:xfrm>
            <a:off x="8474074" y="5721350"/>
            <a:ext cx="838200" cy="38417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t">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spcBef>
                <a:spcPct val="0"/>
              </a:spcBef>
              <a:spcAft>
                <a:spcPct val="0"/>
              </a:spcAft>
              <a:buNone/>
            </a:pPr>
            <a:fld id="{78338B5E-4153-4E18-9FB7-281BABE2B6CB}" type="datetime'M''a''y ''2''02''0&#10;''''''''(''''''''''''''n= 2'''',29''0'''')'">
              <a:rPr lang="en-US" altLang="en-US" sz="1400" smtClean="0">
                <a:latin typeface="HarmonyOS Sans SC" pitchFamily="2" charset="-122"/>
                <a:ea typeface="HarmonyOS Sans SC" pitchFamily="2" charset="-122"/>
                <a:sym typeface="HarmonyOS Sans SC" pitchFamily="2" charset="-122"/>
              </a:rPr>
              <a:pPr/>
              <a:t>May 2020
(n= 2,290)</a:t>
            </a:fld>
            <a:endParaRPr lang="zh-CN" altLang="en-US" sz="1400" dirty="0">
              <a:latin typeface="HarmonyOS Sans SC" pitchFamily="2" charset="-122"/>
              <a:ea typeface="HarmonyOS Sans SC" pitchFamily="2" charset="-122"/>
              <a:sym typeface="HarmonyOS Sans SC" pitchFamily="2" charset="-122"/>
            </a:endParaRPr>
          </a:p>
        </p:txBody>
      </p:sp>
      <p:sp>
        <p:nvSpPr>
          <p:cNvPr id="111" name="文本占位符 2">
            <a:extLst>
              <a:ext uri="{FF2B5EF4-FFF2-40B4-BE49-F238E27FC236}">
                <a16:creationId xmlns:a16="http://schemas.microsoft.com/office/drawing/2014/main" id="{150FDF11-CF2C-C3C1-EE09-9AE4BB06231D}"/>
              </a:ext>
            </a:extLst>
          </p:cNvPr>
          <p:cNvSpPr txBox="1">
            <a:spLocks/>
          </p:cNvSpPr>
          <p:nvPr>
            <p:custDataLst>
              <p:tags r:id="rId14"/>
            </p:custDataLst>
          </p:nvPr>
        </p:nvSpPr>
        <p:spPr bwMode="auto">
          <a:xfrm>
            <a:off x="9575799" y="5721350"/>
            <a:ext cx="850900" cy="38417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t">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spcBef>
                <a:spcPct val="0"/>
              </a:spcBef>
              <a:spcAft>
                <a:spcPct val="0"/>
              </a:spcAft>
              <a:buNone/>
            </a:pPr>
            <a:fld id="{FACEA7A8-A4F1-41E1-8134-1C518A5B285E}" type="datetime'''J''u''n''e ''2''''020''''&#10;''''''(''''''n''=1'',9''''''8''5)'">
              <a:rPr lang="en-US" altLang="en-US" sz="1400" smtClean="0">
                <a:latin typeface="HarmonyOS Sans SC" pitchFamily="2" charset="-122"/>
                <a:ea typeface="HarmonyOS Sans SC" pitchFamily="2" charset="-122"/>
                <a:sym typeface="HarmonyOS Sans SC" pitchFamily="2" charset="-122"/>
              </a:rPr>
              <a:pPr/>
              <a:t>June 2020
(n=1,985)</a:t>
            </a:fld>
            <a:endParaRPr lang="zh-CN" altLang="en-US" sz="1400" dirty="0">
              <a:latin typeface="HarmonyOS Sans SC" pitchFamily="2" charset="-122"/>
              <a:ea typeface="HarmonyOS Sans SC" pitchFamily="2" charset="-122"/>
              <a:sym typeface="HarmonyOS Sans SC" pitchFamily="2" charset="-122"/>
            </a:endParaRPr>
          </a:p>
        </p:txBody>
      </p:sp>
      <p:sp>
        <p:nvSpPr>
          <p:cNvPr id="112" name="文本占位符 2">
            <a:extLst>
              <a:ext uri="{FF2B5EF4-FFF2-40B4-BE49-F238E27FC236}">
                <a16:creationId xmlns:a16="http://schemas.microsoft.com/office/drawing/2014/main" id="{A5CF550F-6F29-A913-9C20-0381FF680D29}"/>
              </a:ext>
            </a:extLst>
          </p:cNvPr>
          <p:cNvSpPr txBox="1">
            <a:spLocks/>
          </p:cNvSpPr>
          <p:nvPr>
            <p:custDataLst>
              <p:tags r:id="rId15"/>
            </p:custDataLst>
          </p:nvPr>
        </p:nvSpPr>
        <p:spPr bwMode="auto">
          <a:xfrm>
            <a:off x="6286500" y="5721350"/>
            <a:ext cx="784225" cy="38417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t">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spcBef>
                <a:spcPct val="0"/>
              </a:spcBef>
              <a:spcAft>
                <a:spcPct val="0"/>
              </a:spcAft>
              <a:buNone/>
            </a:pPr>
            <a:fld id="{7AEF208C-A352-44D0-9D7C-30034DDFAFE7}" type="datetime'Mar'''''''''' 2''''''02''0''&#10;''(n''''''''=1''''06''0'')'''">
              <a:rPr lang="en-US" altLang="en-US" sz="1400" smtClean="0">
                <a:latin typeface="HarmonyOS Sans SC" pitchFamily="2" charset="-122"/>
                <a:ea typeface="HarmonyOS Sans SC" pitchFamily="2" charset="-122"/>
                <a:sym typeface="HarmonyOS Sans SC" pitchFamily="2" charset="-122"/>
              </a:rPr>
              <a:pPr/>
              <a:t>Mar 2020
(n=1060)</a:t>
            </a:fld>
            <a:endParaRPr lang="zh-CN" altLang="en-US" sz="1400" dirty="0">
              <a:latin typeface="HarmonyOS Sans SC" pitchFamily="2" charset="-122"/>
              <a:ea typeface="HarmonyOS Sans SC" pitchFamily="2" charset="-122"/>
              <a:sym typeface="HarmonyOS Sans SC" pitchFamily="2" charset="-122"/>
            </a:endParaRPr>
          </a:p>
        </p:txBody>
      </p:sp>
      <p:sp>
        <p:nvSpPr>
          <p:cNvPr id="40" name="文本占位符 2">
            <a:extLst>
              <a:ext uri="{FF2B5EF4-FFF2-40B4-BE49-F238E27FC236}">
                <a16:creationId xmlns:a16="http://schemas.microsoft.com/office/drawing/2014/main" id="{A329DC17-B9A0-3CF2-1AA6-3BC54EC7B8D9}"/>
              </a:ext>
            </a:extLst>
          </p:cNvPr>
          <p:cNvSpPr txBox="1">
            <a:spLocks/>
          </p:cNvSpPr>
          <p:nvPr>
            <p:custDataLst>
              <p:tags r:id="rId16"/>
            </p:custDataLst>
          </p:nvPr>
        </p:nvSpPr>
        <p:spPr bwMode="gray">
          <a:xfrm>
            <a:off x="7710487" y="1766888"/>
            <a:ext cx="152400" cy="192088"/>
          </a:xfrm>
          <a:prstGeom prst="rect">
            <a:avLst/>
          </a:prstGeom>
          <a:solidFill>
            <a:srgbClr val="F0F0F0"/>
          </a:solidFill>
          <a:ln>
            <a:noFill/>
          </a:ln>
          <a:effectLst/>
        </p:spPr>
        <p:txBody>
          <a:bodyPr vert="horz" wrap="none" lIns="25400" tIns="0" rIns="25400" bIns="0" rtlCol="0" anchor="ct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spcBef>
                <a:spcPct val="0"/>
              </a:spcBef>
              <a:spcAft>
                <a:spcPct val="0"/>
              </a:spcAft>
              <a:buNone/>
            </a:pPr>
            <a:fld id="{2390BB29-C732-4366-B317-BC3DDBDAF3C3}" type="datetime'''''''''''''''''''''''''''''''''''''''3'">
              <a:rPr lang="zh-CN" altLang="en-US" sz="1400" smtClean="0">
                <a:effectLst/>
                <a:latin typeface="HarmonyOS Sans SC" pitchFamily="2" charset="-122"/>
                <a:ea typeface="HarmonyOS Sans SC" pitchFamily="2" charset="-122"/>
                <a:sym typeface="HarmonyOS Sans SC" pitchFamily="2" charset="-122"/>
              </a:rPr>
              <a:pPr marL="0" indent="0" algn="ctr">
                <a:spcBef>
                  <a:spcPct val="0"/>
                </a:spcBef>
                <a:spcAft>
                  <a:spcPct val="0"/>
                </a:spcAft>
                <a:buNone/>
              </a:pPr>
              <a:t>3</a:t>
            </a:fld>
            <a:endParaRPr kumimoji="1" lang="zh-CN" altLang="en-US" sz="1400" dirty="0">
              <a:latin typeface="HarmonyOS Sans SC" pitchFamily="2" charset="-122"/>
              <a:ea typeface="HarmonyOS Sans SC" pitchFamily="2" charset="-122"/>
              <a:sym typeface="HarmonyOS Sans SC" pitchFamily="2" charset="-122"/>
            </a:endParaRPr>
          </a:p>
        </p:txBody>
      </p:sp>
      <p:sp>
        <p:nvSpPr>
          <p:cNvPr id="48" name="文本占位符 2">
            <a:extLst>
              <a:ext uri="{FF2B5EF4-FFF2-40B4-BE49-F238E27FC236}">
                <a16:creationId xmlns:a16="http://schemas.microsoft.com/office/drawing/2014/main" id="{F6557DC5-3D72-2BF6-81A6-C3482144968E}"/>
              </a:ext>
            </a:extLst>
          </p:cNvPr>
          <p:cNvSpPr txBox="1">
            <a:spLocks/>
          </p:cNvSpPr>
          <p:nvPr>
            <p:custDataLst>
              <p:tags r:id="rId17"/>
            </p:custDataLst>
          </p:nvPr>
        </p:nvSpPr>
        <p:spPr bwMode="gray">
          <a:xfrm>
            <a:off x="8816974" y="1766888"/>
            <a:ext cx="152400" cy="192088"/>
          </a:xfrm>
          <a:prstGeom prst="rect">
            <a:avLst/>
          </a:prstGeom>
          <a:solidFill>
            <a:srgbClr val="F0F0F0"/>
          </a:solidFill>
          <a:ln>
            <a:noFill/>
          </a:ln>
          <a:effectLst/>
        </p:spPr>
        <p:txBody>
          <a:bodyPr vert="horz" wrap="none" lIns="25400" tIns="0" rIns="25400" bIns="0" rtlCol="0" anchor="ct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spcBef>
                <a:spcPct val="0"/>
              </a:spcBef>
              <a:spcAft>
                <a:spcPct val="0"/>
              </a:spcAft>
              <a:buNone/>
            </a:pPr>
            <a:fld id="{C876B8E3-3257-4539-AFA0-A05BB2D63519}" type="datetime'''''''''''''''''''''''3'''''''''''''''''''''''''''''">
              <a:rPr lang="zh-CN" altLang="en-US" sz="1400" smtClean="0">
                <a:effectLst/>
                <a:latin typeface="HarmonyOS Sans SC" pitchFamily="2" charset="-122"/>
                <a:ea typeface="HarmonyOS Sans SC" pitchFamily="2" charset="-122"/>
                <a:sym typeface="HarmonyOS Sans SC" pitchFamily="2" charset="-122"/>
              </a:rPr>
              <a:pPr marL="0" indent="0" algn="ctr">
                <a:spcBef>
                  <a:spcPct val="0"/>
                </a:spcBef>
                <a:spcAft>
                  <a:spcPct val="0"/>
                </a:spcAft>
                <a:buNone/>
              </a:pPr>
              <a:t>3</a:t>
            </a:fld>
            <a:endParaRPr kumimoji="1" lang="zh-CN" altLang="en-US" sz="1400" dirty="0">
              <a:latin typeface="HarmonyOS Sans SC" pitchFamily="2" charset="-122"/>
              <a:ea typeface="HarmonyOS Sans SC" pitchFamily="2" charset="-122"/>
              <a:sym typeface="HarmonyOS Sans SC" pitchFamily="2" charset="-122"/>
            </a:endParaRPr>
          </a:p>
        </p:txBody>
      </p:sp>
      <p:sp>
        <p:nvSpPr>
          <p:cNvPr id="57" name="文本占位符 2">
            <a:extLst>
              <a:ext uri="{FF2B5EF4-FFF2-40B4-BE49-F238E27FC236}">
                <a16:creationId xmlns:a16="http://schemas.microsoft.com/office/drawing/2014/main" id="{9465FC6C-85B7-267F-0CCE-712B181C1A11}"/>
              </a:ext>
            </a:extLst>
          </p:cNvPr>
          <p:cNvSpPr txBox="1">
            <a:spLocks/>
          </p:cNvSpPr>
          <p:nvPr>
            <p:custDataLst>
              <p:tags r:id="rId18"/>
            </p:custDataLst>
          </p:nvPr>
        </p:nvSpPr>
        <p:spPr bwMode="gray">
          <a:xfrm>
            <a:off x="9925049" y="1766888"/>
            <a:ext cx="152400" cy="192088"/>
          </a:xfrm>
          <a:prstGeom prst="rect">
            <a:avLst/>
          </a:prstGeom>
          <a:solidFill>
            <a:srgbClr val="F0F0F0"/>
          </a:solidFill>
          <a:ln>
            <a:noFill/>
          </a:ln>
          <a:effectLst/>
        </p:spPr>
        <p:txBody>
          <a:bodyPr vert="horz" wrap="none" lIns="25400" tIns="0" rIns="25400" bIns="0" rtlCol="0" anchor="ct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spcBef>
                <a:spcPct val="0"/>
              </a:spcBef>
              <a:spcAft>
                <a:spcPct val="0"/>
              </a:spcAft>
              <a:buNone/>
            </a:pPr>
            <a:fld id="{70FEFE78-F465-4EEF-AD05-BC9CF4A9E26F}" type="datetime'''''''''''''''''''''''''''''''''''''''''''''''''''''''''3'">
              <a:rPr lang="zh-CN" altLang="en-US" sz="1400" smtClean="0">
                <a:effectLst/>
                <a:latin typeface="HarmonyOS Sans SC" pitchFamily="2" charset="-122"/>
                <a:ea typeface="HarmonyOS Sans SC" pitchFamily="2" charset="-122"/>
                <a:sym typeface="HarmonyOS Sans SC" pitchFamily="2" charset="-122"/>
              </a:rPr>
              <a:pPr marL="0" indent="0" algn="ctr">
                <a:spcBef>
                  <a:spcPct val="0"/>
                </a:spcBef>
                <a:spcAft>
                  <a:spcPct val="0"/>
                </a:spcAft>
                <a:buNone/>
              </a:pPr>
              <a:t>3</a:t>
            </a:fld>
            <a:endParaRPr kumimoji="1" lang="zh-CN" altLang="en-US" sz="1400" dirty="0">
              <a:latin typeface="HarmonyOS Sans SC" pitchFamily="2" charset="-122"/>
              <a:ea typeface="HarmonyOS Sans SC" pitchFamily="2" charset="-122"/>
              <a:sym typeface="HarmonyOS Sans SC" pitchFamily="2" charset="-122"/>
            </a:endParaRPr>
          </a:p>
        </p:txBody>
      </p:sp>
      <p:sp>
        <p:nvSpPr>
          <p:cNvPr id="33" name="文本占位符 2">
            <a:extLst>
              <a:ext uri="{FF2B5EF4-FFF2-40B4-BE49-F238E27FC236}">
                <a16:creationId xmlns:a16="http://schemas.microsoft.com/office/drawing/2014/main" id="{A4AFA1B4-639D-B7F4-AD8F-B4882318CAFC}"/>
              </a:ext>
            </a:extLst>
          </p:cNvPr>
          <p:cNvSpPr txBox="1">
            <a:spLocks/>
          </p:cNvSpPr>
          <p:nvPr>
            <p:custDataLst>
              <p:tags r:id="rId19"/>
            </p:custDataLst>
          </p:nvPr>
        </p:nvSpPr>
        <p:spPr bwMode="gray">
          <a:xfrm>
            <a:off x="6602412" y="1766888"/>
            <a:ext cx="152400" cy="192088"/>
          </a:xfrm>
          <a:prstGeom prst="rect">
            <a:avLst/>
          </a:prstGeom>
          <a:solidFill>
            <a:srgbClr val="F0F0F0"/>
          </a:solidFill>
          <a:ln>
            <a:noFill/>
          </a:ln>
          <a:effectLst/>
        </p:spPr>
        <p:txBody>
          <a:bodyPr vert="horz" wrap="none" lIns="25400" tIns="0" rIns="25400" bIns="0" rtlCol="0" anchor="ct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spcBef>
                <a:spcPct val="0"/>
              </a:spcBef>
              <a:spcAft>
                <a:spcPct val="0"/>
              </a:spcAft>
              <a:buNone/>
            </a:pPr>
            <a:fld id="{6814264F-A48B-47B2-955B-29293AC19559}" type="datetime'''''''''''3'''''''''''''''''''''''''''''''''">
              <a:rPr lang="zh-CN" altLang="en-US" sz="1400" smtClean="0">
                <a:effectLst/>
                <a:latin typeface="HarmonyOS Sans SC" pitchFamily="2" charset="-122"/>
                <a:ea typeface="HarmonyOS Sans SC" pitchFamily="2" charset="-122"/>
                <a:sym typeface="HarmonyOS Sans SC" pitchFamily="2" charset="-122"/>
              </a:rPr>
              <a:pPr marL="0" indent="0" algn="ctr">
                <a:spcBef>
                  <a:spcPct val="0"/>
                </a:spcBef>
                <a:spcAft>
                  <a:spcPct val="0"/>
                </a:spcAft>
                <a:buNone/>
              </a:pPr>
              <a:t>3</a:t>
            </a:fld>
            <a:endParaRPr kumimoji="1" lang="zh-CN" altLang="en-US" sz="1400" dirty="0">
              <a:latin typeface="HarmonyOS Sans SC" pitchFamily="2" charset="-122"/>
              <a:ea typeface="HarmonyOS Sans SC" pitchFamily="2" charset="-122"/>
              <a:sym typeface="HarmonyOS Sans SC" pitchFamily="2" charset="-122"/>
            </a:endParaRPr>
          </a:p>
        </p:txBody>
      </p:sp>
      <p:sp>
        <p:nvSpPr>
          <p:cNvPr id="119" name="文本框 118">
            <a:extLst>
              <a:ext uri="{FF2B5EF4-FFF2-40B4-BE49-F238E27FC236}">
                <a16:creationId xmlns:a16="http://schemas.microsoft.com/office/drawing/2014/main" id="{C87C56F5-08D2-6C45-735F-87645E74E283}"/>
              </a:ext>
            </a:extLst>
          </p:cNvPr>
          <p:cNvSpPr txBox="1"/>
          <p:nvPr/>
        </p:nvSpPr>
        <p:spPr>
          <a:xfrm>
            <a:off x="4841875" y="1701108"/>
            <a:ext cx="984565" cy="276999"/>
          </a:xfrm>
          <a:prstGeom prst="rect">
            <a:avLst/>
          </a:prstGeom>
          <a:noFill/>
        </p:spPr>
        <p:txBody>
          <a:bodyPr wrap="none" rtlCol="0">
            <a:spAutoFit/>
          </a:bodyPr>
          <a:lstStyle/>
          <a:p>
            <a:r>
              <a:rPr kumimoji="1" lang="en-US" altLang="zh-CN" sz="1200" dirty="0">
                <a:latin typeface="HarmonyOS Sans SC" pitchFamily="2" charset="-122"/>
                <a:ea typeface="HarmonyOS Sans SC" pitchFamily="2" charset="-122"/>
              </a:rPr>
              <a:t>Don't know</a:t>
            </a:r>
            <a:endParaRPr kumimoji="1" lang="zh-CN" altLang="en-US" sz="1200" dirty="0">
              <a:latin typeface="HarmonyOS Sans SC" pitchFamily="2" charset="-122"/>
              <a:ea typeface="HarmonyOS Sans SC" pitchFamily="2" charset="-122"/>
            </a:endParaRPr>
          </a:p>
        </p:txBody>
      </p:sp>
      <p:sp>
        <p:nvSpPr>
          <p:cNvPr id="120" name="文本框 119">
            <a:extLst>
              <a:ext uri="{FF2B5EF4-FFF2-40B4-BE49-F238E27FC236}">
                <a16:creationId xmlns:a16="http://schemas.microsoft.com/office/drawing/2014/main" id="{319BA135-C6A3-58EF-2956-6A1AE172F444}"/>
              </a:ext>
            </a:extLst>
          </p:cNvPr>
          <p:cNvSpPr txBox="1"/>
          <p:nvPr/>
        </p:nvSpPr>
        <p:spPr>
          <a:xfrm>
            <a:off x="4841875" y="2581760"/>
            <a:ext cx="771365" cy="276999"/>
          </a:xfrm>
          <a:prstGeom prst="rect">
            <a:avLst/>
          </a:prstGeom>
          <a:noFill/>
        </p:spPr>
        <p:txBody>
          <a:bodyPr wrap="none" rtlCol="0">
            <a:spAutoFit/>
          </a:bodyPr>
          <a:lstStyle/>
          <a:p>
            <a:r>
              <a:rPr kumimoji="1" lang="en-US" altLang="zh-CN" sz="1200" dirty="0">
                <a:latin typeface="HarmonyOS Sans SC" pitchFamily="2" charset="-122"/>
                <a:ea typeface="HarmonyOS Sans SC" pitchFamily="2" charset="-122"/>
              </a:rPr>
              <a:t>Increase</a:t>
            </a:r>
            <a:endParaRPr kumimoji="1" lang="zh-CN" altLang="en-US" sz="1200" dirty="0">
              <a:latin typeface="HarmonyOS Sans SC" pitchFamily="2" charset="-122"/>
              <a:ea typeface="HarmonyOS Sans SC" pitchFamily="2" charset="-122"/>
            </a:endParaRPr>
          </a:p>
        </p:txBody>
      </p:sp>
      <p:sp>
        <p:nvSpPr>
          <p:cNvPr id="121" name="文本框 120">
            <a:extLst>
              <a:ext uri="{FF2B5EF4-FFF2-40B4-BE49-F238E27FC236}">
                <a16:creationId xmlns:a16="http://schemas.microsoft.com/office/drawing/2014/main" id="{39272301-5A59-B201-A09F-B9D6B175E5EB}"/>
              </a:ext>
            </a:extLst>
          </p:cNvPr>
          <p:cNvSpPr txBox="1"/>
          <p:nvPr/>
        </p:nvSpPr>
        <p:spPr>
          <a:xfrm>
            <a:off x="4838700" y="3812177"/>
            <a:ext cx="984250" cy="276999"/>
          </a:xfrm>
          <a:prstGeom prst="rect">
            <a:avLst/>
          </a:prstGeom>
          <a:noFill/>
        </p:spPr>
        <p:txBody>
          <a:bodyPr wrap="none" rtlCol="0">
            <a:spAutoFit/>
          </a:bodyPr>
          <a:lstStyle/>
          <a:p>
            <a:r>
              <a:rPr kumimoji="1" lang="en-US" altLang="zh-CN" sz="1200" dirty="0">
                <a:latin typeface="HarmonyOS Sans SC" pitchFamily="2" charset="-122"/>
                <a:ea typeface="HarmonyOS Sans SC" pitchFamily="2" charset="-122"/>
              </a:rPr>
              <a:t>No change</a:t>
            </a:r>
            <a:endParaRPr kumimoji="1" lang="zh-CN" altLang="en-US" sz="1200" dirty="0">
              <a:latin typeface="HarmonyOS Sans SC" pitchFamily="2" charset="-122"/>
              <a:ea typeface="HarmonyOS Sans SC" pitchFamily="2" charset="-122"/>
            </a:endParaRPr>
          </a:p>
        </p:txBody>
      </p:sp>
      <p:sp>
        <p:nvSpPr>
          <p:cNvPr id="122" name="文本框 121">
            <a:extLst>
              <a:ext uri="{FF2B5EF4-FFF2-40B4-BE49-F238E27FC236}">
                <a16:creationId xmlns:a16="http://schemas.microsoft.com/office/drawing/2014/main" id="{9A49C6F3-EA0E-6BA2-1E3A-6979928C4667}"/>
              </a:ext>
            </a:extLst>
          </p:cNvPr>
          <p:cNvSpPr txBox="1"/>
          <p:nvPr/>
        </p:nvSpPr>
        <p:spPr>
          <a:xfrm>
            <a:off x="4838700" y="5113927"/>
            <a:ext cx="869950" cy="276999"/>
          </a:xfrm>
          <a:prstGeom prst="rect">
            <a:avLst/>
          </a:prstGeom>
          <a:noFill/>
        </p:spPr>
        <p:txBody>
          <a:bodyPr wrap="none" rtlCol="0">
            <a:spAutoFit/>
          </a:bodyPr>
          <a:lstStyle/>
          <a:p>
            <a:r>
              <a:rPr kumimoji="1" lang="en-US" altLang="zh-CN" sz="1200" dirty="0">
                <a:latin typeface="HarmonyOS Sans SC" pitchFamily="2" charset="-122"/>
                <a:ea typeface="HarmonyOS Sans SC" pitchFamily="2" charset="-122"/>
              </a:rPr>
              <a:t>Decrease</a:t>
            </a:r>
            <a:endParaRPr kumimoji="1" lang="zh-CN" altLang="en-US" sz="1200" dirty="0">
              <a:latin typeface="HarmonyOS Sans SC" pitchFamily="2" charset="-122"/>
              <a:ea typeface="HarmonyOS Sans SC" pitchFamily="2" charset="-122"/>
            </a:endParaRPr>
          </a:p>
        </p:txBody>
      </p:sp>
      <p:sp>
        <p:nvSpPr>
          <p:cNvPr id="123" name="文本框 122">
            <a:extLst>
              <a:ext uri="{FF2B5EF4-FFF2-40B4-BE49-F238E27FC236}">
                <a16:creationId xmlns:a16="http://schemas.microsoft.com/office/drawing/2014/main" id="{1950B6CB-E257-5DE8-DCAF-02E3856EFE58}"/>
              </a:ext>
            </a:extLst>
          </p:cNvPr>
          <p:cNvSpPr txBox="1"/>
          <p:nvPr/>
        </p:nvSpPr>
        <p:spPr>
          <a:xfrm>
            <a:off x="10489712" y="1745823"/>
            <a:ext cx="984565" cy="276999"/>
          </a:xfrm>
          <a:prstGeom prst="rect">
            <a:avLst/>
          </a:prstGeom>
          <a:noFill/>
        </p:spPr>
        <p:txBody>
          <a:bodyPr wrap="none" rtlCol="0">
            <a:spAutoFit/>
          </a:bodyPr>
          <a:lstStyle/>
          <a:p>
            <a:r>
              <a:rPr kumimoji="1" lang="en-US" altLang="zh-CN" sz="1200" dirty="0">
                <a:latin typeface="HarmonyOS Sans SC" pitchFamily="2" charset="-122"/>
                <a:ea typeface="HarmonyOS Sans SC" pitchFamily="2" charset="-122"/>
              </a:rPr>
              <a:t>Don't know</a:t>
            </a:r>
            <a:endParaRPr kumimoji="1" lang="zh-CN" altLang="en-US" sz="1200" dirty="0">
              <a:latin typeface="HarmonyOS Sans SC" pitchFamily="2" charset="-122"/>
              <a:ea typeface="HarmonyOS Sans SC" pitchFamily="2" charset="-122"/>
            </a:endParaRPr>
          </a:p>
        </p:txBody>
      </p:sp>
      <p:sp>
        <p:nvSpPr>
          <p:cNvPr id="124" name="文本框 123">
            <a:extLst>
              <a:ext uri="{FF2B5EF4-FFF2-40B4-BE49-F238E27FC236}">
                <a16:creationId xmlns:a16="http://schemas.microsoft.com/office/drawing/2014/main" id="{3925033E-6CED-17E2-676A-7F314082189C}"/>
              </a:ext>
            </a:extLst>
          </p:cNvPr>
          <p:cNvSpPr txBox="1"/>
          <p:nvPr/>
        </p:nvSpPr>
        <p:spPr>
          <a:xfrm>
            <a:off x="10489712" y="2720259"/>
            <a:ext cx="771365" cy="276999"/>
          </a:xfrm>
          <a:prstGeom prst="rect">
            <a:avLst/>
          </a:prstGeom>
          <a:noFill/>
        </p:spPr>
        <p:txBody>
          <a:bodyPr wrap="none" rtlCol="0">
            <a:spAutoFit/>
          </a:bodyPr>
          <a:lstStyle/>
          <a:p>
            <a:r>
              <a:rPr kumimoji="1" lang="en-US" altLang="zh-CN" sz="1200" dirty="0">
                <a:latin typeface="HarmonyOS Sans SC" pitchFamily="2" charset="-122"/>
                <a:ea typeface="HarmonyOS Sans SC" pitchFamily="2" charset="-122"/>
              </a:rPr>
              <a:t>Increase</a:t>
            </a:r>
            <a:endParaRPr kumimoji="1" lang="zh-CN" altLang="en-US" sz="1200" dirty="0">
              <a:latin typeface="HarmonyOS Sans SC" pitchFamily="2" charset="-122"/>
              <a:ea typeface="HarmonyOS Sans SC" pitchFamily="2" charset="-122"/>
            </a:endParaRPr>
          </a:p>
        </p:txBody>
      </p:sp>
      <p:sp>
        <p:nvSpPr>
          <p:cNvPr id="125" name="文本框 124">
            <a:extLst>
              <a:ext uri="{FF2B5EF4-FFF2-40B4-BE49-F238E27FC236}">
                <a16:creationId xmlns:a16="http://schemas.microsoft.com/office/drawing/2014/main" id="{A6500257-5C3A-2894-A19F-705C1103FB28}"/>
              </a:ext>
            </a:extLst>
          </p:cNvPr>
          <p:cNvSpPr txBox="1"/>
          <p:nvPr/>
        </p:nvSpPr>
        <p:spPr>
          <a:xfrm>
            <a:off x="10484950" y="3505202"/>
            <a:ext cx="984250" cy="276999"/>
          </a:xfrm>
          <a:prstGeom prst="rect">
            <a:avLst/>
          </a:prstGeom>
          <a:noFill/>
        </p:spPr>
        <p:txBody>
          <a:bodyPr wrap="none" rtlCol="0">
            <a:spAutoFit/>
          </a:bodyPr>
          <a:lstStyle/>
          <a:p>
            <a:r>
              <a:rPr kumimoji="1" lang="en-US" altLang="zh-CN" sz="1200" dirty="0">
                <a:latin typeface="HarmonyOS Sans SC" pitchFamily="2" charset="-122"/>
                <a:ea typeface="HarmonyOS Sans SC" pitchFamily="2" charset="-122"/>
              </a:rPr>
              <a:t>No change</a:t>
            </a:r>
            <a:endParaRPr kumimoji="1" lang="zh-CN" altLang="en-US" sz="1200" dirty="0">
              <a:latin typeface="HarmonyOS Sans SC" pitchFamily="2" charset="-122"/>
              <a:ea typeface="HarmonyOS Sans SC" pitchFamily="2" charset="-122"/>
            </a:endParaRPr>
          </a:p>
        </p:txBody>
      </p:sp>
      <p:sp>
        <p:nvSpPr>
          <p:cNvPr id="126" name="文本框 125">
            <a:extLst>
              <a:ext uri="{FF2B5EF4-FFF2-40B4-BE49-F238E27FC236}">
                <a16:creationId xmlns:a16="http://schemas.microsoft.com/office/drawing/2014/main" id="{68C528AB-94BE-6685-842F-7D4D2825AE6B}"/>
              </a:ext>
            </a:extLst>
          </p:cNvPr>
          <p:cNvSpPr txBox="1"/>
          <p:nvPr/>
        </p:nvSpPr>
        <p:spPr>
          <a:xfrm>
            <a:off x="10484950" y="4806952"/>
            <a:ext cx="837089" cy="276999"/>
          </a:xfrm>
          <a:prstGeom prst="rect">
            <a:avLst/>
          </a:prstGeom>
          <a:noFill/>
        </p:spPr>
        <p:txBody>
          <a:bodyPr wrap="none" rtlCol="0">
            <a:spAutoFit/>
          </a:bodyPr>
          <a:lstStyle/>
          <a:p>
            <a:r>
              <a:rPr kumimoji="1" lang="en-US" altLang="zh-CN" sz="1200" dirty="0">
                <a:latin typeface="HarmonyOS Sans SC" pitchFamily="2" charset="-122"/>
                <a:ea typeface="HarmonyOS Sans SC" pitchFamily="2" charset="-122"/>
              </a:rPr>
              <a:t>Decrease</a:t>
            </a:r>
            <a:endParaRPr kumimoji="1" lang="zh-CN" altLang="en-US" sz="1200" dirty="0">
              <a:latin typeface="HarmonyOS Sans SC" pitchFamily="2" charset="-122"/>
              <a:ea typeface="HarmonyOS Sans SC" pitchFamily="2" charset="-122"/>
            </a:endParaRPr>
          </a:p>
        </p:txBody>
      </p:sp>
      <p:cxnSp>
        <p:nvCxnSpPr>
          <p:cNvPr id="128" name="直线连接符 127">
            <a:extLst>
              <a:ext uri="{FF2B5EF4-FFF2-40B4-BE49-F238E27FC236}">
                <a16:creationId xmlns:a16="http://schemas.microsoft.com/office/drawing/2014/main" id="{00742E8E-63D6-9EF7-FADE-E3B2B33D25BD}"/>
              </a:ext>
            </a:extLst>
          </p:cNvPr>
          <p:cNvCxnSpPr>
            <a:cxnSpLocks/>
          </p:cNvCxnSpPr>
          <p:nvPr/>
        </p:nvCxnSpPr>
        <p:spPr>
          <a:xfrm>
            <a:off x="5958840" y="1286073"/>
            <a:ext cx="0" cy="4819452"/>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184" name="文本框 183">
            <a:extLst>
              <a:ext uri="{FF2B5EF4-FFF2-40B4-BE49-F238E27FC236}">
                <a16:creationId xmlns:a16="http://schemas.microsoft.com/office/drawing/2014/main" id="{557F7850-D84F-7E12-14A2-DE6B8A7F3C2D}"/>
              </a:ext>
            </a:extLst>
          </p:cNvPr>
          <p:cNvSpPr txBox="1"/>
          <p:nvPr/>
        </p:nvSpPr>
        <p:spPr>
          <a:xfrm>
            <a:off x="6242368" y="1286072"/>
            <a:ext cx="1712328" cy="307777"/>
          </a:xfrm>
          <a:prstGeom prst="rect">
            <a:avLst/>
          </a:prstGeom>
          <a:noFill/>
        </p:spPr>
        <p:txBody>
          <a:bodyPr wrap="square">
            <a:spAutoFit/>
          </a:bodyPr>
          <a:lstStyle>
            <a:defPPr>
              <a:defRPr lang="zh-CN"/>
            </a:defPPr>
            <a:lvl1pPr>
              <a:defRPr sz="1400" b="1">
                <a:latin typeface="思源宋体 CN Medium" panose="02020500000000000000" pitchFamily="18" charset="-122"/>
                <a:ea typeface="思源宋体 CN Medium" panose="02020500000000000000" pitchFamily="18" charset="-122"/>
              </a:defRPr>
            </a:lvl1pPr>
          </a:lstStyle>
          <a:p>
            <a:r>
              <a:rPr lang="en-US" altLang="zh-CN" b="0" dirty="0">
                <a:latin typeface="HarmonyOS Sans SC" pitchFamily="2" charset="-122"/>
                <a:ea typeface="HarmonyOS Sans SC" pitchFamily="2" charset="-122"/>
              </a:rPr>
              <a:t>Company profits</a:t>
            </a:r>
            <a:endParaRPr lang="zh-CN" altLang="en-US" b="0" dirty="0">
              <a:latin typeface="HarmonyOS Sans SC" pitchFamily="2" charset="-122"/>
              <a:ea typeface="HarmonyOS Sans SC" pitchFamily="2" charset="-122"/>
            </a:endParaRPr>
          </a:p>
        </p:txBody>
      </p:sp>
      <p:sp>
        <p:nvSpPr>
          <p:cNvPr id="11" name="文本框 10">
            <a:extLst>
              <a:ext uri="{FF2B5EF4-FFF2-40B4-BE49-F238E27FC236}">
                <a16:creationId xmlns:a16="http://schemas.microsoft.com/office/drawing/2014/main" id="{C5B66CF1-1AEC-59B7-3BA5-2AEB39B084C8}"/>
              </a:ext>
            </a:extLst>
          </p:cNvPr>
          <p:cNvSpPr txBox="1"/>
          <p:nvPr/>
        </p:nvSpPr>
        <p:spPr>
          <a:xfrm>
            <a:off x="527539" y="6271451"/>
            <a:ext cx="8158003" cy="246221"/>
          </a:xfrm>
          <a:prstGeom prst="rect">
            <a:avLst/>
          </a:prstGeom>
          <a:noFill/>
        </p:spPr>
        <p:txBody>
          <a:bodyPr wrap="none" rtlCol="0">
            <a:spAutoFit/>
          </a:bodyPr>
          <a:lstStyle/>
          <a:p>
            <a:r>
              <a:rPr kumimoji="1" lang="en-US" altLang="zh-CN" sz="1000" baseline="30000" dirty="0">
                <a:latin typeface="HarmonyOS Sans SC Light" pitchFamily="2" charset="-122"/>
                <a:ea typeface="HarmonyOS Sans SC Light" pitchFamily="2" charset="-122"/>
              </a:rPr>
              <a:t>1</a:t>
            </a:r>
            <a:r>
              <a:rPr kumimoji="1" lang="en-US" altLang="zh-CN" sz="1000" dirty="0">
                <a:latin typeface="HarmonyOS Sans SC Light" pitchFamily="2" charset="-122"/>
                <a:ea typeface="HarmonyOS Sans SC Light" pitchFamily="2" charset="-122"/>
              </a:rPr>
              <a:t>Figures may not sum to 100%</a:t>
            </a:r>
            <a:r>
              <a:rPr kumimoji="1" lang="zh-CN" altLang="en-US" sz="1000" dirty="0">
                <a:latin typeface="HarmonyOS Sans SC Light" pitchFamily="2" charset="-122"/>
                <a:ea typeface="HarmonyOS Sans SC Light" pitchFamily="2" charset="-122"/>
              </a:rPr>
              <a:t>， </a:t>
            </a:r>
            <a:r>
              <a:rPr kumimoji="1" lang="en-US" altLang="zh-CN" sz="1000" dirty="0">
                <a:latin typeface="HarmonyOS Sans SC Light" pitchFamily="2" charset="-122"/>
                <a:ea typeface="HarmonyOS Sans SC Light" pitchFamily="2" charset="-122"/>
              </a:rPr>
              <a:t>because of rounding. Questions were asked only of respondents working for private-sector organizations.</a:t>
            </a:r>
            <a:endParaRPr kumimoji="1" lang="zh-CN" altLang="en-US" sz="1000" dirty="0">
              <a:latin typeface="HarmonyOS Sans SC Light" pitchFamily="2" charset="-122"/>
              <a:ea typeface="HarmonyOS Sans SC Light" pitchFamily="2" charset="-122"/>
            </a:endParaRPr>
          </a:p>
        </p:txBody>
      </p:sp>
    </p:spTree>
    <p:extLst>
      <p:ext uri="{BB962C8B-B14F-4D97-AF65-F5344CB8AC3E}">
        <p14:creationId xmlns:p14="http://schemas.microsoft.com/office/powerpoint/2010/main" val="248896917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hink-cell data - do not delete" hidden="1">
            <a:extLst>
              <a:ext uri="{FF2B5EF4-FFF2-40B4-BE49-F238E27FC236}">
                <a16:creationId xmlns:a16="http://schemas.microsoft.com/office/drawing/2014/main" id="{73590B71-1A5F-D57D-659D-B4225E4ADC0D}"/>
              </a:ext>
            </a:extLst>
          </p:cNvPr>
          <p:cNvGraphicFramePr>
            <a:graphicFrameLocks noChangeAspect="1"/>
          </p:cNvGraphicFramePr>
          <p:nvPr>
            <p:custDataLst>
              <p:tags r:id="rId1"/>
            </p:custDataLst>
            <p:extLst>
              <p:ext uri="{D42A27DB-BD31-4B8C-83A1-F6EECF244321}">
                <p14:modId xmlns:p14="http://schemas.microsoft.com/office/powerpoint/2010/main" val="2932539281"/>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幻灯片" r:id="rId29" imgW="490" imgH="504" progId="TCLayout.ActiveDocument.1">
                  <p:embed/>
                </p:oleObj>
              </mc:Choice>
              <mc:Fallback>
                <p:oleObj name="think-cell 幻灯片" r:id="rId29" imgW="490" imgH="504" progId="TCLayout.ActiveDocument.1">
                  <p:embed/>
                  <p:pic>
                    <p:nvPicPr>
                      <p:cNvPr id="4" name="think-cell data - do not delete" hidden="1">
                        <a:extLst>
                          <a:ext uri="{FF2B5EF4-FFF2-40B4-BE49-F238E27FC236}">
                            <a16:creationId xmlns:a16="http://schemas.microsoft.com/office/drawing/2014/main" id="{73590B71-1A5F-D57D-659D-B4225E4ADC0D}"/>
                          </a:ext>
                        </a:extLst>
                      </p:cNvPr>
                      <p:cNvPicPr/>
                      <p:nvPr/>
                    </p:nvPicPr>
                    <p:blipFill>
                      <a:blip r:embed="rId30"/>
                      <a:stretch>
                        <a:fillRect/>
                      </a:stretch>
                    </p:blipFill>
                    <p:spPr>
                      <a:xfrm>
                        <a:off x="1588" y="1588"/>
                        <a:ext cx="1588" cy="1588"/>
                      </a:xfrm>
                      <a:prstGeom prst="rect">
                        <a:avLst/>
                      </a:prstGeom>
                    </p:spPr>
                  </p:pic>
                </p:oleObj>
              </mc:Fallback>
            </mc:AlternateContent>
          </a:graphicData>
        </a:graphic>
      </p:graphicFrame>
      <p:sp>
        <p:nvSpPr>
          <p:cNvPr id="6" name="文本框 5">
            <a:extLst>
              <a:ext uri="{FF2B5EF4-FFF2-40B4-BE49-F238E27FC236}">
                <a16:creationId xmlns:a16="http://schemas.microsoft.com/office/drawing/2014/main" id="{A8EF0AFF-87F6-0F47-704C-283776B6D120}"/>
              </a:ext>
            </a:extLst>
          </p:cNvPr>
          <p:cNvSpPr txBox="1"/>
          <p:nvPr/>
        </p:nvSpPr>
        <p:spPr>
          <a:xfrm>
            <a:off x="527539" y="435217"/>
            <a:ext cx="7585329" cy="369332"/>
          </a:xfrm>
          <a:prstGeom prst="rect">
            <a:avLst/>
          </a:prstGeom>
          <a:noFill/>
        </p:spPr>
        <p:txBody>
          <a:bodyPr wrap="square" rtlCol="0">
            <a:spAutoFit/>
          </a:bodyPr>
          <a:lstStyle/>
          <a:p>
            <a:r>
              <a:rPr lang="en-US" altLang="zh-CN" dirty="0">
                <a:latin typeface="HarmonyOS Sans SC Medium" pitchFamily="2" charset="-122"/>
                <a:ea typeface="HarmonyOS Sans SC Medium" pitchFamily="2" charset="-122"/>
              </a:rPr>
              <a:t>Women account for one in five private market employees.</a:t>
            </a:r>
            <a:endParaRPr lang="zh-CN" altLang="en-US" dirty="0">
              <a:latin typeface="HarmonyOS Sans SC Medium" pitchFamily="2" charset="-122"/>
              <a:ea typeface="HarmonyOS Sans SC Medium" pitchFamily="2" charset="-122"/>
            </a:endParaRPr>
          </a:p>
        </p:txBody>
      </p:sp>
      <p:sp>
        <p:nvSpPr>
          <p:cNvPr id="8" name="文本框 7">
            <a:extLst>
              <a:ext uri="{FF2B5EF4-FFF2-40B4-BE49-F238E27FC236}">
                <a16:creationId xmlns:a16="http://schemas.microsoft.com/office/drawing/2014/main" id="{64ACE425-FC5C-0821-4205-D32DCD1873C8}"/>
              </a:ext>
            </a:extLst>
          </p:cNvPr>
          <p:cNvSpPr txBox="1"/>
          <p:nvPr/>
        </p:nvSpPr>
        <p:spPr>
          <a:xfrm>
            <a:off x="527539" y="829045"/>
            <a:ext cx="2274276" cy="307777"/>
          </a:xfrm>
          <a:prstGeom prst="rect">
            <a:avLst/>
          </a:prstGeom>
          <a:noFill/>
        </p:spPr>
        <p:txBody>
          <a:bodyPr wrap="square">
            <a:spAutoFit/>
          </a:bodyPr>
          <a:lstStyle/>
          <a:p>
            <a:r>
              <a:rPr lang="en-US" altLang="zh-CN" sz="1400" dirty="0">
                <a:latin typeface="HarmonyOS Sans SC" pitchFamily="2" charset="-122"/>
                <a:ea typeface="HarmonyOS Sans SC" pitchFamily="2" charset="-122"/>
              </a:rPr>
              <a:t>Female employees, </a:t>
            </a:r>
            <a:r>
              <a:rPr lang="en-US" altLang="zh-CN" sz="1400" dirty="0">
                <a:latin typeface="HarmonyOS Sans SC Light" pitchFamily="2" charset="-122"/>
                <a:ea typeface="HarmonyOS Sans SC Light" pitchFamily="2" charset="-122"/>
              </a:rPr>
              <a:t>%</a:t>
            </a:r>
            <a:endParaRPr lang="zh-CN" altLang="en-US" sz="1400" dirty="0">
              <a:latin typeface="HarmonyOS Sans SC Light" pitchFamily="2" charset="-122"/>
              <a:ea typeface="HarmonyOS Sans SC Light" pitchFamily="2" charset="-122"/>
            </a:endParaRPr>
          </a:p>
        </p:txBody>
      </p:sp>
      <p:sp>
        <p:nvSpPr>
          <p:cNvPr id="176" name="文本框 175">
            <a:extLst>
              <a:ext uri="{FF2B5EF4-FFF2-40B4-BE49-F238E27FC236}">
                <a16:creationId xmlns:a16="http://schemas.microsoft.com/office/drawing/2014/main" id="{001E10B0-E2BC-BE20-2B04-52D6B80F253C}"/>
              </a:ext>
            </a:extLst>
          </p:cNvPr>
          <p:cNvSpPr txBox="1"/>
          <p:nvPr/>
        </p:nvSpPr>
        <p:spPr>
          <a:xfrm>
            <a:off x="527539" y="3563414"/>
            <a:ext cx="7585329" cy="369332"/>
          </a:xfrm>
          <a:prstGeom prst="rect">
            <a:avLst/>
          </a:prstGeom>
          <a:noFill/>
        </p:spPr>
        <p:txBody>
          <a:bodyPr wrap="square" rtlCol="0">
            <a:spAutoFit/>
          </a:bodyPr>
          <a:lstStyle/>
          <a:p>
            <a:r>
              <a:rPr lang="en-US" altLang="zh-CN" dirty="0">
                <a:latin typeface="HarmonyOS Sans SC Medium" pitchFamily="2" charset="-122"/>
                <a:ea typeface="HarmonyOS Sans SC Medium" pitchFamily="2" charset="-122"/>
              </a:rPr>
              <a:t>Most women in PE firms are in back- or middle-office roles.</a:t>
            </a:r>
            <a:endParaRPr lang="zh-CN" altLang="en-US" dirty="0">
              <a:latin typeface="HarmonyOS Sans SC Medium" pitchFamily="2" charset="-122"/>
              <a:ea typeface="HarmonyOS Sans SC Medium" pitchFamily="2" charset="-122"/>
            </a:endParaRPr>
          </a:p>
        </p:txBody>
      </p:sp>
      <p:sp>
        <p:nvSpPr>
          <p:cNvPr id="177" name="文本框 176">
            <a:extLst>
              <a:ext uri="{FF2B5EF4-FFF2-40B4-BE49-F238E27FC236}">
                <a16:creationId xmlns:a16="http://schemas.microsoft.com/office/drawing/2014/main" id="{435C5E53-ABF8-4BC3-8281-FAE9C4454CA6}"/>
              </a:ext>
            </a:extLst>
          </p:cNvPr>
          <p:cNvSpPr txBox="1"/>
          <p:nvPr/>
        </p:nvSpPr>
        <p:spPr>
          <a:xfrm>
            <a:off x="527539" y="4000875"/>
            <a:ext cx="4302878" cy="307777"/>
          </a:xfrm>
          <a:prstGeom prst="rect">
            <a:avLst/>
          </a:prstGeom>
          <a:noFill/>
        </p:spPr>
        <p:txBody>
          <a:bodyPr wrap="square">
            <a:spAutoFit/>
          </a:bodyPr>
          <a:lstStyle/>
          <a:p>
            <a:r>
              <a:rPr lang="en-US" altLang="zh-CN" sz="1400" dirty="0">
                <a:latin typeface="HarmonyOS Sans SC" pitchFamily="2" charset="-122"/>
                <a:ea typeface="HarmonyOS Sans SC" pitchFamily="2" charset="-122"/>
              </a:rPr>
              <a:t>Female employees in PE, 2019, </a:t>
            </a:r>
            <a:r>
              <a:rPr lang="en-US" altLang="zh-CN" sz="1400" baseline="30000" dirty="0">
                <a:latin typeface="HarmonyOS Sans SC Light" pitchFamily="2" charset="-122"/>
                <a:ea typeface="HarmonyOS Sans SC Light" pitchFamily="2" charset="-122"/>
              </a:rPr>
              <a:t>1</a:t>
            </a:r>
            <a:r>
              <a:rPr lang="zh-CN" altLang="en-US" sz="1400" dirty="0">
                <a:latin typeface="HarmonyOS Sans SC Light" pitchFamily="2" charset="-122"/>
                <a:ea typeface="HarmonyOS Sans SC Light" pitchFamily="2" charset="-122"/>
              </a:rPr>
              <a:t> </a:t>
            </a:r>
            <a:r>
              <a:rPr lang="en-US" altLang="zh-CN" sz="1400" dirty="0">
                <a:latin typeface="HarmonyOS Sans SC Light" pitchFamily="2" charset="-122"/>
                <a:ea typeface="HarmonyOS Sans SC Light" pitchFamily="2" charset="-122"/>
              </a:rPr>
              <a:t>%</a:t>
            </a:r>
            <a:endParaRPr lang="zh-CN" altLang="en-US" sz="1400" dirty="0">
              <a:latin typeface="HarmonyOS Sans SC Light" pitchFamily="2" charset="-122"/>
              <a:ea typeface="HarmonyOS Sans SC Light" pitchFamily="2" charset="-122"/>
            </a:endParaRPr>
          </a:p>
        </p:txBody>
      </p:sp>
      <p:graphicFrame>
        <p:nvGraphicFramePr>
          <p:cNvPr id="149" name="Chart 3">
            <a:extLst>
              <a:ext uri="{FF2B5EF4-FFF2-40B4-BE49-F238E27FC236}">
                <a16:creationId xmlns:a16="http://schemas.microsoft.com/office/drawing/2014/main" id="{259C4994-8AE2-F6D8-794A-70115CF203B5}"/>
              </a:ext>
            </a:extLst>
          </p:cNvPr>
          <p:cNvGraphicFramePr/>
          <p:nvPr>
            <p:custDataLst>
              <p:tags r:id="rId2"/>
            </p:custDataLst>
            <p:extLst>
              <p:ext uri="{D42A27DB-BD31-4B8C-83A1-F6EECF244321}">
                <p14:modId xmlns:p14="http://schemas.microsoft.com/office/powerpoint/2010/main" val="3312669409"/>
              </p:ext>
            </p:extLst>
          </p:nvPr>
        </p:nvGraphicFramePr>
        <p:xfrm>
          <a:off x="444500" y="1179513"/>
          <a:ext cx="11164888" cy="1819275"/>
        </p:xfrm>
        <a:graphic>
          <a:graphicData uri="http://schemas.openxmlformats.org/drawingml/2006/chart">
            <c:chart xmlns:c="http://schemas.openxmlformats.org/drawingml/2006/chart" xmlns:r="http://schemas.openxmlformats.org/officeDocument/2006/relationships" r:id="rId31"/>
          </a:graphicData>
        </a:graphic>
      </p:graphicFrame>
      <p:sp>
        <p:nvSpPr>
          <p:cNvPr id="58" name="文本占位符 2">
            <a:extLst>
              <a:ext uri="{FF2B5EF4-FFF2-40B4-BE49-F238E27FC236}">
                <a16:creationId xmlns:a16="http://schemas.microsoft.com/office/drawing/2014/main" id="{135FF87C-1E20-4806-DA7F-12A7C6B43F76}"/>
              </a:ext>
            </a:extLst>
          </p:cNvPr>
          <p:cNvSpPr txBox="1">
            <a:spLocks/>
          </p:cNvSpPr>
          <p:nvPr>
            <p:custDataLst>
              <p:tags r:id="rId3"/>
            </p:custDataLst>
          </p:nvPr>
        </p:nvSpPr>
        <p:spPr bwMode="auto">
          <a:xfrm>
            <a:off x="2652713" y="2751138"/>
            <a:ext cx="1249363" cy="192088"/>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t">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spcBef>
                <a:spcPct val="0"/>
              </a:spcBef>
              <a:spcAft>
                <a:spcPct val="0"/>
              </a:spcAft>
              <a:buNone/>
            </a:pPr>
            <a:fld id="{5FCDA325-0ADD-47E5-A783-57FB5F6EAF34}" type="datetime'''Ve''n''tur''''e'' ''''''c''ap''''''''''''''i''''''''''''tal'">
              <a:rPr kumimoji="1" lang="en-US" altLang="en-US" sz="1400" smtClean="0">
                <a:latin typeface="HarmonyOS Sans SC" pitchFamily="2" charset="-122"/>
                <a:ea typeface="HarmonyOS Sans SC" pitchFamily="2" charset="-122"/>
                <a:sym typeface="HarmonyOS Sans SC" pitchFamily="2" charset="-122"/>
              </a:rPr>
              <a:pPr/>
              <a:t>Venture capital</a:t>
            </a:fld>
            <a:endParaRPr kumimoji="1" lang="zh-CN" altLang="en-US" sz="1400" dirty="0">
              <a:latin typeface="HarmonyOS Sans SC" pitchFamily="2" charset="-122"/>
              <a:ea typeface="HarmonyOS Sans SC" pitchFamily="2" charset="-122"/>
              <a:sym typeface="HarmonyOS Sans SC" pitchFamily="2" charset="-122"/>
            </a:endParaRPr>
          </a:p>
        </p:txBody>
      </p:sp>
      <p:sp>
        <p:nvSpPr>
          <p:cNvPr id="61" name="文本占位符 2">
            <a:extLst>
              <a:ext uri="{FF2B5EF4-FFF2-40B4-BE49-F238E27FC236}">
                <a16:creationId xmlns:a16="http://schemas.microsoft.com/office/drawing/2014/main" id="{1148CC70-98C7-BFBA-241F-FF2B002AAA8F}"/>
              </a:ext>
            </a:extLst>
          </p:cNvPr>
          <p:cNvSpPr txBox="1">
            <a:spLocks/>
          </p:cNvSpPr>
          <p:nvPr>
            <p:custDataLst>
              <p:tags r:id="rId4"/>
            </p:custDataLst>
          </p:nvPr>
        </p:nvSpPr>
        <p:spPr bwMode="auto">
          <a:xfrm>
            <a:off x="4608513" y="2751138"/>
            <a:ext cx="1004888" cy="192088"/>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t">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spcBef>
                <a:spcPct val="0"/>
              </a:spcBef>
              <a:spcAft>
                <a:spcPct val="0"/>
              </a:spcAft>
              <a:buNone/>
            </a:pPr>
            <a:fld id="{A94628FF-9CAB-4CBC-A99E-39EFE1D52A99}" type="datetime'''''''''''Pri''''v''''''ate'' ''d''''''e''bt'''">
              <a:rPr kumimoji="1" lang="en-US" altLang="en-US" sz="1400" smtClean="0">
                <a:latin typeface="HarmonyOS Sans SC" pitchFamily="2" charset="-122"/>
                <a:ea typeface="HarmonyOS Sans SC" pitchFamily="2" charset="-122"/>
                <a:sym typeface="HarmonyOS Sans SC" pitchFamily="2" charset="-122"/>
              </a:rPr>
              <a:pPr/>
              <a:t>Private debt</a:t>
            </a:fld>
            <a:endParaRPr kumimoji="1" lang="zh-CN" altLang="en-US" sz="1400" dirty="0">
              <a:latin typeface="HarmonyOS Sans SC" pitchFamily="2" charset="-122"/>
              <a:ea typeface="HarmonyOS Sans SC" pitchFamily="2" charset="-122"/>
              <a:sym typeface="HarmonyOS Sans SC" pitchFamily="2" charset="-122"/>
            </a:endParaRPr>
          </a:p>
        </p:txBody>
      </p:sp>
      <p:sp>
        <p:nvSpPr>
          <p:cNvPr id="19" name="文本占位符 2">
            <a:extLst>
              <a:ext uri="{FF2B5EF4-FFF2-40B4-BE49-F238E27FC236}">
                <a16:creationId xmlns:a16="http://schemas.microsoft.com/office/drawing/2014/main" id="{911A6504-6073-1BAD-A614-FBDA6CCB6881}"/>
              </a:ext>
            </a:extLst>
          </p:cNvPr>
          <p:cNvSpPr txBox="1">
            <a:spLocks/>
          </p:cNvSpPr>
          <p:nvPr>
            <p:custDataLst>
              <p:tags r:id="rId5"/>
            </p:custDataLst>
          </p:nvPr>
        </p:nvSpPr>
        <p:spPr bwMode="auto">
          <a:xfrm>
            <a:off x="876300" y="2751138"/>
            <a:ext cx="1135063" cy="192088"/>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t">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spcBef>
                <a:spcPct val="0"/>
              </a:spcBef>
              <a:spcAft>
                <a:spcPct val="0"/>
              </a:spcAft>
              <a:buNone/>
            </a:pPr>
            <a:fld id="{BE639E1C-D16B-45B8-8F31-A285BF7942A5}" type="datetime'P''r''''''''''''''i''''v''a''te'' ''eq''''''ui''t''''''''y'">
              <a:rPr kumimoji="1" lang="en-US" altLang="en-US" sz="1400" smtClean="0">
                <a:latin typeface="HarmonyOS Sans SC" pitchFamily="2" charset="-122"/>
                <a:ea typeface="HarmonyOS Sans SC" pitchFamily="2" charset="-122"/>
                <a:sym typeface="HarmonyOS Sans SC" pitchFamily="2" charset="-122"/>
              </a:rPr>
              <a:pPr/>
              <a:t>Private equity</a:t>
            </a:fld>
            <a:endParaRPr kumimoji="1" lang="zh-CN" altLang="en-US" sz="1400" dirty="0">
              <a:latin typeface="HarmonyOS Sans SC" pitchFamily="2" charset="-122"/>
              <a:ea typeface="HarmonyOS Sans SC" pitchFamily="2" charset="-122"/>
              <a:sym typeface="HarmonyOS Sans SC" pitchFamily="2" charset="-122"/>
            </a:endParaRPr>
          </a:p>
        </p:txBody>
      </p:sp>
      <p:sp>
        <p:nvSpPr>
          <p:cNvPr id="131" name="文本占位符 2">
            <a:extLst>
              <a:ext uri="{FF2B5EF4-FFF2-40B4-BE49-F238E27FC236}">
                <a16:creationId xmlns:a16="http://schemas.microsoft.com/office/drawing/2014/main" id="{B5F443C2-450C-26E9-F206-9E0F68BD6CF5}"/>
              </a:ext>
            </a:extLst>
          </p:cNvPr>
          <p:cNvSpPr txBox="1">
            <a:spLocks/>
          </p:cNvSpPr>
          <p:nvPr>
            <p:custDataLst>
              <p:tags r:id="rId6"/>
            </p:custDataLst>
          </p:nvPr>
        </p:nvSpPr>
        <p:spPr bwMode="auto">
          <a:xfrm>
            <a:off x="8215313" y="2751138"/>
            <a:ext cx="1122363" cy="192088"/>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t">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spcBef>
                <a:spcPct val="0"/>
              </a:spcBef>
              <a:spcAft>
                <a:spcPct val="0"/>
              </a:spcAft>
              <a:buNone/>
            </a:pPr>
            <a:fld id="{D48ECEDA-3C7D-42D6-97C3-F0A2FB9E50F8}" type="datetime'''I''n''''''fr''''''''''''''''''''''astru''''ct''''u''r''e'''">
              <a:rPr kumimoji="1" lang="en-US" altLang="en-US" sz="1400" smtClean="0">
                <a:latin typeface="HarmonyOS Sans SC" pitchFamily="2" charset="-122"/>
                <a:ea typeface="HarmonyOS Sans SC" pitchFamily="2" charset="-122"/>
                <a:sym typeface="HarmonyOS Sans SC" pitchFamily="2" charset="-122"/>
              </a:rPr>
              <a:pPr/>
              <a:t>Infrastructure</a:t>
            </a:fld>
            <a:endParaRPr kumimoji="1" lang="zh-CN" altLang="en-US" sz="1400" dirty="0">
              <a:latin typeface="HarmonyOS Sans SC" pitchFamily="2" charset="-122"/>
              <a:ea typeface="HarmonyOS Sans SC" pitchFamily="2" charset="-122"/>
              <a:sym typeface="HarmonyOS Sans SC" pitchFamily="2" charset="-122"/>
            </a:endParaRPr>
          </a:p>
        </p:txBody>
      </p:sp>
      <p:sp>
        <p:nvSpPr>
          <p:cNvPr id="134" name="文本占位符 2">
            <a:extLst>
              <a:ext uri="{FF2B5EF4-FFF2-40B4-BE49-F238E27FC236}">
                <a16:creationId xmlns:a16="http://schemas.microsoft.com/office/drawing/2014/main" id="{8C01673F-05DB-7C0A-47BE-2D2A2E6F6486}"/>
              </a:ext>
            </a:extLst>
          </p:cNvPr>
          <p:cNvSpPr txBox="1">
            <a:spLocks/>
          </p:cNvSpPr>
          <p:nvPr>
            <p:custDataLst>
              <p:tags r:id="rId7"/>
            </p:custDataLst>
          </p:nvPr>
        </p:nvSpPr>
        <p:spPr bwMode="auto">
          <a:xfrm>
            <a:off x="9885362" y="2751138"/>
            <a:ext cx="1447800" cy="192088"/>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t">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spcBef>
                <a:spcPct val="0"/>
              </a:spcBef>
              <a:spcAft>
                <a:spcPct val="0"/>
              </a:spcAft>
              <a:buNone/>
            </a:pPr>
            <a:fld id="{6B9DBCA4-81B2-4F82-9B4F-CD4FCECC89C2}" type="datetime'''''''''''Nat''''''''''ura''l'''' ''r''e''sou''''''''r''ce''s'">
              <a:rPr kumimoji="1" lang="en-US" altLang="en-US" sz="1400" smtClean="0">
                <a:latin typeface="HarmonyOS Sans SC" pitchFamily="2" charset="-122"/>
                <a:ea typeface="HarmonyOS Sans SC" pitchFamily="2" charset="-122"/>
                <a:sym typeface="HarmonyOS Sans SC" pitchFamily="2" charset="-122"/>
              </a:rPr>
              <a:pPr/>
              <a:t>Natural resources</a:t>
            </a:fld>
            <a:endParaRPr kumimoji="1" lang="zh-CN" altLang="en-US" sz="1400" dirty="0">
              <a:latin typeface="HarmonyOS Sans SC" pitchFamily="2" charset="-122"/>
              <a:ea typeface="HarmonyOS Sans SC" pitchFamily="2" charset="-122"/>
              <a:sym typeface="HarmonyOS Sans SC" pitchFamily="2" charset="-122"/>
            </a:endParaRPr>
          </a:p>
        </p:txBody>
      </p:sp>
      <p:sp>
        <p:nvSpPr>
          <p:cNvPr id="128" name="文本占位符 2">
            <a:extLst>
              <a:ext uri="{FF2B5EF4-FFF2-40B4-BE49-F238E27FC236}">
                <a16:creationId xmlns:a16="http://schemas.microsoft.com/office/drawing/2014/main" id="{5F2E1B7C-C30C-D61C-6C44-1A641D18F3D3}"/>
              </a:ext>
            </a:extLst>
          </p:cNvPr>
          <p:cNvSpPr txBox="1">
            <a:spLocks/>
          </p:cNvSpPr>
          <p:nvPr>
            <p:custDataLst>
              <p:tags r:id="rId8"/>
            </p:custDataLst>
          </p:nvPr>
        </p:nvSpPr>
        <p:spPr bwMode="auto">
          <a:xfrm>
            <a:off x="6486525" y="2751138"/>
            <a:ext cx="912813" cy="192088"/>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t">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spcBef>
                <a:spcPct val="0"/>
              </a:spcBef>
              <a:spcAft>
                <a:spcPct val="0"/>
              </a:spcAft>
              <a:buNone/>
            </a:pPr>
            <a:fld id="{B3CB7FBA-1727-4BC7-B720-8412D8CE9744}" type="datetime'''''''''''Rea''''''''l ''e''s''''''''''''ta''''''t''''''e'">
              <a:rPr kumimoji="1" lang="en-US" altLang="en-US" sz="1400" smtClean="0">
                <a:latin typeface="HarmonyOS Sans SC" pitchFamily="2" charset="-122"/>
                <a:ea typeface="HarmonyOS Sans SC" pitchFamily="2" charset="-122"/>
                <a:sym typeface="HarmonyOS Sans SC" pitchFamily="2" charset="-122"/>
              </a:rPr>
              <a:pPr/>
              <a:t>Real estate</a:t>
            </a:fld>
            <a:endParaRPr kumimoji="1" lang="zh-CN" altLang="en-US" sz="1400" dirty="0">
              <a:latin typeface="HarmonyOS Sans SC" pitchFamily="2" charset="-122"/>
              <a:ea typeface="HarmonyOS Sans SC" pitchFamily="2" charset="-122"/>
              <a:sym typeface="HarmonyOS Sans SC" pitchFamily="2" charset="-122"/>
            </a:endParaRPr>
          </a:p>
        </p:txBody>
      </p:sp>
      <p:sp>
        <p:nvSpPr>
          <p:cNvPr id="23" name="矩形 22">
            <a:extLst>
              <a:ext uri="{FF2B5EF4-FFF2-40B4-BE49-F238E27FC236}">
                <a16:creationId xmlns:a16="http://schemas.microsoft.com/office/drawing/2014/main" id="{5C214939-2952-C3B3-7493-B766F73D1415}"/>
              </a:ext>
            </a:extLst>
          </p:cNvPr>
          <p:cNvSpPr/>
          <p:nvPr>
            <p:custDataLst>
              <p:tags r:id="rId9"/>
            </p:custDataLst>
          </p:nvPr>
        </p:nvSpPr>
        <p:spPr bwMode="auto">
          <a:xfrm>
            <a:off x="9740900" y="889000"/>
            <a:ext cx="250825" cy="187325"/>
          </a:xfrm>
          <a:prstGeom prst="rect">
            <a:avLst/>
          </a:prstGeom>
          <a:solidFill>
            <a:schemeClr val="tx1"/>
          </a:solidFill>
          <a:ln w="19050" cap="flat" cmpd="sng" algn="ctr">
            <a:noFill/>
            <a:prstDash val="solid"/>
            <a:miter lim="800000"/>
            <a:headEnd type="none" w="med" len="med"/>
            <a:tailEnd type="none" w="med" len="med"/>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24" name="矩形 23">
            <a:extLst>
              <a:ext uri="{FF2B5EF4-FFF2-40B4-BE49-F238E27FC236}">
                <a16:creationId xmlns:a16="http://schemas.microsoft.com/office/drawing/2014/main" id="{214BE0E3-A226-1CE2-F42A-62BF8BE4B970}"/>
              </a:ext>
            </a:extLst>
          </p:cNvPr>
          <p:cNvSpPr/>
          <p:nvPr>
            <p:custDataLst>
              <p:tags r:id="rId10"/>
            </p:custDataLst>
          </p:nvPr>
        </p:nvSpPr>
        <p:spPr bwMode="auto">
          <a:xfrm>
            <a:off x="10518775" y="889000"/>
            <a:ext cx="250825" cy="187325"/>
          </a:xfrm>
          <a:prstGeom prst="rect">
            <a:avLst/>
          </a:prstGeom>
          <a:solidFill>
            <a:srgbClr val="00A8F7"/>
          </a:solidFill>
          <a:ln w="19050" cap="flat" cmpd="sng" algn="ctr">
            <a:noFill/>
            <a:prstDash val="solid"/>
            <a:miter lim="800000"/>
            <a:headEnd type="none" w="med" len="med"/>
            <a:tailEnd type="none" w="med" len="med"/>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6" name="文本占位符 2">
            <a:extLst>
              <a:ext uri="{FF2B5EF4-FFF2-40B4-BE49-F238E27FC236}">
                <a16:creationId xmlns:a16="http://schemas.microsoft.com/office/drawing/2014/main" id="{6C678216-9F20-0B16-0CAE-AE6CA4238AF6}"/>
              </a:ext>
            </a:extLst>
          </p:cNvPr>
          <p:cNvSpPr txBox="1">
            <a:spLocks/>
          </p:cNvSpPr>
          <p:nvPr>
            <p:custDataLst>
              <p:tags r:id="rId11"/>
            </p:custDataLst>
          </p:nvPr>
        </p:nvSpPr>
        <p:spPr bwMode="auto">
          <a:xfrm>
            <a:off x="10042525" y="900113"/>
            <a:ext cx="374650" cy="192088"/>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ct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spcBef>
                <a:spcPct val="0"/>
              </a:spcBef>
              <a:spcAft>
                <a:spcPct val="0"/>
              </a:spcAft>
              <a:buNone/>
            </a:pPr>
            <a:fld id="{5454395C-6464-4EFB-8C40-EEF3217557DB}" type="datetime'''''2''''''''0''''''''''17'">
              <a:rPr kumimoji="1" lang="zh-CN" altLang="en-US" sz="1400" smtClean="0"/>
              <a:pPr/>
              <a:t>2017</a:t>
            </a:fld>
            <a:endParaRPr kumimoji="1" lang="zh-CN" altLang="en-US" sz="1400" dirty="0"/>
          </a:p>
        </p:txBody>
      </p:sp>
      <p:sp>
        <p:nvSpPr>
          <p:cNvPr id="18" name="文本占位符 2">
            <a:extLst>
              <a:ext uri="{FF2B5EF4-FFF2-40B4-BE49-F238E27FC236}">
                <a16:creationId xmlns:a16="http://schemas.microsoft.com/office/drawing/2014/main" id="{49D6DF68-0158-485A-F98C-F6F8DBDF608B}"/>
              </a:ext>
            </a:extLst>
          </p:cNvPr>
          <p:cNvSpPr txBox="1">
            <a:spLocks/>
          </p:cNvSpPr>
          <p:nvPr>
            <p:custDataLst>
              <p:tags r:id="rId12"/>
            </p:custDataLst>
          </p:nvPr>
        </p:nvSpPr>
        <p:spPr bwMode="auto">
          <a:xfrm>
            <a:off x="10820400" y="900113"/>
            <a:ext cx="374650" cy="192088"/>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ct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spcBef>
                <a:spcPct val="0"/>
              </a:spcBef>
              <a:spcAft>
                <a:spcPct val="0"/>
              </a:spcAft>
              <a:buNone/>
            </a:pPr>
            <a:fld id="{F8B374A9-9061-451A-88A2-3C47D4B20075}" type="datetime'''''''''''''20''''''''''''''''19'">
              <a:rPr kumimoji="1" lang="zh-CN" altLang="en-US" sz="1400" smtClean="0"/>
              <a:pPr/>
              <a:t>2019</a:t>
            </a:fld>
            <a:endParaRPr kumimoji="1" lang="zh-CN" altLang="en-US" sz="1400" dirty="0"/>
          </a:p>
        </p:txBody>
      </p:sp>
      <p:sp>
        <p:nvSpPr>
          <p:cNvPr id="150" name="文本框 149">
            <a:extLst>
              <a:ext uri="{FF2B5EF4-FFF2-40B4-BE49-F238E27FC236}">
                <a16:creationId xmlns:a16="http://schemas.microsoft.com/office/drawing/2014/main" id="{99773045-B331-C723-4C4F-720D39962DE7}"/>
              </a:ext>
            </a:extLst>
          </p:cNvPr>
          <p:cNvSpPr txBox="1"/>
          <p:nvPr/>
        </p:nvSpPr>
        <p:spPr>
          <a:xfrm>
            <a:off x="527539" y="3101976"/>
            <a:ext cx="1309974" cy="246221"/>
          </a:xfrm>
          <a:prstGeom prst="rect">
            <a:avLst/>
          </a:prstGeom>
          <a:noFill/>
        </p:spPr>
        <p:txBody>
          <a:bodyPr wrap="none" rtlCol="0">
            <a:spAutoFit/>
          </a:bodyPr>
          <a:lstStyle/>
          <a:p>
            <a:r>
              <a:rPr kumimoji="1" lang="en-US" altLang="zh-CN" sz="1000" dirty="0">
                <a:latin typeface="HarmonyOS Sans SC Light" pitchFamily="2" charset="-122"/>
                <a:ea typeface="HarmonyOS Sans SC Light" pitchFamily="2" charset="-122"/>
              </a:rPr>
              <a:t>Data source: </a:t>
            </a:r>
            <a:r>
              <a:rPr kumimoji="1" lang="en-US" altLang="zh-CN" sz="1000" dirty="0" err="1">
                <a:latin typeface="HarmonyOS Sans SC Light" pitchFamily="2" charset="-122"/>
                <a:ea typeface="HarmonyOS Sans SC Light" pitchFamily="2" charset="-122"/>
              </a:rPr>
              <a:t>Preqin</a:t>
            </a:r>
            <a:endParaRPr kumimoji="1" lang="zh-CN" altLang="en-US" sz="1000" dirty="0">
              <a:latin typeface="HarmonyOS Sans SC Light" pitchFamily="2" charset="-122"/>
              <a:ea typeface="HarmonyOS Sans SC Light" pitchFamily="2" charset="-122"/>
            </a:endParaRPr>
          </a:p>
        </p:txBody>
      </p:sp>
      <p:graphicFrame>
        <p:nvGraphicFramePr>
          <p:cNvPr id="239" name="Chart 3">
            <a:extLst>
              <a:ext uri="{FF2B5EF4-FFF2-40B4-BE49-F238E27FC236}">
                <a16:creationId xmlns:a16="http://schemas.microsoft.com/office/drawing/2014/main" id="{D6936D2B-81D3-3BA5-5A8B-77EF3CAEBABD}"/>
              </a:ext>
            </a:extLst>
          </p:cNvPr>
          <p:cNvGraphicFramePr/>
          <p:nvPr>
            <p:custDataLst>
              <p:tags r:id="rId13"/>
            </p:custDataLst>
            <p:extLst>
              <p:ext uri="{D42A27DB-BD31-4B8C-83A1-F6EECF244321}">
                <p14:modId xmlns:p14="http://schemas.microsoft.com/office/powerpoint/2010/main" val="739539170"/>
              </p:ext>
            </p:extLst>
          </p:nvPr>
        </p:nvGraphicFramePr>
        <p:xfrm>
          <a:off x="444500" y="4208463"/>
          <a:ext cx="11164888" cy="1819275"/>
        </p:xfrm>
        <a:graphic>
          <a:graphicData uri="http://schemas.openxmlformats.org/drawingml/2006/chart">
            <c:chart xmlns:c="http://schemas.openxmlformats.org/drawingml/2006/chart" xmlns:r="http://schemas.openxmlformats.org/officeDocument/2006/relationships" r:id="rId32"/>
          </a:graphicData>
        </a:graphic>
      </p:graphicFrame>
      <p:sp>
        <p:nvSpPr>
          <p:cNvPr id="154" name="文本占位符 2">
            <a:extLst>
              <a:ext uri="{FF2B5EF4-FFF2-40B4-BE49-F238E27FC236}">
                <a16:creationId xmlns:a16="http://schemas.microsoft.com/office/drawing/2014/main" id="{D4F80024-B09D-94DA-C31B-B5E7D82682D0}"/>
              </a:ext>
            </a:extLst>
          </p:cNvPr>
          <p:cNvSpPr txBox="1">
            <a:spLocks/>
          </p:cNvSpPr>
          <p:nvPr>
            <p:custDataLst>
              <p:tags r:id="rId14"/>
            </p:custDataLst>
          </p:nvPr>
        </p:nvSpPr>
        <p:spPr bwMode="auto">
          <a:xfrm>
            <a:off x="884238" y="5780088"/>
            <a:ext cx="1482725" cy="38417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t">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spcBef>
                <a:spcPct val="0"/>
              </a:spcBef>
              <a:spcAft>
                <a:spcPct val="0"/>
              </a:spcAft>
              <a:buNone/>
            </a:pPr>
            <a:fld id="{8AB26FBD-F783-4032-B4D2-5A4209C08F0A}" type="datetime'in''vesto''''''r re''''''''lat''i''ons/&#10;''m''''a''''rk''eting'">
              <a:rPr kumimoji="1" lang="en-US" altLang="en-US" sz="1400" smtClean="0">
                <a:latin typeface="HarmonyOS Sans SC" pitchFamily="2" charset="-122"/>
                <a:ea typeface="HarmonyOS Sans SC" pitchFamily="2" charset="-122"/>
              </a:rPr>
              <a:pPr/>
              <a:t>investor relations/
marketing</a:t>
            </a:fld>
            <a:endParaRPr kumimoji="1" lang="zh-CN" altLang="en-US" sz="1400" dirty="0">
              <a:latin typeface="HarmonyOS Sans SC" pitchFamily="2" charset="-122"/>
              <a:ea typeface="HarmonyOS Sans SC" pitchFamily="2" charset="-122"/>
              <a:sym typeface="HarmonyOS Sans SC" pitchFamily="2" charset="-122"/>
            </a:endParaRPr>
          </a:p>
        </p:txBody>
      </p:sp>
      <p:sp>
        <p:nvSpPr>
          <p:cNvPr id="152" name="文本占位符 2">
            <a:extLst>
              <a:ext uri="{FF2B5EF4-FFF2-40B4-BE49-F238E27FC236}">
                <a16:creationId xmlns:a16="http://schemas.microsoft.com/office/drawing/2014/main" id="{4AC6AEF1-E069-FC79-DFC1-9E0FF73F4031}"/>
              </a:ext>
            </a:extLst>
          </p:cNvPr>
          <p:cNvSpPr txBox="1">
            <a:spLocks/>
          </p:cNvSpPr>
          <p:nvPr>
            <p:custDataLst>
              <p:tags r:id="rId15"/>
            </p:custDataLst>
          </p:nvPr>
        </p:nvSpPr>
        <p:spPr bwMode="auto">
          <a:xfrm>
            <a:off x="2955925" y="5780088"/>
            <a:ext cx="1739900" cy="192088"/>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t">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spcBef>
                <a:spcPct val="0"/>
              </a:spcBef>
              <a:spcAft>
                <a:spcPct val="0"/>
              </a:spcAft>
              <a:buNone/>
            </a:pPr>
            <a:fld id="{EFEB17DE-5412-4CD7-80EF-481DE1C4525A}" type="datetime'F''''in''''''a''n''ce/a''c''''co''un''t''''''ancy'''''">
              <a:rPr kumimoji="1" lang="en-US" altLang="en-US" sz="1400" smtClean="0">
                <a:latin typeface="HarmonyOS Sans SC" pitchFamily="2" charset="-122"/>
                <a:ea typeface="HarmonyOS Sans SC" pitchFamily="2" charset="-122"/>
              </a:rPr>
              <a:pPr/>
              <a:t>Finance/accountancy</a:t>
            </a:fld>
            <a:endParaRPr kumimoji="1" lang="zh-CN" altLang="en-US" sz="1400" dirty="0">
              <a:latin typeface="HarmonyOS Sans SC" pitchFamily="2" charset="-122"/>
              <a:ea typeface="HarmonyOS Sans SC" pitchFamily="2" charset="-122"/>
              <a:sym typeface="HarmonyOS Sans SC" pitchFamily="2" charset="-122"/>
            </a:endParaRPr>
          </a:p>
        </p:txBody>
      </p:sp>
      <p:sp>
        <p:nvSpPr>
          <p:cNvPr id="153" name="文本占位符 2">
            <a:extLst>
              <a:ext uri="{FF2B5EF4-FFF2-40B4-BE49-F238E27FC236}">
                <a16:creationId xmlns:a16="http://schemas.microsoft.com/office/drawing/2014/main" id="{92594C28-81E3-5140-77B0-D39E3149A90B}"/>
              </a:ext>
            </a:extLst>
          </p:cNvPr>
          <p:cNvSpPr txBox="1">
            <a:spLocks/>
          </p:cNvSpPr>
          <p:nvPr>
            <p:custDataLst>
              <p:tags r:id="rId16"/>
            </p:custDataLst>
          </p:nvPr>
        </p:nvSpPr>
        <p:spPr bwMode="auto">
          <a:xfrm>
            <a:off x="5110163" y="5780088"/>
            <a:ext cx="1831975" cy="192088"/>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t">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spcBef>
                <a:spcPct val="0"/>
              </a:spcBef>
              <a:spcAft>
                <a:spcPct val="0"/>
              </a:spcAft>
              <a:buNone/>
            </a:pPr>
            <a:fld id="{83527D53-9D8D-4C65-830D-77DA4814DDA0}" type="datetime'Por''tfo''''''l''''''''i''''''o'''' ''''''m''anageme''n''t'">
              <a:rPr kumimoji="1" lang="en-US" altLang="en-US" sz="1400" smtClean="0">
                <a:latin typeface="HarmonyOS Sans SC" pitchFamily="2" charset="-122"/>
                <a:ea typeface="HarmonyOS Sans SC" pitchFamily="2" charset="-122"/>
              </a:rPr>
              <a:pPr/>
              <a:t>Portfolio management</a:t>
            </a:fld>
            <a:endParaRPr kumimoji="1" lang="zh-CN" altLang="en-US" sz="1400" dirty="0">
              <a:latin typeface="HarmonyOS Sans SC" pitchFamily="2" charset="-122"/>
              <a:ea typeface="HarmonyOS Sans SC" pitchFamily="2" charset="-122"/>
              <a:sym typeface="HarmonyOS Sans SC" pitchFamily="2" charset="-122"/>
            </a:endParaRPr>
          </a:p>
        </p:txBody>
      </p:sp>
      <p:sp>
        <p:nvSpPr>
          <p:cNvPr id="157" name="文本占位符 2">
            <a:extLst>
              <a:ext uri="{FF2B5EF4-FFF2-40B4-BE49-F238E27FC236}">
                <a16:creationId xmlns:a16="http://schemas.microsoft.com/office/drawing/2014/main" id="{0D5FEAF8-0B0F-AAB4-6262-F41A8597DE7A}"/>
              </a:ext>
            </a:extLst>
          </p:cNvPr>
          <p:cNvSpPr txBox="1">
            <a:spLocks/>
          </p:cNvSpPr>
          <p:nvPr>
            <p:custDataLst>
              <p:tags r:id="rId17"/>
            </p:custDataLst>
          </p:nvPr>
        </p:nvSpPr>
        <p:spPr bwMode="auto">
          <a:xfrm>
            <a:off x="7769225" y="5780088"/>
            <a:ext cx="912813" cy="192088"/>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t">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spcBef>
                <a:spcPct val="0"/>
              </a:spcBef>
              <a:spcAft>
                <a:spcPct val="0"/>
              </a:spcAft>
              <a:buNone/>
            </a:pPr>
            <a:fld id="{F3730FB7-67B4-44BE-AA60-F0A7B825F9F9}" type="datetime'''''O''p''''''e''r''''''a''''t''i''''''''o''n''''s'''''''''''">
              <a:rPr kumimoji="1" lang="en-US" altLang="en-US" sz="1400" smtClean="0">
                <a:latin typeface="HarmonyOS Sans SC" pitchFamily="2" charset="-122"/>
                <a:ea typeface="HarmonyOS Sans SC" pitchFamily="2" charset="-122"/>
              </a:rPr>
              <a:pPr/>
              <a:t>Operations</a:t>
            </a:fld>
            <a:endParaRPr kumimoji="1" lang="zh-CN" altLang="en-US" sz="1400" dirty="0">
              <a:latin typeface="HarmonyOS Sans SC" pitchFamily="2" charset="-122"/>
              <a:ea typeface="HarmonyOS Sans SC" pitchFamily="2" charset="-122"/>
              <a:sym typeface="HarmonyOS Sans SC" pitchFamily="2" charset="-122"/>
            </a:endParaRPr>
          </a:p>
        </p:txBody>
      </p:sp>
      <p:sp>
        <p:nvSpPr>
          <p:cNvPr id="155" name="文本占位符 2">
            <a:extLst>
              <a:ext uri="{FF2B5EF4-FFF2-40B4-BE49-F238E27FC236}">
                <a16:creationId xmlns:a16="http://schemas.microsoft.com/office/drawing/2014/main" id="{7A43CE1B-7438-461F-0BC8-99AA8E733F02}"/>
              </a:ext>
            </a:extLst>
          </p:cNvPr>
          <p:cNvSpPr txBox="1">
            <a:spLocks/>
          </p:cNvSpPr>
          <p:nvPr>
            <p:custDataLst>
              <p:tags r:id="rId18"/>
            </p:custDataLst>
          </p:nvPr>
        </p:nvSpPr>
        <p:spPr bwMode="auto">
          <a:xfrm>
            <a:off x="9739313" y="5780088"/>
            <a:ext cx="1373188" cy="192088"/>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t">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spcBef>
                <a:spcPct val="0"/>
              </a:spcBef>
              <a:spcAft>
                <a:spcPct val="0"/>
              </a:spcAft>
              <a:buNone/>
            </a:pPr>
            <a:fld id="{B558FB74-701C-4D56-9870-5E8655D43A07}" type="datetime'''''I''''nvestm''''en''''''''''''t'''''''' ''''''t''''''ea''m'">
              <a:rPr kumimoji="1" lang="en-US" altLang="en-US" sz="1400" smtClean="0">
                <a:latin typeface="HarmonyOS Sans SC" pitchFamily="2" charset="-122"/>
                <a:ea typeface="HarmonyOS Sans SC" pitchFamily="2" charset="-122"/>
              </a:rPr>
              <a:pPr/>
              <a:t>Investment team</a:t>
            </a:fld>
            <a:endParaRPr kumimoji="1" lang="zh-CN" altLang="en-US" sz="1400" dirty="0">
              <a:latin typeface="HarmonyOS Sans SC" pitchFamily="2" charset="-122"/>
              <a:ea typeface="HarmonyOS Sans SC" pitchFamily="2" charset="-122"/>
              <a:sym typeface="HarmonyOS Sans SC" pitchFamily="2" charset="-122"/>
            </a:endParaRPr>
          </a:p>
        </p:txBody>
      </p:sp>
      <p:sp>
        <p:nvSpPr>
          <p:cNvPr id="185" name="矩形 184">
            <a:extLst>
              <a:ext uri="{FF2B5EF4-FFF2-40B4-BE49-F238E27FC236}">
                <a16:creationId xmlns:a16="http://schemas.microsoft.com/office/drawing/2014/main" id="{C5F8790A-1D17-AD59-776C-E6D8740F4256}"/>
              </a:ext>
            </a:extLst>
          </p:cNvPr>
          <p:cNvSpPr/>
          <p:nvPr>
            <p:custDataLst>
              <p:tags r:id="rId19"/>
            </p:custDataLst>
          </p:nvPr>
        </p:nvSpPr>
        <p:spPr bwMode="auto">
          <a:xfrm>
            <a:off x="10669588" y="4071938"/>
            <a:ext cx="250825" cy="187325"/>
          </a:xfrm>
          <a:prstGeom prst="rect">
            <a:avLst/>
          </a:prstGeom>
          <a:solidFill>
            <a:srgbClr val="A7E6F1"/>
          </a:solidFill>
          <a:ln w="19050" cap="flat" cmpd="sng" algn="ctr">
            <a:noFill/>
            <a:prstDash val="solid"/>
            <a:miter lim="800000"/>
            <a:headEnd type="none" w="med" len="med"/>
            <a:tailEnd type="none" w="med" len="med"/>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58" name="矩形 157">
            <a:extLst>
              <a:ext uri="{FF2B5EF4-FFF2-40B4-BE49-F238E27FC236}">
                <a16:creationId xmlns:a16="http://schemas.microsoft.com/office/drawing/2014/main" id="{A35CFD9E-9300-0CE8-C4B7-9AD472E07457}"/>
              </a:ext>
            </a:extLst>
          </p:cNvPr>
          <p:cNvSpPr/>
          <p:nvPr>
            <p:custDataLst>
              <p:tags r:id="rId20"/>
            </p:custDataLst>
          </p:nvPr>
        </p:nvSpPr>
        <p:spPr bwMode="auto">
          <a:xfrm>
            <a:off x="7980363" y="4071938"/>
            <a:ext cx="250825" cy="187325"/>
          </a:xfrm>
          <a:prstGeom prst="rect">
            <a:avLst/>
          </a:prstGeom>
          <a:solidFill>
            <a:schemeClr val="tx1"/>
          </a:solidFill>
          <a:ln w="19050" cap="flat" cmpd="sng" algn="ctr">
            <a:noFill/>
            <a:prstDash val="solid"/>
            <a:miter lim="800000"/>
            <a:headEnd type="none" w="med" len="med"/>
            <a:tailEnd type="none" w="med" len="med"/>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79" name="矩形 178">
            <a:extLst>
              <a:ext uri="{FF2B5EF4-FFF2-40B4-BE49-F238E27FC236}">
                <a16:creationId xmlns:a16="http://schemas.microsoft.com/office/drawing/2014/main" id="{3B75B9E8-6F4E-6B84-B7F2-67BF4860935F}"/>
              </a:ext>
            </a:extLst>
          </p:cNvPr>
          <p:cNvSpPr/>
          <p:nvPr>
            <p:custDataLst>
              <p:tags r:id="rId21"/>
            </p:custDataLst>
          </p:nvPr>
        </p:nvSpPr>
        <p:spPr bwMode="auto">
          <a:xfrm>
            <a:off x="9625013" y="4071938"/>
            <a:ext cx="250825" cy="187325"/>
          </a:xfrm>
          <a:prstGeom prst="rect">
            <a:avLst/>
          </a:prstGeom>
          <a:solidFill>
            <a:srgbClr val="2038E9"/>
          </a:solidFill>
          <a:ln w="19050" cap="flat" cmpd="sng" algn="ctr">
            <a:noFill/>
            <a:prstDash val="solid"/>
            <a:miter lim="800000"/>
            <a:headEnd type="none" w="med" len="med"/>
            <a:tailEnd type="none" w="med" len="med"/>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59" name="矩形 158">
            <a:extLst>
              <a:ext uri="{FF2B5EF4-FFF2-40B4-BE49-F238E27FC236}">
                <a16:creationId xmlns:a16="http://schemas.microsoft.com/office/drawing/2014/main" id="{63711C51-99A6-CA3C-164E-1E7092C02B38}"/>
              </a:ext>
            </a:extLst>
          </p:cNvPr>
          <p:cNvSpPr/>
          <p:nvPr>
            <p:custDataLst>
              <p:tags r:id="rId22"/>
            </p:custDataLst>
          </p:nvPr>
        </p:nvSpPr>
        <p:spPr bwMode="auto">
          <a:xfrm>
            <a:off x="8763000" y="4071938"/>
            <a:ext cx="250825" cy="187325"/>
          </a:xfrm>
          <a:prstGeom prst="rect">
            <a:avLst/>
          </a:prstGeom>
          <a:solidFill>
            <a:srgbClr val="00A8F7"/>
          </a:solidFill>
          <a:ln w="19050" cap="flat" cmpd="sng" algn="ctr">
            <a:noFill/>
            <a:prstDash val="solid"/>
            <a:miter lim="800000"/>
            <a:headEnd type="none" w="med" len="med"/>
            <a:tailEnd type="none" w="med" len="med"/>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60" name="文本占位符 2">
            <a:extLst>
              <a:ext uri="{FF2B5EF4-FFF2-40B4-BE49-F238E27FC236}">
                <a16:creationId xmlns:a16="http://schemas.microsoft.com/office/drawing/2014/main" id="{32678699-7564-1FA5-36A9-20FACA57F585}"/>
              </a:ext>
            </a:extLst>
          </p:cNvPr>
          <p:cNvSpPr txBox="1">
            <a:spLocks/>
          </p:cNvSpPr>
          <p:nvPr>
            <p:custDataLst>
              <p:tags r:id="rId23"/>
            </p:custDataLst>
          </p:nvPr>
        </p:nvSpPr>
        <p:spPr bwMode="auto">
          <a:xfrm>
            <a:off x="8281988" y="4083050"/>
            <a:ext cx="379413" cy="192088"/>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ct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spcBef>
                <a:spcPct val="0"/>
              </a:spcBef>
              <a:spcAft>
                <a:spcPct val="0"/>
              </a:spcAft>
              <a:buNone/>
            </a:pPr>
            <a:fld id="{8F4D9210-E373-45B3-ADE5-9508AA361D0F}" type="datetime'To''''''''''''ta''''''''''l'">
              <a:rPr kumimoji="1" lang="en-US" altLang="en-US" sz="1400" smtClean="0">
                <a:ea typeface="等线" panose="02010600030101010101" pitchFamily="2" charset="-122"/>
              </a:rPr>
              <a:pPr/>
              <a:t>Total</a:t>
            </a:fld>
            <a:endParaRPr kumimoji="1" lang="zh-CN" altLang="en-US" sz="1400" dirty="0">
              <a:ea typeface="等线" panose="02010600030101010101" pitchFamily="2" charset="-122"/>
            </a:endParaRPr>
          </a:p>
        </p:txBody>
      </p:sp>
      <p:sp>
        <p:nvSpPr>
          <p:cNvPr id="161" name="文本占位符 2">
            <a:extLst>
              <a:ext uri="{FF2B5EF4-FFF2-40B4-BE49-F238E27FC236}">
                <a16:creationId xmlns:a16="http://schemas.microsoft.com/office/drawing/2014/main" id="{B34F45B4-CB10-3B00-F34C-4B973C2A024B}"/>
              </a:ext>
            </a:extLst>
          </p:cNvPr>
          <p:cNvSpPr txBox="1">
            <a:spLocks/>
          </p:cNvSpPr>
          <p:nvPr>
            <p:custDataLst>
              <p:tags r:id="rId24"/>
            </p:custDataLst>
          </p:nvPr>
        </p:nvSpPr>
        <p:spPr bwMode="auto">
          <a:xfrm>
            <a:off x="9064625" y="4083050"/>
            <a:ext cx="458788" cy="192088"/>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ct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spcBef>
                <a:spcPct val="0"/>
              </a:spcBef>
              <a:spcAft>
                <a:spcPct val="0"/>
              </a:spcAft>
              <a:buNone/>
            </a:pPr>
            <a:fld id="{21F73A2D-2BBE-4954-9F10-4693B5284AFD}" type="datetime'''''''''Ju''''''''''''''''''''n''''''''''i''''''or'''">
              <a:rPr kumimoji="1" lang="en-US" altLang="en-US" sz="1400" smtClean="0">
                <a:ea typeface="等线" panose="02010600030101010101" pitchFamily="2" charset="-122"/>
              </a:rPr>
              <a:pPr/>
              <a:t>Junior</a:t>
            </a:fld>
            <a:endParaRPr kumimoji="1" lang="zh-CN" altLang="en-US" sz="1400" dirty="0">
              <a:ea typeface="等线" panose="02010600030101010101" pitchFamily="2" charset="-122"/>
            </a:endParaRPr>
          </a:p>
        </p:txBody>
      </p:sp>
      <p:sp>
        <p:nvSpPr>
          <p:cNvPr id="182" name="文本占位符 2">
            <a:extLst>
              <a:ext uri="{FF2B5EF4-FFF2-40B4-BE49-F238E27FC236}">
                <a16:creationId xmlns:a16="http://schemas.microsoft.com/office/drawing/2014/main" id="{32115DDC-A68E-D821-A6AC-1D684D8C9440}"/>
              </a:ext>
            </a:extLst>
          </p:cNvPr>
          <p:cNvSpPr txBox="1">
            <a:spLocks/>
          </p:cNvSpPr>
          <p:nvPr>
            <p:custDataLst>
              <p:tags r:id="rId25"/>
            </p:custDataLst>
          </p:nvPr>
        </p:nvSpPr>
        <p:spPr bwMode="auto">
          <a:xfrm>
            <a:off x="10971213" y="4083050"/>
            <a:ext cx="484188" cy="192088"/>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ct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spcBef>
                <a:spcPct val="0"/>
              </a:spcBef>
              <a:spcAft>
                <a:spcPct val="0"/>
              </a:spcAft>
              <a:buNone/>
            </a:pPr>
            <a:fld id="{54FFF97A-BE4D-4C92-BD95-13C93A0F1474}" type="datetime'''S''''e''n''''''''''''''i''''''''''o''''''''''''''''r'">
              <a:rPr kumimoji="1" lang="en-US" altLang="en-US" sz="1400" smtClean="0">
                <a:ea typeface="等线" panose="02010600030101010101" pitchFamily="2" charset="-122"/>
              </a:rPr>
              <a:pPr/>
              <a:t>Senior</a:t>
            </a:fld>
            <a:endParaRPr kumimoji="1" lang="zh-CN" altLang="en-US" sz="1400" dirty="0">
              <a:ea typeface="等线" panose="02010600030101010101" pitchFamily="2" charset="-122"/>
            </a:endParaRPr>
          </a:p>
        </p:txBody>
      </p:sp>
      <p:sp>
        <p:nvSpPr>
          <p:cNvPr id="168" name="文本占位符 2">
            <a:extLst>
              <a:ext uri="{FF2B5EF4-FFF2-40B4-BE49-F238E27FC236}">
                <a16:creationId xmlns:a16="http://schemas.microsoft.com/office/drawing/2014/main" id="{01DD07FB-539A-B2B6-0E4F-4C1A8560E2CB}"/>
              </a:ext>
            </a:extLst>
          </p:cNvPr>
          <p:cNvSpPr txBox="1">
            <a:spLocks/>
          </p:cNvSpPr>
          <p:nvPr>
            <p:custDataLst>
              <p:tags r:id="rId26"/>
            </p:custDataLst>
          </p:nvPr>
        </p:nvSpPr>
        <p:spPr bwMode="auto">
          <a:xfrm>
            <a:off x="9926638" y="4083050"/>
            <a:ext cx="641350" cy="192088"/>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ct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spcBef>
                <a:spcPct val="0"/>
              </a:spcBef>
              <a:spcAft>
                <a:spcPct val="0"/>
              </a:spcAft>
              <a:buNone/>
            </a:pPr>
            <a:fld id="{101BD342-0555-4B05-BE8C-EB13B1929110}" type="datetime'''''''''M''''''''''''i''d''l''''''ev''e''l'''''''''''''">
              <a:rPr kumimoji="1" lang="en-US" altLang="en-US" sz="1400" smtClean="0">
                <a:ea typeface="等线" panose="02010600030101010101" pitchFamily="2" charset="-122"/>
              </a:rPr>
              <a:pPr/>
              <a:t>Midlevel</a:t>
            </a:fld>
            <a:endParaRPr kumimoji="1" lang="zh-CN" altLang="en-US" sz="1400" dirty="0">
              <a:ea typeface="等线" panose="02010600030101010101" pitchFamily="2" charset="-122"/>
            </a:endParaRPr>
          </a:p>
        </p:txBody>
      </p:sp>
      <p:sp>
        <p:nvSpPr>
          <p:cNvPr id="240" name="文本框 239">
            <a:extLst>
              <a:ext uri="{FF2B5EF4-FFF2-40B4-BE49-F238E27FC236}">
                <a16:creationId xmlns:a16="http://schemas.microsoft.com/office/drawing/2014/main" id="{28DFD147-A4D2-763B-E6D7-ABF84A9A6324}"/>
              </a:ext>
            </a:extLst>
          </p:cNvPr>
          <p:cNvSpPr txBox="1"/>
          <p:nvPr/>
        </p:nvSpPr>
        <p:spPr>
          <a:xfrm>
            <a:off x="527539" y="6235326"/>
            <a:ext cx="1677062" cy="400110"/>
          </a:xfrm>
          <a:prstGeom prst="rect">
            <a:avLst/>
          </a:prstGeom>
          <a:noFill/>
        </p:spPr>
        <p:txBody>
          <a:bodyPr wrap="none" rtlCol="0">
            <a:spAutoFit/>
          </a:bodyPr>
          <a:lstStyle/>
          <a:p>
            <a:r>
              <a:rPr kumimoji="1" lang="en-US" altLang="zh-CN" sz="1000" baseline="30000" dirty="0">
                <a:latin typeface="HarmonyOS Sans SC Light" pitchFamily="2" charset="-122"/>
                <a:ea typeface="HarmonyOS Sans SC Light" pitchFamily="2" charset="-122"/>
              </a:rPr>
              <a:t>1</a:t>
            </a:r>
            <a:r>
              <a:rPr kumimoji="1" lang="en-US" altLang="zh-CN" sz="1000" dirty="0">
                <a:latin typeface="HarmonyOS Sans SC Light" pitchFamily="2" charset="-122"/>
                <a:ea typeface="HarmonyOS Sans SC Light" pitchFamily="2" charset="-122"/>
              </a:rPr>
              <a:t>Excludes venture capital.</a:t>
            </a:r>
          </a:p>
          <a:p>
            <a:r>
              <a:rPr kumimoji="1" lang="en-US" altLang="zh-CN" sz="1000" dirty="0">
                <a:latin typeface="HarmonyOS Sans SC Light" pitchFamily="2" charset="-122"/>
                <a:ea typeface="HarmonyOS Sans SC Light" pitchFamily="2" charset="-122"/>
              </a:rPr>
              <a:t>Data source: </a:t>
            </a:r>
            <a:r>
              <a:rPr kumimoji="1" lang="en-US" altLang="zh-CN" sz="1000" dirty="0" err="1">
                <a:latin typeface="HarmonyOS Sans SC Light" pitchFamily="2" charset="-122"/>
                <a:ea typeface="HarmonyOS Sans SC Light" pitchFamily="2" charset="-122"/>
              </a:rPr>
              <a:t>Preqin</a:t>
            </a:r>
            <a:endParaRPr kumimoji="1" lang="zh-CN" altLang="en-US" sz="1000" dirty="0">
              <a:latin typeface="HarmonyOS Sans SC Light" pitchFamily="2" charset="-122"/>
              <a:ea typeface="HarmonyOS Sans SC Light" pitchFamily="2" charset="-122"/>
            </a:endParaRPr>
          </a:p>
        </p:txBody>
      </p:sp>
    </p:spTree>
    <p:extLst>
      <p:ext uri="{BB962C8B-B14F-4D97-AF65-F5344CB8AC3E}">
        <p14:creationId xmlns:p14="http://schemas.microsoft.com/office/powerpoint/2010/main" val="375182415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hink-cell data - do not delete" hidden="1">
            <a:extLst>
              <a:ext uri="{FF2B5EF4-FFF2-40B4-BE49-F238E27FC236}">
                <a16:creationId xmlns:a16="http://schemas.microsoft.com/office/drawing/2014/main" id="{73590B71-1A5F-D57D-659D-B4225E4ADC0D}"/>
              </a:ext>
            </a:extLst>
          </p:cNvPr>
          <p:cNvGraphicFramePr>
            <a:graphicFrameLocks noChangeAspect="1"/>
          </p:cNvGraphicFramePr>
          <p:nvPr>
            <p:custDataLst>
              <p:tags r:id="rId1"/>
            </p:custDataLst>
            <p:extLst>
              <p:ext uri="{D42A27DB-BD31-4B8C-83A1-F6EECF244321}">
                <p14:modId xmlns:p14="http://schemas.microsoft.com/office/powerpoint/2010/main" val="3422991008"/>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幻灯片" r:id="rId25" imgW="490" imgH="504" progId="TCLayout.ActiveDocument.1">
                  <p:embed/>
                </p:oleObj>
              </mc:Choice>
              <mc:Fallback>
                <p:oleObj name="think-cell 幻灯片" r:id="rId25" imgW="490" imgH="504" progId="TCLayout.ActiveDocument.1">
                  <p:embed/>
                  <p:pic>
                    <p:nvPicPr>
                      <p:cNvPr id="4" name="think-cell data - do not delete" hidden="1">
                        <a:extLst>
                          <a:ext uri="{FF2B5EF4-FFF2-40B4-BE49-F238E27FC236}">
                            <a16:creationId xmlns:a16="http://schemas.microsoft.com/office/drawing/2014/main" id="{73590B71-1A5F-D57D-659D-B4225E4ADC0D}"/>
                          </a:ext>
                        </a:extLst>
                      </p:cNvPr>
                      <p:cNvPicPr/>
                      <p:nvPr/>
                    </p:nvPicPr>
                    <p:blipFill>
                      <a:blip r:embed="rId26"/>
                      <a:stretch>
                        <a:fillRect/>
                      </a:stretch>
                    </p:blipFill>
                    <p:spPr>
                      <a:xfrm>
                        <a:off x="1588" y="1588"/>
                        <a:ext cx="1588" cy="1588"/>
                      </a:xfrm>
                      <a:prstGeom prst="rect">
                        <a:avLst/>
                      </a:prstGeom>
                    </p:spPr>
                  </p:pic>
                </p:oleObj>
              </mc:Fallback>
            </mc:AlternateContent>
          </a:graphicData>
        </a:graphic>
      </p:graphicFrame>
      <p:sp>
        <p:nvSpPr>
          <p:cNvPr id="6" name="文本框 5">
            <a:extLst>
              <a:ext uri="{FF2B5EF4-FFF2-40B4-BE49-F238E27FC236}">
                <a16:creationId xmlns:a16="http://schemas.microsoft.com/office/drawing/2014/main" id="{A8EF0AFF-87F6-0F47-704C-283776B6D120}"/>
              </a:ext>
            </a:extLst>
          </p:cNvPr>
          <p:cNvSpPr txBox="1"/>
          <p:nvPr/>
        </p:nvSpPr>
        <p:spPr>
          <a:xfrm>
            <a:off x="527539" y="446913"/>
            <a:ext cx="8086109" cy="369332"/>
          </a:xfrm>
          <a:prstGeom prst="rect">
            <a:avLst/>
          </a:prstGeom>
          <a:noFill/>
        </p:spPr>
        <p:txBody>
          <a:bodyPr wrap="square" rtlCol="0">
            <a:spAutoFit/>
          </a:bodyPr>
          <a:lstStyle/>
          <a:p>
            <a:r>
              <a:rPr lang="en-US" altLang="zh-CN" dirty="0">
                <a:latin typeface="HarmonyOS Sans SC Medium" pitchFamily="2" charset="-122"/>
                <a:ea typeface="HarmonyOS Sans SC Medium" pitchFamily="2" charset="-122"/>
              </a:rPr>
              <a:t>Secondaries volume, particularly GP-led deals, is rising rapidly.</a:t>
            </a:r>
            <a:endParaRPr lang="zh-CN" altLang="en-US" dirty="0">
              <a:latin typeface="HarmonyOS Sans SC Medium" pitchFamily="2" charset="-122"/>
              <a:ea typeface="HarmonyOS Sans SC Medium" pitchFamily="2" charset="-122"/>
            </a:endParaRPr>
          </a:p>
        </p:txBody>
      </p:sp>
      <p:sp>
        <p:nvSpPr>
          <p:cNvPr id="8" name="文本框 7">
            <a:extLst>
              <a:ext uri="{FF2B5EF4-FFF2-40B4-BE49-F238E27FC236}">
                <a16:creationId xmlns:a16="http://schemas.microsoft.com/office/drawing/2014/main" id="{64ACE425-FC5C-0821-4205-D32DCD1873C8}"/>
              </a:ext>
            </a:extLst>
          </p:cNvPr>
          <p:cNvSpPr txBox="1"/>
          <p:nvPr/>
        </p:nvSpPr>
        <p:spPr>
          <a:xfrm>
            <a:off x="527539" y="910198"/>
            <a:ext cx="4881040" cy="307777"/>
          </a:xfrm>
          <a:prstGeom prst="rect">
            <a:avLst/>
          </a:prstGeom>
          <a:noFill/>
        </p:spPr>
        <p:txBody>
          <a:bodyPr wrap="square">
            <a:spAutoFit/>
          </a:bodyPr>
          <a:lstStyle/>
          <a:p>
            <a:r>
              <a:rPr lang="en-US" altLang="zh-CN" sz="1400" dirty="0">
                <a:latin typeface="HarmonyOS Sans SC" pitchFamily="2" charset="-122"/>
                <a:ea typeface="HarmonyOS Sans SC" pitchFamily="2" charset="-122"/>
              </a:rPr>
              <a:t>Secondary deal volume, </a:t>
            </a:r>
            <a:r>
              <a:rPr lang="en-US" altLang="zh-CN" sz="1400" dirty="0">
                <a:latin typeface="HarmonyOS Sans SC Light" pitchFamily="2" charset="-122"/>
                <a:ea typeface="HarmonyOS Sans SC Light" pitchFamily="2" charset="-122"/>
              </a:rPr>
              <a:t>$ billion</a:t>
            </a:r>
            <a:endParaRPr lang="zh-CN" altLang="en-US" sz="1400" dirty="0">
              <a:latin typeface="HarmonyOS Sans SC Light" pitchFamily="2" charset="-122"/>
              <a:ea typeface="HarmonyOS Sans SC Light" pitchFamily="2" charset="-122"/>
            </a:endParaRPr>
          </a:p>
        </p:txBody>
      </p:sp>
      <p:graphicFrame>
        <p:nvGraphicFramePr>
          <p:cNvPr id="131" name="Chart 3">
            <a:extLst>
              <a:ext uri="{FF2B5EF4-FFF2-40B4-BE49-F238E27FC236}">
                <a16:creationId xmlns:a16="http://schemas.microsoft.com/office/drawing/2014/main" id="{C4AA9FE7-383D-8AD5-48D9-B09EF3542020}"/>
              </a:ext>
            </a:extLst>
          </p:cNvPr>
          <p:cNvGraphicFramePr/>
          <p:nvPr>
            <p:custDataLst>
              <p:tags r:id="rId2"/>
            </p:custDataLst>
            <p:extLst>
              <p:ext uri="{D42A27DB-BD31-4B8C-83A1-F6EECF244321}">
                <p14:modId xmlns:p14="http://schemas.microsoft.com/office/powerpoint/2010/main" val="3174586168"/>
              </p:ext>
            </p:extLst>
          </p:nvPr>
        </p:nvGraphicFramePr>
        <p:xfrm>
          <a:off x="444500" y="1766888"/>
          <a:ext cx="11307763" cy="4338637"/>
        </p:xfrm>
        <a:graphic>
          <a:graphicData uri="http://schemas.openxmlformats.org/drawingml/2006/chart">
            <c:chart xmlns:c="http://schemas.openxmlformats.org/drawingml/2006/chart" xmlns:r="http://schemas.openxmlformats.org/officeDocument/2006/relationships" r:id="rId27"/>
          </a:graphicData>
        </a:graphic>
      </p:graphicFrame>
      <p:cxnSp>
        <p:nvCxnSpPr>
          <p:cNvPr id="147" name="直线连接符 146">
            <a:extLst>
              <a:ext uri="{FF2B5EF4-FFF2-40B4-BE49-F238E27FC236}">
                <a16:creationId xmlns:a16="http://schemas.microsoft.com/office/drawing/2014/main" id="{B851A2E1-90FC-94EB-C747-5026D23E3AE6}"/>
              </a:ext>
            </a:extLst>
          </p:cNvPr>
          <p:cNvCxnSpPr/>
          <p:nvPr>
            <p:custDataLst>
              <p:tags r:id="rId3"/>
            </p:custDataLst>
          </p:nvPr>
        </p:nvCxnSpPr>
        <p:spPr bwMode="auto">
          <a:xfrm flipV="1">
            <a:off x="6794500" y="1490663"/>
            <a:ext cx="2786063" cy="1863725"/>
          </a:xfrm>
          <a:prstGeom prst="line">
            <a:avLst/>
          </a:prstGeom>
          <a:ln w="28575" cap="flat" cmpd="sng" algn="ctr">
            <a:solidFill>
              <a:schemeClr val="tx1"/>
            </a:solidFill>
            <a:prstDash val="solid"/>
            <a:miter lim="800000"/>
            <a:headEnd type="none" w="med" len="med"/>
            <a:tailEnd type="triangle" w="med" len="med"/>
          </a:ln>
          <a:effectLst/>
        </p:spPr>
        <p:style>
          <a:lnRef idx="1">
            <a:schemeClr val="dk1"/>
          </a:lnRef>
          <a:fillRef idx="0">
            <a:schemeClr val="dk1"/>
          </a:fillRef>
          <a:effectRef idx="0">
            <a:schemeClr val="dk1"/>
          </a:effectRef>
          <a:fontRef idx="minor">
            <a:schemeClr val="tx1"/>
          </a:fontRef>
        </p:style>
      </p:cxnSp>
      <p:sp>
        <p:nvSpPr>
          <p:cNvPr id="27" name="文本占位符 2">
            <a:extLst>
              <a:ext uri="{FF2B5EF4-FFF2-40B4-BE49-F238E27FC236}">
                <a16:creationId xmlns:a16="http://schemas.microsoft.com/office/drawing/2014/main" id="{02CE2C1D-5D99-A5DB-E292-656454D8D9A5}"/>
              </a:ext>
            </a:extLst>
          </p:cNvPr>
          <p:cNvSpPr txBox="1">
            <a:spLocks/>
          </p:cNvSpPr>
          <p:nvPr>
            <p:custDataLst>
              <p:tags r:id="rId4"/>
            </p:custDataLst>
          </p:nvPr>
        </p:nvSpPr>
        <p:spPr bwMode="gray">
          <a:xfrm>
            <a:off x="2540000" y="5653088"/>
            <a:ext cx="152400" cy="192088"/>
          </a:xfrm>
          <a:prstGeom prst="rect">
            <a:avLst/>
          </a:prstGeom>
          <a:solidFill>
            <a:schemeClr val="tx1"/>
          </a:solidFill>
          <a:ln>
            <a:noFill/>
          </a:ln>
          <a:effectLst/>
        </p:spPr>
        <p:txBody>
          <a:bodyPr vert="horz" wrap="none" lIns="25400" tIns="0" rIns="25400" bIns="0" rtlCol="0" anchor="ct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spcBef>
                <a:spcPct val="0"/>
              </a:spcBef>
              <a:spcAft>
                <a:spcPct val="0"/>
              </a:spcAft>
              <a:buNone/>
            </a:pPr>
            <a:fld id="{33C4E648-6CE9-4DF7-917B-09C1357E1EFF}" type="datetime'2'''''''''''''''''''''''''''''''''''''''''''''''''''''''''">
              <a:rPr lang="zh-CN" altLang="en-US" sz="1400" smtClean="0">
                <a:solidFill>
                  <a:schemeClr val="bg1"/>
                </a:solidFill>
                <a:effectLst/>
                <a:latin typeface="HarmonyOS Sans SC" pitchFamily="2" charset="-122"/>
                <a:ea typeface="HarmonyOS Sans SC" pitchFamily="2" charset="-122"/>
                <a:sym typeface="HarmonyOS Sans SC" pitchFamily="2" charset="-122"/>
              </a:rPr>
              <a:pPr marL="0" indent="0" algn="ctr">
                <a:spcBef>
                  <a:spcPct val="0"/>
                </a:spcBef>
                <a:spcAft>
                  <a:spcPct val="0"/>
                </a:spcAft>
                <a:buNone/>
              </a:pPr>
              <a:t>2</a:t>
            </a:fld>
            <a:endParaRPr kumimoji="1" lang="zh-CN" altLang="en-US" sz="1400" dirty="0">
              <a:solidFill>
                <a:schemeClr val="bg1"/>
              </a:solidFill>
              <a:latin typeface="HarmonyOS Sans SC" pitchFamily="2" charset="-122"/>
              <a:ea typeface="HarmonyOS Sans SC" pitchFamily="2" charset="-122"/>
              <a:sym typeface="HarmonyOS Sans SC" pitchFamily="2" charset="-122"/>
            </a:endParaRPr>
          </a:p>
        </p:txBody>
      </p:sp>
      <p:sp>
        <p:nvSpPr>
          <p:cNvPr id="5" name="文本占位符 2">
            <a:extLst>
              <a:ext uri="{FF2B5EF4-FFF2-40B4-BE49-F238E27FC236}">
                <a16:creationId xmlns:a16="http://schemas.microsoft.com/office/drawing/2014/main" id="{2667611C-339B-40F1-E47B-10BABCA36B5A}"/>
              </a:ext>
            </a:extLst>
          </p:cNvPr>
          <p:cNvSpPr txBox="1">
            <a:spLocks/>
          </p:cNvSpPr>
          <p:nvPr>
            <p:custDataLst>
              <p:tags r:id="rId5"/>
            </p:custDataLst>
          </p:nvPr>
        </p:nvSpPr>
        <p:spPr bwMode="auto">
          <a:xfrm>
            <a:off x="2406650" y="5929313"/>
            <a:ext cx="419100" cy="192088"/>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t">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spcBef>
                <a:spcPct val="0"/>
              </a:spcBef>
              <a:spcAft>
                <a:spcPct val="0"/>
              </a:spcAft>
              <a:buNone/>
            </a:pPr>
            <a:fld id="{C3320CBA-6BB1-442D-8CDF-FEF8B9851FE7}" type="datetime'''''''''''2''''''''''''0''''''''''1''3'''''''''''''''''">
              <a:rPr lang="zh-CN" altLang="en-US" sz="1400" smtClean="0">
                <a:latin typeface="HarmonyOS Sans SC" pitchFamily="2" charset="-122"/>
                <a:ea typeface="HarmonyOS Sans SC" pitchFamily="2" charset="-122"/>
                <a:sym typeface="HarmonyOS Sans SC" pitchFamily="2" charset="-122"/>
              </a:rPr>
              <a:pPr/>
              <a:t>2013</a:t>
            </a:fld>
            <a:endParaRPr lang="zh-CN" altLang="en-US" sz="1400" dirty="0">
              <a:latin typeface="HarmonyOS Sans SC" pitchFamily="2" charset="-122"/>
              <a:ea typeface="HarmonyOS Sans SC" pitchFamily="2" charset="-122"/>
              <a:sym typeface="HarmonyOS Sans SC" pitchFamily="2" charset="-122"/>
            </a:endParaRPr>
          </a:p>
        </p:txBody>
      </p:sp>
      <p:sp>
        <p:nvSpPr>
          <p:cNvPr id="7" name="文本占位符 2">
            <a:extLst>
              <a:ext uri="{FF2B5EF4-FFF2-40B4-BE49-F238E27FC236}">
                <a16:creationId xmlns:a16="http://schemas.microsoft.com/office/drawing/2014/main" id="{98093C40-3979-AE77-7D84-36D3F6277841}"/>
              </a:ext>
            </a:extLst>
          </p:cNvPr>
          <p:cNvSpPr txBox="1">
            <a:spLocks/>
          </p:cNvSpPr>
          <p:nvPr>
            <p:custDataLst>
              <p:tags r:id="rId6"/>
            </p:custDataLst>
          </p:nvPr>
        </p:nvSpPr>
        <p:spPr bwMode="auto">
          <a:xfrm>
            <a:off x="3798888" y="5929313"/>
            <a:ext cx="419100" cy="192088"/>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t">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spcBef>
                <a:spcPct val="0"/>
              </a:spcBef>
              <a:spcAft>
                <a:spcPct val="0"/>
              </a:spcAft>
              <a:buNone/>
            </a:pPr>
            <a:fld id="{FAE20110-927C-447D-9CA3-64A3E479C948}" type="datetime'''''2''''''0''''''''''1''''''''''4'''''''''''''''">
              <a:rPr lang="zh-CN" altLang="en-US" sz="1400" smtClean="0">
                <a:latin typeface="HarmonyOS Sans SC" pitchFamily="2" charset="-122"/>
                <a:ea typeface="HarmonyOS Sans SC" pitchFamily="2" charset="-122"/>
                <a:sym typeface="HarmonyOS Sans SC" pitchFamily="2" charset="-122"/>
              </a:rPr>
              <a:pPr/>
              <a:t>2014</a:t>
            </a:fld>
            <a:endParaRPr lang="zh-CN" altLang="en-US" sz="1400" dirty="0">
              <a:latin typeface="HarmonyOS Sans SC" pitchFamily="2" charset="-122"/>
              <a:ea typeface="HarmonyOS Sans SC" pitchFamily="2" charset="-122"/>
              <a:sym typeface="HarmonyOS Sans SC" pitchFamily="2" charset="-122"/>
            </a:endParaRPr>
          </a:p>
        </p:txBody>
      </p:sp>
      <p:sp>
        <p:nvSpPr>
          <p:cNvPr id="18" name="文本占位符 2">
            <a:extLst>
              <a:ext uri="{FF2B5EF4-FFF2-40B4-BE49-F238E27FC236}">
                <a16:creationId xmlns:a16="http://schemas.microsoft.com/office/drawing/2014/main" id="{5A9F279F-F573-3D3C-F40D-42D8B5FE09C4}"/>
              </a:ext>
            </a:extLst>
          </p:cNvPr>
          <p:cNvSpPr txBox="1">
            <a:spLocks/>
          </p:cNvSpPr>
          <p:nvPr>
            <p:custDataLst>
              <p:tags r:id="rId7"/>
            </p:custDataLst>
          </p:nvPr>
        </p:nvSpPr>
        <p:spPr bwMode="auto">
          <a:xfrm>
            <a:off x="5192713" y="5929313"/>
            <a:ext cx="419100" cy="192088"/>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t">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spcBef>
                <a:spcPct val="0"/>
              </a:spcBef>
              <a:spcAft>
                <a:spcPct val="0"/>
              </a:spcAft>
              <a:buNone/>
            </a:pPr>
            <a:fld id="{080717D9-369E-4852-902D-C5DA69DF8F7B}" type="datetime'''''''''''''2''''''0''1''''''''''5'''''''">
              <a:rPr lang="zh-CN" altLang="en-US" sz="1400" smtClean="0">
                <a:latin typeface="HarmonyOS Sans SC" pitchFamily="2" charset="-122"/>
                <a:ea typeface="HarmonyOS Sans SC" pitchFamily="2" charset="-122"/>
                <a:sym typeface="HarmonyOS Sans SC" pitchFamily="2" charset="-122"/>
              </a:rPr>
              <a:pPr/>
              <a:t>2015</a:t>
            </a:fld>
            <a:endParaRPr lang="zh-CN" altLang="en-US" sz="1400" dirty="0">
              <a:latin typeface="HarmonyOS Sans SC" pitchFamily="2" charset="-122"/>
              <a:ea typeface="HarmonyOS Sans SC" pitchFamily="2" charset="-122"/>
              <a:sym typeface="HarmonyOS Sans SC" pitchFamily="2" charset="-122"/>
            </a:endParaRPr>
          </a:p>
        </p:txBody>
      </p:sp>
      <p:sp>
        <p:nvSpPr>
          <p:cNvPr id="19" name="文本占位符 2">
            <a:extLst>
              <a:ext uri="{FF2B5EF4-FFF2-40B4-BE49-F238E27FC236}">
                <a16:creationId xmlns:a16="http://schemas.microsoft.com/office/drawing/2014/main" id="{4B7DFFCF-5B6F-E8DF-3101-ED1E5C77A55A}"/>
              </a:ext>
            </a:extLst>
          </p:cNvPr>
          <p:cNvSpPr txBox="1">
            <a:spLocks/>
          </p:cNvSpPr>
          <p:nvPr>
            <p:custDataLst>
              <p:tags r:id="rId8"/>
            </p:custDataLst>
          </p:nvPr>
        </p:nvSpPr>
        <p:spPr bwMode="auto">
          <a:xfrm>
            <a:off x="6584950" y="5929313"/>
            <a:ext cx="419100" cy="192088"/>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t">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spcBef>
                <a:spcPct val="0"/>
              </a:spcBef>
              <a:spcAft>
                <a:spcPct val="0"/>
              </a:spcAft>
              <a:buNone/>
            </a:pPr>
            <a:fld id="{1B0F72A9-43A0-4626-A4DD-292CC0684860}" type="datetime'''''''''''''''''''''''''''20''''''''''''''''''''''''1''6'''">
              <a:rPr lang="zh-CN" altLang="en-US" sz="1400" smtClean="0">
                <a:latin typeface="HarmonyOS Sans SC" pitchFamily="2" charset="-122"/>
                <a:ea typeface="HarmonyOS Sans SC" pitchFamily="2" charset="-122"/>
                <a:sym typeface="HarmonyOS Sans SC" pitchFamily="2" charset="-122"/>
              </a:rPr>
              <a:pPr/>
              <a:t>2016</a:t>
            </a:fld>
            <a:endParaRPr lang="zh-CN" altLang="en-US" sz="1400" dirty="0">
              <a:latin typeface="HarmonyOS Sans SC" pitchFamily="2" charset="-122"/>
              <a:ea typeface="HarmonyOS Sans SC" pitchFamily="2" charset="-122"/>
              <a:sym typeface="HarmonyOS Sans SC" pitchFamily="2" charset="-122"/>
            </a:endParaRPr>
          </a:p>
        </p:txBody>
      </p:sp>
      <p:sp>
        <p:nvSpPr>
          <p:cNvPr id="20" name="文本占位符 2">
            <a:extLst>
              <a:ext uri="{FF2B5EF4-FFF2-40B4-BE49-F238E27FC236}">
                <a16:creationId xmlns:a16="http://schemas.microsoft.com/office/drawing/2014/main" id="{8B701227-DD29-47D5-8604-C7FA608826FC}"/>
              </a:ext>
            </a:extLst>
          </p:cNvPr>
          <p:cNvSpPr txBox="1">
            <a:spLocks/>
          </p:cNvSpPr>
          <p:nvPr>
            <p:custDataLst>
              <p:tags r:id="rId9"/>
            </p:custDataLst>
          </p:nvPr>
        </p:nvSpPr>
        <p:spPr bwMode="auto">
          <a:xfrm>
            <a:off x="7977188" y="5929313"/>
            <a:ext cx="419100" cy="192088"/>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t">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spcBef>
                <a:spcPct val="0"/>
              </a:spcBef>
              <a:spcAft>
                <a:spcPct val="0"/>
              </a:spcAft>
              <a:buNone/>
            </a:pPr>
            <a:fld id="{0E0DFC39-2811-46C5-9DF0-FC9E28E624E2}" type="datetime'''''''2''''''''''''''''''''''''''''''''''''01''7'''">
              <a:rPr lang="zh-CN" altLang="en-US" sz="1400" smtClean="0">
                <a:latin typeface="HarmonyOS Sans SC" pitchFamily="2" charset="-122"/>
                <a:ea typeface="HarmonyOS Sans SC" pitchFamily="2" charset="-122"/>
                <a:sym typeface="HarmonyOS Sans SC" pitchFamily="2" charset="-122"/>
              </a:rPr>
              <a:pPr/>
              <a:t>2017</a:t>
            </a:fld>
            <a:endParaRPr lang="zh-CN" altLang="en-US" sz="1400" dirty="0">
              <a:latin typeface="HarmonyOS Sans SC" pitchFamily="2" charset="-122"/>
              <a:ea typeface="HarmonyOS Sans SC" pitchFamily="2" charset="-122"/>
              <a:sym typeface="HarmonyOS Sans SC" pitchFamily="2" charset="-122"/>
            </a:endParaRPr>
          </a:p>
        </p:txBody>
      </p:sp>
      <p:sp>
        <p:nvSpPr>
          <p:cNvPr id="21" name="文本占位符 2">
            <a:extLst>
              <a:ext uri="{FF2B5EF4-FFF2-40B4-BE49-F238E27FC236}">
                <a16:creationId xmlns:a16="http://schemas.microsoft.com/office/drawing/2014/main" id="{6800F236-F76A-5A25-D25A-C14B7EFDFB48}"/>
              </a:ext>
            </a:extLst>
          </p:cNvPr>
          <p:cNvSpPr txBox="1">
            <a:spLocks/>
          </p:cNvSpPr>
          <p:nvPr>
            <p:custDataLst>
              <p:tags r:id="rId10"/>
            </p:custDataLst>
          </p:nvPr>
        </p:nvSpPr>
        <p:spPr bwMode="auto">
          <a:xfrm>
            <a:off x="9371013" y="5929313"/>
            <a:ext cx="419100" cy="192088"/>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t">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spcBef>
                <a:spcPct val="0"/>
              </a:spcBef>
              <a:spcAft>
                <a:spcPct val="0"/>
              </a:spcAft>
              <a:buNone/>
            </a:pPr>
            <a:fld id="{3AAB32D2-5F96-4862-A1C6-7118B3CE59A6}" type="datetime'2''0''''''''''''''''1''''''''''''''''''8'''''''">
              <a:rPr lang="zh-CN" altLang="en-US" sz="1400" smtClean="0">
                <a:latin typeface="HarmonyOS Sans SC" pitchFamily="2" charset="-122"/>
                <a:ea typeface="HarmonyOS Sans SC" pitchFamily="2" charset="-122"/>
                <a:sym typeface="HarmonyOS Sans SC" pitchFamily="2" charset="-122"/>
              </a:rPr>
              <a:pPr/>
              <a:t>2018</a:t>
            </a:fld>
            <a:endParaRPr lang="zh-CN" altLang="en-US" sz="1400" dirty="0">
              <a:latin typeface="HarmonyOS Sans SC" pitchFamily="2" charset="-122"/>
              <a:ea typeface="HarmonyOS Sans SC" pitchFamily="2" charset="-122"/>
              <a:sym typeface="HarmonyOS Sans SC" pitchFamily="2" charset="-122"/>
            </a:endParaRPr>
          </a:p>
        </p:txBody>
      </p:sp>
      <p:sp>
        <p:nvSpPr>
          <p:cNvPr id="22" name="文本占位符 2">
            <a:extLst>
              <a:ext uri="{FF2B5EF4-FFF2-40B4-BE49-F238E27FC236}">
                <a16:creationId xmlns:a16="http://schemas.microsoft.com/office/drawing/2014/main" id="{97A65597-990C-BA6B-3EA4-5702C99523DF}"/>
              </a:ext>
            </a:extLst>
          </p:cNvPr>
          <p:cNvSpPr txBox="1">
            <a:spLocks/>
          </p:cNvSpPr>
          <p:nvPr>
            <p:custDataLst>
              <p:tags r:id="rId11"/>
            </p:custDataLst>
          </p:nvPr>
        </p:nvSpPr>
        <p:spPr bwMode="auto">
          <a:xfrm>
            <a:off x="10623550" y="5929313"/>
            <a:ext cx="700088" cy="192088"/>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t">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spcBef>
                <a:spcPct val="0"/>
              </a:spcBef>
              <a:spcAft>
                <a:spcPct val="0"/>
              </a:spcAft>
              <a:buNone/>
            </a:pPr>
            <a:fld id="{5006465E-9872-49A1-958C-2DC43A21090F}" type="datetime'''''1''''''H'''''' ''''''2''''0''''''1''''''''''''''''''''9'">
              <a:rPr lang="en-US" altLang="en-US" sz="1400" smtClean="0">
                <a:latin typeface="HarmonyOS Sans SC" pitchFamily="2" charset="-122"/>
                <a:ea typeface="HarmonyOS Sans SC" pitchFamily="2" charset="-122"/>
              </a:rPr>
              <a:pPr/>
              <a:t>1H 2019</a:t>
            </a:fld>
            <a:endParaRPr lang="zh-CN" altLang="en-US" sz="1400" dirty="0">
              <a:latin typeface="HarmonyOS Sans SC" pitchFamily="2" charset="-122"/>
              <a:ea typeface="HarmonyOS Sans SC" pitchFamily="2" charset="-122"/>
              <a:sym typeface="HarmonyOS Sans SC" pitchFamily="2" charset="-122"/>
            </a:endParaRPr>
          </a:p>
        </p:txBody>
      </p:sp>
      <p:sp>
        <p:nvSpPr>
          <p:cNvPr id="10" name="文本占位符 2">
            <a:extLst>
              <a:ext uri="{FF2B5EF4-FFF2-40B4-BE49-F238E27FC236}">
                <a16:creationId xmlns:a16="http://schemas.microsoft.com/office/drawing/2014/main" id="{3AFAAF15-7618-1EF4-D1D2-9149E52B82E5}"/>
              </a:ext>
            </a:extLst>
          </p:cNvPr>
          <p:cNvSpPr txBox="1">
            <a:spLocks/>
          </p:cNvSpPr>
          <p:nvPr>
            <p:custDataLst>
              <p:tags r:id="rId12"/>
            </p:custDataLst>
          </p:nvPr>
        </p:nvSpPr>
        <p:spPr bwMode="gray">
          <a:xfrm>
            <a:off x="1146175" y="5678488"/>
            <a:ext cx="152400" cy="192088"/>
          </a:xfrm>
          <a:prstGeom prst="rect">
            <a:avLst/>
          </a:prstGeom>
          <a:solidFill>
            <a:schemeClr val="tx1"/>
          </a:solidFill>
          <a:ln>
            <a:noFill/>
          </a:ln>
          <a:effectLst/>
        </p:spPr>
        <p:txBody>
          <a:bodyPr vert="horz" wrap="none" lIns="25400" tIns="0" rIns="25400" bIns="0" rtlCol="0" anchor="ct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spcBef>
                <a:spcPct val="0"/>
              </a:spcBef>
              <a:spcAft>
                <a:spcPct val="0"/>
              </a:spcAft>
              <a:buNone/>
            </a:pPr>
            <a:fld id="{0AB1166F-1FC7-4EE3-A51E-150C9F8E8AE5}" type="datetime'''''''''''''''''''''''''1'''''''''''">
              <a:rPr lang="zh-CN" altLang="en-US" sz="1400" smtClean="0">
                <a:solidFill>
                  <a:schemeClr val="bg1"/>
                </a:solidFill>
                <a:effectLst/>
                <a:latin typeface="HarmonyOS Sans SC" pitchFamily="2" charset="-122"/>
                <a:ea typeface="HarmonyOS Sans SC" pitchFamily="2" charset="-122"/>
              </a:rPr>
              <a:pPr/>
              <a:t>1</a:t>
            </a:fld>
            <a:endParaRPr kumimoji="1" lang="zh-CN" altLang="en-US" sz="1400" dirty="0">
              <a:solidFill>
                <a:schemeClr val="bg1"/>
              </a:solidFill>
              <a:latin typeface="HarmonyOS Sans SC" pitchFamily="2" charset="-122"/>
              <a:ea typeface="HarmonyOS Sans SC" pitchFamily="2" charset="-122"/>
              <a:sym typeface="HarmonyOS Sans SC" pitchFamily="2" charset="-122"/>
            </a:endParaRPr>
          </a:p>
        </p:txBody>
      </p:sp>
      <p:sp>
        <p:nvSpPr>
          <p:cNvPr id="2" name="文本占位符 2">
            <a:extLst>
              <a:ext uri="{FF2B5EF4-FFF2-40B4-BE49-F238E27FC236}">
                <a16:creationId xmlns:a16="http://schemas.microsoft.com/office/drawing/2014/main" id="{406B88DE-D1CC-F4D3-ED45-2FA64504E621}"/>
              </a:ext>
            </a:extLst>
          </p:cNvPr>
          <p:cNvSpPr txBox="1">
            <a:spLocks/>
          </p:cNvSpPr>
          <p:nvPr>
            <p:custDataLst>
              <p:tags r:id="rId13"/>
            </p:custDataLst>
          </p:nvPr>
        </p:nvSpPr>
        <p:spPr bwMode="auto">
          <a:xfrm>
            <a:off x="1012825" y="5929313"/>
            <a:ext cx="419100" cy="192088"/>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t">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spcBef>
                <a:spcPct val="0"/>
              </a:spcBef>
              <a:spcAft>
                <a:spcPct val="0"/>
              </a:spcAft>
              <a:buNone/>
            </a:pPr>
            <a:fld id="{F45DD640-1083-46C9-BD54-102E73CF22E1}" type="datetime'''''''''''''''2''''0''''''''1''''''''''2'''''''''">
              <a:rPr lang="zh-CN" altLang="en-US" sz="1400" smtClean="0">
                <a:latin typeface="HarmonyOS Sans SC" pitchFamily="2" charset="-122"/>
                <a:ea typeface="HarmonyOS Sans SC" pitchFamily="2" charset="-122"/>
                <a:sym typeface="HarmonyOS Sans SC" pitchFamily="2" charset="-122"/>
              </a:rPr>
              <a:pPr/>
              <a:t>2012</a:t>
            </a:fld>
            <a:endParaRPr lang="zh-CN" altLang="en-US" sz="1400" dirty="0">
              <a:latin typeface="HarmonyOS Sans SC" pitchFamily="2" charset="-122"/>
              <a:ea typeface="HarmonyOS Sans SC" pitchFamily="2" charset="-122"/>
              <a:sym typeface="HarmonyOS Sans SC" pitchFamily="2" charset="-122"/>
            </a:endParaRPr>
          </a:p>
        </p:txBody>
      </p:sp>
      <p:sp>
        <p:nvSpPr>
          <p:cNvPr id="12" name="文本占位符 2">
            <a:extLst>
              <a:ext uri="{FF2B5EF4-FFF2-40B4-BE49-F238E27FC236}">
                <a16:creationId xmlns:a16="http://schemas.microsoft.com/office/drawing/2014/main" id="{42654795-ECDD-197C-81DE-B5E2BB93C4FC}"/>
              </a:ext>
            </a:extLst>
          </p:cNvPr>
          <p:cNvSpPr txBox="1">
            <a:spLocks/>
          </p:cNvSpPr>
          <p:nvPr>
            <p:custDataLst>
              <p:tags r:id="rId14"/>
            </p:custDataLst>
          </p:nvPr>
        </p:nvSpPr>
        <p:spPr bwMode="gray">
          <a:xfrm>
            <a:off x="1095374" y="4322763"/>
            <a:ext cx="254000" cy="192088"/>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25400" tIns="0" rIns="25400" bIns="0" rtlCol="0" anchor="b">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spcBef>
                <a:spcPct val="0"/>
              </a:spcBef>
              <a:spcAft>
                <a:spcPct val="0"/>
              </a:spcAft>
              <a:buNone/>
            </a:pPr>
            <a:fld id="{FE50D08D-F00B-46EF-BB74-91DD169516F0}" type="datetime'''''''''''''''''''''''''''''''''''2''''''5'''''''''">
              <a:rPr lang="zh-CN" altLang="en-US" sz="1400" smtClean="0">
                <a:latin typeface="HarmonyOS Sans SC" pitchFamily="2" charset="-122"/>
                <a:ea typeface="HarmonyOS Sans SC" pitchFamily="2" charset="-122"/>
              </a:rPr>
              <a:pPr/>
              <a:t>25</a:t>
            </a:fld>
            <a:endParaRPr lang="zh-CN" altLang="en-US" sz="1400" dirty="0">
              <a:latin typeface="HarmonyOS Sans SC" pitchFamily="2" charset="-122"/>
              <a:ea typeface="HarmonyOS Sans SC" pitchFamily="2" charset="-122"/>
              <a:sym typeface="HarmonyOS Sans SC" pitchFamily="2" charset="-122"/>
            </a:endParaRPr>
          </a:p>
        </p:txBody>
      </p:sp>
      <p:sp>
        <p:nvSpPr>
          <p:cNvPr id="13" name="文本占位符 2">
            <a:extLst>
              <a:ext uri="{FF2B5EF4-FFF2-40B4-BE49-F238E27FC236}">
                <a16:creationId xmlns:a16="http://schemas.microsoft.com/office/drawing/2014/main" id="{8F3C66DF-B94B-7BEF-4EA6-A61AD3ED0D25}"/>
              </a:ext>
            </a:extLst>
          </p:cNvPr>
          <p:cNvSpPr txBox="1">
            <a:spLocks/>
          </p:cNvSpPr>
          <p:nvPr>
            <p:custDataLst>
              <p:tags r:id="rId15"/>
            </p:custDataLst>
          </p:nvPr>
        </p:nvSpPr>
        <p:spPr bwMode="gray">
          <a:xfrm>
            <a:off x="2489199" y="4171950"/>
            <a:ext cx="254000" cy="192088"/>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25400" tIns="0" rIns="25400" bIns="0" rtlCol="0" anchor="b">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spcBef>
                <a:spcPct val="0"/>
              </a:spcBef>
              <a:spcAft>
                <a:spcPct val="0"/>
              </a:spcAft>
              <a:buNone/>
            </a:pPr>
            <a:fld id="{DD5BE33F-FBD9-49BF-86AD-25D825BCE795}" type="datetime'''''''''''''''''''''2''''8'''''''''''''''''''''''''''''''''''">
              <a:rPr lang="zh-CN" altLang="en-US" sz="1400" smtClean="0">
                <a:latin typeface="HarmonyOS Sans SC" pitchFamily="2" charset="-122"/>
                <a:ea typeface="HarmonyOS Sans SC" pitchFamily="2" charset="-122"/>
              </a:rPr>
              <a:pPr/>
              <a:t>28</a:t>
            </a:fld>
            <a:endParaRPr lang="zh-CN" altLang="en-US" sz="1400" dirty="0">
              <a:latin typeface="HarmonyOS Sans SC" pitchFamily="2" charset="-122"/>
              <a:ea typeface="HarmonyOS Sans SC" pitchFamily="2" charset="-122"/>
              <a:sym typeface="HarmonyOS Sans SC" pitchFamily="2" charset="-122"/>
            </a:endParaRPr>
          </a:p>
        </p:txBody>
      </p:sp>
      <p:sp>
        <p:nvSpPr>
          <p:cNvPr id="14" name="文本占位符 2">
            <a:extLst>
              <a:ext uri="{FF2B5EF4-FFF2-40B4-BE49-F238E27FC236}">
                <a16:creationId xmlns:a16="http://schemas.microsoft.com/office/drawing/2014/main" id="{36DA4D2E-BE60-3E48-EF59-A4B7829618F4}"/>
              </a:ext>
            </a:extLst>
          </p:cNvPr>
          <p:cNvSpPr txBox="1">
            <a:spLocks/>
          </p:cNvSpPr>
          <p:nvPr>
            <p:custDataLst>
              <p:tags r:id="rId16"/>
            </p:custDataLst>
          </p:nvPr>
        </p:nvSpPr>
        <p:spPr bwMode="gray">
          <a:xfrm>
            <a:off x="3881437" y="3467100"/>
            <a:ext cx="254000" cy="192088"/>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25400" tIns="0" rIns="25400" bIns="0" rtlCol="0" anchor="b">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spcBef>
                <a:spcPct val="0"/>
              </a:spcBef>
              <a:spcAft>
                <a:spcPct val="0"/>
              </a:spcAft>
              <a:buNone/>
            </a:pPr>
            <a:fld id="{83FE9520-7505-4248-A9B3-FE306138DA07}" type="datetime'''''''''4''''''''''''''''''''''''''''''''''''''''2'''''''''''">
              <a:rPr lang="zh-CN" altLang="en-US" sz="1400" smtClean="0">
                <a:latin typeface="HarmonyOS Sans SC" pitchFamily="2" charset="-122"/>
                <a:ea typeface="HarmonyOS Sans SC" pitchFamily="2" charset="-122"/>
              </a:rPr>
              <a:pPr/>
              <a:t>42</a:t>
            </a:fld>
            <a:endParaRPr lang="zh-CN" altLang="en-US" sz="1400" dirty="0">
              <a:latin typeface="HarmonyOS Sans SC" pitchFamily="2" charset="-122"/>
              <a:ea typeface="HarmonyOS Sans SC" pitchFamily="2" charset="-122"/>
              <a:sym typeface="HarmonyOS Sans SC" pitchFamily="2" charset="-122"/>
            </a:endParaRPr>
          </a:p>
        </p:txBody>
      </p:sp>
      <p:sp>
        <p:nvSpPr>
          <p:cNvPr id="45" name="文本占位符 2">
            <a:extLst>
              <a:ext uri="{FF2B5EF4-FFF2-40B4-BE49-F238E27FC236}">
                <a16:creationId xmlns:a16="http://schemas.microsoft.com/office/drawing/2014/main" id="{60248049-2FFD-8D16-D3A3-E184421AEF1B}"/>
              </a:ext>
            </a:extLst>
          </p:cNvPr>
          <p:cNvSpPr txBox="1">
            <a:spLocks/>
          </p:cNvSpPr>
          <p:nvPr>
            <p:custDataLst>
              <p:tags r:id="rId17"/>
            </p:custDataLst>
          </p:nvPr>
        </p:nvSpPr>
        <p:spPr bwMode="gray">
          <a:xfrm>
            <a:off x="5275262" y="3567113"/>
            <a:ext cx="254000" cy="192088"/>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25400" tIns="0" rIns="25400" bIns="0" rtlCol="0" anchor="b">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spcBef>
                <a:spcPct val="0"/>
              </a:spcBef>
              <a:spcAft>
                <a:spcPct val="0"/>
              </a:spcAft>
              <a:buNone/>
            </a:pPr>
            <a:fld id="{BC6D0B89-5ED2-480C-9F7D-22DA34DA811B}" type="datetime'''''''''''''''''''''''''''''''''''''''''''''''''''4''0'">
              <a:rPr lang="zh-CN" altLang="en-US" sz="1400" smtClean="0">
                <a:latin typeface="HarmonyOS Sans SC" pitchFamily="2" charset="-122"/>
                <a:ea typeface="HarmonyOS Sans SC" pitchFamily="2" charset="-122"/>
              </a:rPr>
              <a:pPr/>
              <a:t>40</a:t>
            </a:fld>
            <a:endParaRPr lang="zh-CN" altLang="en-US" sz="1400" dirty="0">
              <a:latin typeface="HarmonyOS Sans SC" pitchFamily="2" charset="-122"/>
              <a:ea typeface="HarmonyOS Sans SC" pitchFamily="2" charset="-122"/>
              <a:sym typeface="HarmonyOS Sans SC" pitchFamily="2" charset="-122"/>
            </a:endParaRPr>
          </a:p>
        </p:txBody>
      </p:sp>
      <p:sp>
        <p:nvSpPr>
          <p:cNvPr id="51" name="文本占位符 2">
            <a:extLst>
              <a:ext uri="{FF2B5EF4-FFF2-40B4-BE49-F238E27FC236}">
                <a16:creationId xmlns:a16="http://schemas.microsoft.com/office/drawing/2014/main" id="{22D71FE2-E162-FE1C-7A65-74E40CBF545E}"/>
              </a:ext>
            </a:extLst>
          </p:cNvPr>
          <p:cNvSpPr txBox="1">
            <a:spLocks/>
          </p:cNvSpPr>
          <p:nvPr>
            <p:custDataLst>
              <p:tags r:id="rId18"/>
            </p:custDataLst>
          </p:nvPr>
        </p:nvSpPr>
        <p:spPr bwMode="gray">
          <a:xfrm>
            <a:off x="6667499" y="3719513"/>
            <a:ext cx="254000" cy="192088"/>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25400" tIns="0" rIns="25400" bIns="0" rtlCol="0" anchor="b">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spcBef>
                <a:spcPct val="0"/>
              </a:spcBef>
              <a:spcAft>
                <a:spcPct val="0"/>
              </a:spcAft>
              <a:buNone/>
            </a:pPr>
            <a:fld id="{2D89E1DE-F583-4A9B-B9A0-636797C6E8F9}" type="datetime'''''''''''3''''''''''''''''''''''''''7'''''">
              <a:rPr lang="zh-CN" altLang="en-US" sz="1400" smtClean="0">
                <a:latin typeface="HarmonyOS Sans SC" pitchFamily="2" charset="-122"/>
                <a:ea typeface="HarmonyOS Sans SC" pitchFamily="2" charset="-122"/>
              </a:rPr>
              <a:pPr/>
              <a:t>37</a:t>
            </a:fld>
            <a:endParaRPr lang="zh-CN" altLang="en-US" sz="1400" dirty="0">
              <a:latin typeface="HarmonyOS Sans SC" pitchFamily="2" charset="-122"/>
              <a:ea typeface="HarmonyOS Sans SC" pitchFamily="2" charset="-122"/>
              <a:sym typeface="HarmonyOS Sans SC" pitchFamily="2" charset="-122"/>
            </a:endParaRPr>
          </a:p>
        </p:txBody>
      </p:sp>
      <p:sp>
        <p:nvSpPr>
          <p:cNvPr id="58" name="文本占位符 2">
            <a:extLst>
              <a:ext uri="{FF2B5EF4-FFF2-40B4-BE49-F238E27FC236}">
                <a16:creationId xmlns:a16="http://schemas.microsoft.com/office/drawing/2014/main" id="{0C873A2F-8704-4599-1236-6A828A47E3D1}"/>
              </a:ext>
            </a:extLst>
          </p:cNvPr>
          <p:cNvSpPr txBox="1">
            <a:spLocks/>
          </p:cNvSpPr>
          <p:nvPr>
            <p:custDataLst>
              <p:tags r:id="rId19"/>
            </p:custDataLst>
          </p:nvPr>
        </p:nvSpPr>
        <p:spPr bwMode="gray">
          <a:xfrm>
            <a:off x="8059737" y="2660650"/>
            <a:ext cx="254000" cy="192088"/>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25400" tIns="0" rIns="25400" bIns="0" rtlCol="0" anchor="b">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spcBef>
                <a:spcPct val="0"/>
              </a:spcBef>
              <a:spcAft>
                <a:spcPct val="0"/>
              </a:spcAft>
              <a:buNone/>
            </a:pPr>
            <a:fld id="{0608495A-AB9B-4EA1-9D45-8182C67C25AE}" type="datetime'5''''''''''''''''''''''''''''''''''''''''''''8'''''''''''''">
              <a:rPr lang="zh-CN" altLang="en-US" sz="1400" smtClean="0">
                <a:latin typeface="HarmonyOS Sans SC" pitchFamily="2" charset="-122"/>
                <a:ea typeface="HarmonyOS Sans SC" pitchFamily="2" charset="-122"/>
              </a:rPr>
              <a:pPr/>
              <a:t>58</a:t>
            </a:fld>
            <a:endParaRPr lang="zh-CN" altLang="en-US" sz="1400" dirty="0">
              <a:latin typeface="HarmonyOS Sans SC" pitchFamily="2" charset="-122"/>
              <a:ea typeface="HarmonyOS Sans SC" pitchFamily="2" charset="-122"/>
              <a:sym typeface="HarmonyOS Sans SC" pitchFamily="2" charset="-122"/>
            </a:endParaRPr>
          </a:p>
        </p:txBody>
      </p:sp>
      <p:sp>
        <p:nvSpPr>
          <p:cNvPr id="128" name="文本占位符 2">
            <a:extLst>
              <a:ext uri="{FF2B5EF4-FFF2-40B4-BE49-F238E27FC236}">
                <a16:creationId xmlns:a16="http://schemas.microsoft.com/office/drawing/2014/main" id="{F693D1AF-108A-4BDA-715D-E2F3EE6804CC}"/>
              </a:ext>
            </a:extLst>
          </p:cNvPr>
          <p:cNvSpPr txBox="1">
            <a:spLocks/>
          </p:cNvSpPr>
          <p:nvPr>
            <p:custDataLst>
              <p:tags r:id="rId20"/>
            </p:custDataLst>
          </p:nvPr>
        </p:nvSpPr>
        <p:spPr bwMode="gray">
          <a:xfrm>
            <a:off x="9453562" y="1855788"/>
            <a:ext cx="254000" cy="192088"/>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25400" tIns="0" rIns="25400" bIns="0" rtlCol="0" anchor="b">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spcBef>
                <a:spcPct val="0"/>
              </a:spcBef>
              <a:spcAft>
                <a:spcPct val="0"/>
              </a:spcAft>
              <a:buNone/>
            </a:pPr>
            <a:fld id="{CAFB7CAB-94E8-4ADF-B1EE-9042B4FCDA32}" type="datetime'7''4'">
              <a:rPr lang="zh-CN" altLang="en-US" sz="1400" smtClean="0">
                <a:latin typeface="HarmonyOS Sans SC" pitchFamily="2" charset="-122"/>
                <a:ea typeface="HarmonyOS Sans SC" pitchFamily="2" charset="-122"/>
              </a:rPr>
              <a:pPr/>
              <a:t>74</a:t>
            </a:fld>
            <a:endParaRPr lang="zh-CN" altLang="en-US" sz="1400" dirty="0">
              <a:latin typeface="HarmonyOS Sans SC" pitchFamily="2" charset="-122"/>
              <a:ea typeface="HarmonyOS Sans SC" pitchFamily="2" charset="-122"/>
              <a:sym typeface="HarmonyOS Sans SC" pitchFamily="2" charset="-122"/>
            </a:endParaRPr>
          </a:p>
        </p:txBody>
      </p:sp>
      <p:sp>
        <p:nvSpPr>
          <p:cNvPr id="135" name="文本占位符 2">
            <a:extLst>
              <a:ext uri="{FF2B5EF4-FFF2-40B4-BE49-F238E27FC236}">
                <a16:creationId xmlns:a16="http://schemas.microsoft.com/office/drawing/2014/main" id="{9E8B855F-9796-F20C-052B-9D21BAD92B21}"/>
              </a:ext>
            </a:extLst>
          </p:cNvPr>
          <p:cNvSpPr txBox="1">
            <a:spLocks/>
          </p:cNvSpPr>
          <p:nvPr>
            <p:custDataLst>
              <p:tags r:id="rId21"/>
            </p:custDataLst>
          </p:nvPr>
        </p:nvSpPr>
        <p:spPr bwMode="gray">
          <a:xfrm>
            <a:off x="10845799" y="3467100"/>
            <a:ext cx="254000" cy="192088"/>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25400" tIns="0" rIns="25400" bIns="0" rtlCol="0" anchor="b">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spcBef>
                <a:spcPct val="0"/>
              </a:spcBef>
              <a:spcAft>
                <a:spcPct val="0"/>
              </a:spcAft>
              <a:buNone/>
            </a:pPr>
            <a:fld id="{A6FC7B85-B657-4117-95B7-B175D6ED2EB3}" type="datetime'''''''''''''''''''''''''''''4''''''''''2'''''''''''''''''''''">
              <a:rPr lang="zh-CN" altLang="en-US" sz="1400" smtClean="0">
                <a:latin typeface="HarmonyOS Sans SC" pitchFamily="2" charset="-122"/>
                <a:ea typeface="HarmonyOS Sans SC" pitchFamily="2" charset="-122"/>
              </a:rPr>
              <a:pPr/>
              <a:t>42</a:t>
            </a:fld>
            <a:endParaRPr lang="zh-CN" altLang="en-US" sz="1400" dirty="0">
              <a:latin typeface="HarmonyOS Sans SC" pitchFamily="2" charset="-122"/>
              <a:ea typeface="HarmonyOS Sans SC" pitchFamily="2" charset="-122"/>
              <a:sym typeface="HarmonyOS Sans SC" pitchFamily="2" charset="-122"/>
            </a:endParaRPr>
          </a:p>
        </p:txBody>
      </p:sp>
      <p:sp>
        <p:nvSpPr>
          <p:cNvPr id="145" name="文本占位符 2">
            <a:extLst>
              <a:ext uri="{FF2B5EF4-FFF2-40B4-BE49-F238E27FC236}">
                <a16:creationId xmlns:a16="http://schemas.microsoft.com/office/drawing/2014/main" id="{52A50B35-9A6F-2471-240E-9527B48D421D}"/>
              </a:ext>
            </a:extLst>
          </p:cNvPr>
          <p:cNvSpPr txBox="1">
            <a:spLocks/>
          </p:cNvSpPr>
          <p:nvPr>
            <p:custDataLst>
              <p:tags r:id="rId22"/>
            </p:custDataLst>
          </p:nvPr>
        </p:nvSpPr>
        <p:spPr bwMode="auto">
          <a:xfrm>
            <a:off x="7604125" y="2286000"/>
            <a:ext cx="1165225" cy="273050"/>
          </a:xfrm>
          <a:prstGeom prst="ellipse">
            <a:avLst/>
          </a:prstGeom>
          <a:solidFill>
            <a:schemeClr val="bg1"/>
          </a:solidFill>
          <a:ln w="9525" cmpd="sng">
            <a:noFill/>
          </a:ln>
          <a:effectLst/>
          <a:extLst>
            <a:ext uri="{91240B29-F687-4F45-9708-019B960494DF}">
              <a14:hiddenLine xmlns:a14="http://schemas.microsoft.com/office/drawing/2010/main" w="9525" cmpd="sng">
                <a:solidFill>
                  <a:schemeClr val="tx1"/>
                </a:solidFill>
              </a14:hiddenLine>
            </a:ext>
          </a:extLst>
        </p:spPr>
        <p:txBody>
          <a:bodyPr vert="horz" wrap="none" lIns="0" tIns="0" rIns="0" bIns="0" rtlCol="0" anchor="ct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spcBef>
                <a:spcPct val="0"/>
              </a:spcBef>
              <a:spcAft>
                <a:spcPct val="0"/>
              </a:spcAft>
              <a:buNone/>
            </a:pPr>
            <a:fld id="{62CBE801-6940-4691-8057-7DF66FC590A7}" type="datetime'''''''''''''+''4''''''''''''''''''''''''''1''%'''''''''">
              <a:rPr lang="en-US" altLang="en-US" sz="1400" b="1" smtClean="0">
                <a:effectLst/>
                <a:latin typeface="HarmonyOS Sans SC" pitchFamily="2" charset="-122"/>
                <a:ea typeface="HarmonyOS Sans SC" pitchFamily="2" charset="-122"/>
              </a:rPr>
              <a:pPr marL="0" indent="0" algn="ctr">
                <a:spcBef>
                  <a:spcPct val="0"/>
                </a:spcBef>
                <a:spcAft>
                  <a:spcPct val="0"/>
                </a:spcAft>
                <a:buNone/>
              </a:pPr>
              <a:t>+41%</a:t>
            </a:fld>
            <a:r>
              <a:rPr lang="zh-CN" altLang="en-US" sz="1400" b="1" dirty="0">
                <a:effectLst/>
                <a:latin typeface="HarmonyOS Sans SC" pitchFamily="2" charset="-122"/>
                <a:ea typeface="HarmonyOS Sans SC" pitchFamily="2" charset="-122"/>
              </a:rPr>
              <a:t> </a:t>
            </a:r>
            <a:r>
              <a:rPr lang="en-US" altLang="zh-CN" sz="1400" b="1" dirty="0">
                <a:effectLst/>
                <a:latin typeface="HarmonyOS Sans SC" pitchFamily="2" charset="-122"/>
                <a:ea typeface="HarmonyOS Sans SC" pitchFamily="2" charset="-122"/>
              </a:rPr>
              <a:t>p.a.</a:t>
            </a:r>
            <a:endParaRPr lang="zh-CN" altLang="en-US" sz="1400" b="1" dirty="0">
              <a:latin typeface="HarmonyOS Sans SC" pitchFamily="2" charset="-122"/>
              <a:ea typeface="HarmonyOS Sans SC" pitchFamily="2" charset="-122"/>
              <a:sym typeface="HarmonyOS Sans SC" pitchFamily="2" charset="-122"/>
            </a:endParaRPr>
          </a:p>
        </p:txBody>
      </p:sp>
      <p:sp>
        <p:nvSpPr>
          <p:cNvPr id="154" name="文本框 153">
            <a:extLst>
              <a:ext uri="{FF2B5EF4-FFF2-40B4-BE49-F238E27FC236}">
                <a16:creationId xmlns:a16="http://schemas.microsoft.com/office/drawing/2014/main" id="{80675650-2BCE-67A1-1AA3-4892B1990BF3}"/>
              </a:ext>
            </a:extLst>
          </p:cNvPr>
          <p:cNvSpPr txBox="1"/>
          <p:nvPr/>
        </p:nvSpPr>
        <p:spPr>
          <a:xfrm>
            <a:off x="10384337" y="2853184"/>
            <a:ext cx="1176925" cy="461665"/>
          </a:xfrm>
          <a:prstGeom prst="rect">
            <a:avLst/>
          </a:prstGeom>
          <a:noFill/>
        </p:spPr>
        <p:txBody>
          <a:bodyPr wrap="none" rtlCol="0">
            <a:spAutoFit/>
          </a:bodyPr>
          <a:lstStyle/>
          <a:p>
            <a:r>
              <a:rPr kumimoji="1" lang="en-US" altLang="zh-CN" sz="1200" dirty="0">
                <a:latin typeface="HarmonyOS Sans SC" pitchFamily="2" charset="-122"/>
                <a:ea typeface="HarmonyOS Sans SC" pitchFamily="2" charset="-122"/>
              </a:rPr>
              <a:t>56% increase</a:t>
            </a:r>
          </a:p>
          <a:p>
            <a:r>
              <a:rPr kumimoji="1" lang="en-US" altLang="zh-CN" sz="1200" dirty="0">
                <a:latin typeface="HarmonyOS Sans SC" pitchFamily="2" charset="-122"/>
                <a:ea typeface="HarmonyOS Sans SC" pitchFamily="2" charset="-122"/>
              </a:rPr>
              <a:t>over 1H 2018</a:t>
            </a:r>
            <a:endParaRPr kumimoji="1" lang="zh-CN" altLang="en-US" sz="1200" dirty="0">
              <a:latin typeface="HarmonyOS Sans SC" pitchFamily="2" charset="-122"/>
              <a:ea typeface="HarmonyOS Sans SC" pitchFamily="2" charset="-122"/>
            </a:endParaRPr>
          </a:p>
        </p:txBody>
      </p:sp>
      <p:sp>
        <p:nvSpPr>
          <p:cNvPr id="155" name="矩形 154">
            <a:extLst>
              <a:ext uri="{FF2B5EF4-FFF2-40B4-BE49-F238E27FC236}">
                <a16:creationId xmlns:a16="http://schemas.microsoft.com/office/drawing/2014/main" id="{9D8F10EC-9A95-30D0-F12B-3414CC498383}"/>
              </a:ext>
            </a:extLst>
          </p:cNvPr>
          <p:cNvSpPr/>
          <p:nvPr/>
        </p:nvSpPr>
        <p:spPr>
          <a:xfrm>
            <a:off x="10637167" y="893318"/>
            <a:ext cx="213891" cy="188527"/>
          </a:xfrm>
          <a:prstGeom prst="rect">
            <a:avLst/>
          </a:prstGeom>
          <a:solidFill>
            <a:srgbClr val="00ACF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56" name="矩形 155">
            <a:extLst>
              <a:ext uri="{FF2B5EF4-FFF2-40B4-BE49-F238E27FC236}">
                <a16:creationId xmlns:a16="http://schemas.microsoft.com/office/drawing/2014/main" id="{5C2C894F-8A6D-B7AB-D226-D79E45B98B2B}"/>
              </a:ext>
            </a:extLst>
          </p:cNvPr>
          <p:cNvSpPr/>
          <p:nvPr/>
        </p:nvSpPr>
        <p:spPr>
          <a:xfrm>
            <a:off x="10637167" y="1144258"/>
            <a:ext cx="213891" cy="188527"/>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57" name="文本框 156">
            <a:extLst>
              <a:ext uri="{FF2B5EF4-FFF2-40B4-BE49-F238E27FC236}">
                <a16:creationId xmlns:a16="http://schemas.microsoft.com/office/drawing/2014/main" id="{706E5DAA-55C6-23F4-4B26-E90DA83CAA5A}"/>
              </a:ext>
            </a:extLst>
          </p:cNvPr>
          <p:cNvSpPr txBox="1"/>
          <p:nvPr/>
        </p:nvSpPr>
        <p:spPr>
          <a:xfrm>
            <a:off x="10851058" y="849081"/>
            <a:ext cx="590226" cy="276999"/>
          </a:xfrm>
          <a:prstGeom prst="rect">
            <a:avLst/>
          </a:prstGeom>
          <a:noFill/>
        </p:spPr>
        <p:txBody>
          <a:bodyPr wrap="none" rtlCol="0">
            <a:spAutoFit/>
          </a:bodyPr>
          <a:lstStyle/>
          <a:p>
            <a:r>
              <a:rPr kumimoji="1" lang="en-US" altLang="zh-CN" sz="1200" dirty="0">
                <a:latin typeface="HarmonyOS Sans SC" pitchFamily="2" charset="-122"/>
                <a:ea typeface="HarmonyOS Sans SC" pitchFamily="2" charset="-122"/>
              </a:rPr>
              <a:t>Other</a:t>
            </a:r>
            <a:endParaRPr kumimoji="1" lang="zh-CN" altLang="en-US" sz="1200" dirty="0">
              <a:latin typeface="HarmonyOS Sans SC" pitchFamily="2" charset="-122"/>
              <a:ea typeface="HarmonyOS Sans SC" pitchFamily="2" charset="-122"/>
            </a:endParaRPr>
          </a:p>
        </p:txBody>
      </p:sp>
      <p:sp>
        <p:nvSpPr>
          <p:cNvPr id="158" name="文本框 157">
            <a:extLst>
              <a:ext uri="{FF2B5EF4-FFF2-40B4-BE49-F238E27FC236}">
                <a16:creationId xmlns:a16="http://schemas.microsoft.com/office/drawing/2014/main" id="{A61D61A1-8634-2EB1-25AD-311ECB0C6B08}"/>
              </a:ext>
            </a:extLst>
          </p:cNvPr>
          <p:cNvSpPr txBox="1"/>
          <p:nvPr/>
        </p:nvSpPr>
        <p:spPr>
          <a:xfrm>
            <a:off x="10851058" y="1100021"/>
            <a:ext cx="684803" cy="276999"/>
          </a:xfrm>
          <a:prstGeom prst="rect">
            <a:avLst/>
          </a:prstGeom>
          <a:noFill/>
        </p:spPr>
        <p:txBody>
          <a:bodyPr wrap="none" rtlCol="0">
            <a:spAutoFit/>
          </a:bodyPr>
          <a:lstStyle/>
          <a:p>
            <a:r>
              <a:rPr kumimoji="1" lang="en-US" altLang="zh-CN" sz="1200" dirty="0">
                <a:latin typeface="HarmonyOS Sans SC" pitchFamily="2" charset="-122"/>
                <a:ea typeface="HarmonyOS Sans SC" pitchFamily="2" charset="-122"/>
              </a:rPr>
              <a:t>GP-led</a:t>
            </a:r>
            <a:endParaRPr kumimoji="1" lang="zh-CN" altLang="en-US" sz="1200" dirty="0">
              <a:latin typeface="HarmonyOS Sans SC" pitchFamily="2" charset="-122"/>
              <a:ea typeface="HarmonyOS Sans SC" pitchFamily="2" charset="-122"/>
            </a:endParaRPr>
          </a:p>
        </p:txBody>
      </p:sp>
      <p:sp>
        <p:nvSpPr>
          <p:cNvPr id="16" name="文本框 15">
            <a:extLst>
              <a:ext uri="{FF2B5EF4-FFF2-40B4-BE49-F238E27FC236}">
                <a16:creationId xmlns:a16="http://schemas.microsoft.com/office/drawing/2014/main" id="{BB9B91D3-2BF5-6C19-9937-276A62755765}"/>
              </a:ext>
            </a:extLst>
          </p:cNvPr>
          <p:cNvSpPr txBox="1"/>
          <p:nvPr/>
        </p:nvSpPr>
        <p:spPr>
          <a:xfrm>
            <a:off x="527539" y="6250997"/>
            <a:ext cx="1471878" cy="246221"/>
          </a:xfrm>
          <a:prstGeom prst="rect">
            <a:avLst/>
          </a:prstGeom>
          <a:noFill/>
        </p:spPr>
        <p:txBody>
          <a:bodyPr wrap="none" rtlCol="0">
            <a:spAutoFit/>
          </a:bodyPr>
          <a:lstStyle/>
          <a:p>
            <a:r>
              <a:rPr kumimoji="1" lang="en-US" altLang="zh-CN" sz="1000" dirty="0">
                <a:latin typeface="HarmonyOS Sans SC Light" pitchFamily="2" charset="-122"/>
                <a:ea typeface="HarmonyOS Sans SC Light" pitchFamily="2" charset="-122"/>
              </a:rPr>
              <a:t>Data source: Greenhill</a:t>
            </a:r>
            <a:endParaRPr kumimoji="1" lang="zh-CN" altLang="en-US" sz="1000" dirty="0">
              <a:latin typeface="HarmonyOS Sans SC Light" pitchFamily="2" charset="-122"/>
              <a:ea typeface="HarmonyOS Sans SC Light" pitchFamily="2" charset="-122"/>
            </a:endParaRPr>
          </a:p>
        </p:txBody>
      </p:sp>
    </p:spTree>
    <p:extLst>
      <p:ext uri="{BB962C8B-B14F-4D97-AF65-F5344CB8AC3E}">
        <p14:creationId xmlns:p14="http://schemas.microsoft.com/office/powerpoint/2010/main" val="334418218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hink-cell data - do not delete" hidden="1">
            <a:extLst>
              <a:ext uri="{FF2B5EF4-FFF2-40B4-BE49-F238E27FC236}">
                <a16:creationId xmlns:a16="http://schemas.microsoft.com/office/drawing/2014/main" id="{0AA883BF-7ADB-9E39-4AD9-23FDAD8FC6F0}"/>
              </a:ext>
            </a:extLst>
          </p:cNvPr>
          <p:cNvGraphicFramePr>
            <a:graphicFrameLocks noChangeAspect="1"/>
          </p:cNvGraphicFramePr>
          <p:nvPr>
            <p:custDataLst>
              <p:tags r:id="rId1"/>
            </p:custDataLst>
            <p:extLst>
              <p:ext uri="{D42A27DB-BD31-4B8C-83A1-F6EECF244321}">
                <p14:modId xmlns:p14="http://schemas.microsoft.com/office/powerpoint/2010/main" val="3765615498"/>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幻灯片" r:id="rId20" imgW="490" imgH="504" progId="TCLayout.ActiveDocument.1">
                  <p:embed/>
                </p:oleObj>
              </mc:Choice>
              <mc:Fallback>
                <p:oleObj name="think-cell 幻灯片" r:id="rId20" imgW="490" imgH="504" progId="TCLayout.ActiveDocument.1">
                  <p:embed/>
                  <p:pic>
                    <p:nvPicPr>
                      <p:cNvPr id="4" name="think-cell data - do not delete" hidden="1">
                        <a:extLst>
                          <a:ext uri="{FF2B5EF4-FFF2-40B4-BE49-F238E27FC236}">
                            <a16:creationId xmlns:a16="http://schemas.microsoft.com/office/drawing/2014/main" id="{0AA883BF-7ADB-9E39-4AD9-23FDAD8FC6F0}"/>
                          </a:ext>
                        </a:extLst>
                      </p:cNvPr>
                      <p:cNvPicPr/>
                      <p:nvPr/>
                    </p:nvPicPr>
                    <p:blipFill>
                      <a:blip r:embed="rId21"/>
                      <a:stretch>
                        <a:fillRect/>
                      </a:stretch>
                    </p:blipFill>
                    <p:spPr>
                      <a:xfrm>
                        <a:off x="1588" y="1588"/>
                        <a:ext cx="1588" cy="1588"/>
                      </a:xfrm>
                      <a:prstGeom prst="rect">
                        <a:avLst/>
                      </a:prstGeom>
                    </p:spPr>
                  </p:pic>
                </p:oleObj>
              </mc:Fallback>
            </mc:AlternateContent>
          </a:graphicData>
        </a:graphic>
      </p:graphicFrame>
      <p:sp>
        <p:nvSpPr>
          <p:cNvPr id="18" name="矩形 17">
            <a:extLst>
              <a:ext uri="{FF2B5EF4-FFF2-40B4-BE49-F238E27FC236}">
                <a16:creationId xmlns:a16="http://schemas.microsoft.com/office/drawing/2014/main" id="{B347E9C4-C166-FCEC-9E62-EDCA1E807DFE}"/>
              </a:ext>
            </a:extLst>
          </p:cNvPr>
          <p:cNvSpPr/>
          <p:nvPr/>
        </p:nvSpPr>
        <p:spPr>
          <a:xfrm>
            <a:off x="641684" y="2294838"/>
            <a:ext cx="6017908" cy="646331"/>
          </a:xfrm>
          <a:prstGeom prst="rect">
            <a:avLst/>
          </a:prstGeom>
          <a:solidFill>
            <a:srgbClr val="F0F0F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4" name="文本框 13">
            <a:extLst>
              <a:ext uri="{FF2B5EF4-FFF2-40B4-BE49-F238E27FC236}">
                <a16:creationId xmlns:a16="http://schemas.microsoft.com/office/drawing/2014/main" id="{74CC57CB-9BE4-B16E-C17E-C010F54265FA}"/>
              </a:ext>
            </a:extLst>
          </p:cNvPr>
          <p:cNvSpPr txBox="1"/>
          <p:nvPr/>
        </p:nvSpPr>
        <p:spPr>
          <a:xfrm>
            <a:off x="573634" y="323346"/>
            <a:ext cx="11201589" cy="646331"/>
          </a:xfrm>
          <a:prstGeom prst="rect">
            <a:avLst/>
          </a:prstGeom>
          <a:noFill/>
        </p:spPr>
        <p:txBody>
          <a:bodyPr wrap="square" rtlCol="0">
            <a:spAutoFit/>
          </a:bodyPr>
          <a:lstStyle/>
          <a:p>
            <a:r>
              <a:rPr lang="en-US" altLang="zh-CN" dirty="0">
                <a:effectLst/>
                <a:latin typeface="HarmonyOS Sans SC Medium" pitchFamily="2" charset="-122"/>
                <a:ea typeface="HarmonyOS Sans SC Medium" pitchFamily="2" charset="-122"/>
              </a:rPr>
              <a:t>The Chinese BEV market, mainly controlled by local OEMs, is the world</a:t>
            </a:r>
            <a:r>
              <a:rPr lang="zh-CN" altLang="en-US" dirty="0">
                <a:effectLst/>
                <a:latin typeface="HarmonyOS Sans SC Medium" pitchFamily="2" charset="-122"/>
                <a:ea typeface="HarmonyOS Sans SC Medium" pitchFamily="2" charset="-122"/>
              </a:rPr>
              <a:t>’</a:t>
            </a:r>
            <a:r>
              <a:rPr lang="en-US" altLang="zh-CN" dirty="0">
                <a:effectLst/>
                <a:latin typeface="HarmonyOS Sans SC Medium" pitchFamily="2" charset="-122"/>
                <a:ea typeface="HarmonyOS Sans SC Medium" pitchFamily="2" charset="-122"/>
              </a:rPr>
              <a:t>s</a:t>
            </a:r>
            <a:r>
              <a:rPr lang="zh-CN" altLang="en-US" dirty="0">
                <a:effectLst/>
                <a:latin typeface="HarmonyOS Sans SC Medium" pitchFamily="2" charset="-122"/>
                <a:ea typeface="HarmonyOS Sans SC Medium" pitchFamily="2" charset="-122"/>
              </a:rPr>
              <a:t> </a:t>
            </a:r>
            <a:r>
              <a:rPr lang="en-US" altLang="zh-CN" dirty="0">
                <a:effectLst/>
                <a:latin typeface="HarmonyOS Sans SC Medium" pitchFamily="2" charset="-122"/>
                <a:ea typeface="HarmonyOS Sans SC Medium" pitchFamily="2" charset="-122"/>
              </a:rPr>
              <a:t>largest, with a share of global volumes of more than 50</a:t>
            </a:r>
            <a:r>
              <a:rPr lang="zh-CN" altLang="en-US" dirty="0">
                <a:effectLst/>
                <a:latin typeface="HarmonyOS Sans SC Medium" pitchFamily="2" charset="-122"/>
                <a:ea typeface="HarmonyOS Sans SC Medium" pitchFamily="2" charset="-122"/>
              </a:rPr>
              <a:t> </a:t>
            </a:r>
            <a:r>
              <a:rPr lang="en-US" altLang="zh-CN" dirty="0">
                <a:effectLst/>
                <a:latin typeface="HarmonyOS Sans SC Medium" pitchFamily="2" charset="-122"/>
                <a:ea typeface="HarmonyOS Sans SC Medium" pitchFamily="2" charset="-122"/>
              </a:rPr>
              <a:t>percent.</a:t>
            </a:r>
            <a:endParaRPr lang="zh-CN" altLang="en-US" dirty="0">
              <a:latin typeface="HarmonyOS Sans SC Medium" pitchFamily="2" charset="-122"/>
              <a:ea typeface="HarmonyOS Sans SC Medium" pitchFamily="2" charset="-122"/>
            </a:endParaRPr>
          </a:p>
        </p:txBody>
      </p:sp>
      <p:sp>
        <p:nvSpPr>
          <p:cNvPr id="16" name="文本框 15">
            <a:extLst>
              <a:ext uri="{FF2B5EF4-FFF2-40B4-BE49-F238E27FC236}">
                <a16:creationId xmlns:a16="http://schemas.microsoft.com/office/drawing/2014/main" id="{AD815DD6-5970-68D2-C569-3BF0ACBCA2BE}"/>
              </a:ext>
            </a:extLst>
          </p:cNvPr>
          <p:cNvSpPr txBox="1"/>
          <p:nvPr/>
        </p:nvSpPr>
        <p:spPr>
          <a:xfrm>
            <a:off x="641684" y="1223682"/>
            <a:ext cx="3724096" cy="523220"/>
          </a:xfrm>
          <a:prstGeom prst="rect">
            <a:avLst/>
          </a:prstGeom>
          <a:noFill/>
        </p:spPr>
        <p:txBody>
          <a:bodyPr wrap="none" rtlCol="0">
            <a:spAutoFit/>
          </a:bodyPr>
          <a:lstStyle/>
          <a:p>
            <a:r>
              <a:rPr kumimoji="1" lang="en-US" altLang="zh-CN" sz="1400" dirty="0">
                <a:latin typeface="HarmonyOS Sans SC" pitchFamily="2" charset="-122"/>
                <a:ea typeface="HarmonyOS Sans SC" pitchFamily="2" charset="-122"/>
              </a:rPr>
              <a:t>Global top-5 battery-electric-vehicle (BEV)</a:t>
            </a:r>
          </a:p>
          <a:p>
            <a:r>
              <a:rPr kumimoji="1" lang="en-US" altLang="zh-CN" sz="1400" dirty="0">
                <a:latin typeface="HarmonyOS Sans SC" pitchFamily="2" charset="-122"/>
                <a:ea typeface="HarmonyOS Sans SC" pitchFamily="2" charset="-122"/>
              </a:rPr>
              <a:t>markets, </a:t>
            </a:r>
            <a:r>
              <a:rPr kumimoji="1" lang="en-US" altLang="zh-CN" sz="1400" dirty="0">
                <a:latin typeface="HarmonyOS Sans SC Light" pitchFamily="2" charset="-122"/>
                <a:ea typeface="HarmonyOS Sans SC Light" pitchFamily="2" charset="-122"/>
              </a:rPr>
              <a:t>2019, passenger cars, thousands</a:t>
            </a:r>
            <a:endParaRPr kumimoji="1" lang="zh-CN" altLang="en-US" sz="1400" dirty="0">
              <a:latin typeface="HarmonyOS Sans SC Light" pitchFamily="2" charset="-122"/>
              <a:ea typeface="HarmonyOS Sans SC Light" pitchFamily="2" charset="-122"/>
            </a:endParaRPr>
          </a:p>
        </p:txBody>
      </p:sp>
      <p:sp>
        <p:nvSpPr>
          <p:cNvPr id="19" name="矩形 18">
            <a:extLst>
              <a:ext uri="{FF2B5EF4-FFF2-40B4-BE49-F238E27FC236}">
                <a16:creationId xmlns:a16="http://schemas.microsoft.com/office/drawing/2014/main" id="{60FD3959-0839-B6DA-F1F4-4185819DF92B}"/>
              </a:ext>
            </a:extLst>
          </p:cNvPr>
          <p:cNvSpPr/>
          <p:nvPr/>
        </p:nvSpPr>
        <p:spPr>
          <a:xfrm>
            <a:off x="6659592" y="1223682"/>
            <a:ext cx="5000934" cy="4575456"/>
          </a:xfrm>
          <a:prstGeom prst="rect">
            <a:avLst/>
          </a:prstGeom>
          <a:solidFill>
            <a:srgbClr val="F0F0F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20" name="文本框 19">
            <a:extLst>
              <a:ext uri="{FF2B5EF4-FFF2-40B4-BE49-F238E27FC236}">
                <a16:creationId xmlns:a16="http://schemas.microsoft.com/office/drawing/2014/main" id="{79ACCDAE-FA81-64A3-ACEF-E08E89C87639}"/>
              </a:ext>
            </a:extLst>
          </p:cNvPr>
          <p:cNvSpPr txBox="1"/>
          <p:nvPr/>
        </p:nvSpPr>
        <p:spPr>
          <a:xfrm>
            <a:off x="6984342" y="1622396"/>
            <a:ext cx="1435008" cy="307777"/>
          </a:xfrm>
          <a:prstGeom prst="rect">
            <a:avLst/>
          </a:prstGeom>
          <a:noFill/>
        </p:spPr>
        <p:txBody>
          <a:bodyPr wrap="none" rtlCol="0">
            <a:spAutoFit/>
          </a:bodyPr>
          <a:lstStyle/>
          <a:p>
            <a:r>
              <a:rPr kumimoji="1" lang="en-US" altLang="zh-CN" sz="1400" dirty="0">
                <a:latin typeface="HarmonyOS Sans SC" pitchFamily="2" charset="-122"/>
                <a:ea typeface="HarmonyOS Sans SC" pitchFamily="2" charset="-122"/>
              </a:rPr>
              <a:t>Global share, </a:t>
            </a:r>
            <a:r>
              <a:rPr kumimoji="1" lang="en-US" altLang="zh-CN" sz="1400" dirty="0">
                <a:latin typeface="HarmonyOS Sans SC Light" pitchFamily="2" charset="-122"/>
                <a:ea typeface="HarmonyOS Sans SC Light" pitchFamily="2" charset="-122"/>
              </a:rPr>
              <a:t>%</a:t>
            </a:r>
            <a:endParaRPr kumimoji="1" lang="zh-CN" altLang="en-US" sz="1400" dirty="0">
              <a:latin typeface="HarmonyOS Sans SC Light" pitchFamily="2" charset="-122"/>
              <a:ea typeface="HarmonyOS Sans SC Light" pitchFamily="2" charset="-122"/>
            </a:endParaRPr>
          </a:p>
        </p:txBody>
      </p:sp>
      <p:cxnSp>
        <p:nvCxnSpPr>
          <p:cNvPr id="22" name="直线连接符 21">
            <a:extLst>
              <a:ext uri="{FF2B5EF4-FFF2-40B4-BE49-F238E27FC236}">
                <a16:creationId xmlns:a16="http://schemas.microsoft.com/office/drawing/2014/main" id="{296BAB65-E50F-90A1-9868-970F287C40CE}"/>
              </a:ext>
            </a:extLst>
          </p:cNvPr>
          <p:cNvCxnSpPr/>
          <p:nvPr/>
        </p:nvCxnSpPr>
        <p:spPr>
          <a:xfrm>
            <a:off x="6816436" y="1918352"/>
            <a:ext cx="1620982" cy="0"/>
          </a:xfrm>
          <a:prstGeom prst="line">
            <a:avLst/>
          </a:prstGeom>
          <a:ln w="12700">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sp>
        <p:nvSpPr>
          <p:cNvPr id="27" name="文本框 26">
            <a:extLst>
              <a:ext uri="{FF2B5EF4-FFF2-40B4-BE49-F238E27FC236}">
                <a16:creationId xmlns:a16="http://schemas.microsoft.com/office/drawing/2014/main" id="{7DD2AF65-D9C4-ACFF-E57D-250B764E9BE5}"/>
              </a:ext>
            </a:extLst>
          </p:cNvPr>
          <p:cNvSpPr txBox="1"/>
          <p:nvPr/>
        </p:nvSpPr>
        <p:spPr>
          <a:xfrm>
            <a:off x="9358365" y="4199844"/>
            <a:ext cx="2004075" cy="276999"/>
          </a:xfrm>
          <a:prstGeom prst="rect">
            <a:avLst/>
          </a:prstGeom>
          <a:noFill/>
        </p:spPr>
        <p:txBody>
          <a:bodyPr wrap="none" rtlCol="0">
            <a:spAutoFit/>
          </a:bodyPr>
          <a:lstStyle/>
          <a:p>
            <a:r>
              <a:rPr kumimoji="1" lang="en-US" altLang="zh-CN" sz="1200" dirty="0">
                <a:latin typeface="HarmonyOS Sans SC" pitchFamily="2" charset="-122"/>
                <a:ea typeface="HarmonyOS Sans SC" pitchFamily="2" charset="-122"/>
              </a:rPr>
              <a:t>Chinese OEMs (examples)</a:t>
            </a:r>
            <a:endParaRPr kumimoji="1" lang="zh-CN" altLang="en-US" sz="1200" dirty="0">
              <a:latin typeface="HarmonyOS Sans SC" pitchFamily="2" charset="-122"/>
              <a:ea typeface="HarmonyOS Sans SC" pitchFamily="2" charset="-122"/>
            </a:endParaRPr>
          </a:p>
        </p:txBody>
      </p:sp>
      <p:sp>
        <p:nvSpPr>
          <p:cNvPr id="28" name="文本框 27">
            <a:extLst>
              <a:ext uri="{FF2B5EF4-FFF2-40B4-BE49-F238E27FC236}">
                <a16:creationId xmlns:a16="http://schemas.microsoft.com/office/drawing/2014/main" id="{F02E733E-AE0C-9BB1-3DC4-98650F627929}"/>
              </a:ext>
            </a:extLst>
          </p:cNvPr>
          <p:cNvSpPr txBox="1"/>
          <p:nvPr/>
        </p:nvSpPr>
        <p:spPr>
          <a:xfrm>
            <a:off x="9388891" y="4532354"/>
            <a:ext cx="922047" cy="1015663"/>
          </a:xfrm>
          <a:prstGeom prst="rect">
            <a:avLst/>
          </a:prstGeom>
          <a:noFill/>
        </p:spPr>
        <p:txBody>
          <a:bodyPr wrap="none" rtlCol="0">
            <a:spAutoFit/>
          </a:bodyPr>
          <a:lstStyle/>
          <a:p>
            <a:r>
              <a:rPr kumimoji="1" lang="en-US" altLang="zh-CN" sz="1200" dirty="0">
                <a:latin typeface="HarmonyOS Sans SC Light" pitchFamily="2" charset="-122"/>
                <a:ea typeface="HarmonyOS Sans SC Light" pitchFamily="2" charset="-122"/>
              </a:rPr>
              <a:t>BYD</a:t>
            </a:r>
          </a:p>
          <a:p>
            <a:r>
              <a:rPr kumimoji="1" lang="en-US" altLang="zh-CN" sz="1200" dirty="0">
                <a:latin typeface="HarmonyOS Sans SC Light" pitchFamily="2" charset="-122"/>
                <a:ea typeface="HarmonyOS Sans SC Light" pitchFamily="2" charset="-122"/>
              </a:rPr>
              <a:t>BAIC</a:t>
            </a:r>
          </a:p>
          <a:p>
            <a:r>
              <a:rPr kumimoji="1" lang="en-US" altLang="zh-CN" sz="1200" dirty="0" err="1">
                <a:latin typeface="HarmonyOS Sans SC Light" pitchFamily="2" charset="-122"/>
                <a:ea typeface="HarmonyOS Sans SC Light" pitchFamily="2" charset="-122"/>
              </a:rPr>
              <a:t>Geely</a:t>
            </a:r>
            <a:endParaRPr kumimoji="1" lang="en-US" altLang="zh-CN" sz="1200" dirty="0">
              <a:latin typeface="HarmonyOS Sans SC Light" pitchFamily="2" charset="-122"/>
              <a:ea typeface="HarmonyOS Sans SC Light" pitchFamily="2" charset="-122"/>
            </a:endParaRPr>
          </a:p>
          <a:p>
            <a:r>
              <a:rPr kumimoji="1" lang="en-US" altLang="zh-CN" sz="1200" dirty="0">
                <a:latin typeface="HarmonyOS Sans SC Light" pitchFamily="2" charset="-122"/>
                <a:ea typeface="HarmonyOS Sans SC Light" pitchFamily="2" charset="-122"/>
              </a:rPr>
              <a:t>SAIC</a:t>
            </a:r>
          </a:p>
          <a:p>
            <a:r>
              <a:rPr kumimoji="1" lang="en-US" altLang="zh-CN" sz="1200" dirty="0">
                <a:latin typeface="HarmonyOS Sans SC Light" pitchFamily="2" charset="-122"/>
                <a:ea typeface="HarmonyOS Sans SC Light" pitchFamily="2" charset="-122"/>
              </a:rPr>
              <a:t>Great Wall</a:t>
            </a:r>
          </a:p>
        </p:txBody>
      </p:sp>
      <p:sp>
        <p:nvSpPr>
          <p:cNvPr id="29" name="文本框 28">
            <a:extLst>
              <a:ext uri="{FF2B5EF4-FFF2-40B4-BE49-F238E27FC236}">
                <a16:creationId xmlns:a16="http://schemas.microsoft.com/office/drawing/2014/main" id="{47B6ECC6-458E-5430-34FE-C937D4BA588C}"/>
              </a:ext>
            </a:extLst>
          </p:cNvPr>
          <p:cNvSpPr txBox="1"/>
          <p:nvPr/>
        </p:nvSpPr>
        <p:spPr>
          <a:xfrm>
            <a:off x="10582056" y="4528403"/>
            <a:ext cx="889987" cy="1015663"/>
          </a:xfrm>
          <a:prstGeom prst="rect">
            <a:avLst/>
          </a:prstGeom>
          <a:noFill/>
        </p:spPr>
        <p:txBody>
          <a:bodyPr wrap="none" rtlCol="0">
            <a:spAutoFit/>
          </a:bodyPr>
          <a:lstStyle>
            <a:defPPr>
              <a:defRPr lang="zh-CN"/>
            </a:defPPr>
            <a:lvl1pPr>
              <a:defRPr kumimoji="1" sz="1200"/>
            </a:lvl1pPr>
          </a:lstStyle>
          <a:p>
            <a:r>
              <a:rPr lang="en-US" altLang="zh-CN" dirty="0">
                <a:latin typeface="HarmonyOS Sans SC Light" pitchFamily="2" charset="-122"/>
                <a:ea typeface="HarmonyOS Sans SC Light" pitchFamily="2" charset="-122"/>
              </a:rPr>
              <a:t>Chery</a:t>
            </a:r>
          </a:p>
          <a:p>
            <a:r>
              <a:rPr lang="en-US" altLang="zh-CN" dirty="0">
                <a:latin typeface="HarmonyOS Sans SC Light" pitchFamily="2" charset="-122"/>
                <a:ea typeface="HarmonyOS Sans SC Light" pitchFamily="2" charset="-122"/>
              </a:rPr>
              <a:t>Dongfeng</a:t>
            </a:r>
          </a:p>
          <a:p>
            <a:r>
              <a:rPr lang="en-US" altLang="zh-CN" dirty="0" err="1">
                <a:latin typeface="HarmonyOS Sans SC Light" pitchFamily="2" charset="-122"/>
                <a:ea typeface="HarmonyOS Sans SC Light" pitchFamily="2" charset="-122"/>
              </a:rPr>
              <a:t>Changan</a:t>
            </a:r>
            <a:endParaRPr lang="en-US" altLang="zh-CN" dirty="0">
              <a:latin typeface="HarmonyOS Sans SC Light" pitchFamily="2" charset="-122"/>
              <a:ea typeface="HarmonyOS Sans SC Light" pitchFamily="2" charset="-122"/>
            </a:endParaRPr>
          </a:p>
          <a:p>
            <a:r>
              <a:rPr lang="en-US" altLang="zh-CN" dirty="0">
                <a:latin typeface="HarmonyOS Sans SC Light" pitchFamily="2" charset="-122"/>
                <a:ea typeface="HarmonyOS Sans SC Light" pitchFamily="2" charset="-122"/>
              </a:rPr>
              <a:t>GAC</a:t>
            </a:r>
          </a:p>
          <a:p>
            <a:r>
              <a:rPr lang="en-US" altLang="zh-CN" dirty="0">
                <a:latin typeface="HarmonyOS Sans SC Light" pitchFamily="2" charset="-122"/>
                <a:ea typeface="HarmonyOS Sans SC Light" pitchFamily="2" charset="-122"/>
              </a:rPr>
              <a:t>JAC</a:t>
            </a:r>
            <a:endParaRPr lang="zh-CN" altLang="en-US" dirty="0">
              <a:latin typeface="HarmonyOS Sans SC Light" pitchFamily="2" charset="-122"/>
              <a:ea typeface="HarmonyOS Sans SC Light" pitchFamily="2" charset="-122"/>
            </a:endParaRPr>
          </a:p>
        </p:txBody>
      </p:sp>
      <p:cxnSp>
        <p:nvCxnSpPr>
          <p:cNvPr id="30" name="直线连接符 29">
            <a:extLst>
              <a:ext uri="{FF2B5EF4-FFF2-40B4-BE49-F238E27FC236}">
                <a16:creationId xmlns:a16="http://schemas.microsoft.com/office/drawing/2014/main" id="{58B69EBA-31FF-7EE0-02B7-81CC9572E60D}"/>
              </a:ext>
            </a:extLst>
          </p:cNvPr>
          <p:cNvCxnSpPr>
            <a:cxnSpLocks/>
          </p:cNvCxnSpPr>
          <p:nvPr/>
        </p:nvCxnSpPr>
        <p:spPr>
          <a:xfrm>
            <a:off x="9452357" y="4476844"/>
            <a:ext cx="2055956" cy="0"/>
          </a:xfrm>
          <a:prstGeom prst="line">
            <a:avLst/>
          </a:prstGeom>
          <a:ln w="12700">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cxnSp>
        <p:nvCxnSpPr>
          <p:cNvPr id="32" name="直线连接符 31">
            <a:extLst>
              <a:ext uri="{FF2B5EF4-FFF2-40B4-BE49-F238E27FC236}">
                <a16:creationId xmlns:a16="http://schemas.microsoft.com/office/drawing/2014/main" id="{758D28CD-D69D-690B-579D-C5FE2AA8B41F}"/>
              </a:ext>
            </a:extLst>
          </p:cNvPr>
          <p:cNvCxnSpPr>
            <a:cxnSpLocks/>
          </p:cNvCxnSpPr>
          <p:nvPr/>
        </p:nvCxnSpPr>
        <p:spPr>
          <a:xfrm>
            <a:off x="8438837" y="3009900"/>
            <a:ext cx="470525" cy="0"/>
          </a:xfrm>
          <a:prstGeom prst="line">
            <a:avLst/>
          </a:prstGeom>
          <a:ln w="12700">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sp>
        <p:nvSpPr>
          <p:cNvPr id="34" name="文本框 33">
            <a:extLst>
              <a:ext uri="{FF2B5EF4-FFF2-40B4-BE49-F238E27FC236}">
                <a16:creationId xmlns:a16="http://schemas.microsoft.com/office/drawing/2014/main" id="{1CF95D09-03EB-EF49-F534-384B9F3C2E14}"/>
              </a:ext>
            </a:extLst>
          </p:cNvPr>
          <p:cNvSpPr txBox="1"/>
          <p:nvPr/>
        </p:nvSpPr>
        <p:spPr>
          <a:xfrm>
            <a:off x="9456148" y="1395132"/>
            <a:ext cx="2052165" cy="523220"/>
          </a:xfrm>
          <a:prstGeom prst="rect">
            <a:avLst/>
          </a:prstGeom>
          <a:noFill/>
        </p:spPr>
        <p:txBody>
          <a:bodyPr wrap="none" rtlCol="0">
            <a:spAutoFit/>
          </a:bodyPr>
          <a:lstStyle>
            <a:defPPr>
              <a:defRPr lang="zh-CN"/>
            </a:defPPr>
            <a:lvl1pPr>
              <a:defRPr kumimoji="1" sz="1400" b="1">
                <a:latin typeface="Source Han Serif CN Medium" panose="02020400000000000000" pitchFamily="18" charset="-128"/>
                <a:ea typeface="Source Han Serif CN Medium" panose="02020400000000000000" pitchFamily="18" charset="-128"/>
              </a:defRPr>
            </a:lvl1pPr>
          </a:lstStyle>
          <a:p>
            <a:r>
              <a:rPr lang="en-US" altLang="zh-CN" b="0" dirty="0">
                <a:latin typeface="HarmonyOS Sans SC" pitchFamily="2" charset="-122"/>
                <a:ea typeface="HarmonyOS Sans SC" pitchFamily="2" charset="-122"/>
              </a:rPr>
              <a:t>Share of China sales of</a:t>
            </a:r>
          </a:p>
          <a:p>
            <a:r>
              <a:rPr lang="en-US" altLang="zh-CN" b="0" dirty="0">
                <a:latin typeface="HarmonyOS Sans SC" pitchFamily="2" charset="-122"/>
                <a:ea typeface="HarmonyOS Sans SC" pitchFamily="2" charset="-122"/>
              </a:rPr>
              <a:t>Local</a:t>
            </a:r>
            <a:r>
              <a:rPr lang="zh-CN" altLang="en-US" b="0" dirty="0">
                <a:latin typeface="HarmonyOS Sans SC" pitchFamily="2" charset="-122"/>
                <a:ea typeface="HarmonyOS Sans SC" pitchFamily="2" charset="-122"/>
              </a:rPr>
              <a:t> </a:t>
            </a:r>
            <a:r>
              <a:rPr lang="en-US" altLang="zh-CN" b="0" dirty="0">
                <a:latin typeface="HarmonyOS Sans SC" pitchFamily="2" charset="-122"/>
                <a:ea typeface="HarmonyOS Sans SC" pitchFamily="2" charset="-122"/>
              </a:rPr>
              <a:t>OEMS, </a:t>
            </a:r>
            <a:r>
              <a:rPr lang="en-US" altLang="zh-CN" b="0" dirty="0">
                <a:latin typeface="HarmonyOS Sans SC Light" pitchFamily="2" charset="-122"/>
                <a:ea typeface="HarmonyOS Sans SC Light" pitchFamily="2" charset="-122"/>
              </a:rPr>
              <a:t>%</a:t>
            </a:r>
            <a:endParaRPr lang="zh-CN" altLang="en-US" b="0" dirty="0">
              <a:latin typeface="HarmonyOS Sans SC Light" pitchFamily="2" charset="-122"/>
              <a:ea typeface="HarmonyOS Sans SC Light" pitchFamily="2" charset="-122"/>
            </a:endParaRPr>
          </a:p>
        </p:txBody>
      </p:sp>
      <p:cxnSp>
        <p:nvCxnSpPr>
          <p:cNvPr id="35" name="直线连接符 34">
            <a:extLst>
              <a:ext uri="{FF2B5EF4-FFF2-40B4-BE49-F238E27FC236}">
                <a16:creationId xmlns:a16="http://schemas.microsoft.com/office/drawing/2014/main" id="{384D0E7C-9EA1-2DB1-DAE9-77577186ABD2}"/>
              </a:ext>
            </a:extLst>
          </p:cNvPr>
          <p:cNvCxnSpPr>
            <a:cxnSpLocks/>
          </p:cNvCxnSpPr>
          <p:nvPr/>
        </p:nvCxnSpPr>
        <p:spPr>
          <a:xfrm>
            <a:off x="9358365" y="1918352"/>
            <a:ext cx="2072000" cy="0"/>
          </a:xfrm>
          <a:prstGeom prst="line">
            <a:avLst/>
          </a:prstGeom>
          <a:ln w="12700">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cxnSp>
        <p:nvCxnSpPr>
          <p:cNvPr id="37" name="直线连接符 36">
            <a:extLst>
              <a:ext uri="{FF2B5EF4-FFF2-40B4-BE49-F238E27FC236}">
                <a16:creationId xmlns:a16="http://schemas.microsoft.com/office/drawing/2014/main" id="{FE0569CA-BE09-BE30-4811-02116910D821}"/>
              </a:ext>
            </a:extLst>
          </p:cNvPr>
          <p:cNvCxnSpPr>
            <a:cxnSpLocks/>
          </p:cNvCxnSpPr>
          <p:nvPr/>
        </p:nvCxnSpPr>
        <p:spPr>
          <a:xfrm flipV="1">
            <a:off x="8907943" y="2023634"/>
            <a:ext cx="0" cy="2969785"/>
          </a:xfrm>
          <a:prstGeom prst="line">
            <a:avLst/>
          </a:prstGeom>
          <a:ln w="12700">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cxnSp>
        <p:nvCxnSpPr>
          <p:cNvPr id="40" name="直线连接符 39">
            <a:extLst>
              <a:ext uri="{FF2B5EF4-FFF2-40B4-BE49-F238E27FC236}">
                <a16:creationId xmlns:a16="http://schemas.microsoft.com/office/drawing/2014/main" id="{1226993B-1790-4689-C801-41DDDF3EC143}"/>
              </a:ext>
            </a:extLst>
          </p:cNvPr>
          <p:cNvCxnSpPr>
            <a:cxnSpLocks/>
          </p:cNvCxnSpPr>
          <p:nvPr/>
        </p:nvCxnSpPr>
        <p:spPr>
          <a:xfrm>
            <a:off x="8907943" y="2034998"/>
            <a:ext cx="349433" cy="0"/>
          </a:xfrm>
          <a:prstGeom prst="line">
            <a:avLst/>
          </a:prstGeom>
          <a:ln w="12700">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cxnSp>
        <p:nvCxnSpPr>
          <p:cNvPr id="42" name="直线连接符 41">
            <a:extLst>
              <a:ext uri="{FF2B5EF4-FFF2-40B4-BE49-F238E27FC236}">
                <a16:creationId xmlns:a16="http://schemas.microsoft.com/office/drawing/2014/main" id="{5672D14D-8066-F3FA-173B-501FD7CBE6B8}"/>
              </a:ext>
            </a:extLst>
          </p:cNvPr>
          <p:cNvCxnSpPr>
            <a:cxnSpLocks/>
          </p:cNvCxnSpPr>
          <p:nvPr/>
        </p:nvCxnSpPr>
        <p:spPr>
          <a:xfrm>
            <a:off x="8907942" y="4993419"/>
            <a:ext cx="349433" cy="0"/>
          </a:xfrm>
          <a:prstGeom prst="line">
            <a:avLst/>
          </a:prstGeom>
          <a:ln w="12700">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cxnSp>
        <p:nvCxnSpPr>
          <p:cNvPr id="99" name="直线连接符 98">
            <a:extLst>
              <a:ext uri="{FF2B5EF4-FFF2-40B4-BE49-F238E27FC236}">
                <a16:creationId xmlns:a16="http://schemas.microsoft.com/office/drawing/2014/main" id="{914E2783-E606-3874-DC25-F69984B33A54}"/>
              </a:ext>
            </a:extLst>
          </p:cNvPr>
          <p:cNvCxnSpPr/>
          <p:nvPr>
            <p:custDataLst>
              <p:tags r:id="rId2"/>
            </p:custDataLst>
          </p:nvPr>
        </p:nvCxnSpPr>
        <p:spPr bwMode="auto">
          <a:xfrm>
            <a:off x="5551488" y="2363788"/>
            <a:ext cx="0" cy="3352800"/>
          </a:xfrm>
          <a:prstGeom prst="line">
            <a:avLst/>
          </a:prstGeom>
          <a:ln w="3175" cap="flat" cmpd="sng" algn="ctr">
            <a:solidFill>
              <a:schemeClr val="tx1"/>
            </a:solidFill>
            <a:prstDash val="solid"/>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98" name="直线连接符 97">
            <a:extLst>
              <a:ext uri="{FF2B5EF4-FFF2-40B4-BE49-F238E27FC236}">
                <a16:creationId xmlns:a16="http://schemas.microsoft.com/office/drawing/2014/main" id="{92C26745-325E-F655-10F9-72893CFB56FF}"/>
              </a:ext>
            </a:extLst>
          </p:cNvPr>
          <p:cNvCxnSpPr/>
          <p:nvPr>
            <p:custDataLst>
              <p:tags r:id="rId3"/>
            </p:custDataLst>
          </p:nvPr>
        </p:nvCxnSpPr>
        <p:spPr bwMode="auto">
          <a:xfrm>
            <a:off x="4286250" y="2363788"/>
            <a:ext cx="0" cy="3352800"/>
          </a:xfrm>
          <a:prstGeom prst="line">
            <a:avLst/>
          </a:prstGeom>
          <a:ln w="3175" cap="flat" cmpd="sng" algn="ctr">
            <a:solidFill>
              <a:schemeClr val="tx1"/>
            </a:solidFill>
            <a:prstDash val="solid"/>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97" name="直线连接符 96">
            <a:extLst>
              <a:ext uri="{FF2B5EF4-FFF2-40B4-BE49-F238E27FC236}">
                <a16:creationId xmlns:a16="http://schemas.microsoft.com/office/drawing/2014/main" id="{A31D0DF3-9377-0288-5410-7199FB425F5C}"/>
              </a:ext>
            </a:extLst>
          </p:cNvPr>
          <p:cNvCxnSpPr/>
          <p:nvPr>
            <p:custDataLst>
              <p:tags r:id="rId4"/>
            </p:custDataLst>
          </p:nvPr>
        </p:nvCxnSpPr>
        <p:spPr bwMode="auto">
          <a:xfrm>
            <a:off x="3019425" y="2363788"/>
            <a:ext cx="0" cy="3352800"/>
          </a:xfrm>
          <a:prstGeom prst="line">
            <a:avLst/>
          </a:prstGeom>
          <a:ln w="3175" cap="flat" cmpd="sng" algn="ctr">
            <a:solidFill>
              <a:schemeClr val="tx1"/>
            </a:solidFill>
            <a:prstDash val="solid"/>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graphicFrame>
        <p:nvGraphicFramePr>
          <p:cNvPr id="122" name="Chart 3">
            <a:extLst>
              <a:ext uri="{FF2B5EF4-FFF2-40B4-BE49-F238E27FC236}">
                <a16:creationId xmlns:a16="http://schemas.microsoft.com/office/drawing/2014/main" id="{706C9D54-5661-79EB-ACFB-024EA50291EE}"/>
              </a:ext>
            </a:extLst>
          </p:cNvPr>
          <p:cNvGraphicFramePr/>
          <p:nvPr>
            <p:custDataLst>
              <p:tags r:id="rId5"/>
            </p:custDataLst>
            <p:extLst>
              <p:ext uri="{D42A27DB-BD31-4B8C-83A1-F6EECF244321}">
                <p14:modId xmlns:p14="http://schemas.microsoft.com/office/powerpoint/2010/main" val="1678215944"/>
              </p:ext>
            </p:extLst>
          </p:nvPr>
        </p:nvGraphicFramePr>
        <p:xfrm>
          <a:off x="1671638" y="2281238"/>
          <a:ext cx="5227637" cy="3517900"/>
        </p:xfrm>
        <a:graphic>
          <a:graphicData uri="http://schemas.openxmlformats.org/drawingml/2006/chart">
            <c:chart xmlns:c="http://schemas.openxmlformats.org/drawingml/2006/chart" xmlns:r="http://schemas.openxmlformats.org/officeDocument/2006/relationships" r:id="rId22"/>
          </a:graphicData>
        </a:graphic>
      </p:graphicFrame>
      <p:sp>
        <p:nvSpPr>
          <p:cNvPr id="75" name="文本占位符 2">
            <a:extLst>
              <a:ext uri="{FF2B5EF4-FFF2-40B4-BE49-F238E27FC236}">
                <a16:creationId xmlns:a16="http://schemas.microsoft.com/office/drawing/2014/main" id="{5AD206D8-1BE7-9702-9BB2-74FB6072C4E5}"/>
              </a:ext>
            </a:extLst>
          </p:cNvPr>
          <p:cNvSpPr txBox="1">
            <a:spLocks/>
          </p:cNvSpPr>
          <p:nvPr>
            <p:custDataLst>
              <p:tags r:id="rId6"/>
            </p:custDataLst>
          </p:nvPr>
        </p:nvSpPr>
        <p:spPr bwMode="gray">
          <a:xfrm>
            <a:off x="4133850" y="2108200"/>
            <a:ext cx="304800" cy="192088"/>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b">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spcBef>
                <a:spcPct val="0"/>
              </a:spcBef>
              <a:spcAft>
                <a:spcPct val="0"/>
              </a:spcAft>
            </a:pPr>
            <a:fld id="{5E647720-383D-49C1-BCB7-91AECCF96D58}" type="datetime'''''''''''''''''''6''''''''''0''''''''''''''''''0'''''''''''''">
              <a:rPr kumimoji="1" lang="zh-CN" altLang="en-US" sz="1400" smtClean="0">
                <a:effectLst/>
                <a:latin typeface="HarmonyOS Sans SC" pitchFamily="2" charset="-122"/>
                <a:ea typeface="HarmonyOS Sans SC" pitchFamily="2" charset="-122"/>
                <a:sym typeface="HarmonyOS Sans SC" pitchFamily="2" charset="-122"/>
              </a:rPr>
              <a:pPr>
                <a:spcBef>
                  <a:spcPct val="0"/>
                </a:spcBef>
                <a:spcAft>
                  <a:spcPct val="0"/>
                </a:spcAft>
              </a:pPr>
              <a:t>600</a:t>
            </a:fld>
            <a:endParaRPr kumimoji="1" lang="zh-CN" altLang="en-US" sz="1400" dirty="0">
              <a:latin typeface="HarmonyOS Sans SC" pitchFamily="2" charset="-122"/>
              <a:ea typeface="HarmonyOS Sans SC" pitchFamily="2" charset="-122"/>
              <a:sym typeface="HarmonyOS Sans SC" pitchFamily="2" charset="-122"/>
            </a:endParaRPr>
          </a:p>
        </p:txBody>
      </p:sp>
      <p:sp>
        <p:nvSpPr>
          <p:cNvPr id="87" name="文本占位符 2">
            <a:extLst>
              <a:ext uri="{FF2B5EF4-FFF2-40B4-BE49-F238E27FC236}">
                <a16:creationId xmlns:a16="http://schemas.microsoft.com/office/drawing/2014/main" id="{952B4093-F694-D2A2-4B8A-748ED4947312}"/>
              </a:ext>
            </a:extLst>
          </p:cNvPr>
          <p:cNvSpPr txBox="1">
            <a:spLocks/>
          </p:cNvSpPr>
          <p:nvPr>
            <p:custDataLst>
              <p:tags r:id="rId7"/>
            </p:custDataLst>
          </p:nvPr>
        </p:nvSpPr>
        <p:spPr bwMode="gray">
          <a:xfrm>
            <a:off x="5399088" y="2108200"/>
            <a:ext cx="304800" cy="192088"/>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b">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spcBef>
                <a:spcPct val="0"/>
              </a:spcBef>
              <a:spcAft>
                <a:spcPct val="0"/>
              </a:spcAft>
            </a:pPr>
            <a:fld id="{9A8CB581-685F-4B2C-A2CE-47AC74AC331B}" type="datetime'''''9''''''0''''''''''''''''''''''''''''''''''0'''''''''">
              <a:rPr kumimoji="1" lang="zh-CN" altLang="en-US" sz="1400" smtClean="0">
                <a:effectLst/>
                <a:latin typeface="HarmonyOS Sans SC" pitchFamily="2" charset="-122"/>
                <a:ea typeface="HarmonyOS Sans SC" pitchFamily="2" charset="-122"/>
                <a:sym typeface="HarmonyOS Sans SC" pitchFamily="2" charset="-122"/>
              </a:rPr>
              <a:pPr>
                <a:spcBef>
                  <a:spcPct val="0"/>
                </a:spcBef>
                <a:spcAft>
                  <a:spcPct val="0"/>
                </a:spcAft>
              </a:pPr>
              <a:t>900</a:t>
            </a:fld>
            <a:endParaRPr kumimoji="1" lang="zh-CN" altLang="en-US" sz="1400" dirty="0">
              <a:latin typeface="HarmonyOS Sans SC" pitchFamily="2" charset="-122"/>
              <a:ea typeface="HarmonyOS Sans SC" pitchFamily="2" charset="-122"/>
              <a:sym typeface="HarmonyOS Sans SC" pitchFamily="2" charset="-122"/>
            </a:endParaRPr>
          </a:p>
        </p:txBody>
      </p:sp>
      <p:sp>
        <p:nvSpPr>
          <p:cNvPr id="72" name="文本占位符 2">
            <a:extLst>
              <a:ext uri="{FF2B5EF4-FFF2-40B4-BE49-F238E27FC236}">
                <a16:creationId xmlns:a16="http://schemas.microsoft.com/office/drawing/2014/main" id="{A1A2F1AE-C855-594F-2531-3A572857FEA7}"/>
              </a:ext>
            </a:extLst>
          </p:cNvPr>
          <p:cNvSpPr txBox="1">
            <a:spLocks/>
          </p:cNvSpPr>
          <p:nvPr>
            <p:custDataLst>
              <p:tags r:id="rId8"/>
            </p:custDataLst>
          </p:nvPr>
        </p:nvSpPr>
        <p:spPr bwMode="gray">
          <a:xfrm>
            <a:off x="1703388" y="2108200"/>
            <a:ext cx="101600" cy="192088"/>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b">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spcBef>
                <a:spcPct val="0"/>
              </a:spcBef>
              <a:spcAft>
                <a:spcPct val="0"/>
              </a:spcAft>
            </a:pPr>
            <a:fld id="{1B4F1C80-F454-4BE4-836B-E7621E26D15E}" type="datetime'''''''''''''''''''''''''0'''''''''''''''''''''''''''''''''''">
              <a:rPr kumimoji="1" lang="zh-CN" altLang="en-US" sz="1400" smtClean="0">
                <a:effectLst/>
                <a:latin typeface="HarmonyOS Sans SC" pitchFamily="2" charset="-122"/>
                <a:ea typeface="HarmonyOS Sans SC" pitchFamily="2" charset="-122"/>
                <a:sym typeface="HarmonyOS Sans SC" pitchFamily="2" charset="-122"/>
              </a:rPr>
              <a:pPr>
                <a:spcBef>
                  <a:spcPct val="0"/>
                </a:spcBef>
                <a:spcAft>
                  <a:spcPct val="0"/>
                </a:spcAft>
              </a:pPr>
              <a:t>0</a:t>
            </a:fld>
            <a:endParaRPr kumimoji="1" lang="zh-CN" altLang="en-US" sz="1400" dirty="0">
              <a:latin typeface="HarmonyOS Sans SC" pitchFamily="2" charset="-122"/>
              <a:ea typeface="HarmonyOS Sans SC" pitchFamily="2" charset="-122"/>
              <a:sym typeface="HarmonyOS Sans SC" pitchFamily="2" charset="-122"/>
            </a:endParaRPr>
          </a:p>
        </p:txBody>
      </p:sp>
      <p:sp>
        <p:nvSpPr>
          <p:cNvPr id="86" name="文本占位符 2">
            <a:extLst>
              <a:ext uri="{FF2B5EF4-FFF2-40B4-BE49-F238E27FC236}">
                <a16:creationId xmlns:a16="http://schemas.microsoft.com/office/drawing/2014/main" id="{4752F965-EEF3-8CFE-8A24-1E1AE4F6D901}"/>
              </a:ext>
            </a:extLst>
          </p:cNvPr>
          <p:cNvSpPr txBox="1">
            <a:spLocks/>
          </p:cNvSpPr>
          <p:nvPr>
            <p:custDataLst>
              <p:tags r:id="rId9"/>
            </p:custDataLst>
          </p:nvPr>
        </p:nvSpPr>
        <p:spPr bwMode="gray">
          <a:xfrm>
            <a:off x="2867025" y="2108200"/>
            <a:ext cx="304800" cy="192088"/>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b">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spcBef>
                <a:spcPct val="0"/>
              </a:spcBef>
              <a:spcAft>
                <a:spcPct val="0"/>
              </a:spcAft>
            </a:pPr>
            <a:fld id="{5F078B7A-3984-4ED7-9C58-2EBC12EA44A4}" type="datetime'''''''''3''''''''''''''0''''0'''''''''''''''''">
              <a:rPr kumimoji="1" lang="zh-CN" altLang="en-US" sz="1400" smtClean="0">
                <a:effectLst/>
                <a:latin typeface="HarmonyOS Sans SC" pitchFamily="2" charset="-122"/>
                <a:ea typeface="HarmonyOS Sans SC" pitchFamily="2" charset="-122"/>
                <a:sym typeface="HarmonyOS Sans SC" pitchFamily="2" charset="-122"/>
              </a:rPr>
              <a:pPr>
                <a:spcBef>
                  <a:spcPct val="0"/>
                </a:spcBef>
                <a:spcAft>
                  <a:spcPct val="0"/>
                </a:spcAft>
              </a:pPr>
              <a:t>300</a:t>
            </a:fld>
            <a:endParaRPr kumimoji="1" lang="zh-CN" altLang="en-US" sz="1400" dirty="0">
              <a:latin typeface="HarmonyOS Sans SC" pitchFamily="2" charset="-122"/>
              <a:ea typeface="HarmonyOS Sans SC" pitchFamily="2" charset="-122"/>
              <a:sym typeface="HarmonyOS Sans SC" pitchFamily="2" charset="-122"/>
            </a:endParaRPr>
          </a:p>
        </p:txBody>
      </p:sp>
      <p:sp>
        <p:nvSpPr>
          <p:cNvPr id="48" name="文本占位符 2">
            <a:extLst>
              <a:ext uri="{FF2B5EF4-FFF2-40B4-BE49-F238E27FC236}">
                <a16:creationId xmlns:a16="http://schemas.microsoft.com/office/drawing/2014/main" id="{55CB5ADC-4D53-53A0-11A0-3BBAB8873CD8}"/>
              </a:ext>
            </a:extLst>
          </p:cNvPr>
          <p:cNvSpPr txBox="1">
            <a:spLocks/>
          </p:cNvSpPr>
          <p:nvPr>
            <p:custDataLst>
              <p:tags r:id="rId10"/>
            </p:custDataLst>
          </p:nvPr>
        </p:nvSpPr>
        <p:spPr bwMode="auto">
          <a:xfrm>
            <a:off x="896938" y="4686300"/>
            <a:ext cx="739775" cy="38417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ctr">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spcBef>
                <a:spcPct val="0"/>
              </a:spcBef>
              <a:spcAft>
                <a:spcPct val="0"/>
              </a:spcAft>
            </a:pPr>
            <a:fld id="{0ADE850F-1B21-4BFB-99AD-DF631BF8506B}" type="datetime'''''''''''Uni''''''''''te''''d''''''&#10;Ki''''ng''''''''do''m'''">
              <a:rPr kumimoji="1" lang="en-US" altLang="en-US" sz="1400" smtClean="0">
                <a:latin typeface="HarmonyOS Sans SC" pitchFamily="2" charset="-122"/>
                <a:ea typeface="HarmonyOS Sans SC" pitchFamily="2" charset="-122"/>
                <a:sym typeface="HarmonyOS Sans SC" pitchFamily="2" charset="-122"/>
              </a:rPr>
              <a:pPr algn="l">
                <a:spcBef>
                  <a:spcPct val="0"/>
                </a:spcBef>
                <a:spcAft>
                  <a:spcPct val="0"/>
                </a:spcAft>
              </a:pPr>
              <a:t>United
Kingdom</a:t>
            </a:fld>
            <a:endParaRPr kumimoji="1" lang="zh-CN" altLang="en-US" sz="1400" dirty="0">
              <a:latin typeface="HarmonyOS Sans SC" pitchFamily="2" charset="-122"/>
              <a:ea typeface="HarmonyOS Sans SC" pitchFamily="2" charset="-122"/>
              <a:sym typeface="HarmonyOS Sans SC" pitchFamily="2" charset="-122"/>
            </a:endParaRPr>
          </a:p>
        </p:txBody>
      </p:sp>
      <p:sp>
        <p:nvSpPr>
          <p:cNvPr id="51" name="文本占位符 2">
            <a:extLst>
              <a:ext uri="{FF2B5EF4-FFF2-40B4-BE49-F238E27FC236}">
                <a16:creationId xmlns:a16="http://schemas.microsoft.com/office/drawing/2014/main" id="{D3B92FD6-A0BA-7FF6-D346-A1E718BA59A8}"/>
              </a:ext>
            </a:extLst>
          </p:cNvPr>
          <p:cNvSpPr txBox="1">
            <a:spLocks/>
          </p:cNvSpPr>
          <p:nvPr>
            <p:custDataLst>
              <p:tags r:id="rId11"/>
            </p:custDataLst>
          </p:nvPr>
        </p:nvSpPr>
        <p:spPr bwMode="auto">
          <a:xfrm>
            <a:off x="896938" y="5341938"/>
            <a:ext cx="547688" cy="192088"/>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ctr">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spcBef>
                <a:spcPct val="0"/>
              </a:spcBef>
              <a:spcAft>
                <a:spcPct val="0"/>
              </a:spcAft>
            </a:pPr>
            <a:fld id="{85BA83CD-E17B-4AFE-BB5A-4795AE6DE72D}" type="datetime'''''O''''''''''t''''h''''e''''''''''''''''''''''''''''''r''s'">
              <a:rPr kumimoji="1" lang="en-US" altLang="en-US" sz="1400" smtClean="0">
                <a:latin typeface="HarmonyOS Sans SC" pitchFamily="2" charset="-122"/>
                <a:ea typeface="HarmonyOS Sans SC" pitchFamily="2" charset="-122"/>
                <a:sym typeface="HarmonyOS Sans SC" pitchFamily="2" charset="-122"/>
              </a:rPr>
              <a:pPr algn="l">
                <a:spcBef>
                  <a:spcPct val="0"/>
                </a:spcBef>
                <a:spcAft>
                  <a:spcPct val="0"/>
                </a:spcAft>
              </a:pPr>
              <a:t>Others</a:t>
            </a:fld>
            <a:endParaRPr kumimoji="1" lang="zh-CN" altLang="en-US" sz="1400" dirty="0">
              <a:latin typeface="HarmonyOS Sans SC" pitchFamily="2" charset="-122"/>
              <a:ea typeface="HarmonyOS Sans SC" pitchFamily="2" charset="-122"/>
              <a:sym typeface="HarmonyOS Sans SC" pitchFamily="2" charset="-122"/>
            </a:endParaRPr>
          </a:p>
        </p:txBody>
      </p:sp>
      <p:sp>
        <p:nvSpPr>
          <p:cNvPr id="45" name="文本占位符 2">
            <a:extLst>
              <a:ext uri="{FF2B5EF4-FFF2-40B4-BE49-F238E27FC236}">
                <a16:creationId xmlns:a16="http://schemas.microsoft.com/office/drawing/2014/main" id="{3E69EF0C-F516-DB31-73CE-2EED90FBBEFC}"/>
              </a:ext>
            </a:extLst>
          </p:cNvPr>
          <p:cNvSpPr txBox="1">
            <a:spLocks/>
          </p:cNvSpPr>
          <p:nvPr>
            <p:custDataLst>
              <p:tags r:id="rId12"/>
            </p:custDataLst>
          </p:nvPr>
        </p:nvSpPr>
        <p:spPr bwMode="auto">
          <a:xfrm>
            <a:off x="896938" y="4224338"/>
            <a:ext cx="630238" cy="192088"/>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ctr">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spcBef>
                <a:spcPct val="0"/>
              </a:spcBef>
              <a:spcAft>
                <a:spcPct val="0"/>
              </a:spcAft>
            </a:pPr>
            <a:fld id="{802B955A-0159-43FA-B571-0B3454A4494C}" type="datetime'''''''''''''''''''''No''''''''''r''w''''ay'">
              <a:rPr kumimoji="1" lang="en-US" altLang="en-US" sz="1400" smtClean="0">
                <a:latin typeface="HarmonyOS Sans SC" pitchFamily="2" charset="-122"/>
                <a:ea typeface="HarmonyOS Sans SC" pitchFamily="2" charset="-122"/>
                <a:sym typeface="HarmonyOS Sans SC" pitchFamily="2" charset="-122"/>
              </a:rPr>
              <a:pPr algn="l">
                <a:spcBef>
                  <a:spcPct val="0"/>
                </a:spcBef>
                <a:spcAft>
                  <a:spcPct val="0"/>
                </a:spcAft>
              </a:pPr>
              <a:t>Norway</a:t>
            </a:fld>
            <a:endParaRPr kumimoji="1" lang="zh-CN" altLang="en-US" sz="1400" dirty="0">
              <a:latin typeface="HarmonyOS Sans SC" pitchFamily="2" charset="-122"/>
              <a:ea typeface="HarmonyOS Sans SC" pitchFamily="2" charset="-122"/>
              <a:sym typeface="HarmonyOS Sans SC" pitchFamily="2" charset="-122"/>
            </a:endParaRPr>
          </a:p>
        </p:txBody>
      </p:sp>
      <p:sp>
        <p:nvSpPr>
          <p:cNvPr id="6" name="文本占位符 2">
            <a:extLst>
              <a:ext uri="{FF2B5EF4-FFF2-40B4-BE49-F238E27FC236}">
                <a16:creationId xmlns:a16="http://schemas.microsoft.com/office/drawing/2014/main" id="{3D70F65D-9695-C643-6EA9-3B08FD50635A}"/>
              </a:ext>
            </a:extLst>
          </p:cNvPr>
          <p:cNvSpPr txBox="1">
            <a:spLocks/>
          </p:cNvSpPr>
          <p:nvPr>
            <p:custDataLst>
              <p:tags r:id="rId13"/>
            </p:custDataLst>
          </p:nvPr>
        </p:nvSpPr>
        <p:spPr bwMode="auto">
          <a:xfrm>
            <a:off x="896938" y="3665538"/>
            <a:ext cx="731838" cy="192088"/>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ctr">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spcBef>
                <a:spcPct val="0"/>
              </a:spcBef>
              <a:spcAft>
                <a:spcPct val="0"/>
              </a:spcAft>
            </a:pPr>
            <a:fld id="{589D41C8-0A70-4D17-A08D-B83A3FB85900}" type="datetime'''''''''''''''G''''e''''rm''''''a''n''''''''y'">
              <a:rPr kumimoji="1" lang="en-US" altLang="en-US" sz="1400" smtClean="0">
                <a:latin typeface="HarmonyOS Sans SC" pitchFamily="2" charset="-122"/>
                <a:ea typeface="HarmonyOS Sans SC" pitchFamily="2" charset="-122"/>
                <a:sym typeface="HarmonyOS Sans SC" pitchFamily="2" charset="-122"/>
              </a:rPr>
              <a:pPr algn="l">
                <a:spcBef>
                  <a:spcPct val="0"/>
                </a:spcBef>
                <a:spcAft>
                  <a:spcPct val="0"/>
                </a:spcAft>
              </a:pPr>
              <a:t>Germany</a:t>
            </a:fld>
            <a:endParaRPr kumimoji="1" lang="zh-CN" altLang="en-US" sz="1400" dirty="0">
              <a:latin typeface="HarmonyOS Sans SC" pitchFamily="2" charset="-122"/>
              <a:ea typeface="HarmonyOS Sans SC" pitchFamily="2" charset="-122"/>
              <a:sym typeface="HarmonyOS Sans SC" pitchFamily="2" charset="-122"/>
            </a:endParaRPr>
          </a:p>
        </p:txBody>
      </p:sp>
      <p:sp>
        <p:nvSpPr>
          <p:cNvPr id="5" name="文本占位符 2">
            <a:extLst>
              <a:ext uri="{FF2B5EF4-FFF2-40B4-BE49-F238E27FC236}">
                <a16:creationId xmlns:a16="http://schemas.microsoft.com/office/drawing/2014/main" id="{62316672-E166-D4AA-69DF-533796FDB614}"/>
              </a:ext>
            </a:extLst>
          </p:cNvPr>
          <p:cNvSpPr txBox="1">
            <a:spLocks/>
          </p:cNvSpPr>
          <p:nvPr>
            <p:custDataLst>
              <p:tags r:id="rId14"/>
            </p:custDataLst>
          </p:nvPr>
        </p:nvSpPr>
        <p:spPr bwMode="auto">
          <a:xfrm>
            <a:off x="896938" y="3009900"/>
            <a:ext cx="546100" cy="38417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ctr">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spcBef>
                <a:spcPct val="0"/>
              </a:spcBef>
              <a:spcAft>
                <a:spcPct val="0"/>
              </a:spcAft>
            </a:pPr>
            <a:fld id="{F50DF32D-D919-4325-B0AE-70D8F735ECE6}" type="datetime'''''''U''''n''''''''it''e''''d''&#10;''''''''''S''''''''tat''es'''">
              <a:rPr kumimoji="1" lang="en-US" altLang="en-US" sz="1400" smtClean="0">
                <a:latin typeface="HarmonyOS Sans SC" pitchFamily="2" charset="-122"/>
                <a:ea typeface="HarmonyOS Sans SC" pitchFamily="2" charset="-122"/>
                <a:sym typeface="HarmonyOS Sans SC" pitchFamily="2" charset="-122"/>
              </a:rPr>
              <a:pPr algn="l">
                <a:spcBef>
                  <a:spcPct val="0"/>
                </a:spcBef>
                <a:spcAft>
                  <a:spcPct val="0"/>
                </a:spcAft>
              </a:pPr>
              <a:t>United
States</a:t>
            </a:fld>
            <a:endParaRPr kumimoji="1" lang="zh-CN" altLang="en-US" sz="1400" dirty="0">
              <a:latin typeface="HarmonyOS Sans SC" pitchFamily="2" charset="-122"/>
              <a:ea typeface="HarmonyOS Sans SC" pitchFamily="2" charset="-122"/>
              <a:sym typeface="HarmonyOS Sans SC" pitchFamily="2" charset="-122"/>
            </a:endParaRPr>
          </a:p>
        </p:txBody>
      </p:sp>
      <p:sp>
        <p:nvSpPr>
          <p:cNvPr id="2" name="文本占位符 2">
            <a:extLst>
              <a:ext uri="{FF2B5EF4-FFF2-40B4-BE49-F238E27FC236}">
                <a16:creationId xmlns:a16="http://schemas.microsoft.com/office/drawing/2014/main" id="{FDF96AC0-69A7-1B76-8025-2D9E68EFB532}"/>
              </a:ext>
            </a:extLst>
          </p:cNvPr>
          <p:cNvSpPr txBox="1">
            <a:spLocks/>
          </p:cNvSpPr>
          <p:nvPr>
            <p:custDataLst>
              <p:tags r:id="rId15"/>
            </p:custDataLst>
          </p:nvPr>
        </p:nvSpPr>
        <p:spPr bwMode="auto">
          <a:xfrm>
            <a:off x="896938" y="2547938"/>
            <a:ext cx="461963" cy="192088"/>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ctr">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spcBef>
                <a:spcPct val="0"/>
              </a:spcBef>
              <a:spcAft>
                <a:spcPct val="0"/>
              </a:spcAft>
            </a:pPr>
            <a:fld id="{334F80AE-EEB7-4F32-A2D0-91CF3929CB4E}" type="datetime'''C''''''''''h''''''''''''''''''''''''''''''''i''''''''''''na'">
              <a:rPr kumimoji="1" lang="en-US" altLang="en-US" sz="1400" smtClean="0">
                <a:latin typeface="HarmonyOS Sans SC" pitchFamily="2" charset="-122"/>
                <a:ea typeface="HarmonyOS Sans SC" pitchFamily="2" charset="-122"/>
                <a:sym typeface="HarmonyOS Sans SC" pitchFamily="2" charset="-122"/>
              </a:rPr>
              <a:pPr algn="l">
                <a:spcBef>
                  <a:spcPct val="0"/>
                </a:spcBef>
                <a:spcAft>
                  <a:spcPct val="0"/>
                </a:spcAft>
              </a:pPr>
              <a:t>China</a:t>
            </a:fld>
            <a:endParaRPr kumimoji="1" lang="zh-CN" altLang="en-US" sz="1400" dirty="0">
              <a:latin typeface="HarmonyOS Sans SC" pitchFamily="2" charset="-122"/>
              <a:ea typeface="HarmonyOS Sans SC" pitchFamily="2" charset="-122"/>
              <a:sym typeface="HarmonyOS Sans SC" pitchFamily="2" charset="-122"/>
            </a:endParaRPr>
          </a:p>
        </p:txBody>
      </p:sp>
      <p:sp>
        <p:nvSpPr>
          <p:cNvPr id="123" name="文本框 122">
            <a:extLst>
              <a:ext uri="{FF2B5EF4-FFF2-40B4-BE49-F238E27FC236}">
                <a16:creationId xmlns:a16="http://schemas.microsoft.com/office/drawing/2014/main" id="{AFFF31E7-0E23-8B7D-60B5-F5FB8B2CD742}"/>
              </a:ext>
            </a:extLst>
          </p:cNvPr>
          <p:cNvSpPr txBox="1"/>
          <p:nvPr/>
        </p:nvSpPr>
        <p:spPr>
          <a:xfrm>
            <a:off x="573634" y="6021336"/>
            <a:ext cx="11086892" cy="400110"/>
          </a:xfrm>
          <a:prstGeom prst="rect">
            <a:avLst/>
          </a:prstGeom>
          <a:noFill/>
        </p:spPr>
        <p:txBody>
          <a:bodyPr wrap="square" rtlCol="0">
            <a:spAutoFit/>
          </a:bodyPr>
          <a:lstStyle/>
          <a:p>
            <a:r>
              <a:rPr kumimoji="1" lang="en-US" altLang="zh-CN" sz="1000" dirty="0">
                <a:latin typeface="HarmonyOS Sans SC Light" pitchFamily="2" charset="-122"/>
                <a:ea typeface="HarmonyOS Sans SC Light" pitchFamily="2" charset="-122"/>
              </a:rPr>
              <a:t>Note: Numbers are based on wholesale volume </a:t>
            </a:r>
            <a:r>
              <a:rPr kumimoji="1" lang="zh-CN" altLang="en-US" sz="1000" dirty="0">
                <a:latin typeface="HarmonyOS Sans SC Light" pitchFamily="2" charset="-122"/>
                <a:ea typeface="HarmonyOS Sans SC Light" pitchFamily="2" charset="-122"/>
              </a:rPr>
              <a:t>（</a:t>
            </a:r>
            <a:r>
              <a:rPr kumimoji="1" lang="en-US" altLang="zh-CN" sz="1000" dirty="0">
                <a:latin typeface="HarmonyOS Sans SC Light" pitchFamily="2" charset="-122"/>
                <a:ea typeface="HarmonyOS Sans SC Light" pitchFamily="2" charset="-122"/>
              </a:rPr>
              <a:t>Similar to CAAM</a:t>
            </a:r>
            <a:r>
              <a:rPr kumimoji="1" lang="zh-CN" altLang="en-US" sz="1000" dirty="0">
                <a:latin typeface="HarmonyOS Sans SC Light" pitchFamily="2" charset="-122"/>
                <a:ea typeface="HarmonyOS Sans SC Light" pitchFamily="2" charset="-122"/>
              </a:rPr>
              <a:t>）， </a:t>
            </a:r>
            <a:r>
              <a:rPr kumimoji="1" lang="en-US" altLang="zh-CN" sz="1000" dirty="0">
                <a:latin typeface="HarmonyOS Sans SC Light" pitchFamily="2" charset="-122"/>
                <a:ea typeface="HarmonyOS Sans SC Light" pitchFamily="2" charset="-122"/>
              </a:rPr>
              <a:t>which have generally been higher than the corresponding retail insurance volumes.</a:t>
            </a:r>
          </a:p>
          <a:p>
            <a:r>
              <a:rPr kumimoji="1" lang="en-US" altLang="zh-CN" sz="1000" dirty="0">
                <a:latin typeface="HarmonyOS Sans SC Light" pitchFamily="2" charset="-122"/>
                <a:ea typeface="HarmonyOS Sans SC Light" pitchFamily="2" charset="-122"/>
              </a:rPr>
              <a:t>Source: EV-</a:t>
            </a:r>
            <a:r>
              <a:rPr kumimoji="1" lang="en-US" altLang="zh-CN" sz="1000" dirty="0" err="1">
                <a:latin typeface="HarmonyOS Sans SC Light" pitchFamily="2" charset="-122"/>
                <a:ea typeface="HarmonyOS Sans SC Light" pitchFamily="2" charset="-122"/>
              </a:rPr>
              <a:t>volumes.com</a:t>
            </a:r>
            <a:r>
              <a:rPr kumimoji="1" lang="en-US" altLang="zh-CN" sz="1000" dirty="0">
                <a:latin typeface="HarmonyOS Sans SC Light" pitchFamily="2" charset="-122"/>
                <a:ea typeface="HarmonyOS Sans SC Light" pitchFamily="2" charset="-122"/>
              </a:rPr>
              <a:t>; McKinsey analysis</a:t>
            </a:r>
            <a:endParaRPr kumimoji="1" lang="zh-CN" altLang="en-US" sz="1000" dirty="0">
              <a:latin typeface="HarmonyOS Sans SC Light" pitchFamily="2" charset="-122"/>
              <a:ea typeface="HarmonyOS Sans SC Light" pitchFamily="2" charset="-122"/>
            </a:endParaRPr>
          </a:p>
        </p:txBody>
      </p:sp>
      <p:graphicFrame>
        <p:nvGraphicFramePr>
          <p:cNvPr id="148" name="Chart 3">
            <a:extLst>
              <a:ext uri="{FF2B5EF4-FFF2-40B4-BE49-F238E27FC236}">
                <a16:creationId xmlns:a16="http://schemas.microsoft.com/office/drawing/2014/main" id="{01743FAF-B052-6BDC-250A-066E769979F8}"/>
              </a:ext>
            </a:extLst>
          </p:cNvPr>
          <p:cNvGraphicFramePr/>
          <p:nvPr>
            <p:custDataLst>
              <p:tags r:id="rId16"/>
            </p:custDataLst>
            <p:extLst>
              <p:ext uri="{D42A27DB-BD31-4B8C-83A1-F6EECF244321}">
                <p14:modId xmlns:p14="http://schemas.microsoft.com/office/powerpoint/2010/main" val="3973093971"/>
              </p:ext>
            </p:extLst>
          </p:nvPr>
        </p:nvGraphicFramePr>
        <p:xfrm>
          <a:off x="6735763" y="2033588"/>
          <a:ext cx="1938337" cy="1938337"/>
        </p:xfrm>
        <a:graphic>
          <a:graphicData uri="http://schemas.openxmlformats.org/drawingml/2006/chart">
            <c:chart xmlns:c="http://schemas.openxmlformats.org/drawingml/2006/chart" xmlns:r="http://schemas.openxmlformats.org/officeDocument/2006/relationships" r:id="rId23"/>
          </a:graphicData>
        </a:graphic>
      </p:graphicFrame>
      <p:sp>
        <p:nvSpPr>
          <p:cNvPr id="24" name="文本框 23">
            <a:extLst>
              <a:ext uri="{FF2B5EF4-FFF2-40B4-BE49-F238E27FC236}">
                <a16:creationId xmlns:a16="http://schemas.microsoft.com/office/drawing/2014/main" id="{957764C5-B250-EE1D-65C6-BCF9E8D50DD7}"/>
              </a:ext>
            </a:extLst>
          </p:cNvPr>
          <p:cNvSpPr txBox="1"/>
          <p:nvPr/>
        </p:nvSpPr>
        <p:spPr>
          <a:xfrm>
            <a:off x="7437388" y="2779067"/>
            <a:ext cx="540533" cy="461665"/>
          </a:xfrm>
          <a:prstGeom prst="rect">
            <a:avLst/>
          </a:prstGeom>
          <a:noFill/>
        </p:spPr>
        <p:txBody>
          <a:bodyPr wrap="none" rtlCol="0">
            <a:spAutoFit/>
          </a:bodyPr>
          <a:lstStyle/>
          <a:p>
            <a:r>
              <a:rPr kumimoji="1" lang="en-US" altLang="zh-CN" sz="2400" dirty="0">
                <a:latin typeface="HarmonyOS Sans SC Medium" pitchFamily="2" charset="-122"/>
                <a:ea typeface="HarmonyOS Sans SC Medium" pitchFamily="2" charset="-122"/>
              </a:rPr>
              <a:t>57</a:t>
            </a:r>
            <a:endParaRPr kumimoji="1" lang="zh-CN" altLang="en-US" sz="2400" dirty="0">
              <a:latin typeface="HarmonyOS Sans SC Medium" pitchFamily="2" charset="-122"/>
              <a:ea typeface="HarmonyOS Sans SC Medium" pitchFamily="2" charset="-122"/>
            </a:endParaRPr>
          </a:p>
        </p:txBody>
      </p:sp>
      <p:graphicFrame>
        <p:nvGraphicFramePr>
          <p:cNvPr id="154" name="Chart 3">
            <a:extLst>
              <a:ext uri="{FF2B5EF4-FFF2-40B4-BE49-F238E27FC236}">
                <a16:creationId xmlns:a16="http://schemas.microsoft.com/office/drawing/2014/main" id="{AB245C9F-700B-ABEF-8303-D3AB9E34E0F7}"/>
              </a:ext>
            </a:extLst>
          </p:cNvPr>
          <p:cNvGraphicFramePr/>
          <p:nvPr>
            <p:custDataLst>
              <p:tags r:id="rId17"/>
            </p:custDataLst>
            <p:extLst>
              <p:ext uri="{D42A27DB-BD31-4B8C-83A1-F6EECF244321}">
                <p14:modId xmlns:p14="http://schemas.microsoft.com/office/powerpoint/2010/main" val="2513760995"/>
              </p:ext>
            </p:extLst>
          </p:nvPr>
        </p:nvGraphicFramePr>
        <p:xfrm>
          <a:off x="9413875" y="2033588"/>
          <a:ext cx="1938338" cy="1938337"/>
        </p:xfrm>
        <a:graphic>
          <a:graphicData uri="http://schemas.openxmlformats.org/drawingml/2006/chart">
            <c:chart xmlns:c="http://schemas.openxmlformats.org/drawingml/2006/chart" xmlns:r="http://schemas.openxmlformats.org/officeDocument/2006/relationships" r:id="rId24"/>
          </a:graphicData>
        </a:graphic>
      </p:graphicFrame>
      <p:sp>
        <p:nvSpPr>
          <p:cNvPr id="26" name="文本框 25">
            <a:extLst>
              <a:ext uri="{FF2B5EF4-FFF2-40B4-BE49-F238E27FC236}">
                <a16:creationId xmlns:a16="http://schemas.microsoft.com/office/drawing/2014/main" id="{0DEC5756-F199-D6D9-7FB4-DAA16E919080}"/>
              </a:ext>
            </a:extLst>
          </p:cNvPr>
          <p:cNvSpPr txBox="1"/>
          <p:nvPr/>
        </p:nvSpPr>
        <p:spPr>
          <a:xfrm>
            <a:off x="10039941" y="2771923"/>
            <a:ext cx="708848" cy="461665"/>
          </a:xfrm>
          <a:prstGeom prst="rect">
            <a:avLst/>
          </a:prstGeom>
          <a:noFill/>
        </p:spPr>
        <p:txBody>
          <a:bodyPr wrap="none" rtlCol="0">
            <a:spAutoFit/>
          </a:bodyPr>
          <a:lstStyle/>
          <a:p>
            <a:r>
              <a:rPr kumimoji="1" lang="en-US" altLang="zh-CN" sz="2400" dirty="0">
                <a:latin typeface="HarmonyOS Sans SC" pitchFamily="2" charset="-122"/>
                <a:ea typeface="HarmonyOS Sans SC" pitchFamily="2" charset="-122"/>
              </a:rPr>
              <a:t>~85</a:t>
            </a:r>
            <a:endParaRPr kumimoji="1" lang="zh-CN" altLang="en-US" sz="2400" dirty="0">
              <a:latin typeface="HarmonyOS Sans SC" pitchFamily="2" charset="-122"/>
              <a:ea typeface="HarmonyOS Sans SC" pitchFamily="2" charset="-122"/>
            </a:endParaRPr>
          </a:p>
        </p:txBody>
      </p:sp>
    </p:spTree>
    <p:extLst>
      <p:ext uri="{BB962C8B-B14F-4D97-AF65-F5344CB8AC3E}">
        <p14:creationId xmlns:p14="http://schemas.microsoft.com/office/powerpoint/2010/main" val="37387454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hink-cell data - do not delete" hidden="1">
            <a:extLst>
              <a:ext uri="{FF2B5EF4-FFF2-40B4-BE49-F238E27FC236}">
                <a16:creationId xmlns:a16="http://schemas.microsoft.com/office/drawing/2014/main" id="{0AA883BF-7ADB-9E39-4AD9-23FDAD8FC6F0}"/>
              </a:ext>
            </a:extLst>
          </p:cNvPr>
          <p:cNvGraphicFramePr>
            <a:graphicFrameLocks noChangeAspect="1"/>
          </p:cNvGraphicFramePr>
          <p:nvPr>
            <p:custDataLst>
              <p:tags r:id="rId1"/>
            </p:custDataLst>
            <p:extLst>
              <p:ext uri="{D42A27DB-BD31-4B8C-83A1-F6EECF244321}">
                <p14:modId xmlns:p14="http://schemas.microsoft.com/office/powerpoint/2010/main" val="2253372896"/>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幻灯片" r:id="rId29" imgW="490" imgH="504" progId="TCLayout.ActiveDocument.1">
                  <p:embed/>
                </p:oleObj>
              </mc:Choice>
              <mc:Fallback>
                <p:oleObj name="think-cell 幻灯片" r:id="rId29" imgW="490" imgH="504" progId="TCLayout.ActiveDocument.1">
                  <p:embed/>
                  <p:pic>
                    <p:nvPicPr>
                      <p:cNvPr id="4" name="think-cell data - do not delete" hidden="1">
                        <a:extLst>
                          <a:ext uri="{FF2B5EF4-FFF2-40B4-BE49-F238E27FC236}">
                            <a16:creationId xmlns:a16="http://schemas.microsoft.com/office/drawing/2014/main" id="{0AA883BF-7ADB-9E39-4AD9-23FDAD8FC6F0}"/>
                          </a:ext>
                        </a:extLst>
                      </p:cNvPr>
                      <p:cNvPicPr/>
                      <p:nvPr/>
                    </p:nvPicPr>
                    <p:blipFill>
                      <a:blip r:embed="rId30"/>
                      <a:stretch>
                        <a:fillRect/>
                      </a:stretch>
                    </p:blipFill>
                    <p:spPr>
                      <a:xfrm>
                        <a:off x="1588" y="1588"/>
                        <a:ext cx="1588" cy="1588"/>
                      </a:xfrm>
                      <a:prstGeom prst="rect">
                        <a:avLst/>
                      </a:prstGeom>
                    </p:spPr>
                  </p:pic>
                </p:oleObj>
              </mc:Fallback>
            </mc:AlternateContent>
          </a:graphicData>
        </a:graphic>
      </p:graphicFrame>
      <p:sp>
        <p:nvSpPr>
          <p:cNvPr id="14" name="文本框 13">
            <a:extLst>
              <a:ext uri="{FF2B5EF4-FFF2-40B4-BE49-F238E27FC236}">
                <a16:creationId xmlns:a16="http://schemas.microsoft.com/office/drawing/2014/main" id="{74CC57CB-9BE4-B16E-C17E-C010F54265FA}"/>
              </a:ext>
            </a:extLst>
          </p:cNvPr>
          <p:cNvSpPr txBox="1"/>
          <p:nvPr/>
        </p:nvSpPr>
        <p:spPr>
          <a:xfrm>
            <a:off x="641684" y="325151"/>
            <a:ext cx="11018842" cy="646331"/>
          </a:xfrm>
          <a:prstGeom prst="rect">
            <a:avLst/>
          </a:prstGeom>
          <a:noFill/>
        </p:spPr>
        <p:txBody>
          <a:bodyPr wrap="square" rtlCol="0">
            <a:spAutoFit/>
          </a:bodyPr>
          <a:lstStyle/>
          <a:p>
            <a:r>
              <a:rPr lang="en-US" altLang="zh-CN" dirty="0">
                <a:effectLst/>
                <a:latin typeface="HarmonyOS Sans SC Medium" pitchFamily="2" charset="-122"/>
                <a:ea typeface="HarmonyOS Sans SC Medium" pitchFamily="2" charset="-122"/>
              </a:rPr>
              <a:t>Electronic-control-unit (ECU) usage is roughly correlated with design </a:t>
            </a:r>
            <a:r>
              <a:rPr lang="en-US" altLang="zh-CN" dirty="0" err="1">
                <a:effectLst/>
                <a:latin typeface="HarmonyOS Sans SC Medium" pitchFamily="2" charset="-122"/>
                <a:ea typeface="HarmonyOS Sans SC Medium" pitchFamily="2" charset="-122"/>
              </a:rPr>
              <a:t>features,and</a:t>
            </a:r>
            <a:r>
              <a:rPr lang="en-US" altLang="zh-CN" dirty="0">
                <a:effectLst/>
                <a:latin typeface="HarmonyOS Sans SC Medium" pitchFamily="2" charset="-122"/>
                <a:ea typeface="HarmonyOS Sans SC Medium" pitchFamily="2" charset="-122"/>
              </a:rPr>
              <a:t> some OEMs integrate ECUs in more sophisticated ways.</a:t>
            </a:r>
            <a:endParaRPr lang="zh-CN" altLang="en-US" dirty="0">
              <a:latin typeface="HarmonyOS Sans SC Medium" pitchFamily="2" charset="-122"/>
              <a:ea typeface="HarmonyOS Sans SC Medium" pitchFamily="2" charset="-122"/>
            </a:endParaRPr>
          </a:p>
        </p:txBody>
      </p:sp>
      <p:sp>
        <p:nvSpPr>
          <p:cNvPr id="2" name="文本框 1">
            <a:extLst>
              <a:ext uri="{FF2B5EF4-FFF2-40B4-BE49-F238E27FC236}">
                <a16:creationId xmlns:a16="http://schemas.microsoft.com/office/drawing/2014/main" id="{CDA66345-DA18-BB99-7731-6B52427A095A}"/>
              </a:ext>
            </a:extLst>
          </p:cNvPr>
          <p:cNvSpPr txBox="1"/>
          <p:nvPr/>
        </p:nvSpPr>
        <p:spPr>
          <a:xfrm>
            <a:off x="641684" y="1072745"/>
            <a:ext cx="5246949" cy="307777"/>
          </a:xfrm>
          <a:prstGeom prst="rect">
            <a:avLst/>
          </a:prstGeom>
          <a:noFill/>
        </p:spPr>
        <p:txBody>
          <a:bodyPr wrap="none" rtlCol="0">
            <a:spAutoFit/>
          </a:bodyPr>
          <a:lstStyle/>
          <a:p>
            <a:r>
              <a:rPr kumimoji="1" lang="en-US" altLang="zh-CN" sz="1400" dirty="0">
                <a:latin typeface="HarmonyOS Sans SC" pitchFamily="2" charset="-122"/>
                <a:ea typeface="HarmonyOS Sans SC" pitchFamily="2" charset="-122"/>
              </a:rPr>
              <a:t>Low-voltage (LV) ECU function distribution, </a:t>
            </a:r>
            <a:r>
              <a:rPr kumimoji="1" lang="en-US" altLang="zh-CN" sz="1400" dirty="0">
                <a:latin typeface="HarmonyOS Sans SC Light" pitchFamily="2" charset="-122"/>
                <a:ea typeface="HarmonyOS Sans SC Light" pitchFamily="2" charset="-122"/>
              </a:rPr>
              <a:t>number of ECUs</a:t>
            </a:r>
            <a:r>
              <a:rPr kumimoji="1" lang="en-US" altLang="zh-CN" sz="1400" baseline="30000" dirty="0">
                <a:latin typeface="HarmonyOS Sans SC Light" pitchFamily="2" charset="-122"/>
                <a:ea typeface="HarmonyOS Sans SC Light" pitchFamily="2" charset="-122"/>
              </a:rPr>
              <a:t>1</a:t>
            </a:r>
            <a:endParaRPr kumimoji="1" lang="zh-CN" altLang="en-US" sz="1400" baseline="30000" dirty="0">
              <a:latin typeface="HarmonyOS Sans SC Light" pitchFamily="2" charset="-122"/>
              <a:ea typeface="HarmonyOS Sans SC Light" pitchFamily="2" charset="-122"/>
            </a:endParaRPr>
          </a:p>
        </p:txBody>
      </p:sp>
      <p:sp>
        <p:nvSpPr>
          <p:cNvPr id="5" name="文本框 4">
            <a:extLst>
              <a:ext uri="{FF2B5EF4-FFF2-40B4-BE49-F238E27FC236}">
                <a16:creationId xmlns:a16="http://schemas.microsoft.com/office/drawing/2014/main" id="{BBA3C6D6-F8B9-48F7-2FFD-B4FB90645826}"/>
              </a:ext>
            </a:extLst>
          </p:cNvPr>
          <p:cNvSpPr txBox="1"/>
          <p:nvPr/>
        </p:nvSpPr>
        <p:spPr>
          <a:xfrm>
            <a:off x="1527172" y="1503632"/>
            <a:ext cx="1228221" cy="276999"/>
          </a:xfrm>
          <a:prstGeom prst="rect">
            <a:avLst/>
          </a:prstGeom>
          <a:noFill/>
        </p:spPr>
        <p:txBody>
          <a:bodyPr wrap="none" rtlCol="0">
            <a:spAutoFit/>
          </a:bodyPr>
          <a:lstStyle/>
          <a:p>
            <a:r>
              <a:rPr kumimoji="1" lang="en-US" altLang="zh-CN" sz="1200" b="1" dirty="0">
                <a:latin typeface="HarmonyOS Sans SC" pitchFamily="2" charset="-122"/>
                <a:ea typeface="HarmonyOS Sans SC" pitchFamily="2" charset="-122"/>
              </a:rPr>
              <a:t>ECU functions</a:t>
            </a:r>
            <a:endParaRPr kumimoji="1" lang="zh-CN" altLang="en-US" sz="1200" b="1" dirty="0">
              <a:latin typeface="HarmonyOS Sans SC" pitchFamily="2" charset="-122"/>
              <a:ea typeface="HarmonyOS Sans SC" pitchFamily="2" charset="-122"/>
            </a:endParaRPr>
          </a:p>
        </p:txBody>
      </p:sp>
      <p:cxnSp>
        <p:nvCxnSpPr>
          <p:cNvPr id="7" name="直线连接符 6">
            <a:extLst>
              <a:ext uri="{FF2B5EF4-FFF2-40B4-BE49-F238E27FC236}">
                <a16:creationId xmlns:a16="http://schemas.microsoft.com/office/drawing/2014/main" id="{C3EEBE60-EFE1-0681-77EF-538CE58FDC47}"/>
              </a:ext>
            </a:extLst>
          </p:cNvPr>
          <p:cNvCxnSpPr>
            <a:cxnSpLocks/>
          </p:cNvCxnSpPr>
          <p:nvPr/>
        </p:nvCxnSpPr>
        <p:spPr>
          <a:xfrm>
            <a:off x="1606263" y="1789563"/>
            <a:ext cx="9360748" cy="0"/>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graphicFrame>
        <p:nvGraphicFramePr>
          <p:cNvPr id="178" name="Chart 3">
            <a:extLst>
              <a:ext uri="{FF2B5EF4-FFF2-40B4-BE49-F238E27FC236}">
                <a16:creationId xmlns:a16="http://schemas.microsoft.com/office/drawing/2014/main" id="{98172449-26B9-AEFC-1AA5-D23425258FBD}"/>
              </a:ext>
            </a:extLst>
          </p:cNvPr>
          <p:cNvGraphicFramePr/>
          <p:nvPr>
            <p:custDataLst>
              <p:tags r:id="rId2"/>
            </p:custDataLst>
            <p:extLst>
              <p:ext uri="{D42A27DB-BD31-4B8C-83A1-F6EECF244321}">
                <p14:modId xmlns:p14="http://schemas.microsoft.com/office/powerpoint/2010/main" val="2215416087"/>
              </p:ext>
            </p:extLst>
          </p:nvPr>
        </p:nvGraphicFramePr>
        <p:xfrm>
          <a:off x="1541463" y="2109788"/>
          <a:ext cx="9290050" cy="4152900"/>
        </p:xfrm>
        <a:graphic>
          <a:graphicData uri="http://schemas.openxmlformats.org/drawingml/2006/chart">
            <c:chart xmlns:c="http://schemas.openxmlformats.org/drawingml/2006/chart" xmlns:r="http://schemas.openxmlformats.org/officeDocument/2006/relationships" r:id="rId31"/>
          </a:graphicData>
        </a:graphic>
      </p:graphicFrame>
      <p:sp>
        <p:nvSpPr>
          <p:cNvPr id="9" name="文本占位符 2">
            <a:extLst>
              <a:ext uri="{FF2B5EF4-FFF2-40B4-BE49-F238E27FC236}">
                <a16:creationId xmlns:a16="http://schemas.microsoft.com/office/drawing/2014/main" id="{759334C0-14D5-0261-D21A-5B16AAFA35AD}"/>
              </a:ext>
            </a:extLst>
          </p:cNvPr>
          <p:cNvSpPr txBox="1">
            <a:spLocks/>
          </p:cNvSpPr>
          <p:nvPr>
            <p:custDataLst>
              <p:tags r:id="rId3"/>
            </p:custDataLst>
          </p:nvPr>
        </p:nvSpPr>
        <p:spPr bwMode="auto">
          <a:xfrm>
            <a:off x="749300" y="2851150"/>
            <a:ext cx="655638" cy="192088"/>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ctr">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spcBef>
                <a:spcPct val="0"/>
              </a:spcBef>
              <a:spcAft>
                <a:spcPct val="0"/>
              </a:spcAft>
            </a:pPr>
            <a:fld id="{00078938-F7A4-46E6-AE6E-311D9F6E9E91}" type="datetime'''''''''M''''''''''''''''o''''''''d''''e''l'''''' ''2'''">
              <a:rPr kumimoji="1" lang="en-US" altLang="en-US" sz="1400" smtClean="0">
                <a:latin typeface="HarmonyOS Sans SC" pitchFamily="2" charset="-122"/>
                <a:ea typeface="HarmonyOS Sans SC" pitchFamily="2" charset="-122"/>
                <a:sym typeface="HarmonyOS Sans SC" pitchFamily="2" charset="-122"/>
              </a:rPr>
              <a:pPr algn="l">
                <a:spcBef>
                  <a:spcPct val="0"/>
                </a:spcBef>
                <a:spcAft>
                  <a:spcPct val="0"/>
                </a:spcAft>
              </a:pPr>
              <a:t>Model 2</a:t>
            </a:fld>
            <a:endParaRPr kumimoji="1" lang="zh-CN" altLang="en-US" sz="1400" dirty="0">
              <a:latin typeface="HarmonyOS Sans SC" pitchFamily="2" charset="-122"/>
              <a:ea typeface="HarmonyOS Sans SC" pitchFamily="2" charset="-122"/>
              <a:sym typeface="HarmonyOS Sans SC" pitchFamily="2" charset="-122"/>
            </a:endParaRPr>
          </a:p>
        </p:txBody>
      </p:sp>
      <p:sp>
        <p:nvSpPr>
          <p:cNvPr id="10" name="文本占位符 2">
            <a:extLst>
              <a:ext uri="{FF2B5EF4-FFF2-40B4-BE49-F238E27FC236}">
                <a16:creationId xmlns:a16="http://schemas.microsoft.com/office/drawing/2014/main" id="{9939323A-765B-8932-67C8-2CCD95B3EBA2}"/>
              </a:ext>
            </a:extLst>
          </p:cNvPr>
          <p:cNvSpPr txBox="1">
            <a:spLocks/>
          </p:cNvSpPr>
          <p:nvPr>
            <p:custDataLst>
              <p:tags r:id="rId4"/>
            </p:custDataLst>
          </p:nvPr>
        </p:nvSpPr>
        <p:spPr bwMode="auto">
          <a:xfrm>
            <a:off x="749300" y="3205163"/>
            <a:ext cx="655638" cy="192088"/>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ctr">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spcBef>
                <a:spcPct val="0"/>
              </a:spcBef>
              <a:spcAft>
                <a:spcPct val="0"/>
              </a:spcAft>
            </a:pPr>
            <a:fld id="{72C0A0FF-59FA-48CB-84FC-0D7FF31530A7}" type="datetime'''''M''''''o''d''''''e''''''''''''''''''''''''''l ''3'">
              <a:rPr kumimoji="1" lang="en-US" altLang="en-US" sz="1400" smtClean="0">
                <a:latin typeface="HarmonyOS Sans SC" pitchFamily="2" charset="-122"/>
                <a:ea typeface="HarmonyOS Sans SC" pitchFamily="2" charset="-122"/>
                <a:sym typeface="HarmonyOS Sans SC" pitchFamily="2" charset="-122"/>
              </a:rPr>
              <a:pPr algn="l">
                <a:spcBef>
                  <a:spcPct val="0"/>
                </a:spcBef>
                <a:spcAft>
                  <a:spcPct val="0"/>
                </a:spcAft>
              </a:pPr>
              <a:t>Model 3</a:t>
            </a:fld>
            <a:endParaRPr kumimoji="1" lang="zh-CN" altLang="en-US" sz="1400" dirty="0">
              <a:latin typeface="HarmonyOS Sans SC" pitchFamily="2" charset="-122"/>
              <a:ea typeface="HarmonyOS Sans SC" pitchFamily="2" charset="-122"/>
              <a:sym typeface="HarmonyOS Sans SC" pitchFamily="2" charset="-122"/>
            </a:endParaRPr>
          </a:p>
        </p:txBody>
      </p:sp>
      <p:sp>
        <p:nvSpPr>
          <p:cNvPr id="48" name="文本占位符 2">
            <a:extLst>
              <a:ext uri="{FF2B5EF4-FFF2-40B4-BE49-F238E27FC236}">
                <a16:creationId xmlns:a16="http://schemas.microsoft.com/office/drawing/2014/main" id="{1CAFEA22-89D0-0B96-3432-51106FB2B8F1}"/>
              </a:ext>
            </a:extLst>
          </p:cNvPr>
          <p:cNvSpPr txBox="1">
            <a:spLocks/>
          </p:cNvSpPr>
          <p:nvPr>
            <p:custDataLst>
              <p:tags r:id="rId5"/>
            </p:custDataLst>
          </p:nvPr>
        </p:nvSpPr>
        <p:spPr bwMode="auto">
          <a:xfrm>
            <a:off x="749300" y="3559175"/>
            <a:ext cx="655638" cy="192088"/>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ctr">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spcBef>
                <a:spcPct val="0"/>
              </a:spcBef>
              <a:spcAft>
                <a:spcPct val="0"/>
              </a:spcAft>
            </a:pPr>
            <a:fld id="{95ADC725-0FD4-4D1D-9876-EE57AC28A021}" type="datetime'''''M''''o''''''''d''''''''''''''''el'''''''' ''''4'''">
              <a:rPr kumimoji="1" lang="en-US" altLang="en-US" sz="1400" smtClean="0">
                <a:latin typeface="HarmonyOS Sans SC" pitchFamily="2" charset="-122"/>
                <a:ea typeface="HarmonyOS Sans SC" pitchFamily="2" charset="-122"/>
                <a:sym typeface="HarmonyOS Sans SC" pitchFamily="2" charset="-122"/>
              </a:rPr>
              <a:pPr algn="l">
                <a:spcBef>
                  <a:spcPct val="0"/>
                </a:spcBef>
                <a:spcAft>
                  <a:spcPct val="0"/>
                </a:spcAft>
              </a:pPr>
              <a:t>Model 4</a:t>
            </a:fld>
            <a:endParaRPr kumimoji="1" lang="zh-CN" altLang="en-US" sz="1400" dirty="0">
              <a:latin typeface="HarmonyOS Sans SC" pitchFamily="2" charset="-122"/>
              <a:ea typeface="HarmonyOS Sans SC" pitchFamily="2" charset="-122"/>
              <a:sym typeface="HarmonyOS Sans SC" pitchFamily="2" charset="-122"/>
            </a:endParaRPr>
          </a:p>
        </p:txBody>
      </p:sp>
      <p:sp>
        <p:nvSpPr>
          <p:cNvPr id="62" name="文本占位符 2">
            <a:extLst>
              <a:ext uri="{FF2B5EF4-FFF2-40B4-BE49-F238E27FC236}">
                <a16:creationId xmlns:a16="http://schemas.microsoft.com/office/drawing/2014/main" id="{1058B8B1-203F-BE2A-9740-EE921E6A3B59}"/>
              </a:ext>
            </a:extLst>
          </p:cNvPr>
          <p:cNvSpPr txBox="1">
            <a:spLocks/>
          </p:cNvSpPr>
          <p:nvPr>
            <p:custDataLst>
              <p:tags r:id="rId6"/>
            </p:custDataLst>
          </p:nvPr>
        </p:nvSpPr>
        <p:spPr bwMode="auto">
          <a:xfrm>
            <a:off x="749300" y="3913188"/>
            <a:ext cx="655638" cy="192088"/>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ctr">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spcBef>
                <a:spcPct val="0"/>
              </a:spcBef>
              <a:spcAft>
                <a:spcPct val="0"/>
              </a:spcAft>
            </a:pPr>
            <a:fld id="{4E3B2BA7-7DD6-4E4E-AD4A-6A90A8A6A542}" type="datetime'''''M''''o''''d''e''''''''''''l'''''''' ''''''5'">
              <a:rPr kumimoji="1" lang="en-US" altLang="en-US" sz="1400" smtClean="0">
                <a:latin typeface="HarmonyOS Sans SC" pitchFamily="2" charset="-122"/>
                <a:ea typeface="HarmonyOS Sans SC" pitchFamily="2" charset="-122"/>
                <a:sym typeface="HarmonyOS Sans SC" pitchFamily="2" charset="-122"/>
              </a:rPr>
              <a:pPr algn="l">
                <a:spcBef>
                  <a:spcPct val="0"/>
                </a:spcBef>
                <a:spcAft>
                  <a:spcPct val="0"/>
                </a:spcAft>
              </a:pPr>
              <a:t>Model 5</a:t>
            </a:fld>
            <a:endParaRPr kumimoji="1" lang="zh-CN" altLang="en-US" sz="1400" dirty="0">
              <a:latin typeface="HarmonyOS Sans SC" pitchFamily="2" charset="-122"/>
              <a:ea typeface="HarmonyOS Sans SC" pitchFamily="2" charset="-122"/>
              <a:sym typeface="HarmonyOS Sans SC" pitchFamily="2" charset="-122"/>
            </a:endParaRPr>
          </a:p>
        </p:txBody>
      </p:sp>
      <p:sp>
        <p:nvSpPr>
          <p:cNvPr id="67" name="文本占位符 2">
            <a:extLst>
              <a:ext uri="{FF2B5EF4-FFF2-40B4-BE49-F238E27FC236}">
                <a16:creationId xmlns:a16="http://schemas.microsoft.com/office/drawing/2014/main" id="{F7D8C907-1418-22D8-9E3E-DE2CBA84C1AA}"/>
              </a:ext>
            </a:extLst>
          </p:cNvPr>
          <p:cNvSpPr txBox="1">
            <a:spLocks/>
          </p:cNvSpPr>
          <p:nvPr>
            <p:custDataLst>
              <p:tags r:id="rId7"/>
            </p:custDataLst>
          </p:nvPr>
        </p:nvSpPr>
        <p:spPr bwMode="auto">
          <a:xfrm>
            <a:off x="749300" y="4267200"/>
            <a:ext cx="655638" cy="192088"/>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ctr">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spcBef>
                <a:spcPct val="0"/>
              </a:spcBef>
              <a:spcAft>
                <a:spcPct val="0"/>
              </a:spcAft>
            </a:pPr>
            <a:fld id="{EAAFC202-E382-4685-9E97-9EA8A3AFAAED}" type="datetime'''''''''''M''''''''o''de''l'''''''''' ''''''''''''6'''''''''">
              <a:rPr kumimoji="1" lang="en-US" altLang="en-US" sz="1400" smtClean="0">
                <a:latin typeface="HarmonyOS Sans SC" pitchFamily="2" charset="-122"/>
                <a:ea typeface="HarmonyOS Sans SC" pitchFamily="2" charset="-122"/>
                <a:sym typeface="HarmonyOS Sans SC" pitchFamily="2" charset="-122"/>
              </a:rPr>
              <a:pPr algn="l">
                <a:spcBef>
                  <a:spcPct val="0"/>
                </a:spcBef>
                <a:spcAft>
                  <a:spcPct val="0"/>
                </a:spcAft>
              </a:pPr>
              <a:t>Model 6</a:t>
            </a:fld>
            <a:endParaRPr kumimoji="1" lang="zh-CN" altLang="en-US" sz="1400" dirty="0">
              <a:latin typeface="HarmonyOS Sans SC" pitchFamily="2" charset="-122"/>
              <a:ea typeface="HarmonyOS Sans SC" pitchFamily="2" charset="-122"/>
              <a:sym typeface="HarmonyOS Sans SC" pitchFamily="2" charset="-122"/>
            </a:endParaRPr>
          </a:p>
        </p:txBody>
      </p:sp>
      <p:sp>
        <p:nvSpPr>
          <p:cNvPr id="86" name="文本占位符 2">
            <a:extLst>
              <a:ext uri="{FF2B5EF4-FFF2-40B4-BE49-F238E27FC236}">
                <a16:creationId xmlns:a16="http://schemas.microsoft.com/office/drawing/2014/main" id="{E4E505BE-200A-5339-1098-CEDBF2E951DF}"/>
              </a:ext>
            </a:extLst>
          </p:cNvPr>
          <p:cNvSpPr txBox="1">
            <a:spLocks/>
          </p:cNvSpPr>
          <p:nvPr>
            <p:custDataLst>
              <p:tags r:id="rId8"/>
            </p:custDataLst>
          </p:nvPr>
        </p:nvSpPr>
        <p:spPr bwMode="auto">
          <a:xfrm>
            <a:off x="749300" y="4621213"/>
            <a:ext cx="655638" cy="192088"/>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ctr">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spcBef>
                <a:spcPct val="0"/>
              </a:spcBef>
              <a:spcAft>
                <a:spcPct val="0"/>
              </a:spcAft>
            </a:pPr>
            <a:fld id="{623DD5C6-91E8-4CCA-9DCF-EFD2CBE586EF}" type="datetime'''Mo''''d''''el'''''''''''''''''''''''''''''''' ''''''7'''''">
              <a:rPr kumimoji="1" lang="en-US" altLang="en-US" sz="1400" smtClean="0">
                <a:latin typeface="HarmonyOS Sans SC" pitchFamily="2" charset="-122"/>
                <a:ea typeface="HarmonyOS Sans SC" pitchFamily="2" charset="-122"/>
                <a:sym typeface="HarmonyOS Sans SC" pitchFamily="2" charset="-122"/>
              </a:rPr>
              <a:pPr algn="l">
                <a:spcBef>
                  <a:spcPct val="0"/>
                </a:spcBef>
                <a:spcAft>
                  <a:spcPct val="0"/>
                </a:spcAft>
              </a:pPr>
              <a:t>Model 7</a:t>
            </a:fld>
            <a:endParaRPr kumimoji="1" lang="zh-CN" altLang="en-US" sz="1400" dirty="0">
              <a:latin typeface="HarmonyOS Sans SC" pitchFamily="2" charset="-122"/>
              <a:ea typeface="HarmonyOS Sans SC" pitchFamily="2" charset="-122"/>
              <a:sym typeface="HarmonyOS Sans SC" pitchFamily="2" charset="-122"/>
            </a:endParaRPr>
          </a:p>
        </p:txBody>
      </p:sp>
      <p:sp>
        <p:nvSpPr>
          <p:cNvPr id="89" name="文本占位符 2">
            <a:extLst>
              <a:ext uri="{FF2B5EF4-FFF2-40B4-BE49-F238E27FC236}">
                <a16:creationId xmlns:a16="http://schemas.microsoft.com/office/drawing/2014/main" id="{6344B889-BB96-5511-D600-A215E72D7295}"/>
              </a:ext>
            </a:extLst>
          </p:cNvPr>
          <p:cNvSpPr txBox="1">
            <a:spLocks/>
          </p:cNvSpPr>
          <p:nvPr>
            <p:custDataLst>
              <p:tags r:id="rId9"/>
            </p:custDataLst>
          </p:nvPr>
        </p:nvSpPr>
        <p:spPr bwMode="auto">
          <a:xfrm>
            <a:off x="749300" y="4975225"/>
            <a:ext cx="655638" cy="192088"/>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ctr">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spcBef>
                <a:spcPct val="0"/>
              </a:spcBef>
              <a:spcAft>
                <a:spcPct val="0"/>
              </a:spcAft>
            </a:pPr>
            <a:fld id="{5EDD9CE3-4D4B-44CA-9316-84D5228FF2EB}" type="datetime'''''''''M''o''''''d''''''''''''''''el'''''''' ''''''''''''8'">
              <a:rPr kumimoji="1" lang="en-US" altLang="en-US" sz="1400" smtClean="0">
                <a:latin typeface="HarmonyOS Sans SC" pitchFamily="2" charset="-122"/>
                <a:ea typeface="HarmonyOS Sans SC" pitchFamily="2" charset="-122"/>
                <a:sym typeface="HarmonyOS Sans SC" pitchFamily="2" charset="-122"/>
              </a:rPr>
              <a:pPr algn="l">
                <a:spcBef>
                  <a:spcPct val="0"/>
                </a:spcBef>
                <a:spcAft>
                  <a:spcPct val="0"/>
                </a:spcAft>
              </a:pPr>
              <a:t>Model 8</a:t>
            </a:fld>
            <a:endParaRPr kumimoji="1" lang="zh-CN" altLang="en-US" sz="1400" dirty="0">
              <a:latin typeface="HarmonyOS Sans SC" pitchFamily="2" charset="-122"/>
              <a:ea typeface="HarmonyOS Sans SC" pitchFamily="2" charset="-122"/>
              <a:sym typeface="HarmonyOS Sans SC" pitchFamily="2" charset="-122"/>
            </a:endParaRPr>
          </a:p>
        </p:txBody>
      </p:sp>
      <p:sp>
        <p:nvSpPr>
          <p:cNvPr id="98" name="文本占位符 2">
            <a:extLst>
              <a:ext uri="{FF2B5EF4-FFF2-40B4-BE49-F238E27FC236}">
                <a16:creationId xmlns:a16="http://schemas.microsoft.com/office/drawing/2014/main" id="{E542ADE6-0617-78E7-3796-73984DEAA267}"/>
              </a:ext>
            </a:extLst>
          </p:cNvPr>
          <p:cNvSpPr txBox="1">
            <a:spLocks/>
          </p:cNvSpPr>
          <p:nvPr>
            <p:custDataLst>
              <p:tags r:id="rId10"/>
            </p:custDataLst>
          </p:nvPr>
        </p:nvSpPr>
        <p:spPr bwMode="auto">
          <a:xfrm>
            <a:off x="749300" y="5329238"/>
            <a:ext cx="655638" cy="192088"/>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ctr">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spcBef>
                <a:spcPct val="0"/>
              </a:spcBef>
              <a:spcAft>
                <a:spcPct val="0"/>
              </a:spcAft>
            </a:pPr>
            <a:fld id="{DB93D17A-1E9F-4F34-85FB-C9EBF3E2EF78}" type="datetime'''''''M''o''''d''''''''''e''l'' ''''9'''''''''''''''''''">
              <a:rPr kumimoji="1" lang="en-US" altLang="en-US" sz="1400" smtClean="0">
                <a:latin typeface="HarmonyOS Sans SC" pitchFamily="2" charset="-122"/>
                <a:ea typeface="HarmonyOS Sans SC" pitchFamily="2" charset="-122"/>
                <a:sym typeface="HarmonyOS Sans SC" pitchFamily="2" charset="-122"/>
              </a:rPr>
              <a:pPr algn="l">
                <a:spcBef>
                  <a:spcPct val="0"/>
                </a:spcBef>
                <a:spcAft>
                  <a:spcPct val="0"/>
                </a:spcAft>
              </a:pPr>
              <a:t>Model 9</a:t>
            </a:fld>
            <a:endParaRPr kumimoji="1" lang="zh-CN" altLang="en-US" sz="1400" dirty="0">
              <a:latin typeface="HarmonyOS Sans SC" pitchFamily="2" charset="-122"/>
              <a:ea typeface="HarmonyOS Sans SC" pitchFamily="2" charset="-122"/>
              <a:sym typeface="HarmonyOS Sans SC" pitchFamily="2" charset="-122"/>
            </a:endParaRPr>
          </a:p>
        </p:txBody>
      </p:sp>
      <p:sp>
        <p:nvSpPr>
          <p:cNvPr id="111" name="文本占位符 2">
            <a:extLst>
              <a:ext uri="{FF2B5EF4-FFF2-40B4-BE49-F238E27FC236}">
                <a16:creationId xmlns:a16="http://schemas.microsoft.com/office/drawing/2014/main" id="{CAA3E922-FA00-6019-1F3E-3CCDFA57CD88}"/>
              </a:ext>
            </a:extLst>
          </p:cNvPr>
          <p:cNvSpPr txBox="1">
            <a:spLocks/>
          </p:cNvSpPr>
          <p:nvPr>
            <p:custDataLst>
              <p:tags r:id="rId11"/>
            </p:custDataLst>
          </p:nvPr>
        </p:nvSpPr>
        <p:spPr bwMode="auto">
          <a:xfrm>
            <a:off x="749300" y="5683250"/>
            <a:ext cx="757238" cy="192088"/>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ctr">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spcBef>
                <a:spcPct val="0"/>
              </a:spcBef>
              <a:spcAft>
                <a:spcPct val="0"/>
              </a:spcAft>
            </a:pPr>
            <a:fld id="{B40B62A5-0B79-4287-A489-67408A413462}" type="datetime'''Mo''d''''''''''''''''''''''''e''l'' ''''1''''''0'''''">
              <a:rPr kumimoji="1" lang="en-US" altLang="en-US" sz="1400" smtClean="0">
                <a:latin typeface="HarmonyOS Sans SC" pitchFamily="2" charset="-122"/>
                <a:ea typeface="HarmonyOS Sans SC" pitchFamily="2" charset="-122"/>
                <a:sym typeface="HarmonyOS Sans SC" pitchFamily="2" charset="-122"/>
              </a:rPr>
              <a:pPr algn="l">
                <a:spcBef>
                  <a:spcPct val="0"/>
                </a:spcBef>
                <a:spcAft>
                  <a:spcPct val="0"/>
                </a:spcAft>
              </a:pPr>
              <a:t>Model 10</a:t>
            </a:fld>
            <a:endParaRPr kumimoji="1" lang="zh-CN" altLang="en-US" sz="1400" dirty="0">
              <a:latin typeface="HarmonyOS Sans SC" pitchFamily="2" charset="-122"/>
              <a:ea typeface="HarmonyOS Sans SC" pitchFamily="2" charset="-122"/>
              <a:sym typeface="HarmonyOS Sans SC" pitchFamily="2" charset="-122"/>
            </a:endParaRPr>
          </a:p>
        </p:txBody>
      </p:sp>
      <p:sp>
        <p:nvSpPr>
          <p:cNvPr id="28" name="文本占位符 2">
            <a:extLst>
              <a:ext uri="{FF2B5EF4-FFF2-40B4-BE49-F238E27FC236}">
                <a16:creationId xmlns:a16="http://schemas.microsoft.com/office/drawing/2014/main" id="{5B269243-70A1-DF13-7FFC-7DE7B36138E8}"/>
              </a:ext>
            </a:extLst>
          </p:cNvPr>
          <p:cNvSpPr txBox="1">
            <a:spLocks/>
          </p:cNvSpPr>
          <p:nvPr>
            <p:custDataLst>
              <p:tags r:id="rId12"/>
            </p:custDataLst>
          </p:nvPr>
        </p:nvSpPr>
        <p:spPr bwMode="auto">
          <a:xfrm>
            <a:off x="6726239" y="2166938"/>
            <a:ext cx="842963" cy="165100"/>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b">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spcBef>
                <a:spcPct val="0"/>
              </a:spcBef>
              <a:spcAft>
                <a:spcPct val="0"/>
              </a:spcAft>
            </a:pPr>
            <a:fld id="{07F25C4C-67AE-44FA-8A66-0239CCEA709D}" type="datetime'''''''C''''''o''''nne''c''''ti''v''i''''''''ty'''">
              <a:rPr kumimoji="1" lang="en-US" altLang="en-US" sz="1200" smtClean="0">
                <a:latin typeface="HarmonyOS Sans SC Light" pitchFamily="2" charset="-122"/>
                <a:ea typeface="HarmonyOS Sans SC Light" pitchFamily="2" charset="-122"/>
                <a:sym typeface="HarmonyOS Sans SC Light" pitchFamily="2" charset="-122"/>
              </a:rPr>
              <a:pPr/>
              <a:t>Connectivity</a:t>
            </a:fld>
            <a:endParaRPr kumimoji="1" lang="zh-CN" altLang="en-US" sz="1200" dirty="0">
              <a:latin typeface="HarmonyOS Sans SC Light" pitchFamily="2" charset="-122"/>
              <a:ea typeface="HarmonyOS Sans SC Light" pitchFamily="2" charset="-122"/>
              <a:sym typeface="HarmonyOS Sans SC Light" pitchFamily="2" charset="-122"/>
            </a:endParaRPr>
          </a:p>
        </p:txBody>
      </p:sp>
      <p:sp>
        <p:nvSpPr>
          <p:cNvPr id="11" name="文本占位符 2">
            <a:extLst>
              <a:ext uri="{FF2B5EF4-FFF2-40B4-BE49-F238E27FC236}">
                <a16:creationId xmlns:a16="http://schemas.microsoft.com/office/drawing/2014/main" id="{8CAB674D-6E92-7834-DE0D-91788B2CCBC1}"/>
              </a:ext>
            </a:extLst>
          </p:cNvPr>
          <p:cNvSpPr txBox="1">
            <a:spLocks/>
          </p:cNvSpPr>
          <p:nvPr>
            <p:custDataLst>
              <p:tags r:id="rId13"/>
            </p:custDataLst>
          </p:nvPr>
        </p:nvSpPr>
        <p:spPr bwMode="auto">
          <a:xfrm>
            <a:off x="5186363" y="2166938"/>
            <a:ext cx="558800" cy="165100"/>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b">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spcBef>
                <a:spcPct val="0"/>
              </a:spcBef>
              <a:spcAft>
                <a:spcPct val="0"/>
              </a:spcAft>
            </a:pPr>
            <a:fld id="{AA1FE183-B07F-48BA-82D6-15DDA1D175BE}" type="datetime'C''''''o''''''''''''mf''o''''''r''''''''''''t'''''''''''''''">
              <a:rPr kumimoji="1" lang="en-US" altLang="en-US" sz="1200" smtClean="0">
                <a:latin typeface="HarmonyOS Sans SC Light" pitchFamily="2" charset="-122"/>
                <a:ea typeface="HarmonyOS Sans SC Light" pitchFamily="2" charset="-122"/>
                <a:sym typeface="HarmonyOS Sans SC Light" pitchFamily="2" charset="-122"/>
              </a:rPr>
              <a:pPr/>
              <a:t>Comfort</a:t>
            </a:fld>
            <a:endParaRPr kumimoji="1" lang="zh-CN" altLang="en-US" sz="1200" dirty="0">
              <a:latin typeface="HarmonyOS Sans SC Light" pitchFamily="2" charset="-122"/>
              <a:ea typeface="HarmonyOS Sans SC Light" pitchFamily="2" charset="-122"/>
              <a:sym typeface="HarmonyOS Sans SC Light" pitchFamily="2" charset="-122"/>
            </a:endParaRPr>
          </a:p>
        </p:txBody>
      </p:sp>
      <p:sp>
        <p:nvSpPr>
          <p:cNvPr id="6" name="文本占位符 2">
            <a:extLst>
              <a:ext uri="{FF2B5EF4-FFF2-40B4-BE49-F238E27FC236}">
                <a16:creationId xmlns:a16="http://schemas.microsoft.com/office/drawing/2014/main" id="{EA6F23C0-A325-7466-A918-E2D0DBC23B55}"/>
              </a:ext>
            </a:extLst>
          </p:cNvPr>
          <p:cNvSpPr txBox="1">
            <a:spLocks/>
          </p:cNvSpPr>
          <p:nvPr>
            <p:custDataLst>
              <p:tags r:id="rId14"/>
            </p:custDataLst>
          </p:nvPr>
        </p:nvSpPr>
        <p:spPr bwMode="auto">
          <a:xfrm>
            <a:off x="749300" y="2497138"/>
            <a:ext cx="655638" cy="192088"/>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ctr">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spcBef>
                <a:spcPct val="0"/>
              </a:spcBef>
              <a:spcAft>
                <a:spcPct val="0"/>
              </a:spcAft>
            </a:pPr>
            <a:fld id="{2B3617CA-1178-4D72-946E-889E3CA10762}" type="datetime'''''M''''''''''''''''''''o''d''e''''l ''''''''''''''''1'''''''">
              <a:rPr kumimoji="1" lang="en-US" altLang="en-US" sz="1400" smtClean="0">
                <a:latin typeface="HarmonyOS Sans SC" pitchFamily="2" charset="-122"/>
                <a:ea typeface="HarmonyOS Sans SC" pitchFamily="2" charset="-122"/>
                <a:sym typeface="HarmonyOS Sans SC" pitchFamily="2" charset="-122"/>
              </a:rPr>
              <a:pPr algn="l">
                <a:spcBef>
                  <a:spcPct val="0"/>
                </a:spcBef>
                <a:spcAft>
                  <a:spcPct val="0"/>
                </a:spcAft>
              </a:pPr>
              <a:t>Model 1</a:t>
            </a:fld>
            <a:endParaRPr kumimoji="1" lang="zh-CN" altLang="en-US" sz="1400" dirty="0">
              <a:latin typeface="HarmonyOS Sans SC" pitchFamily="2" charset="-122"/>
              <a:ea typeface="HarmonyOS Sans SC" pitchFamily="2" charset="-122"/>
              <a:sym typeface="HarmonyOS Sans SC" pitchFamily="2" charset="-122"/>
            </a:endParaRPr>
          </a:p>
        </p:txBody>
      </p:sp>
      <p:sp>
        <p:nvSpPr>
          <p:cNvPr id="15" name="文本占位符 2">
            <a:extLst>
              <a:ext uri="{FF2B5EF4-FFF2-40B4-BE49-F238E27FC236}">
                <a16:creationId xmlns:a16="http://schemas.microsoft.com/office/drawing/2014/main" id="{7E085581-3892-987E-9A6D-9E1706CF7334}"/>
              </a:ext>
            </a:extLst>
          </p:cNvPr>
          <p:cNvSpPr txBox="1">
            <a:spLocks/>
          </p:cNvSpPr>
          <p:nvPr>
            <p:custDataLst>
              <p:tags r:id="rId15"/>
            </p:custDataLst>
          </p:nvPr>
        </p:nvSpPr>
        <p:spPr bwMode="auto">
          <a:xfrm>
            <a:off x="1860551" y="2001838"/>
            <a:ext cx="485775" cy="330200"/>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b">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spcBef>
                <a:spcPct val="0"/>
              </a:spcBef>
              <a:spcAft>
                <a:spcPct val="0"/>
              </a:spcAft>
            </a:pPr>
            <a:fld id="{469BB8DC-387E-4427-B521-55FD0554F979}" type="datetime'''''''Drivin''''''g&#10;''''''''con''''''''''t''''''ro''''l'">
              <a:rPr kumimoji="1" lang="en-US" altLang="en-US" sz="1200" smtClean="0">
                <a:latin typeface="HarmonyOS Sans SC Light" pitchFamily="2" charset="-122"/>
                <a:ea typeface="HarmonyOS Sans SC Light" pitchFamily="2" charset="-122"/>
                <a:sym typeface="HarmonyOS Sans SC Light" pitchFamily="2" charset="-122"/>
              </a:rPr>
              <a:pPr/>
              <a:t>Driving
control</a:t>
            </a:fld>
            <a:endParaRPr kumimoji="1" lang="zh-CN" altLang="en-US" sz="1200" dirty="0">
              <a:latin typeface="HarmonyOS Sans SC Light" pitchFamily="2" charset="-122"/>
              <a:ea typeface="HarmonyOS Sans SC Light" pitchFamily="2" charset="-122"/>
              <a:sym typeface="HarmonyOS Sans SC Light" pitchFamily="2" charset="-122"/>
            </a:endParaRPr>
          </a:p>
        </p:txBody>
      </p:sp>
      <p:sp>
        <p:nvSpPr>
          <p:cNvPr id="16" name="文本占位符 2">
            <a:extLst>
              <a:ext uri="{FF2B5EF4-FFF2-40B4-BE49-F238E27FC236}">
                <a16:creationId xmlns:a16="http://schemas.microsoft.com/office/drawing/2014/main" id="{63DF1F5D-8219-534C-7A41-D03D3F7395E0}"/>
              </a:ext>
            </a:extLst>
          </p:cNvPr>
          <p:cNvSpPr txBox="1">
            <a:spLocks/>
          </p:cNvSpPr>
          <p:nvPr>
            <p:custDataLst>
              <p:tags r:id="rId16"/>
            </p:custDataLst>
          </p:nvPr>
        </p:nvSpPr>
        <p:spPr bwMode="gray">
          <a:xfrm>
            <a:off x="7893050" y="2497138"/>
            <a:ext cx="254000" cy="192088"/>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25400" tIns="0" rIns="25400" bIns="0" rtlCol="0" anchor="ctr">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spcBef>
                <a:spcPct val="0"/>
              </a:spcBef>
              <a:spcAft>
                <a:spcPct val="0"/>
              </a:spcAft>
            </a:pPr>
            <a:fld id="{C825BB04-2413-4802-ADC1-86D7230919C4}" type="datetime'''''''''''''''''''1''''''''''3'">
              <a:rPr kumimoji="1" lang="zh-CN" altLang="en-US" sz="1400" smtClean="0">
                <a:latin typeface="HarmonyOS Sans SC" pitchFamily="2" charset="-122"/>
                <a:ea typeface="HarmonyOS Sans SC" pitchFamily="2" charset="-122"/>
                <a:sym typeface="HarmonyOS Sans SC" pitchFamily="2" charset="-122"/>
              </a:rPr>
              <a:pPr/>
              <a:t>13</a:t>
            </a:fld>
            <a:endParaRPr kumimoji="1" lang="zh-CN" altLang="en-US" sz="1400" dirty="0">
              <a:latin typeface="HarmonyOS Sans SC" pitchFamily="2" charset="-122"/>
              <a:ea typeface="HarmonyOS Sans SC" pitchFamily="2" charset="-122"/>
              <a:sym typeface="HarmonyOS Sans SC" pitchFamily="2" charset="-122"/>
            </a:endParaRPr>
          </a:p>
        </p:txBody>
      </p:sp>
      <p:sp>
        <p:nvSpPr>
          <p:cNvPr id="17" name="文本占位符 2">
            <a:extLst>
              <a:ext uri="{FF2B5EF4-FFF2-40B4-BE49-F238E27FC236}">
                <a16:creationId xmlns:a16="http://schemas.microsoft.com/office/drawing/2014/main" id="{D8EB1A1D-B685-313D-D313-7CC109F95493}"/>
              </a:ext>
            </a:extLst>
          </p:cNvPr>
          <p:cNvSpPr txBox="1">
            <a:spLocks/>
          </p:cNvSpPr>
          <p:nvPr>
            <p:custDataLst>
              <p:tags r:id="rId17"/>
            </p:custDataLst>
          </p:nvPr>
        </p:nvSpPr>
        <p:spPr bwMode="gray">
          <a:xfrm>
            <a:off x="10774363" y="2851150"/>
            <a:ext cx="254000" cy="192088"/>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25400" tIns="0" rIns="25400" bIns="0" rtlCol="0" anchor="ctr">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spcBef>
                <a:spcPct val="0"/>
              </a:spcBef>
              <a:spcAft>
                <a:spcPct val="0"/>
              </a:spcAft>
            </a:pPr>
            <a:fld id="{9292112A-9E03-49B4-A7AC-3642744F40DD}" type="datetime'''''''1''''''''9'''''''''''''">
              <a:rPr kumimoji="1" lang="zh-CN" altLang="en-US" sz="1400" smtClean="0">
                <a:latin typeface="HarmonyOS Sans SC" pitchFamily="2" charset="-122"/>
                <a:ea typeface="HarmonyOS Sans SC" pitchFamily="2" charset="-122"/>
                <a:sym typeface="HarmonyOS Sans SC" pitchFamily="2" charset="-122"/>
              </a:rPr>
              <a:pPr/>
              <a:t>19</a:t>
            </a:fld>
            <a:endParaRPr kumimoji="1" lang="zh-CN" altLang="en-US" sz="1400" dirty="0">
              <a:latin typeface="HarmonyOS Sans SC" pitchFamily="2" charset="-122"/>
              <a:ea typeface="HarmonyOS Sans SC" pitchFamily="2" charset="-122"/>
              <a:sym typeface="HarmonyOS Sans SC" pitchFamily="2" charset="-122"/>
            </a:endParaRPr>
          </a:p>
        </p:txBody>
      </p:sp>
      <p:sp>
        <p:nvSpPr>
          <p:cNvPr id="18" name="文本占位符 2">
            <a:extLst>
              <a:ext uri="{FF2B5EF4-FFF2-40B4-BE49-F238E27FC236}">
                <a16:creationId xmlns:a16="http://schemas.microsoft.com/office/drawing/2014/main" id="{DAEDF1BE-567C-73CA-7EBC-D94014EC9F08}"/>
              </a:ext>
            </a:extLst>
          </p:cNvPr>
          <p:cNvSpPr txBox="1">
            <a:spLocks/>
          </p:cNvSpPr>
          <p:nvPr>
            <p:custDataLst>
              <p:tags r:id="rId18"/>
            </p:custDataLst>
          </p:nvPr>
        </p:nvSpPr>
        <p:spPr bwMode="gray">
          <a:xfrm>
            <a:off x="10774363" y="3205163"/>
            <a:ext cx="254000" cy="192088"/>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25400" tIns="0" rIns="25400" bIns="0" rtlCol="0" anchor="ctr">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spcBef>
                <a:spcPct val="0"/>
              </a:spcBef>
              <a:spcAft>
                <a:spcPct val="0"/>
              </a:spcAft>
            </a:pPr>
            <a:fld id="{E4D6FFF6-FF52-4CAC-9E92-7F911F6840ED}" type="datetime'''''''''''''''''1''9'''''''">
              <a:rPr kumimoji="1" lang="zh-CN" altLang="en-US" sz="1400" smtClean="0">
                <a:latin typeface="HarmonyOS Sans SC" pitchFamily="2" charset="-122"/>
                <a:ea typeface="HarmonyOS Sans SC" pitchFamily="2" charset="-122"/>
                <a:sym typeface="HarmonyOS Sans SC" pitchFamily="2" charset="-122"/>
              </a:rPr>
              <a:pPr/>
              <a:t>19</a:t>
            </a:fld>
            <a:endParaRPr kumimoji="1" lang="zh-CN" altLang="en-US" sz="1400" dirty="0">
              <a:latin typeface="HarmonyOS Sans SC" pitchFamily="2" charset="-122"/>
              <a:ea typeface="HarmonyOS Sans SC" pitchFamily="2" charset="-122"/>
              <a:sym typeface="HarmonyOS Sans SC" pitchFamily="2" charset="-122"/>
            </a:endParaRPr>
          </a:p>
        </p:txBody>
      </p:sp>
      <p:sp>
        <p:nvSpPr>
          <p:cNvPr id="53" name="文本占位符 2">
            <a:extLst>
              <a:ext uri="{FF2B5EF4-FFF2-40B4-BE49-F238E27FC236}">
                <a16:creationId xmlns:a16="http://schemas.microsoft.com/office/drawing/2014/main" id="{36767B6F-3A25-6B79-E388-0A1E23710BA5}"/>
              </a:ext>
            </a:extLst>
          </p:cNvPr>
          <p:cNvSpPr txBox="1">
            <a:spLocks/>
          </p:cNvSpPr>
          <p:nvPr>
            <p:custDataLst>
              <p:tags r:id="rId19"/>
            </p:custDataLst>
          </p:nvPr>
        </p:nvSpPr>
        <p:spPr bwMode="gray">
          <a:xfrm>
            <a:off x="9813925" y="3559175"/>
            <a:ext cx="254000" cy="192088"/>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25400" tIns="0" rIns="25400" bIns="0" rtlCol="0" anchor="ctr">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spcBef>
                <a:spcPct val="0"/>
              </a:spcBef>
              <a:spcAft>
                <a:spcPct val="0"/>
              </a:spcAft>
            </a:pPr>
            <a:fld id="{F7375098-1BC5-40D5-9247-A08985B4563E}" type="datetime'''''''''''''''''''''''''''''''''''''''''''1''''7'''''''''">
              <a:rPr kumimoji="1" lang="zh-CN" altLang="en-US" sz="1400" smtClean="0">
                <a:latin typeface="HarmonyOS Sans SC" pitchFamily="2" charset="-122"/>
                <a:ea typeface="HarmonyOS Sans SC" pitchFamily="2" charset="-122"/>
                <a:sym typeface="HarmonyOS Sans SC" pitchFamily="2" charset="-122"/>
              </a:rPr>
              <a:pPr/>
              <a:t>17</a:t>
            </a:fld>
            <a:endParaRPr kumimoji="1" lang="zh-CN" altLang="en-US" sz="1400" dirty="0">
              <a:latin typeface="HarmonyOS Sans SC" pitchFamily="2" charset="-122"/>
              <a:ea typeface="HarmonyOS Sans SC" pitchFamily="2" charset="-122"/>
              <a:sym typeface="HarmonyOS Sans SC" pitchFamily="2" charset="-122"/>
            </a:endParaRPr>
          </a:p>
        </p:txBody>
      </p:sp>
      <p:sp>
        <p:nvSpPr>
          <p:cNvPr id="59" name="文本占位符 2">
            <a:extLst>
              <a:ext uri="{FF2B5EF4-FFF2-40B4-BE49-F238E27FC236}">
                <a16:creationId xmlns:a16="http://schemas.microsoft.com/office/drawing/2014/main" id="{4B7EBF5A-B2E5-5B4B-69F7-763AD0741E2B}"/>
              </a:ext>
            </a:extLst>
          </p:cNvPr>
          <p:cNvSpPr txBox="1">
            <a:spLocks/>
          </p:cNvSpPr>
          <p:nvPr>
            <p:custDataLst>
              <p:tags r:id="rId20"/>
            </p:custDataLst>
          </p:nvPr>
        </p:nvSpPr>
        <p:spPr bwMode="gray">
          <a:xfrm>
            <a:off x="8372475" y="3913188"/>
            <a:ext cx="254000" cy="192088"/>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25400" tIns="0" rIns="25400" bIns="0" rtlCol="0" anchor="ctr">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spcBef>
                <a:spcPct val="0"/>
              </a:spcBef>
              <a:spcAft>
                <a:spcPct val="0"/>
              </a:spcAft>
            </a:pPr>
            <a:fld id="{C9E02A00-9353-4F8D-AC10-C262C4DB4B4E}" type="datetime'''''''''''''''''''''''''''''1''''''''''''''''4'''''''''''''">
              <a:rPr kumimoji="1" lang="zh-CN" altLang="en-US" sz="1400" smtClean="0">
                <a:latin typeface="HarmonyOS Sans SC" pitchFamily="2" charset="-122"/>
                <a:ea typeface="HarmonyOS Sans SC" pitchFamily="2" charset="-122"/>
                <a:sym typeface="HarmonyOS Sans SC" pitchFamily="2" charset="-122"/>
              </a:rPr>
              <a:pPr/>
              <a:t>14</a:t>
            </a:fld>
            <a:endParaRPr kumimoji="1" lang="zh-CN" altLang="en-US" sz="1400" dirty="0">
              <a:latin typeface="HarmonyOS Sans SC" pitchFamily="2" charset="-122"/>
              <a:ea typeface="HarmonyOS Sans SC" pitchFamily="2" charset="-122"/>
              <a:sym typeface="HarmonyOS Sans SC" pitchFamily="2" charset="-122"/>
            </a:endParaRPr>
          </a:p>
        </p:txBody>
      </p:sp>
      <p:sp>
        <p:nvSpPr>
          <p:cNvPr id="72" name="文本占位符 2">
            <a:extLst>
              <a:ext uri="{FF2B5EF4-FFF2-40B4-BE49-F238E27FC236}">
                <a16:creationId xmlns:a16="http://schemas.microsoft.com/office/drawing/2014/main" id="{FAC4AB6F-40FA-09C7-D18A-382CB4CA1689}"/>
              </a:ext>
            </a:extLst>
          </p:cNvPr>
          <p:cNvSpPr txBox="1">
            <a:spLocks/>
          </p:cNvSpPr>
          <p:nvPr>
            <p:custDataLst>
              <p:tags r:id="rId21"/>
            </p:custDataLst>
          </p:nvPr>
        </p:nvSpPr>
        <p:spPr bwMode="gray">
          <a:xfrm>
            <a:off x="5972175" y="4267200"/>
            <a:ext cx="152400" cy="192088"/>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25400" tIns="0" rIns="25400" bIns="0" rtlCol="0" anchor="ctr">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spcBef>
                <a:spcPct val="0"/>
              </a:spcBef>
              <a:spcAft>
                <a:spcPct val="0"/>
              </a:spcAft>
            </a:pPr>
            <a:fld id="{D356B771-DFF1-4AA7-870E-89DD919DA0EF}" type="datetime'''''''''''''''''''''''''''''''''''''9'''''''''''''''''">
              <a:rPr kumimoji="1" lang="zh-CN" altLang="en-US" sz="1400" smtClean="0">
                <a:latin typeface="HarmonyOS Sans SC" pitchFamily="2" charset="-122"/>
                <a:ea typeface="HarmonyOS Sans SC" pitchFamily="2" charset="-122"/>
                <a:sym typeface="HarmonyOS Sans SC" pitchFamily="2" charset="-122"/>
              </a:rPr>
              <a:pPr/>
              <a:t>9</a:t>
            </a:fld>
            <a:endParaRPr kumimoji="1" lang="zh-CN" altLang="en-US" sz="1400" dirty="0">
              <a:latin typeface="HarmonyOS Sans SC" pitchFamily="2" charset="-122"/>
              <a:ea typeface="HarmonyOS Sans SC" pitchFamily="2" charset="-122"/>
              <a:sym typeface="HarmonyOS Sans SC" pitchFamily="2" charset="-122"/>
            </a:endParaRPr>
          </a:p>
        </p:txBody>
      </p:sp>
      <p:sp>
        <p:nvSpPr>
          <p:cNvPr id="80" name="文本占位符 2">
            <a:extLst>
              <a:ext uri="{FF2B5EF4-FFF2-40B4-BE49-F238E27FC236}">
                <a16:creationId xmlns:a16="http://schemas.microsoft.com/office/drawing/2014/main" id="{365135A8-1C7E-11F8-B849-D571F7768BD2}"/>
              </a:ext>
            </a:extLst>
          </p:cNvPr>
          <p:cNvSpPr txBox="1">
            <a:spLocks/>
          </p:cNvSpPr>
          <p:nvPr>
            <p:custDataLst>
              <p:tags r:id="rId22"/>
            </p:custDataLst>
          </p:nvPr>
        </p:nvSpPr>
        <p:spPr bwMode="gray">
          <a:xfrm>
            <a:off x="5491163" y="4621213"/>
            <a:ext cx="152400" cy="192088"/>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25400" tIns="0" rIns="25400" bIns="0" rtlCol="0" anchor="ctr">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spcBef>
                <a:spcPct val="0"/>
              </a:spcBef>
              <a:spcAft>
                <a:spcPct val="0"/>
              </a:spcAft>
            </a:pPr>
            <a:fld id="{44F73F6A-C798-4520-98AD-3D72B16BBF06}" type="datetime'''''''''''''''''''''''''''''''''''''''8'''">
              <a:rPr kumimoji="1" lang="zh-CN" altLang="en-US" sz="1400" smtClean="0">
                <a:latin typeface="HarmonyOS Sans SC" pitchFamily="2" charset="-122"/>
                <a:ea typeface="HarmonyOS Sans SC" pitchFamily="2" charset="-122"/>
                <a:sym typeface="HarmonyOS Sans SC" pitchFamily="2" charset="-122"/>
              </a:rPr>
              <a:pPr/>
              <a:t>8</a:t>
            </a:fld>
            <a:endParaRPr kumimoji="1" lang="zh-CN" altLang="en-US" sz="1400" dirty="0">
              <a:latin typeface="HarmonyOS Sans SC" pitchFamily="2" charset="-122"/>
              <a:ea typeface="HarmonyOS Sans SC" pitchFamily="2" charset="-122"/>
              <a:sym typeface="HarmonyOS Sans SC" pitchFamily="2" charset="-122"/>
            </a:endParaRPr>
          </a:p>
        </p:txBody>
      </p:sp>
      <p:sp>
        <p:nvSpPr>
          <p:cNvPr id="94" name="文本占位符 2">
            <a:extLst>
              <a:ext uri="{FF2B5EF4-FFF2-40B4-BE49-F238E27FC236}">
                <a16:creationId xmlns:a16="http://schemas.microsoft.com/office/drawing/2014/main" id="{CA8E3813-A23A-82D7-6374-C5E8E20CE4D9}"/>
              </a:ext>
            </a:extLst>
          </p:cNvPr>
          <p:cNvSpPr txBox="1">
            <a:spLocks/>
          </p:cNvSpPr>
          <p:nvPr>
            <p:custDataLst>
              <p:tags r:id="rId23"/>
            </p:custDataLst>
          </p:nvPr>
        </p:nvSpPr>
        <p:spPr bwMode="gray">
          <a:xfrm>
            <a:off x="5011738" y="4975225"/>
            <a:ext cx="152400" cy="192088"/>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25400" tIns="0" rIns="25400" bIns="0" rtlCol="0" anchor="ctr">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spcBef>
                <a:spcPct val="0"/>
              </a:spcBef>
              <a:spcAft>
                <a:spcPct val="0"/>
              </a:spcAft>
            </a:pPr>
            <a:fld id="{016E9F0F-0BA8-492D-AAC2-171ACA50FAB3}" type="datetime'''''''''''''''''''''''''''7'''''''''''">
              <a:rPr kumimoji="1" lang="zh-CN" altLang="en-US" sz="1400" smtClean="0">
                <a:latin typeface="HarmonyOS Sans SC" pitchFamily="2" charset="-122"/>
                <a:ea typeface="HarmonyOS Sans SC" pitchFamily="2" charset="-122"/>
                <a:sym typeface="HarmonyOS Sans SC" pitchFamily="2" charset="-122"/>
              </a:rPr>
              <a:pPr/>
              <a:t>7</a:t>
            </a:fld>
            <a:endParaRPr kumimoji="1" lang="zh-CN" altLang="en-US" sz="1400" dirty="0">
              <a:latin typeface="HarmonyOS Sans SC" pitchFamily="2" charset="-122"/>
              <a:ea typeface="HarmonyOS Sans SC" pitchFamily="2" charset="-122"/>
              <a:sym typeface="HarmonyOS Sans SC" pitchFamily="2" charset="-122"/>
            </a:endParaRPr>
          </a:p>
        </p:txBody>
      </p:sp>
      <p:sp>
        <p:nvSpPr>
          <p:cNvPr id="103" name="文本占位符 2">
            <a:extLst>
              <a:ext uri="{FF2B5EF4-FFF2-40B4-BE49-F238E27FC236}">
                <a16:creationId xmlns:a16="http://schemas.microsoft.com/office/drawing/2014/main" id="{F76F6695-17A6-F8AA-1F35-07BE8D8259B3}"/>
              </a:ext>
            </a:extLst>
          </p:cNvPr>
          <p:cNvSpPr txBox="1">
            <a:spLocks/>
          </p:cNvSpPr>
          <p:nvPr>
            <p:custDataLst>
              <p:tags r:id="rId24"/>
            </p:custDataLst>
          </p:nvPr>
        </p:nvSpPr>
        <p:spPr bwMode="gray">
          <a:xfrm>
            <a:off x="7412038" y="5329238"/>
            <a:ext cx="254000" cy="192088"/>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25400" tIns="0" rIns="25400" bIns="0" rtlCol="0" anchor="ctr">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spcBef>
                <a:spcPct val="0"/>
              </a:spcBef>
              <a:spcAft>
                <a:spcPct val="0"/>
              </a:spcAft>
            </a:pPr>
            <a:fld id="{7221226B-6503-4C27-A4B6-2A1DBE277B6C}" type="datetime'1''''''''''''''''''''''''''2'''''''''''''''''''''''''''">
              <a:rPr kumimoji="1" lang="zh-CN" altLang="en-US" sz="1400" smtClean="0">
                <a:latin typeface="HarmonyOS Sans SC" pitchFamily="2" charset="-122"/>
                <a:ea typeface="HarmonyOS Sans SC" pitchFamily="2" charset="-122"/>
                <a:sym typeface="HarmonyOS Sans SC" pitchFamily="2" charset="-122"/>
              </a:rPr>
              <a:pPr/>
              <a:t>12</a:t>
            </a:fld>
            <a:endParaRPr kumimoji="1" lang="zh-CN" altLang="en-US" sz="1400" dirty="0">
              <a:latin typeface="HarmonyOS Sans SC" pitchFamily="2" charset="-122"/>
              <a:ea typeface="HarmonyOS Sans SC" pitchFamily="2" charset="-122"/>
              <a:sym typeface="HarmonyOS Sans SC" pitchFamily="2" charset="-122"/>
            </a:endParaRPr>
          </a:p>
        </p:txBody>
      </p:sp>
      <p:sp>
        <p:nvSpPr>
          <p:cNvPr id="116" name="文本占位符 2">
            <a:extLst>
              <a:ext uri="{FF2B5EF4-FFF2-40B4-BE49-F238E27FC236}">
                <a16:creationId xmlns:a16="http://schemas.microsoft.com/office/drawing/2014/main" id="{786EBE56-679A-137B-836C-4C30865BBBA5}"/>
              </a:ext>
            </a:extLst>
          </p:cNvPr>
          <p:cNvSpPr txBox="1">
            <a:spLocks/>
          </p:cNvSpPr>
          <p:nvPr>
            <p:custDataLst>
              <p:tags r:id="rId25"/>
            </p:custDataLst>
          </p:nvPr>
        </p:nvSpPr>
        <p:spPr bwMode="gray">
          <a:xfrm>
            <a:off x="4530725" y="5683250"/>
            <a:ext cx="152400" cy="192088"/>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25400" tIns="0" rIns="25400" bIns="0" rtlCol="0" anchor="ctr">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spcBef>
                <a:spcPct val="0"/>
              </a:spcBef>
              <a:spcAft>
                <a:spcPct val="0"/>
              </a:spcAft>
            </a:pPr>
            <a:fld id="{DCCDCEB3-917B-4205-B4A1-629529E08F11}" type="datetime'''6'''''''''''''''''''''''''''''''''''''''''''''''''''">
              <a:rPr kumimoji="1" lang="zh-CN" altLang="en-US" sz="1400" smtClean="0">
                <a:latin typeface="HarmonyOS Sans SC" pitchFamily="2" charset="-122"/>
                <a:ea typeface="HarmonyOS Sans SC" pitchFamily="2" charset="-122"/>
                <a:sym typeface="HarmonyOS Sans SC" pitchFamily="2" charset="-122"/>
              </a:rPr>
              <a:pPr/>
              <a:t>6</a:t>
            </a:fld>
            <a:endParaRPr kumimoji="1" lang="zh-CN" altLang="en-US" sz="1400" dirty="0">
              <a:latin typeface="HarmonyOS Sans SC" pitchFamily="2" charset="-122"/>
              <a:ea typeface="HarmonyOS Sans SC" pitchFamily="2" charset="-122"/>
              <a:sym typeface="HarmonyOS Sans SC" pitchFamily="2" charset="-122"/>
            </a:endParaRPr>
          </a:p>
        </p:txBody>
      </p:sp>
      <p:sp>
        <p:nvSpPr>
          <p:cNvPr id="12" name="文本占位符 2">
            <a:extLst>
              <a:ext uri="{FF2B5EF4-FFF2-40B4-BE49-F238E27FC236}">
                <a16:creationId xmlns:a16="http://schemas.microsoft.com/office/drawing/2014/main" id="{0D3CA394-4886-981C-1643-5C79BDCE8AB4}"/>
              </a:ext>
            </a:extLst>
          </p:cNvPr>
          <p:cNvSpPr txBox="1">
            <a:spLocks/>
          </p:cNvSpPr>
          <p:nvPr>
            <p:custDataLst>
              <p:tags r:id="rId26"/>
            </p:custDataLst>
          </p:nvPr>
        </p:nvSpPr>
        <p:spPr bwMode="auto">
          <a:xfrm>
            <a:off x="3109913" y="2166938"/>
            <a:ext cx="871538" cy="165100"/>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b">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spcBef>
                <a:spcPct val="0"/>
              </a:spcBef>
              <a:spcAft>
                <a:spcPct val="0"/>
              </a:spcAft>
            </a:pPr>
            <a:fld id="{25235DC2-FB1C-4BB3-90F8-2A0E67BE6A3A}" type="datetime'''''''''''''''''''''''S''''''''''af''''ety/ADA''''''''S'''">
              <a:rPr kumimoji="1" lang="en-US" altLang="en-US" sz="1200" smtClean="0">
                <a:latin typeface="HarmonyOS Sans SC Light" pitchFamily="2" charset="-122"/>
                <a:ea typeface="HarmonyOS Sans SC Light" pitchFamily="2" charset="-122"/>
                <a:sym typeface="HarmonyOS Sans SC Light" pitchFamily="2" charset="-122"/>
              </a:rPr>
              <a:pPr/>
              <a:t>Safety/ADAS</a:t>
            </a:fld>
            <a:endParaRPr kumimoji="1" lang="zh-CN" altLang="en-US" sz="1200" dirty="0">
              <a:latin typeface="HarmonyOS Sans SC Light" pitchFamily="2" charset="-122"/>
              <a:ea typeface="HarmonyOS Sans SC Light" pitchFamily="2" charset="-122"/>
              <a:sym typeface="HarmonyOS Sans SC Light" pitchFamily="2" charset="-122"/>
            </a:endParaRPr>
          </a:p>
        </p:txBody>
      </p:sp>
      <p:sp>
        <p:nvSpPr>
          <p:cNvPr id="179" name="文本框 178">
            <a:extLst>
              <a:ext uri="{FF2B5EF4-FFF2-40B4-BE49-F238E27FC236}">
                <a16:creationId xmlns:a16="http://schemas.microsoft.com/office/drawing/2014/main" id="{9692AB25-5C1B-5228-160B-F3256FC8509F}"/>
              </a:ext>
            </a:extLst>
          </p:cNvPr>
          <p:cNvSpPr txBox="1"/>
          <p:nvPr/>
        </p:nvSpPr>
        <p:spPr>
          <a:xfrm>
            <a:off x="3895990" y="2130093"/>
            <a:ext cx="240772" cy="215444"/>
          </a:xfrm>
          <a:prstGeom prst="rect">
            <a:avLst/>
          </a:prstGeom>
          <a:noFill/>
        </p:spPr>
        <p:txBody>
          <a:bodyPr wrap="none" rtlCol="0">
            <a:spAutoFit/>
          </a:bodyPr>
          <a:lstStyle/>
          <a:p>
            <a:r>
              <a:rPr kumimoji="1" lang="en-US" altLang="zh-CN" sz="1200" baseline="30000" dirty="0">
                <a:latin typeface="HarmonyOS Sans SC Light" pitchFamily="2" charset="-122"/>
                <a:ea typeface="HarmonyOS Sans SC Light" pitchFamily="2" charset="-122"/>
              </a:rPr>
              <a:t>2</a:t>
            </a:r>
            <a:endParaRPr kumimoji="1" lang="zh-CN" altLang="en-US" sz="1200" baseline="30000" dirty="0">
              <a:latin typeface="HarmonyOS Sans SC Light" pitchFamily="2" charset="-122"/>
              <a:ea typeface="HarmonyOS Sans SC Light" pitchFamily="2" charset="-122"/>
            </a:endParaRPr>
          </a:p>
        </p:txBody>
      </p:sp>
      <p:sp>
        <p:nvSpPr>
          <p:cNvPr id="180" name="文本框 179">
            <a:extLst>
              <a:ext uri="{FF2B5EF4-FFF2-40B4-BE49-F238E27FC236}">
                <a16:creationId xmlns:a16="http://schemas.microsoft.com/office/drawing/2014/main" id="{AF43F2EC-CB5E-E2DA-1179-B00B75FA16C1}"/>
              </a:ext>
            </a:extLst>
          </p:cNvPr>
          <p:cNvSpPr txBox="1"/>
          <p:nvPr/>
        </p:nvSpPr>
        <p:spPr>
          <a:xfrm>
            <a:off x="641684" y="6114276"/>
            <a:ext cx="3207929" cy="553998"/>
          </a:xfrm>
          <a:prstGeom prst="rect">
            <a:avLst/>
          </a:prstGeom>
          <a:noFill/>
        </p:spPr>
        <p:txBody>
          <a:bodyPr wrap="none" rtlCol="0">
            <a:spAutoFit/>
          </a:bodyPr>
          <a:lstStyle/>
          <a:p>
            <a:r>
              <a:rPr kumimoji="1" lang="en-US" altLang="zh-CN" sz="1000" baseline="30000" dirty="0">
                <a:latin typeface="HarmonyOS Sans SC Light" pitchFamily="2" charset="-122"/>
                <a:ea typeface="HarmonyOS Sans SC Light" pitchFamily="2" charset="-122"/>
              </a:rPr>
              <a:t>1</a:t>
            </a:r>
            <a:r>
              <a:rPr kumimoji="1" lang="en-US" altLang="zh-CN" sz="1000" dirty="0">
                <a:latin typeface="HarmonyOS Sans SC Light" pitchFamily="2" charset="-122"/>
                <a:ea typeface="HarmonyOS Sans SC Light" pitchFamily="2" charset="-122"/>
              </a:rPr>
              <a:t>ECUs of high-voltage system and chassis excluded.</a:t>
            </a:r>
          </a:p>
          <a:p>
            <a:r>
              <a:rPr kumimoji="1" lang="en-US" altLang="zh-CN" sz="1000" baseline="30000" dirty="0">
                <a:latin typeface="HarmonyOS Sans SC Light" pitchFamily="2" charset="-122"/>
                <a:ea typeface="HarmonyOS Sans SC Light" pitchFamily="2" charset="-122"/>
              </a:rPr>
              <a:t>2</a:t>
            </a:r>
            <a:r>
              <a:rPr kumimoji="1" lang="en-US" altLang="zh-CN" sz="1000" dirty="0">
                <a:latin typeface="HarmonyOS Sans SC Light" pitchFamily="2" charset="-122"/>
                <a:ea typeface="HarmonyOS Sans SC Light" pitchFamily="2" charset="-122"/>
              </a:rPr>
              <a:t>Advanced driver-assistance systems.</a:t>
            </a:r>
          </a:p>
          <a:p>
            <a:r>
              <a:rPr kumimoji="1" lang="en-US" altLang="zh-CN" sz="1000" dirty="0">
                <a:latin typeface="HarmonyOS Sans SC Light" pitchFamily="2" charset="-122"/>
                <a:ea typeface="HarmonyOS Sans SC Light" pitchFamily="2" charset="-122"/>
              </a:rPr>
              <a:t>Source: McKinsey analysis</a:t>
            </a:r>
            <a:endParaRPr kumimoji="1" lang="zh-CN" altLang="en-US" sz="1000" dirty="0">
              <a:latin typeface="HarmonyOS Sans SC Light" pitchFamily="2" charset="-122"/>
              <a:ea typeface="HarmonyOS Sans SC Light" pitchFamily="2" charset="-122"/>
            </a:endParaRPr>
          </a:p>
        </p:txBody>
      </p:sp>
    </p:spTree>
    <p:extLst>
      <p:ext uri="{BB962C8B-B14F-4D97-AF65-F5344CB8AC3E}">
        <p14:creationId xmlns:p14="http://schemas.microsoft.com/office/powerpoint/2010/main" val="167703548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D128E8-58CA-B1DC-C6B2-6898A0F47826}"/>
            </a:ext>
          </a:extLst>
        </p:cNvPr>
        <p:cNvGrpSpPr/>
        <p:nvPr/>
      </p:nvGrpSpPr>
      <p:grpSpPr>
        <a:xfrm>
          <a:off x="0" y="0"/>
          <a:ext cx="0" cy="0"/>
          <a:chOff x="0" y="0"/>
          <a:chExt cx="0" cy="0"/>
        </a:xfrm>
      </p:grpSpPr>
      <p:graphicFrame>
        <p:nvGraphicFramePr>
          <p:cNvPr id="4" name="think-cell data - do not delete" hidden="1">
            <a:extLst>
              <a:ext uri="{FF2B5EF4-FFF2-40B4-BE49-F238E27FC236}">
                <a16:creationId xmlns:a16="http://schemas.microsoft.com/office/drawing/2014/main" id="{4EBD839A-0400-D71A-99FA-310B69531E9F}"/>
              </a:ext>
            </a:extLst>
          </p:cNvPr>
          <p:cNvGraphicFramePr>
            <a:graphicFrameLocks noChangeAspect="1"/>
          </p:cNvGraphicFramePr>
          <p:nvPr>
            <p:custDataLst>
              <p:tags r:id="rId1"/>
            </p:custData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name="think-cell 幻灯片" r:id="rId13" imgW="7772400" imgH="10058400" progId="TCLayout.ActiveDocument.1">
                  <p:embed/>
                </p:oleObj>
              </mc:Choice>
              <mc:Fallback>
                <p:oleObj name="think-cell 幻灯片" r:id="rId13" imgW="7772400" imgH="10058400" progId="TCLayout.ActiveDocument.1">
                  <p:embed/>
                  <p:pic>
                    <p:nvPicPr>
                      <p:cNvPr id="4" name="think-cell data - do not delete" hidden="1">
                        <a:extLst>
                          <a:ext uri="{FF2B5EF4-FFF2-40B4-BE49-F238E27FC236}">
                            <a16:creationId xmlns:a16="http://schemas.microsoft.com/office/drawing/2014/main" id="{4EBD839A-0400-D71A-99FA-310B69531E9F}"/>
                          </a:ext>
                        </a:extLst>
                      </p:cNvPr>
                      <p:cNvPicPr/>
                      <p:nvPr/>
                    </p:nvPicPr>
                    <p:blipFill>
                      <a:blip r:embed="rId14"/>
                      <a:stretch>
                        <a:fillRect/>
                      </a:stretch>
                    </p:blipFill>
                    <p:spPr>
                      <a:xfrm>
                        <a:off x="1588" y="1588"/>
                        <a:ext cx="1227" cy="1588"/>
                      </a:xfrm>
                      <a:prstGeom prst="rect">
                        <a:avLst/>
                      </a:prstGeom>
                    </p:spPr>
                  </p:pic>
                </p:oleObj>
              </mc:Fallback>
            </mc:AlternateContent>
          </a:graphicData>
        </a:graphic>
      </p:graphicFrame>
      <p:sp>
        <p:nvSpPr>
          <p:cNvPr id="5" name="文本框 4">
            <a:extLst>
              <a:ext uri="{FF2B5EF4-FFF2-40B4-BE49-F238E27FC236}">
                <a16:creationId xmlns:a16="http://schemas.microsoft.com/office/drawing/2014/main" id="{19980099-D685-1667-BF64-1EFA65931CC1}"/>
              </a:ext>
            </a:extLst>
          </p:cNvPr>
          <p:cNvSpPr txBox="1"/>
          <p:nvPr/>
        </p:nvSpPr>
        <p:spPr>
          <a:xfrm>
            <a:off x="517584" y="374650"/>
            <a:ext cx="11087820" cy="368300"/>
          </a:xfrm>
          <a:prstGeom prst="rect">
            <a:avLst/>
          </a:prstGeom>
          <a:noFill/>
        </p:spPr>
        <p:txBody>
          <a:bodyPr wrap="square" rtlCol="0">
            <a:spAutoFit/>
          </a:bodyPr>
          <a:lstStyle/>
          <a:p>
            <a:r>
              <a:rPr kumimoji="1" lang="en-US" altLang="zh-CN" dirty="0">
                <a:latin typeface="HarmonyOS Sans SC Medium" pitchFamily="2" charset="-122"/>
                <a:ea typeface="HarmonyOS Sans SC Medium" pitchFamily="2" charset="-122"/>
              </a:rPr>
              <a:t>The triple play is positively associated with growth, having a further halo effect during the pandemic.</a:t>
            </a:r>
            <a:endParaRPr kumimoji="1" lang="zh-CN" altLang="en-US" dirty="0">
              <a:latin typeface="HarmonyOS Sans SC Medium" pitchFamily="2" charset="-122"/>
              <a:ea typeface="HarmonyOS Sans SC Medium" pitchFamily="2" charset="-122"/>
            </a:endParaRPr>
          </a:p>
        </p:txBody>
      </p:sp>
      <p:sp>
        <p:nvSpPr>
          <p:cNvPr id="6" name="文本框 5">
            <a:extLst>
              <a:ext uri="{FF2B5EF4-FFF2-40B4-BE49-F238E27FC236}">
                <a16:creationId xmlns:a16="http://schemas.microsoft.com/office/drawing/2014/main" id="{D4972861-4B02-B730-3237-5AB192382E69}"/>
              </a:ext>
            </a:extLst>
          </p:cNvPr>
          <p:cNvSpPr txBox="1"/>
          <p:nvPr/>
        </p:nvSpPr>
        <p:spPr>
          <a:xfrm>
            <a:off x="517584" y="892175"/>
            <a:ext cx="3475631" cy="307975"/>
          </a:xfrm>
          <a:prstGeom prst="rect">
            <a:avLst/>
          </a:prstGeom>
          <a:noFill/>
        </p:spPr>
        <p:txBody>
          <a:bodyPr wrap="none" rtlCol="0">
            <a:spAutoFit/>
          </a:bodyPr>
          <a:lstStyle/>
          <a:p>
            <a:r>
              <a:rPr kumimoji="1" lang="en-US" altLang="zh-CN" sz="1400" dirty="0">
                <a:latin typeface="HarmonyOS Sans SC" pitchFamily="2" charset="-122"/>
                <a:ea typeface="HarmonyOS Sans SC" pitchFamily="2" charset="-122"/>
              </a:rPr>
              <a:t>Average revenue growth, 2019-20</a:t>
            </a:r>
            <a:r>
              <a:rPr kumimoji="1" lang="zh-CN" altLang="en-US" sz="1400" dirty="0">
                <a:latin typeface="HarmonyOS Sans SC" pitchFamily="2" charset="-122"/>
                <a:ea typeface="HarmonyOS Sans SC" pitchFamily="2" charset="-122"/>
              </a:rPr>
              <a:t>，</a:t>
            </a:r>
            <a:r>
              <a:rPr kumimoji="1" lang="en-US" altLang="zh-CN" sz="1400" baseline="30000" dirty="0">
                <a:latin typeface="HarmonyOS Sans SC" pitchFamily="2" charset="-122"/>
                <a:ea typeface="HarmonyOS Sans SC" pitchFamily="2" charset="-122"/>
              </a:rPr>
              <a:t>1</a:t>
            </a:r>
            <a:r>
              <a:rPr kumimoji="1" lang="zh-CN" altLang="en-US" sz="1400" dirty="0">
                <a:latin typeface="HarmonyOS Sans SC" pitchFamily="2" charset="-122"/>
                <a:ea typeface="HarmonyOS Sans SC" pitchFamily="2" charset="-122"/>
              </a:rPr>
              <a:t> </a:t>
            </a:r>
            <a:r>
              <a:rPr kumimoji="1" lang="en-US" altLang="zh-CN" sz="1400" dirty="0">
                <a:latin typeface="HarmonyOS Sans SC Light" pitchFamily="2" charset="-122"/>
                <a:ea typeface="HarmonyOS Sans SC Light" pitchFamily="2" charset="-122"/>
              </a:rPr>
              <a:t>%</a:t>
            </a:r>
            <a:endParaRPr kumimoji="1" lang="zh-CN" altLang="en-US" sz="1400" baseline="30000" dirty="0">
              <a:latin typeface="HarmonyOS Sans SC Light" pitchFamily="2" charset="-122"/>
              <a:ea typeface="HarmonyOS Sans SC Light" pitchFamily="2" charset="-122"/>
            </a:endParaRPr>
          </a:p>
        </p:txBody>
      </p:sp>
      <p:cxnSp>
        <p:nvCxnSpPr>
          <p:cNvPr id="87" name="直线连接符 86">
            <a:extLst>
              <a:ext uri="{FF2B5EF4-FFF2-40B4-BE49-F238E27FC236}">
                <a16:creationId xmlns:a16="http://schemas.microsoft.com/office/drawing/2014/main" id="{F1F2087F-63EA-EEF2-9908-589C4AB1A335}"/>
              </a:ext>
            </a:extLst>
          </p:cNvPr>
          <p:cNvCxnSpPr/>
          <p:nvPr>
            <p:custDataLst>
              <p:tags r:id="rId2"/>
            </p:custDataLst>
          </p:nvPr>
        </p:nvCxnSpPr>
        <p:spPr bwMode="gray">
          <a:xfrm>
            <a:off x="925513" y="5092700"/>
            <a:ext cx="10444163" cy="0"/>
          </a:xfrm>
          <a:prstGeom prst="line">
            <a:avLst/>
          </a:prstGeom>
          <a:ln w="3175" cap="flat" cmpd="sng" algn="ctr">
            <a:solidFill>
              <a:srgbClr val="C0C0C0"/>
            </a:solidFill>
            <a:prstDash val="solid"/>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88" name="直线连接符 87">
            <a:extLst>
              <a:ext uri="{FF2B5EF4-FFF2-40B4-BE49-F238E27FC236}">
                <a16:creationId xmlns:a16="http://schemas.microsoft.com/office/drawing/2014/main" id="{99C89DCB-AA9E-922F-3127-5028C18C8B95}"/>
              </a:ext>
            </a:extLst>
          </p:cNvPr>
          <p:cNvCxnSpPr/>
          <p:nvPr>
            <p:custDataLst>
              <p:tags r:id="rId3"/>
            </p:custDataLst>
          </p:nvPr>
        </p:nvCxnSpPr>
        <p:spPr bwMode="gray">
          <a:xfrm>
            <a:off x="925513" y="4673600"/>
            <a:ext cx="10444163" cy="0"/>
          </a:xfrm>
          <a:prstGeom prst="line">
            <a:avLst/>
          </a:prstGeom>
          <a:ln w="3175" cap="flat" cmpd="sng" algn="ctr">
            <a:solidFill>
              <a:srgbClr val="C0C0C0"/>
            </a:solidFill>
            <a:prstDash val="solid"/>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89" name="直线连接符 88">
            <a:extLst>
              <a:ext uri="{FF2B5EF4-FFF2-40B4-BE49-F238E27FC236}">
                <a16:creationId xmlns:a16="http://schemas.microsoft.com/office/drawing/2014/main" id="{A2F4F027-2BCD-5CBD-301F-BB8DA9A00F47}"/>
              </a:ext>
            </a:extLst>
          </p:cNvPr>
          <p:cNvCxnSpPr/>
          <p:nvPr>
            <p:custDataLst>
              <p:tags r:id="rId4"/>
            </p:custDataLst>
          </p:nvPr>
        </p:nvCxnSpPr>
        <p:spPr bwMode="gray">
          <a:xfrm>
            <a:off x="925513" y="4256088"/>
            <a:ext cx="10444163" cy="0"/>
          </a:xfrm>
          <a:prstGeom prst="line">
            <a:avLst/>
          </a:prstGeom>
          <a:ln w="3175" cap="flat" cmpd="sng" algn="ctr">
            <a:solidFill>
              <a:srgbClr val="C0C0C0"/>
            </a:solidFill>
            <a:prstDash val="solid"/>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90" name="直线连接符 89">
            <a:extLst>
              <a:ext uri="{FF2B5EF4-FFF2-40B4-BE49-F238E27FC236}">
                <a16:creationId xmlns:a16="http://schemas.microsoft.com/office/drawing/2014/main" id="{61DC6D2F-3A06-47C4-08ED-011C67568F85}"/>
              </a:ext>
            </a:extLst>
          </p:cNvPr>
          <p:cNvCxnSpPr/>
          <p:nvPr>
            <p:custDataLst>
              <p:tags r:id="rId5"/>
            </p:custDataLst>
          </p:nvPr>
        </p:nvCxnSpPr>
        <p:spPr bwMode="gray">
          <a:xfrm>
            <a:off x="925513" y="3836988"/>
            <a:ext cx="10444163" cy="0"/>
          </a:xfrm>
          <a:prstGeom prst="line">
            <a:avLst/>
          </a:prstGeom>
          <a:ln w="3175" cap="flat" cmpd="sng" algn="ctr">
            <a:solidFill>
              <a:srgbClr val="C0C0C0"/>
            </a:solidFill>
            <a:prstDash val="solid"/>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91" name="直线连接符 90">
            <a:extLst>
              <a:ext uri="{FF2B5EF4-FFF2-40B4-BE49-F238E27FC236}">
                <a16:creationId xmlns:a16="http://schemas.microsoft.com/office/drawing/2014/main" id="{126FD43B-BB63-8103-4E3F-F8AFC9D9D6C9}"/>
              </a:ext>
            </a:extLst>
          </p:cNvPr>
          <p:cNvCxnSpPr/>
          <p:nvPr>
            <p:custDataLst>
              <p:tags r:id="rId6"/>
            </p:custDataLst>
          </p:nvPr>
        </p:nvCxnSpPr>
        <p:spPr bwMode="gray">
          <a:xfrm>
            <a:off x="925513" y="3417888"/>
            <a:ext cx="10444163" cy="0"/>
          </a:xfrm>
          <a:prstGeom prst="line">
            <a:avLst/>
          </a:prstGeom>
          <a:ln w="3175" cap="flat" cmpd="sng" algn="ctr">
            <a:solidFill>
              <a:srgbClr val="C0C0C0"/>
            </a:solidFill>
            <a:prstDash val="solid"/>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92" name="直线连接符 91">
            <a:extLst>
              <a:ext uri="{FF2B5EF4-FFF2-40B4-BE49-F238E27FC236}">
                <a16:creationId xmlns:a16="http://schemas.microsoft.com/office/drawing/2014/main" id="{E9C9CFF1-382F-77ED-8867-8F00B3892AF8}"/>
              </a:ext>
            </a:extLst>
          </p:cNvPr>
          <p:cNvCxnSpPr/>
          <p:nvPr>
            <p:custDataLst>
              <p:tags r:id="rId7"/>
            </p:custDataLst>
          </p:nvPr>
        </p:nvCxnSpPr>
        <p:spPr bwMode="gray">
          <a:xfrm>
            <a:off x="925513" y="2998788"/>
            <a:ext cx="10444163" cy="0"/>
          </a:xfrm>
          <a:prstGeom prst="line">
            <a:avLst/>
          </a:prstGeom>
          <a:ln w="3175" cap="flat" cmpd="sng" algn="ctr">
            <a:solidFill>
              <a:srgbClr val="C0C0C0"/>
            </a:solidFill>
            <a:prstDash val="solid"/>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93" name="直线连接符 92">
            <a:extLst>
              <a:ext uri="{FF2B5EF4-FFF2-40B4-BE49-F238E27FC236}">
                <a16:creationId xmlns:a16="http://schemas.microsoft.com/office/drawing/2014/main" id="{AD297EAD-0A65-4581-9839-62307623ED58}"/>
              </a:ext>
            </a:extLst>
          </p:cNvPr>
          <p:cNvCxnSpPr/>
          <p:nvPr>
            <p:custDataLst>
              <p:tags r:id="rId8"/>
            </p:custDataLst>
          </p:nvPr>
        </p:nvCxnSpPr>
        <p:spPr bwMode="gray">
          <a:xfrm>
            <a:off x="925513" y="2581275"/>
            <a:ext cx="10444163" cy="0"/>
          </a:xfrm>
          <a:prstGeom prst="line">
            <a:avLst/>
          </a:prstGeom>
          <a:ln w="3175" cap="flat" cmpd="sng" algn="ctr">
            <a:solidFill>
              <a:srgbClr val="C0C0C0"/>
            </a:solidFill>
            <a:prstDash val="solid"/>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94" name="直线连接符 93">
            <a:extLst>
              <a:ext uri="{FF2B5EF4-FFF2-40B4-BE49-F238E27FC236}">
                <a16:creationId xmlns:a16="http://schemas.microsoft.com/office/drawing/2014/main" id="{C907922E-A2C4-17E8-F04D-DBCD95B13A35}"/>
              </a:ext>
            </a:extLst>
          </p:cNvPr>
          <p:cNvCxnSpPr/>
          <p:nvPr>
            <p:custDataLst>
              <p:tags r:id="rId9"/>
            </p:custDataLst>
          </p:nvPr>
        </p:nvCxnSpPr>
        <p:spPr bwMode="gray">
          <a:xfrm>
            <a:off x="925513" y="2162175"/>
            <a:ext cx="10444163" cy="0"/>
          </a:xfrm>
          <a:prstGeom prst="line">
            <a:avLst/>
          </a:prstGeom>
          <a:ln w="3175" cap="flat" cmpd="sng" algn="ctr">
            <a:solidFill>
              <a:srgbClr val="C0C0C0"/>
            </a:solidFill>
            <a:prstDash val="solid"/>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95" name="直线连接符 94">
            <a:extLst>
              <a:ext uri="{FF2B5EF4-FFF2-40B4-BE49-F238E27FC236}">
                <a16:creationId xmlns:a16="http://schemas.microsoft.com/office/drawing/2014/main" id="{4BD2F06B-5818-1641-7E44-8F65A780CCBE}"/>
              </a:ext>
            </a:extLst>
          </p:cNvPr>
          <p:cNvCxnSpPr/>
          <p:nvPr>
            <p:custDataLst>
              <p:tags r:id="rId10"/>
            </p:custDataLst>
          </p:nvPr>
        </p:nvCxnSpPr>
        <p:spPr bwMode="gray">
          <a:xfrm>
            <a:off x="925513" y="1743075"/>
            <a:ext cx="10444163" cy="0"/>
          </a:xfrm>
          <a:prstGeom prst="line">
            <a:avLst/>
          </a:prstGeom>
          <a:ln w="3175" cap="flat" cmpd="sng" algn="ctr">
            <a:solidFill>
              <a:srgbClr val="C0C0C0"/>
            </a:solidFill>
            <a:prstDash val="solid"/>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graphicFrame>
        <p:nvGraphicFramePr>
          <p:cNvPr id="3" name="Chart 3">
            <a:extLst>
              <a:ext uri="{FF2B5EF4-FFF2-40B4-BE49-F238E27FC236}">
                <a16:creationId xmlns:a16="http://schemas.microsoft.com/office/drawing/2014/main" id="{5C612C2F-E0DC-B179-DC83-97188E5B2C36}"/>
              </a:ext>
            </a:extLst>
          </p:cNvPr>
          <p:cNvGraphicFramePr/>
          <p:nvPr>
            <p:custDataLst>
              <p:tags r:id="rId11"/>
            </p:custDataLst>
          </p:nvPr>
        </p:nvGraphicFramePr>
        <p:xfrm>
          <a:off x="484188" y="1562100"/>
          <a:ext cx="11112500" cy="4392613"/>
        </p:xfrm>
        <a:graphic>
          <a:graphicData uri="http://schemas.openxmlformats.org/drawingml/2006/chart">
            <c:chart xmlns:c="http://schemas.openxmlformats.org/drawingml/2006/chart" xmlns:r="http://schemas.openxmlformats.org/officeDocument/2006/relationships" r:id="rId15"/>
          </a:graphicData>
        </a:graphic>
      </p:graphicFrame>
      <p:sp>
        <p:nvSpPr>
          <p:cNvPr id="179" name="文本框 178">
            <a:extLst>
              <a:ext uri="{FF2B5EF4-FFF2-40B4-BE49-F238E27FC236}">
                <a16:creationId xmlns:a16="http://schemas.microsoft.com/office/drawing/2014/main" id="{D44AEFF0-30B6-525D-A351-4249E8F1C8F1}"/>
              </a:ext>
            </a:extLst>
          </p:cNvPr>
          <p:cNvSpPr txBox="1"/>
          <p:nvPr/>
        </p:nvSpPr>
        <p:spPr>
          <a:xfrm>
            <a:off x="748221" y="3543300"/>
            <a:ext cx="354584" cy="276225"/>
          </a:xfrm>
          <a:prstGeom prst="rect">
            <a:avLst/>
          </a:prstGeom>
          <a:noFill/>
        </p:spPr>
        <p:txBody>
          <a:bodyPr wrap="none" rtlCol="0">
            <a:spAutoFit/>
          </a:bodyPr>
          <a:lstStyle/>
          <a:p>
            <a:r>
              <a:rPr kumimoji="1" lang="en-US" altLang="zh-CN" sz="1200" dirty="0">
                <a:latin typeface="HarmonyOS Sans SC Light" pitchFamily="2" charset="-122"/>
                <a:ea typeface="HarmonyOS Sans SC Light" pitchFamily="2" charset="-122"/>
              </a:rPr>
              <a:t>22</a:t>
            </a:r>
            <a:endParaRPr kumimoji="1" lang="zh-CN" altLang="en-US" sz="1200" dirty="0">
              <a:latin typeface="HarmonyOS Sans SC Light" pitchFamily="2" charset="-122"/>
              <a:ea typeface="HarmonyOS Sans SC Light" pitchFamily="2" charset="-122"/>
            </a:endParaRPr>
          </a:p>
        </p:txBody>
      </p:sp>
      <p:sp>
        <p:nvSpPr>
          <p:cNvPr id="182" name="文本框 181">
            <a:extLst>
              <a:ext uri="{FF2B5EF4-FFF2-40B4-BE49-F238E27FC236}">
                <a16:creationId xmlns:a16="http://schemas.microsoft.com/office/drawing/2014/main" id="{9D16A146-E597-7BA0-320A-3AF58EB0A458}"/>
              </a:ext>
            </a:extLst>
          </p:cNvPr>
          <p:cNvSpPr txBox="1"/>
          <p:nvPr/>
        </p:nvSpPr>
        <p:spPr>
          <a:xfrm>
            <a:off x="4230417" y="1787525"/>
            <a:ext cx="354584" cy="277813"/>
          </a:xfrm>
          <a:prstGeom prst="rect">
            <a:avLst/>
          </a:prstGeom>
          <a:noFill/>
        </p:spPr>
        <p:txBody>
          <a:bodyPr wrap="none" rtlCol="0">
            <a:spAutoFit/>
          </a:bodyPr>
          <a:lstStyle/>
          <a:p>
            <a:r>
              <a:rPr kumimoji="1" lang="en-US" altLang="zh-CN" sz="1200" dirty="0">
                <a:latin typeface="HarmonyOS Sans SC Light" pitchFamily="2" charset="-122"/>
                <a:ea typeface="HarmonyOS Sans SC Light" pitchFamily="2" charset="-122"/>
              </a:rPr>
              <a:t>42</a:t>
            </a:r>
            <a:endParaRPr kumimoji="1" lang="zh-CN" altLang="en-US" sz="1200" dirty="0">
              <a:latin typeface="HarmonyOS Sans SC Light" pitchFamily="2" charset="-122"/>
              <a:ea typeface="HarmonyOS Sans SC Light" pitchFamily="2" charset="-122"/>
            </a:endParaRPr>
          </a:p>
        </p:txBody>
      </p:sp>
      <p:sp>
        <p:nvSpPr>
          <p:cNvPr id="183" name="文本框 182">
            <a:extLst>
              <a:ext uri="{FF2B5EF4-FFF2-40B4-BE49-F238E27FC236}">
                <a16:creationId xmlns:a16="http://schemas.microsoft.com/office/drawing/2014/main" id="{1AB1F035-9173-049F-72F4-568BF0D96734}"/>
              </a:ext>
            </a:extLst>
          </p:cNvPr>
          <p:cNvSpPr txBox="1"/>
          <p:nvPr/>
        </p:nvSpPr>
        <p:spPr>
          <a:xfrm>
            <a:off x="7712613" y="2944813"/>
            <a:ext cx="354584" cy="277813"/>
          </a:xfrm>
          <a:prstGeom prst="rect">
            <a:avLst/>
          </a:prstGeom>
          <a:noFill/>
        </p:spPr>
        <p:txBody>
          <a:bodyPr wrap="none" rtlCol="0">
            <a:spAutoFit/>
          </a:bodyPr>
          <a:lstStyle/>
          <a:p>
            <a:r>
              <a:rPr kumimoji="1" lang="en-US" altLang="zh-CN" sz="1200" dirty="0">
                <a:latin typeface="HarmonyOS Sans SC Light" pitchFamily="2" charset="-122"/>
                <a:ea typeface="HarmonyOS Sans SC Light" pitchFamily="2" charset="-122"/>
              </a:rPr>
              <a:t>29</a:t>
            </a:r>
            <a:endParaRPr kumimoji="1" lang="zh-CN" altLang="en-US" sz="1200" dirty="0">
              <a:latin typeface="HarmonyOS Sans SC Light" pitchFamily="2" charset="-122"/>
              <a:ea typeface="HarmonyOS Sans SC Light" pitchFamily="2" charset="-122"/>
            </a:endParaRPr>
          </a:p>
        </p:txBody>
      </p:sp>
      <p:sp>
        <p:nvSpPr>
          <p:cNvPr id="184" name="文本框 183">
            <a:extLst>
              <a:ext uri="{FF2B5EF4-FFF2-40B4-BE49-F238E27FC236}">
                <a16:creationId xmlns:a16="http://schemas.microsoft.com/office/drawing/2014/main" id="{3174CBA2-617F-3E1F-74FF-DF19AB26C1B1}"/>
              </a:ext>
            </a:extLst>
          </p:cNvPr>
          <p:cNvSpPr txBox="1"/>
          <p:nvPr/>
        </p:nvSpPr>
        <p:spPr>
          <a:xfrm>
            <a:off x="11234863" y="5051425"/>
            <a:ext cx="269626" cy="276225"/>
          </a:xfrm>
          <a:prstGeom prst="rect">
            <a:avLst/>
          </a:prstGeom>
          <a:noFill/>
        </p:spPr>
        <p:txBody>
          <a:bodyPr wrap="none" rtlCol="0">
            <a:spAutoFit/>
          </a:bodyPr>
          <a:lstStyle/>
          <a:p>
            <a:r>
              <a:rPr kumimoji="1" lang="en-US" altLang="zh-CN" sz="1200" dirty="0">
                <a:latin typeface="HarmonyOS Sans SC Light" pitchFamily="2" charset="-122"/>
                <a:ea typeface="HarmonyOS Sans SC Light" pitchFamily="2" charset="-122"/>
              </a:rPr>
              <a:t>7</a:t>
            </a:r>
            <a:endParaRPr kumimoji="1" lang="zh-CN" altLang="en-US" sz="1200" dirty="0">
              <a:latin typeface="HarmonyOS Sans SC Light" pitchFamily="2" charset="-122"/>
              <a:ea typeface="HarmonyOS Sans SC Light" pitchFamily="2" charset="-122"/>
            </a:endParaRPr>
          </a:p>
        </p:txBody>
      </p:sp>
      <p:sp>
        <p:nvSpPr>
          <p:cNvPr id="185" name="文本框 184">
            <a:extLst>
              <a:ext uri="{FF2B5EF4-FFF2-40B4-BE49-F238E27FC236}">
                <a16:creationId xmlns:a16="http://schemas.microsoft.com/office/drawing/2014/main" id="{B6325728-F478-39ED-4F16-F0277D426450}"/>
              </a:ext>
            </a:extLst>
          </p:cNvPr>
          <p:cNvSpPr txBox="1"/>
          <p:nvPr/>
        </p:nvSpPr>
        <p:spPr>
          <a:xfrm>
            <a:off x="4123015" y="4397375"/>
            <a:ext cx="569387" cy="339725"/>
          </a:xfrm>
          <a:prstGeom prst="rect">
            <a:avLst/>
          </a:prstGeom>
          <a:noFill/>
        </p:spPr>
        <p:txBody>
          <a:bodyPr wrap="none" rtlCol="0">
            <a:spAutoFit/>
          </a:bodyPr>
          <a:lstStyle/>
          <a:p>
            <a:r>
              <a:rPr kumimoji="1" lang="en-US" altLang="zh-CN" sz="1600" dirty="0">
                <a:latin typeface="HarmonyOS Sans SC" pitchFamily="2" charset="-122"/>
                <a:ea typeface="HarmonyOS Sans SC" pitchFamily="2" charset="-122"/>
              </a:rPr>
              <a:t>1.2x</a:t>
            </a:r>
            <a:endParaRPr kumimoji="1" lang="zh-CN" altLang="en-US" sz="1600" dirty="0">
              <a:latin typeface="HarmonyOS Sans SC" pitchFamily="2" charset="-122"/>
              <a:ea typeface="HarmonyOS Sans SC" pitchFamily="2" charset="-122"/>
            </a:endParaRPr>
          </a:p>
        </p:txBody>
      </p:sp>
      <p:sp>
        <p:nvSpPr>
          <p:cNvPr id="186" name="文本框 185">
            <a:extLst>
              <a:ext uri="{FF2B5EF4-FFF2-40B4-BE49-F238E27FC236}">
                <a16:creationId xmlns:a16="http://schemas.microsoft.com/office/drawing/2014/main" id="{55A2A48D-5E02-15D9-E29F-22FF2C6B8402}"/>
              </a:ext>
            </a:extLst>
          </p:cNvPr>
          <p:cNvSpPr txBox="1"/>
          <p:nvPr/>
        </p:nvSpPr>
        <p:spPr>
          <a:xfrm>
            <a:off x="7605211" y="3373438"/>
            <a:ext cx="569387" cy="339725"/>
          </a:xfrm>
          <a:prstGeom prst="rect">
            <a:avLst/>
          </a:prstGeom>
          <a:noFill/>
        </p:spPr>
        <p:txBody>
          <a:bodyPr wrap="none" rtlCol="0">
            <a:spAutoFit/>
          </a:bodyPr>
          <a:lstStyle/>
          <a:p>
            <a:r>
              <a:rPr kumimoji="1" lang="en-US" altLang="zh-CN" sz="1600" dirty="0">
                <a:latin typeface="HarmonyOS Sans SC" pitchFamily="2" charset="-122"/>
                <a:ea typeface="HarmonyOS Sans SC" pitchFamily="2" charset="-122"/>
              </a:rPr>
              <a:t>1.7x</a:t>
            </a:r>
            <a:endParaRPr kumimoji="1" lang="zh-CN" altLang="en-US" sz="1600" dirty="0">
              <a:latin typeface="HarmonyOS Sans SC" pitchFamily="2" charset="-122"/>
              <a:ea typeface="HarmonyOS Sans SC" pitchFamily="2" charset="-122"/>
            </a:endParaRPr>
          </a:p>
        </p:txBody>
      </p:sp>
      <p:sp>
        <p:nvSpPr>
          <p:cNvPr id="187" name="文本框 186">
            <a:extLst>
              <a:ext uri="{FF2B5EF4-FFF2-40B4-BE49-F238E27FC236}">
                <a16:creationId xmlns:a16="http://schemas.microsoft.com/office/drawing/2014/main" id="{C68DA527-CB05-63DC-C669-1F1396E0B840}"/>
              </a:ext>
            </a:extLst>
          </p:cNvPr>
          <p:cNvSpPr txBox="1"/>
          <p:nvPr/>
        </p:nvSpPr>
        <p:spPr>
          <a:xfrm>
            <a:off x="11043848" y="1265238"/>
            <a:ext cx="663964" cy="401638"/>
          </a:xfrm>
          <a:prstGeom prst="rect">
            <a:avLst/>
          </a:prstGeom>
          <a:noFill/>
        </p:spPr>
        <p:txBody>
          <a:bodyPr wrap="none" rtlCol="0">
            <a:spAutoFit/>
          </a:bodyPr>
          <a:lstStyle/>
          <a:p>
            <a:r>
              <a:rPr kumimoji="1" lang="en-US" altLang="zh-CN" sz="2000" dirty="0">
                <a:latin typeface="HarmonyOS Sans SC" pitchFamily="2" charset="-122"/>
                <a:ea typeface="HarmonyOS Sans SC" pitchFamily="2" charset="-122"/>
              </a:rPr>
              <a:t>2.7x</a:t>
            </a:r>
            <a:endParaRPr kumimoji="1" lang="zh-CN" altLang="en-US" sz="2000" dirty="0">
              <a:latin typeface="HarmonyOS Sans SC" pitchFamily="2" charset="-122"/>
              <a:ea typeface="HarmonyOS Sans SC" pitchFamily="2" charset="-122"/>
            </a:endParaRPr>
          </a:p>
        </p:txBody>
      </p:sp>
      <p:sp>
        <p:nvSpPr>
          <p:cNvPr id="188" name="文本框 187">
            <a:extLst>
              <a:ext uri="{FF2B5EF4-FFF2-40B4-BE49-F238E27FC236}">
                <a16:creationId xmlns:a16="http://schemas.microsoft.com/office/drawing/2014/main" id="{5EDCE1AB-A340-067B-D0C2-88991A2EA89B}"/>
              </a:ext>
            </a:extLst>
          </p:cNvPr>
          <p:cNvSpPr txBox="1"/>
          <p:nvPr/>
        </p:nvSpPr>
        <p:spPr>
          <a:xfrm>
            <a:off x="925513" y="2533650"/>
            <a:ext cx="1412566" cy="461963"/>
          </a:xfrm>
          <a:prstGeom prst="rect">
            <a:avLst/>
          </a:prstGeom>
          <a:noFill/>
        </p:spPr>
        <p:txBody>
          <a:bodyPr wrap="none" rtlCol="0">
            <a:spAutoFit/>
          </a:bodyPr>
          <a:lstStyle/>
          <a:p>
            <a:r>
              <a:rPr kumimoji="1" lang="en-US" altLang="zh-CN" sz="1200" dirty="0">
                <a:latin typeface="HarmonyOS Sans SC" pitchFamily="2" charset="-122"/>
                <a:ea typeface="HarmonyOS Sans SC" pitchFamily="2" charset="-122"/>
              </a:rPr>
              <a:t>% of respondents</a:t>
            </a:r>
          </a:p>
          <a:p>
            <a:r>
              <a:rPr kumimoji="1" lang="en-US" altLang="zh-CN" sz="1200" dirty="0">
                <a:latin typeface="HarmonyOS Sans SC" pitchFamily="2" charset="-122"/>
                <a:ea typeface="HarmonyOS Sans SC" pitchFamily="2" charset="-122"/>
              </a:rPr>
              <a:t>in each category</a:t>
            </a:r>
            <a:endParaRPr kumimoji="1" lang="zh-CN" altLang="en-US" sz="1200" dirty="0">
              <a:latin typeface="HarmonyOS Sans SC" pitchFamily="2" charset="-122"/>
              <a:ea typeface="HarmonyOS Sans SC" pitchFamily="2" charset="-122"/>
            </a:endParaRPr>
          </a:p>
        </p:txBody>
      </p:sp>
      <p:cxnSp>
        <p:nvCxnSpPr>
          <p:cNvPr id="190" name="直线箭头连接符 189">
            <a:extLst>
              <a:ext uri="{FF2B5EF4-FFF2-40B4-BE49-F238E27FC236}">
                <a16:creationId xmlns:a16="http://schemas.microsoft.com/office/drawing/2014/main" id="{F99CB76F-C247-6A47-C76D-21B33C8D0878}"/>
              </a:ext>
            </a:extLst>
          </p:cNvPr>
          <p:cNvCxnSpPr/>
          <p:nvPr/>
        </p:nvCxnSpPr>
        <p:spPr>
          <a:xfrm>
            <a:off x="1627517" y="3008313"/>
            <a:ext cx="0" cy="385763"/>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195" name="文本框 194">
            <a:extLst>
              <a:ext uri="{FF2B5EF4-FFF2-40B4-BE49-F238E27FC236}">
                <a16:creationId xmlns:a16="http://schemas.microsoft.com/office/drawing/2014/main" id="{E853AEBE-3B80-8273-6764-A1349A28B1C4}"/>
              </a:ext>
            </a:extLst>
          </p:cNvPr>
          <p:cNvSpPr txBox="1"/>
          <p:nvPr/>
        </p:nvSpPr>
        <p:spPr>
          <a:xfrm>
            <a:off x="4356879" y="5922963"/>
            <a:ext cx="3581430" cy="307975"/>
          </a:xfrm>
          <a:prstGeom prst="rect">
            <a:avLst/>
          </a:prstGeom>
          <a:noFill/>
        </p:spPr>
        <p:txBody>
          <a:bodyPr wrap="none" rtlCol="0">
            <a:spAutoFit/>
          </a:bodyPr>
          <a:lstStyle/>
          <a:p>
            <a:r>
              <a:rPr kumimoji="1" lang="en-US" altLang="zh-CN" sz="1400" dirty="0">
                <a:latin typeface="HarmonyOS Sans SC" pitchFamily="2" charset="-122"/>
                <a:ea typeface="HarmonyOS Sans SC" pitchFamily="2" charset="-122"/>
              </a:rPr>
              <a:t>Number of triple-play elements mastered</a:t>
            </a:r>
            <a:endParaRPr kumimoji="1" lang="zh-CN" altLang="en-US" sz="1400" dirty="0">
              <a:latin typeface="HarmonyOS Sans SC" pitchFamily="2" charset="-122"/>
              <a:ea typeface="HarmonyOS Sans SC" pitchFamily="2" charset="-122"/>
            </a:endParaRPr>
          </a:p>
        </p:txBody>
      </p:sp>
    </p:spTree>
    <p:extLst>
      <p:ext uri="{BB962C8B-B14F-4D97-AF65-F5344CB8AC3E}">
        <p14:creationId xmlns:p14="http://schemas.microsoft.com/office/powerpoint/2010/main" val="304227905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AA5030-3E98-EE67-43C1-33E58C3E233D}"/>
            </a:ext>
          </a:extLst>
        </p:cNvPr>
        <p:cNvGrpSpPr/>
        <p:nvPr/>
      </p:nvGrpSpPr>
      <p:grpSpPr>
        <a:xfrm>
          <a:off x="0" y="0"/>
          <a:ext cx="0" cy="0"/>
          <a:chOff x="0" y="0"/>
          <a:chExt cx="0" cy="0"/>
        </a:xfrm>
      </p:grpSpPr>
      <p:graphicFrame>
        <p:nvGraphicFramePr>
          <p:cNvPr id="4" name="think-cell data - do not delete" hidden="1">
            <a:extLst>
              <a:ext uri="{FF2B5EF4-FFF2-40B4-BE49-F238E27FC236}">
                <a16:creationId xmlns:a16="http://schemas.microsoft.com/office/drawing/2014/main" id="{EE2729D4-2820-6AF1-99E2-4114F6566EFA}"/>
              </a:ext>
            </a:extLst>
          </p:cNvPr>
          <p:cNvGraphicFramePr>
            <a:graphicFrameLocks noChangeAspect="1"/>
          </p:cNvGraphicFramePr>
          <p:nvPr>
            <p:custDataLst>
              <p:tags r:id="rId1"/>
            </p:custData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name="think-cell 幻灯片" r:id="rId3" imgW="7772400" imgH="10058400" progId="TCLayout.ActiveDocument.1">
                  <p:embed/>
                </p:oleObj>
              </mc:Choice>
              <mc:Fallback>
                <p:oleObj name="think-cell 幻灯片" r:id="rId3" imgW="7772400" imgH="10058400" progId="TCLayout.ActiveDocument.1">
                  <p:embed/>
                  <p:pic>
                    <p:nvPicPr>
                      <p:cNvPr id="4" name="think-cell data - do not delete" hidden="1">
                        <a:extLst>
                          <a:ext uri="{FF2B5EF4-FFF2-40B4-BE49-F238E27FC236}">
                            <a16:creationId xmlns:a16="http://schemas.microsoft.com/office/drawing/2014/main" id="{EE2729D4-2820-6AF1-99E2-4114F6566EFA}"/>
                          </a:ext>
                        </a:extLst>
                      </p:cNvPr>
                      <p:cNvPicPr/>
                      <p:nvPr/>
                    </p:nvPicPr>
                    <p:blipFill>
                      <a:blip r:embed="rId4"/>
                      <a:stretch>
                        <a:fillRect/>
                      </a:stretch>
                    </p:blipFill>
                    <p:spPr>
                      <a:xfrm>
                        <a:off x="1588" y="1588"/>
                        <a:ext cx="1227" cy="1588"/>
                      </a:xfrm>
                      <a:prstGeom prst="rect">
                        <a:avLst/>
                      </a:prstGeom>
                    </p:spPr>
                  </p:pic>
                </p:oleObj>
              </mc:Fallback>
            </mc:AlternateContent>
          </a:graphicData>
        </a:graphic>
      </p:graphicFrame>
      <p:sp>
        <p:nvSpPr>
          <p:cNvPr id="7" name="椭圆 6">
            <a:extLst>
              <a:ext uri="{FF2B5EF4-FFF2-40B4-BE49-F238E27FC236}">
                <a16:creationId xmlns:a16="http://schemas.microsoft.com/office/drawing/2014/main" id="{6A15EBCB-0B9F-1DC8-4595-7887CB3029D7}"/>
              </a:ext>
            </a:extLst>
          </p:cNvPr>
          <p:cNvSpPr/>
          <p:nvPr/>
        </p:nvSpPr>
        <p:spPr>
          <a:xfrm>
            <a:off x="853657" y="2886971"/>
            <a:ext cx="1710906" cy="1710906"/>
          </a:xfrm>
          <a:prstGeom prst="ellipse">
            <a:avLst/>
          </a:prstGeom>
          <a:solidFill>
            <a:srgbClr val="00ACF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5" name="文本框 4">
            <a:extLst>
              <a:ext uri="{FF2B5EF4-FFF2-40B4-BE49-F238E27FC236}">
                <a16:creationId xmlns:a16="http://schemas.microsoft.com/office/drawing/2014/main" id="{B87995E1-84CB-5983-EBDD-63FA19DC53C4}"/>
              </a:ext>
            </a:extLst>
          </p:cNvPr>
          <p:cNvSpPr txBox="1"/>
          <p:nvPr/>
        </p:nvSpPr>
        <p:spPr>
          <a:xfrm>
            <a:off x="494138" y="399689"/>
            <a:ext cx="11087820" cy="646331"/>
          </a:xfrm>
          <a:prstGeom prst="rect">
            <a:avLst/>
          </a:prstGeom>
          <a:noFill/>
        </p:spPr>
        <p:txBody>
          <a:bodyPr wrap="square" rtlCol="0">
            <a:spAutoFit/>
          </a:bodyPr>
          <a:lstStyle/>
          <a:p>
            <a:r>
              <a:rPr kumimoji="1" lang="en-US" altLang="zh-CN" dirty="0">
                <a:latin typeface="HarmonyOS Sans SC Medium" pitchFamily="2" charset="-122"/>
                <a:ea typeface="HarmonyOS Sans SC Medium" pitchFamily="2" charset="-122"/>
              </a:rPr>
              <a:t>Companies that utilize the growth triple play infuse creativity with analytics at much higher rates than those who don't.</a:t>
            </a:r>
            <a:endParaRPr kumimoji="1" lang="zh-CN" altLang="en-US" dirty="0">
              <a:latin typeface="HarmonyOS Sans SC Medium" pitchFamily="2" charset="-122"/>
              <a:ea typeface="HarmonyOS Sans SC Medium" pitchFamily="2" charset="-122"/>
            </a:endParaRPr>
          </a:p>
        </p:txBody>
      </p:sp>
      <p:sp>
        <p:nvSpPr>
          <p:cNvPr id="6" name="文本框 5">
            <a:extLst>
              <a:ext uri="{FF2B5EF4-FFF2-40B4-BE49-F238E27FC236}">
                <a16:creationId xmlns:a16="http://schemas.microsoft.com/office/drawing/2014/main" id="{99CD3BC7-B063-1875-4E52-C10CC0B16128}"/>
              </a:ext>
            </a:extLst>
          </p:cNvPr>
          <p:cNvSpPr txBox="1"/>
          <p:nvPr/>
        </p:nvSpPr>
        <p:spPr>
          <a:xfrm>
            <a:off x="494138" y="1394450"/>
            <a:ext cx="3560590" cy="307777"/>
          </a:xfrm>
          <a:prstGeom prst="rect">
            <a:avLst/>
          </a:prstGeom>
          <a:noFill/>
        </p:spPr>
        <p:txBody>
          <a:bodyPr wrap="none" rtlCol="0">
            <a:spAutoFit/>
          </a:bodyPr>
          <a:lstStyle/>
          <a:p>
            <a:r>
              <a:rPr kumimoji="1" lang="en-US" altLang="zh-CN" sz="1400" dirty="0">
                <a:latin typeface="HarmonyOS Sans SC" pitchFamily="2" charset="-122"/>
                <a:ea typeface="HarmonyOS Sans SC" pitchFamily="2" charset="-122"/>
              </a:rPr>
              <a:t>Ratio of triple-play companies vs others</a:t>
            </a:r>
            <a:r>
              <a:rPr kumimoji="1" lang="en-US" altLang="zh-CN" sz="1400" baseline="30000" dirty="0">
                <a:latin typeface="HarmonyOS Sans SC" pitchFamily="2" charset="-122"/>
                <a:ea typeface="HarmonyOS Sans SC" pitchFamily="2" charset="-122"/>
              </a:rPr>
              <a:t>1</a:t>
            </a:r>
            <a:endParaRPr kumimoji="1" lang="zh-CN" altLang="en-US" sz="1400" baseline="30000" dirty="0">
              <a:latin typeface="HarmonyOS Sans SC Light" pitchFamily="2" charset="-122"/>
              <a:ea typeface="HarmonyOS Sans SC Light" pitchFamily="2" charset="-122"/>
            </a:endParaRPr>
          </a:p>
        </p:txBody>
      </p:sp>
      <p:sp>
        <p:nvSpPr>
          <p:cNvPr id="2" name="文本框 1">
            <a:extLst>
              <a:ext uri="{FF2B5EF4-FFF2-40B4-BE49-F238E27FC236}">
                <a16:creationId xmlns:a16="http://schemas.microsoft.com/office/drawing/2014/main" id="{FC4C14E3-DDEB-0135-07E9-175BC119C781}"/>
              </a:ext>
            </a:extLst>
          </p:cNvPr>
          <p:cNvSpPr txBox="1"/>
          <p:nvPr/>
        </p:nvSpPr>
        <p:spPr>
          <a:xfrm>
            <a:off x="494138" y="1886892"/>
            <a:ext cx="2648482" cy="307777"/>
          </a:xfrm>
          <a:prstGeom prst="rect">
            <a:avLst/>
          </a:prstGeom>
          <a:noFill/>
        </p:spPr>
        <p:txBody>
          <a:bodyPr wrap="none" rtlCol="0">
            <a:spAutoFit/>
          </a:bodyPr>
          <a:lstStyle>
            <a:defPPr>
              <a:defRPr lang="zh-CN"/>
            </a:defPPr>
            <a:lvl1pPr>
              <a:defRPr kumimoji="1" sz="1400">
                <a:latin typeface="HarmonyOS Sans SC" pitchFamily="2" charset="-122"/>
                <a:ea typeface="HarmonyOS Sans SC" pitchFamily="2" charset="-122"/>
              </a:defRPr>
            </a:lvl1pPr>
          </a:lstStyle>
          <a:p>
            <a:r>
              <a:rPr lang="en-US" altLang="zh-CN" dirty="0"/>
              <a:t>Infuse creativity with analytics</a:t>
            </a:r>
            <a:endParaRPr lang="zh-CN" altLang="en-US" dirty="0"/>
          </a:p>
        </p:txBody>
      </p:sp>
      <p:sp>
        <p:nvSpPr>
          <p:cNvPr id="3" name="椭圆 2">
            <a:extLst>
              <a:ext uri="{FF2B5EF4-FFF2-40B4-BE49-F238E27FC236}">
                <a16:creationId xmlns:a16="http://schemas.microsoft.com/office/drawing/2014/main" id="{72ADCB43-5A8F-78C5-9025-7FF4C0E8347E}"/>
              </a:ext>
            </a:extLst>
          </p:cNvPr>
          <p:cNvSpPr/>
          <p:nvPr/>
        </p:nvSpPr>
        <p:spPr>
          <a:xfrm>
            <a:off x="494138" y="3528202"/>
            <a:ext cx="1069675" cy="1069675"/>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8" name="椭圆 7">
            <a:extLst>
              <a:ext uri="{FF2B5EF4-FFF2-40B4-BE49-F238E27FC236}">
                <a16:creationId xmlns:a16="http://schemas.microsoft.com/office/drawing/2014/main" id="{34A39AA1-B753-8EF0-F644-3E2FDBD5BAC2}"/>
              </a:ext>
            </a:extLst>
          </p:cNvPr>
          <p:cNvSpPr/>
          <p:nvPr/>
        </p:nvSpPr>
        <p:spPr>
          <a:xfrm>
            <a:off x="3829770" y="2886971"/>
            <a:ext cx="1710906" cy="1710906"/>
          </a:xfrm>
          <a:prstGeom prst="ellipse">
            <a:avLst/>
          </a:prstGeom>
          <a:solidFill>
            <a:srgbClr val="00ACF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9" name="椭圆 8">
            <a:extLst>
              <a:ext uri="{FF2B5EF4-FFF2-40B4-BE49-F238E27FC236}">
                <a16:creationId xmlns:a16="http://schemas.microsoft.com/office/drawing/2014/main" id="{9C0ACA25-3D77-D2D6-CA0B-9BBA3EC64B4E}"/>
              </a:ext>
            </a:extLst>
          </p:cNvPr>
          <p:cNvSpPr/>
          <p:nvPr/>
        </p:nvSpPr>
        <p:spPr>
          <a:xfrm>
            <a:off x="3470251" y="3528202"/>
            <a:ext cx="1069675" cy="1069675"/>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0" name="椭圆 9">
            <a:extLst>
              <a:ext uri="{FF2B5EF4-FFF2-40B4-BE49-F238E27FC236}">
                <a16:creationId xmlns:a16="http://schemas.microsoft.com/office/drawing/2014/main" id="{507F7058-F121-9C8C-1F7E-D32137E84695}"/>
              </a:ext>
            </a:extLst>
          </p:cNvPr>
          <p:cNvSpPr/>
          <p:nvPr/>
        </p:nvSpPr>
        <p:spPr>
          <a:xfrm>
            <a:off x="6805883" y="3099839"/>
            <a:ext cx="1498037" cy="1498037"/>
          </a:xfrm>
          <a:prstGeom prst="ellipse">
            <a:avLst/>
          </a:prstGeom>
          <a:solidFill>
            <a:srgbClr val="00ACF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1" name="椭圆 10">
            <a:extLst>
              <a:ext uri="{FF2B5EF4-FFF2-40B4-BE49-F238E27FC236}">
                <a16:creationId xmlns:a16="http://schemas.microsoft.com/office/drawing/2014/main" id="{DC74F9D8-D6F6-D546-BB9F-34B1A3ABA2D0}"/>
              </a:ext>
            </a:extLst>
          </p:cNvPr>
          <p:cNvSpPr/>
          <p:nvPr/>
        </p:nvSpPr>
        <p:spPr>
          <a:xfrm>
            <a:off x="6446364" y="3528202"/>
            <a:ext cx="1069675" cy="1069675"/>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2" name="椭圆 11">
            <a:extLst>
              <a:ext uri="{FF2B5EF4-FFF2-40B4-BE49-F238E27FC236}">
                <a16:creationId xmlns:a16="http://schemas.microsoft.com/office/drawing/2014/main" id="{1C85E98D-03E1-576F-76E3-A7554A0572BF}"/>
              </a:ext>
            </a:extLst>
          </p:cNvPr>
          <p:cNvSpPr/>
          <p:nvPr/>
        </p:nvSpPr>
        <p:spPr>
          <a:xfrm>
            <a:off x="9781996" y="3160141"/>
            <a:ext cx="1437735" cy="1437735"/>
          </a:xfrm>
          <a:prstGeom prst="ellipse">
            <a:avLst/>
          </a:prstGeom>
          <a:solidFill>
            <a:srgbClr val="00ACF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3" name="椭圆 12">
            <a:extLst>
              <a:ext uri="{FF2B5EF4-FFF2-40B4-BE49-F238E27FC236}">
                <a16:creationId xmlns:a16="http://schemas.microsoft.com/office/drawing/2014/main" id="{D21B2330-BCA4-42C4-EBD6-F9844F03A914}"/>
              </a:ext>
            </a:extLst>
          </p:cNvPr>
          <p:cNvSpPr/>
          <p:nvPr/>
        </p:nvSpPr>
        <p:spPr>
          <a:xfrm>
            <a:off x="9422477" y="3528202"/>
            <a:ext cx="1069675" cy="1069675"/>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4" name="文本框 13">
            <a:extLst>
              <a:ext uri="{FF2B5EF4-FFF2-40B4-BE49-F238E27FC236}">
                <a16:creationId xmlns:a16="http://schemas.microsoft.com/office/drawing/2014/main" id="{DC610862-94AA-1487-9C65-BBA5AB91F0FD}"/>
              </a:ext>
            </a:extLst>
          </p:cNvPr>
          <p:cNvSpPr txBox="1"/>
          <p:nvPr/>
        </p:nvSpPr>
        <p:spPr>
          <a:xfrm>
            <a:off x="681823" y="3801429"/>
            <a:ext cx="567784" cy="523220"/>
          </a:xfrm>
          <a:prstGeom prst="rect">
            <a:avLst/>
          </a:prstGeom>
          <a:noFill/>
        </p:spPr>
        <p:txBody>
          <a:bodyPr wrap="none" rtlCol="0">
            <a:spAutoFit/>
          </a:bodyPr>
          <a:lstStyle/>
          <a:p>
            <a:pPr algn="ctr"/>
            <a:r>
              <a:rPr kumimoji="1" lang="en-US" altLang="zh-CN" sz="2800" dirty="0">
                <a:solidFill>
                  <a:schemeClr val="bg1"/>
                </a:solidFill>
                <a:latin typeface="HarmonyOS Sans SC" pitchFamily="2" charset="-122"/>
                <a:ea typeface="HarmonyOS Sans SC" pitchFamily="2" charset="-122"/>
              </a:rPr>
              <a:t>1x</a:t>
            </a:r>
            <a:endParaRPr kumimoji="1" lang="zh-CN" altLang="en-US" sz="2800" dirty="0">
              <a:solidFill>
                <a:schemeClr val="bg1"/>
              </a:solidFill>
              <a:latin typeface="HarmonyOS Sans SC" pitchFamily="2" charset="-122"/>
              <a:ea typeface="HarmonyOS Sans SC" pitchFamily="2" charset="-122"/>
            </a:endParaRPr>
          </a:p>
        </p:txBody>
      </p:sp>
      <p:sp>
        <p:nvSpPr>
          <p:cNvPr id="15" name="文本框 14">
            <a:extLst>
              <a:ext uri="{FF2B5EF4-FFF2-40B4-BE49-F238E27FC236}">
                <a16:creationId xmlns:a16="http://schemas.microsoft.com/office/drawing/2014/main" id="{25B45E75-D004-A9B9-FD56-FF1070F78565}"/>
              </a:ext>
            </a:extLst>
          </p:cNvPr>
          <p:cNvSpPr txBox="1"/>
          <p:nvPr/>
        </p:nvSpPr>
        <p:spPr>
          <a:xfrm>
            <a:off x="1280947" y="3058179"/>
            <a:ext cx="856325" cy="523220"/>
          </a:xfrm>
          <a:prstGeom prst="rect">
            <a:avLst/>
          </a:prstGeom>
          <a:noFill/>
        </p:spPr>
        <p:txBody>
          <a:bodyPr wrap="none" rtlCol="0">
            <a:spAutoFit/>
          </a:bodyPr>
          <a:lstStyle/>
          <a:p>
            <a:pPr algn="ctr"/>
            <a:r>
              <a:rPr kumimoji="1" lang="en-US" altLang="zh-CN" sz="2800" dirty="0">
                <a:latin typeface="HarmonyOS Sans SC" pitchFamily="2" charset="-122"/>
                <a:ea typeface="HarmonyOS Sans SC" pitchFamily="2" charset="-122"/>
              </a:rPr>
              <a:t>2.5x</a:t>
            </a:r>
            <a:endParaRPr kumimoji="1" lang="zh-CN" altLang="en-US" sz="2800" dirty="0">
              <a:latin typeface="HarmonyOS Sans SC" pitchFamily="2" charset="-122"/>
              <a:ea typeface="HarmonyOS Sans SC" pitchFamily="2" charset="-122"/>
            </a:endParaRPr>
          </a:p>
        </p:txBody>
      </p:sp>
      <p:sp>
        <p:nvSpPr>
          <p:cNvPr id="16" name="文本框 15">
            <a:extLst>
              <a:ext uri="{FF2B5EF4-FFF2-40B4-BE49-F238E27FC236}">
                <a16:creationId xmlns:a16="http://schemas.microsoft.com/office/drawing/2014/main" id="{313BCC57-E188-F8AD-9907-12EC4F153C20}"/>
              </a:ext>
            </a:extLst>
          </p:cNvPr>
          <p:cNvSpPr txBox="1"/>
          <p:nvPr/>
        </p:nvSpPr>
        <p:spPr>
          <a:xfrm>
            <a:off x="4257060" y="3058179"/>
            <a:ext cx="856325" cy="523220"/>
          </a:xfrm>
          <a:prstGeom prst="rect">
            <a:avLst/>
          </a:prstGeom>
          <a:noFill/>
        </p:spPr>
        <p:txBody>
          <a:bodyPr wrap="none" rtlCol="0">
            <a:spAutoFit/>
          </a:bodyPr>
          <a:lstStyle/>
          <a:p>
            <a:pPr algn="ctr"/>
            <a:r>
              <a:rPr kumimoji="1" lang="en-US" altLang="zh-CN" sz="2800" dirty="0">
                <a:latin typeface="HarmonyOS Sans SC" pitchFamily="2" charset="-122"/>
                <a:ea typeface="HarmonyOS Sans SC" pitchFamily="2" charset="-122"/>
              </a:rPr>
              <a:t>2.5x</a:t>
            </a:r>
            <a:endParaRPr kumimoji="1" lang="zh-CN" altLang="en-US" sz="2800" dirty="0">
              <a:latin typeface="HarmonyOS Sans SC" pitchFamily="2" charset="-122"/>
              <a:ea typeface="HarmonyOS Sans SC" pitchFamily="2" charset="-122"/>
            </a:endParaRPr>
          </a:p>
        </p:txBody>
      </p:sp>
      <p:sp>
        <p:nvSpPr>
          <p:cNvPr id="17" name="文本框 16">
            <a:extLst>
              <a:ext uri="{FF2B5EF4-FFF2-40B4-BE49-F238E27FC236}">
                <a16:creationId xmlns:a16="http://schemas.microsoft.com/office/drawing/2014/main" id="{C9ED429C-2CE8-C7B1-DE48-05E3164D09F5}"/>
              </a:ext>
            </a:extLst>
          </p:cNvPr>
          <p:cNvSpPr txBox="1"/>
          <p:nvPr/>
        </p:nvSpPr>
        <p:spPr>
          <a:xfrm>
            <a:off x="7222919" y="2761587"/>
            <a:ext cx="663964" cy="400110"/>
          </a:xfrm>
          <a:prstGeom prst="rect">
            <a:avLst/>
          </a:prstGeom>
          <a:noFill/>
        </p:spPr>
        <p:txBody>
          <a:bodyPr wrap="none" rtlCol="0">
            <a:spAutoFit/>
          </a:bodyPr>
          <a:lstStyle/>
          <a:p>
            <a:pPr algn="ctr"/>
            <a:r>
              <a:rPr kumimoji="1" lang="en-US" altLang="zh-CN" sz="2000" dirty="0">
                <a:latin typeface="HarmonyOS Sans SC" pitchFamily="2" charset="-122"/>
                <a:ea typeface="HarmonyOS Sans SC" pitchFamily="2" charset="-122"/>
              </a:rPr>
              <a:t>1.7x</a:t>
            </a:r>
            <a:endParaRPr kumimoji="1" lang="zh-CN" altLang="en-US" sz="2000" dirty="0">
              <a:latin typeface="HarmonyOS Sans SC" pitchFamily="2" charset="-122"/>
              <a:ea typeface="HarmonyOS Sans SC" pitchFamily="2" charset="-122"/>
            </a:endParaRPr>
          </a:p>
        </p:txBody>
      </p:sp>
      <p:sp>
        <p:nvSpPr>
          <p:cNvPr id="18" name="文本框 17">
            <a:extLst>
              <a:ext uri="{FF2B5EF4-FFF2-40B4-BE49-F238E27FC236}">
                <a16:creationId xmlns:a16="http://schemas.microsoft.com/office/drawing/2014/main" id="{BEA629CB-78C2-0157-3687-926455B19D59}"/>
              </a:ext>
            </a:extLst>
          </p:cNvPr>
          <p:cNvSpPr txBox="1"/>
          <p:nvPr/>
        </p:nvSpPr>
        <p:spPr>
          <a:xfrm>
            <a:off x="10160170" y="2761587"/>
            <a:ext cx="663964" cy="400110"/>
          </a:xfrm>
          <a:prstGeom prst="rect">
            <a:avLst/>
          </a:prstGeom>
          <a:noFill/>
        </p:spPr>
        <p:txBody>
          <a:bodyPr wrap="none" rtlCol="0">
            <a:spAutoFit/>
          </a:bodyPr>
          <a:lstStyle/>
          <a:p>
            <a:pPr algn="ctr"/>
            <a:r>
              <a:rPr kumimoji="1" lang="en-US" altLang="zh-CN" sz="2000" dirty="0">
                <a:latin typeface="HarmonyOS Sans SC" pitchFamily="2" charset="-122"/>
                <a:ea typeface="HarmonyOS Sans SC" pitchFamily="2" charset="-122"/>
              </a:rPr>
              <a:t>1.6x</a:t>
            </a:r>
            <a:endParaRPr kumimoji="1" lang="zh-CN" altLang="en-US" sz="2000" dirty="0">
              <a:latin typeface="HarmonyOS Sans SC" pitchFamily="2" charset="-122"/>
              <a:ea typeface="HarmonyOS Sans SC" pitchFamily="2" charset="-122"/>
            </a:endParaRPr>
          </a:p>
        </p:txBody>
      </p:sp>
      <p:cxnSp>
        <p:nvCxnSpPr>
          <p:cNvPr id="20" name="直线连接符 19">
            <a:extLst>
              <a:ext uri="{FF2B5EF4-FFF2-40B4-BE49-F238E27FC236}">
                <a16:creationId xmlns:a16="http://schemas.microsoft.com/office/drawing/2014/main" id="{420E6C0A-4F97-E025-0A1E-B36191E8933A}"/>
              </a:ext>
            </a:extLst>
          </p:cNvPr>
          <p:cNvCxnSpPr/>
          <p:nvPr/>
        </p:nvCxnSpPr>
        <p:spPr>
          <a:xfrm>
            <a:off x="3013052" y="2407009"/>
            <a:ext cx="0" cy="3364062"/>
          </a:xfrm>
          <a:prstGeom prst="line">
            <a:avLst/>
          </a:prstGeom>
          <a:ln>
            <a:solidFill>
              <a:schemeClr val="bg2">
                <a:lumMod val="90000"/>
              </a:schemeClr>
            </a:solidFill>
          </a:ln>
        </p:spPr>
        <p:style>
          <a:lnRef idx="2">
            <a:schemeClr val="accent1"/>
          </a:lnRef>
          <a:fillRef idx="0">
            <a:schemeClr val="accent1"/>
          </a:fillRef>
          <a:effectRef idx="1">
            <a:schemeClr val="accent1"/>
          </a:effectRef>
          <a:fontRef idx="minor">
            <a:schemeClr val="tx1"/>
          </a:fontRef>
        </p:style>
      </p:cxnSp>
      <p:cxnSp>
        <p:nvCxnSpPr>
          <p:cNvPr id="21" name="直线连接符 20">
            <a:extLst>
              <a:ext uri="{FF2B5EF4-FFF2-40B4-BE49-F238E27FC236}">
                <a16:creationId xmlns:a16="http://schemas.microsoft.com/office/drawing/2014/main" id="{955A517E-5D09-09BF-BE6F-68D167E89856}"/>
              </a:ext>
            </a:extLst>
          </p:cNvPr>
          <p:cNvCxnSpPr/>
          <p:nvPr/>
        </p:nvCxnSpPr>
        <p:spPr>
          <a:xfrm>
            <a:off x="5977663" y="2407009"/>
            <a:ext cx="0" cy="3364062"/>
          </a:xfrm>
          <a:prstGeom prst="line">
            <a:avLst/>
          </a:prstGeom>
          <a:ln>
            <a:solidFill>
              <a:schemeClr val="bg2">
                <a:lumMod val="90000"/>
              </a:schemeClr>
            </a:solidFill>
          </a:ln>
        </p:spPr>
        <p:style>
          <a:lnRef idx="2">
            <a:schemeClr val="accent1"/>
          </a:lnRef>
          <a:fillRef idx="0">
            <a:schemeClr val="accent1"/>
          </a:fillRef>
          <a:effectRef idx="1">
            <a:schemeClr val="accent1"/>
          </a:effectRef>
          <a:fontRef idx="minor">
            <a:schemeClr val="tx1"/>
          </a:fontRef>
        </p:style>
      </p:cxnSp>
      <p:cxnSp>
        <p:nvCxnSpPr>
          <p:cNvPr id="22" name="直线连接符 21">
            <a:extLst>
              <a:ext uri="{FF2B5EF4-FFF2-40B4-BE49-F238E27FC236}">
                <a16:creationId xmlns:a16="http://schemas.microsoft.com/office/drawing/2014/main" id="{D93BA966-2236-D90A-A094-F69B4A099CA0}"/>
              </a:ext>
            </a:extLst>
          </p:cNvPr>
          <p:cNvCxnSpPr/>
          <p:nvPr/>
        </p:nvCxnSpPr>
        <p:spPr>
          <a:xfrm>
            <a:off x="8893391" y="2415635"/>
            <a:ext cx="0" cy="3364062"/>
          </a:xfrm>
          <a:prstGeom prst="line">
            <a:avLst/>
          </a:prstGeom>
          <a:ln>
            <a:solidFill>
              <a:schemeClr val="bg2">
                <a:lumMod val="90000"/>
              </a:schemeClr>
            </a:solidFill>
          </a:ln>
        </p:spPr>
        <p:style>
          <a:lnRef idx="2">
            <a:schemeClr val="accent1"/>
          </a:lnRef>
          <a:fillRef idx="0">
            <a:schemeClr val="accent1"/>
          </a:fillRef>
          <a:effectRef idx="1">
            <a:schemeClr val="accent1"/>
          </a:effectRef>
          <a:fontRef idx="minor">
            <a:schemeClr val="tx1"/>
          </a:fontRef>
        </p:style>
      </p:cxnSp>
      <p:sp>
        <p:nvSpPr>
          <p:cNvPr id="23" name="文本框 22">
            <a:extLst>
              <a:ext uri="{FF2B5EF4-FFF2-40B4-BE49-F238E27FC236}">
                <a16:creationId xmlns:a16="http://schemas.microsoft.com/office/drawing/2014/main" id="{6B6EAF8C-0B7C-77E4-BE66-587541CD7B7D}"/>
              </a:ext>
            </a:extLst>
          </p:cNvPr>
          <p:cNvSpPr txBox="1"/>
          <p:nvPr/>
        </p:nvSpPr>
        <p:spPr>
          <a:xfrm>
            <a:off x="494138" y="4871104"/>
            <a:ext cx="1939955" cy="830997"/>
          </a:xfrm>
          <a:prstGeom prst="rect">
            <a:avLst/>
          </a:prstGeom>
          <a:noFill/>
        </p:spPr>
        <p:txBody>
          <a:bodyPr wrap="none" rtlCol="0">
            <a:spAutoFit/>
          </a:bodyPr>
          <a:lstStyle/>
          <a:p>
            <a:r>
              <a:rPr kumimoji="1" lang="en-US" altLang="zh-CN" sz="1200" dirty="0">
                <a:latin typeface="HarmonyOS Sans SC" pitchFamily="2" charset="-122"/>
                <a:ea typeface="HarmonyOS Sans SC" pitchFamily="2" charset="-122"/>
              </a:rPr>
              <a:t>We continuously track</a:t>
            </a:r>
          </a:p>
          <a:p>
            <a:r>
              <a:rPr kumimoji="1" lang="en-US" altLang="zh-CN" sz="1200" dirty="0">
                <a:latin typeface="HarmonyOS Sans SC" pitchFamily="2" charset="-122"/>
                <a:ea typeface="HarmonyOS Sans SC" pitchFamily="2" charset="-122"/>
              </a:rPr>
              <a:t>return-on-ad-spend</a:t>
            </a:r>
          </a:p>
          <a:p>
            <a:r>
              <a:rPr kumimoji="1" lang="zh-CN" altLang="en-US" sz="1200" dirty="0">
                <a:latin typeface="HarmonyOS Sans SC" pitchFamily="2" charset="-122"/>
                <a:ea typeface="HarmonyOS Sans SC" pitchFamily="2" charset="-122"/>
              </a:rPr>
              <a:t>（</a:t>
            </a:r>
            <a:r>
              <a:rPr kumimoji="1" lang="en-US" altLang="zh-CN" sz="1200" dirty="0">
                <a:latin typeface="HarmonyOS Sans SC" pitchFamily="2" charset="-122"/>
                <a:ea typeface="HarmonyOS Sans SC" pitchFamily="2" charset="-122"/>
              </a:rPr>
              <a:t>ROAS</a:t>
            </a:r>
            <a:r>
              <a:rPr kumimoji="1" lang="zh-CN" altLang="en-US" sz="1200" dirty="0">
                <a:latin typeface="HarmonyOS Sans SC" pitchFamily="2" charset="-122"/>
                <a:ea typeface="HarmonyOS Sans SC" pitchFamily="2" charset="-122"/>
              </a:rPr>
              <a:t>） </a:t>
            </a:r>
            <a:r>
              <a:rPr kumimoji="1" lang="en-US" altLang="zh-CN" sz="1200" dirty="0">
                <a:latin typeface="HarmonyOS Sans SC" pitchFamily="2" charset="-122"/>
                <a:ea typeface="HarmonyOS Sans SC" pitchFamily="2" charset="-122"/>
              </a:rPr>
              <a:t>and reallocate</a:t>
            </a:r>
          </a:p>
          <a:p>
            <a:r>
              <a:rPr kumimoji="1" lang="en-US" altLang="zh-CN" sz="1200" dirty="0">
                <a:latin typeface="HarmonyOS Sans SC" pitchFamily="2" charset="-122"/>
                <a:ea typeface="HarmonyOS Sans SC" pitchFamily="2" charset="-122"/>
              </a:rPr>
              <a:t>spend for efficiency.</a:t>
            </a:r>
            <a:endParaRPr kumimoji="1" lang="zh-CN" altLang="en-US" sz="1200" dirty="0">
              <a:latin typeface="HarmonyOS Sans SC" pitchFamily="2" charset="-122"/>
              <a:ea typeface="HarmonyOS Sans SC" pitchFamily="2" charset="-122"/>
            </a:endParaRPr>
          </a:p>
        </p:txBody>
      </p:sp>
      <p:sp>
        <p:nvSpPr>
          <p:cNvPr id="24" name="文本框 23">
            <a:extLst>
              <a:ext uri="{FF2B5EF4-FFF2-40B4-BE49-F238E27FC236}">
                <a16:creationId xmlns:a16="http://schemas.microsoft.com/office/drawing/2014/main" id="{D83128EE-DA6E-AAA0-92FB-229CE6591501}"/>
              </a:ext>
            </a:extLst>
          </p:cNvPr>
          <p:cNvSpPr txBox="1"/>
          <p:nvPr/>
        </p:nvSpPr>
        <p:spPr>
          <a:xfrm>
            <a:off x="3474348" y="4871146"/>
            <a:ext cx="1773242" cy="830997"/>
          </a:xfrm>
          <a:prstGeom prst="rect">
            <a:avLst/>
          </a:prstGeom>
          <a:noFill/>
        </p:spPr>
        <p:txBody>
          <a:bodyPr wrap="none" rtlCol="0">
            <a:spAutoFit/>
          </a:bodyPr>
          <a:lstStyle/>
          <a:p>
            <a:r>
              <a:rPr kumimoji="1" lang="en-US" altLang="zh-CN" sz="1200" dirty="0">
                <a:latin typeface="HarmonyOS Sans SC" pitchFamily="2" charset="-122"/>
                <a:ea typeface="HarmonyOS Sans SC" pitchFamily="2" charset="-122"/>
              </a:rPr>
              <a:t>We prioritize using an</a:t>
            </a:r>
          </a:p>
          <a:p>
            <a:r>
              <a:rPr kumimoji="1" lang="en-US" altLang="zh-CN" sz="1200" dirty="0">
                <a:latin typeface="HarmonyOS Sans SC" pitchFamily="2" charset="-122"/>
                <a:ea typeface="HarmonyOS Sans SC" pitchFamily="2" charset="-122"/>
              </a:rPr>
              <a:t>agile content model to</a:t>
            </a:r>
          </a:p>
          <a:p>
            <a:r>
              <a:rPr kumimoji="1" lang="en-US" altLang="zh-CN" sz="1200" dirty="0">
                <a:latin typeface="HarmonyOS Sans SC" pitchFamily="2" charset="-122"/>
                <a:ea typeface="HarmonyOS Sans SC" pitchFamily="2" charset="-122"/>
              </a:rPr>
              <a:t>enable personalized</a:t>
            </a:r>
          </a:p>
          <a:p>
            <a:r>
              <a:rPr kumimoji="1" lang="en-US" altLang="zh-CN" sz="1200" dirty="0">
                <a:latin typeface="HarmonyOS Sans SC" pitchFamily="2" charset="-122"/>
                <a:ea typeface="HarmonyOS Sans SC" pitchFamily="2" charset="-122"/>
              </a:rPr>
              <a:t>content creation.</a:t>
            </a:r>
            <a:endParaRPr kumimoji="1" lang="zh-CN" altLang="en-US" sz="1200" dirty="0">
              <a:latin typeface="HarmonyOS Sans SC" pitchFamily="2" charset="-122"/>
              <a:ea typeface="HarmonyOS Sans SC" pitchFamily="2" charset="-122"/>
            </a:endParaRPr>
          </a:p>
        </p:txBody>
      </p:sp>
      <p:sp>
        <p:nvSpPr>
          <p:cNvPr id="25" name="文本框 24">
            <a:extLst>
              <a:ext uri="{FF2B5EF4-FFF2-40B4-BE49-F238E27FC236}">
                <a16:creationId xmlns:a16="http://schemas.microsoft.com/office/drawing/2014/main" id="{81233297-227C-3986-CCEF-64AF27C7EEAE}"/>
              </a:ext>
            </a:extLst>
          </p:cNvPr>
          <p:cNvSpPr txBox="1"/>
          <p:nvPr/>
        </p:nvSpPr>
        <p:spPr>
          <a:xfrm>
            <a:off x="6444625" y="4871104"/>
            <a:ext cx="1960793" cy="646331"/>
          </a:xfrm>
          <a:prstGeom prst="rect">
            <a:avLst/>
          </a:prstGeom>
          <a:noFill/>
        </p:spPr>
        <p:txBody>
          <a:bodyPr wrap="none" rtlCol="0">
            <a:spAutoFit/>
          </a:bodyPr>
          <a:lstStyle/>
          <a:p>
            <a:r>
              <a:rPr kumimoji="1" lang="en-US" altLang="zh-CN" sz="1200" dirty="0">
                <a:latin typeface="HarmonyOS Sans SC" pitchFamily="2" charset="-122"/>
                <a:ea typeface="HarmonyOS Sans SC" pitchFamily="2" charset="-122"/>
              </a:rPr>
              <a:t>Personalized experiences</a:t>
            </a:r>
          </a:p>
          <a:p>
            <a:r>
              <a:rPr kumimoji="1" lang="en-US" altLang="zh-CN" sz="1200" dirty="0">
                <a:latin typeface="HarmonyOS Sans SC" pitchFamily="2" charset="-122"/>
                <a:ea typeface="HarmonyOS Sans SC" pitchFamily="2" charset="-122"/>
              </a:rPr>
              <a:t>are a core part of our</a:t>
            </a:r>
          </a:p>
          <a:p>
            <a:r>
              <a:rPr kumimoji="1" lang="en-US" altLang="zh-CN" sz="1200" dirty="0">
                <a:latin typeface="HarmonyOS Sans SC" pitchFamily="2" charset="-122"/>
                <a:ea typeface="HarmonyOS Sans SC" pitchFamily="2" charset="-122"/>
              </a:rPr>
              <a:t>customer experience.</a:t>
            </a:r>
            <a:endParaRPr kumimoji="1" lang="zh-CN" altLang="en-US" sz="1200" dirty="0">
              <a:latin typeface="HarmonyOS Sans SC" pitchFamily="2" charset="-122"/>
              <a:ea typeface="HarmonyOS Sans SC" pitchFamily="2" charset="-122"/>
            </a:endParaRPr>
          </a:p>
        </p:txBody>
      </p:sp>
      <p:sp>
        <p:nvSpPr>
          <p:cNvPr id="26" name="文本框 25">
            <a:extLst>
              <a:ext uri="{FF2B5EF4-FFF2-40B4-BE49-F238E27FC236}">
                <a16:creationId xmlns:a16="http://schemas.microsoft.com/office/drawing/2014/main" id="{1DA0F393-9133-854C-5678-2083FD3BF852}"/>
              </a:ext>
            </a:extLst>
          </p:cNvPr>
          <p:cNvSpPr txBox="1"/>
          <p:nvPr/>
        </p:nvSpPr>
        <p:spPr>
          <a:xfrm>
            <a:off x="9422477" y="4871103"/>
            <a:ext cx="1912703" cy="1015663"/>
          </a:xfrm>
          <a:prstGeom prst="rect">
            <a:avLst/>
          </a:prstGeom>
          <a:noFill/>
        </p:spPr>
        <p:txBody>
          <a:bodyPr wrap="none" rtlCol="0">
            <a:spAutoFit/>
          </a:bodyPr>
          <a:lstStyle/>
          <a:p>
            <a:r>
              <a:rPr kumimoji="1" lang="en-US" altLang="zh-CN" sz="1200" dirty="0">
                <a:latin typeface="HarmonyOS Sans SC" pitchFamily="2" charset="-122"/>
                <a:ea typeface="HarmonyOS Sans SC" pitchFamily="2" charset="-122"/>
              </a:rPr>
              <a:t>Personalized</a:t>
            </a:r>
          </a:p>
          <a:p>
            <a:r>
              <a:rPr kumimoji="1" lang="en-US" altLang="zh-CN" sz="1200" dirty="0">
                <a:latin typeface="HarmonyOS Sans SC" pitchFamily="2" charset="-122"/>
                <a:ea typeface="HarmonyOS Sans SC" pitchFamily="2" charset="-122"/>
              </a:rPr>
              <a:t>experiences are defined</a:t>
            </a:r>
          </a:p>
          <a:p>
            <a:r>
              <a:rPr kumimoji="1" lang="en-US" altLang="zh-CN" sz="1200" dirty="0">
                <a:latin typeface="HarmonyOS Sans SC" pitchFamily="2" charset="-122"/>
                <a:ea typeface="HarmonyOS Sans SC" pitchFamily="2" charset="-122"/>
              </a:rPr>
              <a:t>at a granular level based</a:t>
            </a:r>
          </a:p>
          <a:p>
            <a:r>
              <a:rPr kumimoji="1" lang="en-US" altLang="zh-CN" sz="1200" dirty="0">
                <a:latin typeface="HarmonyOS Sans SC" pitchFamily="2" charset="-122"/>
                <a:ea typeface="HarmonyOS Sans SC" pitchFamily="2" charset="-122"/>
              </a:rPr>
              <a:t>on demographics</a:t>
            </a:r>
            <a:r>
              <a:rPr kumimoji="1" lang="zh-CN" altLang="en-US" sz="1200" dirty="0">
                <a:latin typeface="HarmonyOS Sans SC" pitchFamily="2" charset="-122"/>
                <a:ea typeface="HarmonyOS Sans SC" pitchFamily="2" charset="-122"/>
              </a:rPr>
              <a:t>，</a:t>
            </a:r>
          </a:p>
          <a:p>
            <a:r>
              <a:rPr kumimoji="1" lang="en-US" altLang="zh-CN" sz="1200" dirty="0">
                <a:latin typeface="HarmonyOS Sans SC" pitchFamily="2" charset="-122"/>
                <a:ea typeface="HarmonyOS Sans SC" pitchFamily="2" charset="-122"/>
              </a:rPr>
              <a:t>attitudes, and context.</a:t>
            </a:r>
            <a:endParaRPr kumimoji="1" lang="zh-CN" altLang="en-US" sz="1200" dirty="0">
              <a:latin typeface="HarmonyOS Sans SC" pitchFamily="2" charset="-122"/>
              <a:ea typeface="HarmonyOS Sans SC" pitchFamily="2" charset="-122"/>
            </a:endParaRPr>
          </a:p>
        </p:txBody>
      </p:sp>
      <p:sp>
        <p:nvSpPr>
          <p:cNvPr id="27" name="文本框 26">
            <a:extLst>
              <a:ext uri="{FF2B5EF4-FFF2-40B4-BE49-F238E27FC236}">
                <a16:creationId xmlns:a16="http://schemas.microsoft.com/office/drawing/2014/main" id="{B62E9EC7-2824-D8E2-3A5E-3B0B8E25CFEC}"/>
              </a:ext>
            </a:extLst>
          </p:cNvPr>
          <p:cNvSpPr txBox="1"/>
          <p:nvPr/>
        </p:nvSpPr>
        <p:spPr>
          <a:xfrm>
            <a:off x="494138" y="6156199"/>
            <a:ext cx="6899646" cy="246221"/>
          </a:xfrm>
          <a:prstGeom prst="rect">
            <a:avLst/>
          </a:prstGeom>
          <a:noFill/>
        </p:spPr>
        <p:txBody>
          <a:bodyPr wrap="none" rtlCol="0">
            <a:spAutoFit/>
          </a:bodyPr>
          <a:lstStyle/>
          <a:p>
            <a:r>
              <a:rPr kumimoji="1" lang="en-US" altLang="zh-CN" sz="1000" baseline="30000" dirty="0">
                <a:latin typeface="HarmonyOS Sans SC" pitchFamily="2" charset="-122"/>
                <a:ea typeface="HarmonyOS Sans SC" pitchFamily="2" charset="-122"/>
              </a:rPr>
              <a:t>1</a:t>
            </a:r>
            <a:r>
              <a:rPr kumimoji="1" lang="en-US" altLang="zh-CN" sz="1000" dirty="0">
                <a:latin typeface="HarmonyOS Sans SC" pitchFamily="2" charset="-122"/>
                <a:ea typeface="HarmonyOS Sans SC" pitchFamily="2" charset="-122"/>
              </a:rPr>
              <a:t>Ratio of triple-play companies that answered "strongly agree" vs other companies that answered "strongly agree."</a:t>
            </a:r>
            <a:endParaRPr kumimoji="1" lang="zh-CN" altLang="en-US" sz="1000" dirty="0">
              <a:latin typeface="HarmonyOS Sans SC" pitchFamily="2" charset="-122"/>
              <a:ea typeface="HarmonyOS Sans SC" pitchFamily="2" charset="-122"/>
            </a:endParaRPr>
          </a:p>
        </p:txBody>
      </p:sp>
      <p:sp>
        <p:nvSpPr>
          <p:cNvPr id="28" name="椭圆 27">
            <a:extLst>
              <a:ext uri="{FF2B5EF4-FFF2-40B4-BE49-F238E27FC236}">
                <a16:creationId xmlns:a16="http://schemas.microsoft.com/office/drawing/2014/main" id="{101EE324-D3E7-9A25-27AA-B618ADD52183}"/>
              </a:ext>
            </a:extLst>
          </p:cNvPr>
          <p:cNvSpPr/>
          <p:nvPr/>
        </p:nvSpPr>
        <p:spPr>
          <a:xfrm>
            <a:off x="8729479" y="1484481"/>
            <a:ext cx="146743" cy="146743"/>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29" name="文本框 28">
            <a:extLst>
              <a:ext uri="{FF2B5EF4-FFF2-40B4-BE49-F238E27FC236}">
                <a16:creationId xmlns:a16="http://schemas.microsoft.com/office/drawing/2014/main" id="{1C4716A6-2CFB-4CE5-60F0-DC8C581908CB}"/>
              </a:ext>
            </a:extLst>
          </p:cNvPr>
          <p:cNvSpPr txBox="1"/>
          <p:nvPr/>
        </p:nvSpPr>
        <p:spPr>
          <a:xfrm>
            <a:off x="8876222" y="1419352"/>
            <a:ext cx="660758" cy="276999"/>
          </a:xfrm>
          <a:prstGeom prst="rect">
            <a:avLst/>
          </a:prstGeom>
          <a:noFill/>
        </p:spPr>
        <p:txBody>
          <a:bodyPr wrap="none" rtlCol="0">
            <a:spAutoFit/>
          </a:bodyPr>
          <a:lstStyle/>
          <a:p>
            <a:r>
              <a:rPr kumimoji="1" lang="en-US" altLang="zh-CN" sz="1200" dirty="0">
                <a:latin typeface="HarmonyOS Sans SC" pitchFamily="2" charset="-122"/>
                <a:ea typeface="HarmonyOS Sans SC" pitchFamily="2" charset="-122"/>
              </a:rPr>
              <a:t>Others</a:t>
            </a:r>
            <a:endParaRPr kumimoji="1" lang="zh-CN" altLang="en-US" sz="1200" dirty="0">
              <a:latin typeface="HarmonyOS Sans SC" pitchFamily="2" charset="-122"/>
              <a:ea typeface="HarmonyOS Sans SC" pitchFamily="2" charset="-122"/>
            </a:endParaRPr>
          </a:p>
        </p:txBody>
      </p:sp>
      <p:sp>
        <p:nvSpPr>
          <p:cNvPr id="30" name="椭圆 29">
            <a:extLst>
              <a:ext uri="{FF2B5EF4-FFF2-40B4-BE49-F238E27FC236}">
                <a16:creationId xmlns:a16="http://schemas.microsoft.com/office/drawing/2014/main" id="{268D22B9-EBF1-2B7F-0C17-398B3D5581C7}"/>
              </a:ext>
            </a:extLst>
          </p:cNvPr>
          <p:cNvSpPr/>
          <p:nvPr/>
        </p:nvSpPr>
        <p:spPr>
          <a:xfrm>
            <a:off x="9635253" y="1484481"/>
            <a:ext cx="146743" cy="146743"/>
          </a:xfrm>
          <a:prstGeom prst="ellipse">
            <a:avLst/>
          </a:prstGeom>
          <a:solidFill>
            <a:srgbClr val="00ACF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31" name="文本框 30">
            <a:extLst>
              <a:ext uri="{FF2B5EF4-FFF2-40B4-BE49-F238E27FC236}">
                <a16:creationId xmlns:a16="http://schemas.microsoft.com/office/drawing/2014/main" id="{73E99273-8D6F-14B3-AB73-4B2ED6F2F2A4}"/>
              </a:ext>
            </a:extLst>
          </p:cNvPr>
          <p:cNvSpPr txBox="1"/>
          <p:nvPr/>
        </p:nvSpPr>
        <p:spPr>
          <a:xfrm>
            <a:off x="9781996" y="1419352"/>
            <a:ext cx="1749197" cy="276999"/>
          </a:xfrm>
          <a:prstGeom prst="rect">
            <a:avLst/>
          </a:prstGeom>
          <a:noFill/>
        </p:spPr>
        <p:txBody>
          <a:bodyPr wrap="none" rtlCol="0">
            <a:spAutoFit/>
          </a:bodyPr>
          <a:lstStyle/>
          <a:p>
            <a:r>
              <a:rPr kumimoji="1" lang="en-US" altLang="zh-CN" sz="1200" dirty="0">
                <a:latin typeface="HarmonyOS Sans SC" pitchFamily="2" charset="-122"/>
                <a:ea typeface="HarmonyOS Sans SC" pitchFamily="2" charset="-122"/>
              </a:rPr>
              <a:t>Triple-play companies</a:t>
            </a:r>
            <a:endParaRPr kumimoji="1" lang="zh-CN" altLang="en-US" sz="1200" dirty="0">
              <a:latin typeface="HarmonyOS Sans SC" pitchFamily="2" charset="-122"/>
              <a:ea typeface="HarmonyOS Sans SC" pitchFamily="2" charset="-122"/>
            </a:endParaRPr>
          </a:p>
        </p:txBody>
      </p:sp>
    </p:spTree>
    <p:extLst>
      <p:ext uri="{BB962C8B-B14F-4D97-AF65-F5344CB8AC3E}">
        <p14:creationId xmlns:p14="http://schemas.microsoft.com/office/powerpoint/2010/main" val="343600039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AB20BB-DF54-CBB6-C73E-0B51C5E300F3}"/>
            </a:ext>
          </a:extLst>
        </p:cNvPr>
        <p:cNvGrpSpPr/>
        <p:nvPr/>
      </p:nvGrpSpPr>
      <p:grpSpPr>
        <a:xfrm>
          <a:off x="0" y="0"/>
          <a:ext cx="0" cy="0"/>
          <a:chOff x="0" y="0"/>
          <a:chExt cx="0" cy="0"/>
        </a:xfrm>
      </p:grpSpPr>
      <p:graphicFrame>
        <p:nvGraphicFramePr>
          <p:cNvPr id="4" name="think-cell data - do not delete" hidden="1">
            <a:extLst>
              <a:ext uri="{FF2B5EF4-FFF2-40B4-BE49-F238E27FC236}">
                <a16:creationId xmlns:a16="http://schemas.microsoft.com/office/drawing/2014/main" id="{9974DF3B-51AF-D777-2E4D-BD943EED2C79}"/>
              </a:ext>
            </a:extLst>
          </p:cNvPr>
          <p:cNvGraphicFramePr>
            <a:graphicFrameLocks noChangeAspect="1"/>
          </p:cNvGraphicFramePr>
          <p:nvPr>
            <p:custDataLst>
              <p:tags r:id="rId1"/>
            </p:custData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name="think-cell 幻灯片" r:id="rId3" imgW="7772400" imgH="10058400" progId="TCLayout.ActiveDocument.1">
                  <p:embed/>
                </p:oleObj>
              </mc:Choice>
              <mc:Fallback>
                <p:oleObj name="think-cell 幻灯片" r:id="rId3" imgW="7772400" imgH="10058400" progId="TCLayout.ActiveDocument.1">
                  <p:embed/>
                  <p:pic>
                    <p:nvPicPr>
                      <p:cNvPr id="4" name="think-cell data - do not delete" hidden="1">
                        <a:extLst>
                          <a:ext uri="{FF2B5EF4-FFF2-40B4-BE49-F238E27FC236}">
                            <a16:creationId xmlns:a16="http://schemas.microsoft.com/office/drawing/2014/main" id="{9974DF3B-51AF-D777-2E4D-BD943EED2C79}"/>
                          </a:ext>
                        </a:extLst>
                      </p:cNvPr>
                      <p:cNvPicPr/>
                      <p:nvPr/>
                    </p:nvPicPr>
                    <p:blipFill>
                      <a:blip r:embed="rId4"/>
                      <a:stretch>
                        <a:fillRect/>
                      </a:stretch>
                    </p:blipFill>
                    <p:spPr>
                      <a:xfrm>
                        <a:off x="1588" y="1588"/>
                        <a:ext cx="1227" cy="1588"/>
                      </a:xfrm>
                      <a:prstGeom prst="rect">
                        <a:avLst/>
                      </a:prstGeom>
                    </p:spPr>
                  </p:pic>
                </p:oleObj>
              </mc:Fallback>
            </mc:AlternateContent>
          </a:graphicData>
        </a:graphic>
      </p:graphicFrame>
      <p:sp>
        <p:nvSpPr>
          <p:cNvPr id="5" name="文本框 4">
            <a:extLst>
              <a:ext uri="{FF2B5EF4-FFF2-40B4-BE49-F238E27FC236}">
                <a16:creationId xmlns:a16="http://schemas.microsoft.com/office/drawing/2014/main" id="{DE27D17C-45FE-CD47-170D-07D5942CAB88}"/>
              </a:ext>
            </a:extLst>
          </p:cNvPr>
          <p:cNvSpPr txBox="1"/>
          <p:nvPr/>
        </p:nvSpPr>
        <p:spPr>
          <a:xfrm>
            <a:off x="517584" y="434858"/>
            <a:ext cx="11087820" cy="369332"/>
          </a:xfrm>
          <a:prstGeom prst="rect">
            <a:avLst/>
          </a:prstGeom>
          <a:noFill/>
        </p:spPr>
        <p:txBody>
          <a:bodyPr wrap="square" rtlCol="0">
            <a:spAutoFit/>
          </a:bodyPr>
          <a:lstStyle/>
          <a:p>
            <a:r>
              <a:rPr kumimoji="1" lang="en-US" altLang="zh-CN" dirty="0">
                <a:latin typeface="HarmonyOS Sans SC Medium" pitchFamily="2" charset="-122"/>
                <a:ea typeface="HarmonyOS Sans SC Medium" pitchFamily="2" charset="-122"/>
              </a:rPr>
              <a:t>Prices of select commodities have increased in the past year.</a:t>
            </a:r>
            <a:endParaRPr kumimoji="1" lang="zh-CN" altLang="en-US" dirty="0">
              <a:latin typeface="HarmonyOS Sans SC Medium" pitchFamily="2" charset="-122"/>
              <a:ea typeface="HarmonyOS Sans SC Medium" pitchFamily="2" charset="-122"/>
            </a:endParaRPr>
          </a:p>
        </p:txBody>
      </p:sp>
      <p:sp>
        <p:nvSpPr>
          <p:cNvPr id="6" name="文本框 5">
            <a:extLst>
              <a:ext uri="{FF2B5EF4-FFF2-40B4-BE49-F238E27FC236}">
                <a16:creationId xmlns:a16="http://schemas.microsoft.com/office/drawing/2014/main" id="{6EF6B576-851C-93FB-33FA-8D4ECD071E65}"/>
              </a:ext>
            </a:extLst>
          </p:cNvPr>
          <p:cNvSpPr txBox="1"/>
          <p:nvPr/>
        </p:nvSpPr>
        <p:spPr>
          <a:xfrm>
            <a:off x="1076732" y="1336175"/>
            <a:ext cx="723275" cy="307777"/>
          </a:xfrm>
          <a:prstGeom prst="rect">
            <a:avLst/>
          </a:prstGeom>
          <a:noFill/>
        </p:spPr>
        <p:txBody>
          <a:bodyPr wrap="none" rtlCol="0">
            <a:spAutoFit/>
          </a:bodyPr>
          <a:lstStyle/>
          <a:p>
            <a:r>
              <a:rPr kumimoji="1" lang="en-US" altLang="zh-CN" sz="1400" dirty="0">
                <a:latin typeface="HarmonyOS Sans SC" pitchFamily="2" charset="-122"/>
                <a:ea typeface="HarmonyOS Sans SC" pitchFamily="2" charset="-122"/>
              </a:rPr>
              <a:t>Wheat</a:t>
            </a:r>
            <a:endParaRPr kumimoji="1" lang="zh-CN" altLang="en-US" sz="1400" baseline="30000" dirty="0">
              <a:latin typeface="HarmonyOS Sans SC Light" pitchFamily="2" charset="-122"/>
              <a:ea typeface="HarmonyOS Sans SC Light" pitchFamily="2" charset="-122"/>
            </a:endParaRPr>
          </a:p>
        </p:txBody>
      </p:sp>
      <p:pic>
        <p:nvPicPr>
          <p:cNvPr id="32" name="图片 31">
            <a:extLst>
              <a:ext uri="{FF2B5EF4-FFF2-40B4-BE49-F238E27FC236}">
                <a16:creationId xmlns:a16="http://schemas.microsoft.com/office/drawing/2014/main" id="{C60577FA-F77C-F338-15AB-8B09428DAC2A}"/>
              </a:ext>
            </a:extLst>
          </p:cNvPr>
          <p:cNvPicPr>
            <a:picLocks noChangeAspect="1"/>
          </p:cNvPicPr>
          <p:nvPr/>
        </p:nvPicPr>
        <p:blipFill>
          <a:blip r:embed="rId5"/>
          <a:stretch>
            <a:fillRect/>
          </a:stretch>
        </p:blipFill>
        <p:spPr>
          <a:xfrm>
            <a:off x="446332" y="1643952"/>
            <a:ext cx="1984076" cy="1968329"/>
          </a:xfrm>
          <a:prstGeom prst="rect">
            <a:avLst/>
          </a:prstGeom>
        </p:spPr>
      </p:pic>
      <p:sp>
        <p:nvSpPr>
          <p:cNvPr id="33" name="文本框 32">
            <a:extLst>
              <a:ext uri="{FF2B5EF4-FFF2-40B4-BE49-F238E27FC236}">
                <a16:creationId xmlns:a16="http://schemas.microsoft.com/office/drawing/2014/main" id="{2087DD93-7729-2D18-BF90-48B37F3AFCBB}"/>
              </a:ext>
            </a:extLst>
          </p:cNvPr>
          <p:cNvSpPr txBox="1"/>
          <p:nvPr/>
        </p:nvSpPr>
        <p:spPr>
          <a:xfrm>
            <a:off x="2505171" y="2092474"/>
            <a:ext cx="1077539" cy="523220"/>
          </a:xfrm>
          <a:prstGeom prst="rect">
            <a:avLst/>
          </a:prstGeom>
          <a:noFill/>
        </p:spPr>
        <p:txBody>
          <a:bodyPr wrap="none" rtlCol="0">
            <a:spAutoFit/>
          </a:bodyPr>
          <a:lstStyle/>
          <a:p>
            <a:r>
              <a:rPr kumimoji="1" lang="en-US" altLang="zh-CN" sz="2800" dirty="0">
                <a:latin typeface="HarmonyOS Sans SC" pitchFamily="2" charset="-122"/>
                <a:ea typeface="HarmonyOS Sans SC" pitchFamily="2" charset="-122"/>
              </a:rPr>
              <a:t>+10%</a:t>
            </a:r>
            <a:endParaRPr kumimoji="1" lang="zh-CN" altLang="en-US" sz="2800" dirty="0">
              <a:latin typeface="HarmonyOS Sans SC" pitchFamily="2" charset="-122"/>
              <a:ea typeface="HarmonyOS Sans SC" pitchFamily="2" charset="-122"/>
            </a:endParaRPr>
          </a:p>
        </p:txBody>
      </p:sp>
      <p:sp>
        <p:nvSpPr>
          <p:cNvPr id="34" name="文本框 33">
            <a:extLst>
              <a:ext uri="{FF2B5EF4-FFF2-40B4-BE49-F238E27FC236}">
                <a16:creationId xmlns:a16="http://schemas.microsoft.com/office/drawing/2014/main" id="{EBE9E49C-0D8A-78F1-D96F-629E9976ADA9}"/>
              </a:ext>
            </a:extLst>
          </p:cNvPr>
          <p:cNvSpPr txBox="1"/>
          <p:nvPr/>
        </p:nvSpPr>
        <p:spPr>
          <a:xfrm>
            <a:off x="2347275" y="2733054"/>
            <a:ext cx="1393330" cy="276999"/>
          </a:xfrm>
          <a:prstGeom prst="rect">
            <a:avLst/>
          </a:prstGeom>
          <a:noFill/>
        </p:spPr>
        <p:txBody>
          <a:bodyPr wrap="none" rtlCol="0">
            <a:spAutoFit/>
          </a:bodyPr>
          <a:lstStyle/>
          <a:p>
            <a:r>
              <a:rPr kumimoji="1" lang="en-US" altLang="zh-CN" sz="1200" dirty="0">
                <a:latin typeface="HarmonyOS Sans SC Light" pitchFamily="2" charset="-122"/>
                <a:ea typeface="HarmonyOS Sans SC Light" pitchFamily="2" charset="-122"/>
              </a:rPr>
              <a:t>YoY price change</a:t>
            </a:r>
            <a:endParaRPr kumimoji="1" lang="zh-CN" altLang="en-US" sz="1200" dirty="0">
              <a:latin typeface="HarmonyOS Sans SC Light" pitchFamily="2" charset="-122"/>
              <a:ea typeface="HarmonyOS Sans SC Light" pitchFamily="2" charset="-122"/>
            </a:endParaRPr>
          </a:p>
        </p:txBody>
      </p:sp>
      <p:sp>
        <p:nvSpPr>
          <p:cNvPr id="35" name="文本框 34">
            <a:extLst>
              <a:ext uri="{FF2B5EF4-FFF2-40B4-BE49-F238E27FC236}">
                <a16:creationId xmlns:a16="http://schemas.microsoft.com/office/drawing/2014/main" id="{CCB40224-7FB8-AFD9-F30B-DCE6F6B0CA90}"/>
              </a:ext>
            </a:extLst>
          </p:cNvPr>
          <p:cNvSpPr txBox="1"/>
          <p:nvPr/>
        </p:nvSpPr>
        <p:spPr>
          <a:xfrm>
            <a:off x="4835113" y="1336175"/>
            <a:ext cx="976549" cy="307777"/>
          </a:xfrm>
          <a:prstGeom prst="rect">
            <a:avLst/>
          </a:prstGeom>
          <a:noFill/>
        </p:spPr>
        <p:txBody>
          <a:bodyPr wrap="none" rtlCol="0">
            <a:spAutoFit/>
          </a:bodyPr>
          <a:lstStyle/>
          <a:p>
            <a:r>
              <a:rPr kumimoji="1" lang="en-US" altLang="zh-CN" sz="1400" dirty="0">
                <a:latin typeface="HarmonyOS Sans SC" pitchFamily="2" charset="-122"/>
                <a:ea typeface="HarmonyOS Sans SC" pitchFamily="2" charset="-122"/>
              </a:rPr>
              <a:t>Soybeans</a:t>
            </a:r>
            <a:endParaRPr kumimoji="1" lang="zh-CN" altLang="en-US" sz="1400" baseline="30000" dirty="0">
              <a:latin typeface="HarmonyOS Sans SC Light" pitchFamily="2" charset="-122"/>
              <a:ea typeface="HarmonyOS Sans SC Light" pitchFamily="2" charset="-122"/>
            </a:endParaRPr>
          </a:p>
        </p:txBody>
      </p:sp>
      <p:pic>
        <p:nvPicPr>
          <p:cNvPr id="36" name="图片 35">
            <a:extLst>
              <a:ext uri="{FF2B5EF4-FFF2-40B4-BE49-F238E27FC236}">
                <a16:creationId xmlns:a16="http://schemas.microsoft.com/office/drawing/2014/main" id="{25F57F58-2791-FD3F-D9F5-C9E36CECDC7B}"/>
              </a:ext>
            </a:extLst>
          </p:cNvPr>
          <p:cNvPicPr>
            <a:picLocks noChangeAspect="1"/>
          </p:cNvPicPr>
          <p:nvPr/>
        </p:nvPicPr>
        <p:blipFill>
          <a:blip r:embed="rId6"/>
          <a:srcRect/>
          <a:stretch/>
        </p:blipFill>
        <p:spPr>
          <a:xfrm>
            <a:off x="4331351" y="1824440"/>
            <a:ext cx="1984076" cy="1607352"/>
          </a:xfrm>
          <a:prstGeom prst="rect">
            <a:avLst/>
          </a:prstGeom>
        </p:spPr>
      </p:pic>
      <p:sp>
        <p:nvSpPr>
          <p:cNvPr id="37" name="文本框 36">
            <a:extLst>
              <a:ext uri="{FF2B5EF4-FFF2-40B4-BE49-F238E27FC236}">
                <a16:creationId xmlns:a16="http://schemas.microsoft.com/office/drawing/2014/main" id="{C2485D95-7BF8-006D-87F7-88B72166ED2D}"/>
              </a:ext>
            </a:extLst>
          </p:cNvPr>
          <p:cNvSpPr txBox="1"/>
          <p:nvPr/>
        </p:nvSpPr>
        <p:spPr>
          <a:xfrm>
            <a:off x="6390190" y="2092474"/>
            <a:ext cx="1077539" cy="523220"/>
          </a:xfrm>
          <a:prstGeom prst="rect">
            <a:avLst/>
          </a:prstGeom>
          <a:noFill/>
        </p:spPr>
        <p:txBody>
          <a:bodyPr wrap="none" rtlCol="0">
            <a:spAutoFit/>
          </a:bodyPr>
          <a:lstStyle/>
          <a:p>
            <a:r>
              <a:rPr kumimoji="1" lang="en-US" altLang="zh-CN" sz="2800" dirty="0">
                <a:latin typeface="HarmonyOS Sans SC" pitchFamily="2" charset="-122"/>
                <a:ea typeface="HarmonyOS Sans SC" pitchFamily="2" charset="-122"/>
              </a:rPr>
              <a:t>+60%</a:t>
            </a:r>
            <a:endParaRPr kumimoji="1" lang="zh-CN" altLang="en-US" sz="2800" dirty="0">
              <a:latin typeface="HarmonyOS Sans SC" pitchFamily="2" charset="-122"/>
              <a:ea typeface="HarmonyOS Sans SC" pitchFamily="2" charset="-122"/>
            </a:endParaRPr>
          </a:p>
        </p:txBody>
      </p:sp>
      <p:sp>
        <p:nvSpPr>
          <p:cNvPr id="38" name="文本框 37">
            <a:extLst>
              <a:ext uri="{FF2B5EF4-FFF2-40B4-BE49-F238E27FC236}">
                <a16:creationId xmlns:a16="http://schemas.microsoft.com/office/drawing/2014/main" id="{72BF6F45-64F2-A515-5F06-C3481378F094}"/>
              </a:ext>
            </a:extLst>
          </p:cNvPr>
          <p:cNvSpPr txBox="1"/>
          <p:nvPr/>
        </p:nvSpPr>
        <p:spPr>
          <a:xfrm>
            <a:off x="6232294" y="2733054"/>
            <a:ext cx="1393330" cy="276999"/>
          </a:xfrm>
          <a:prstGeom prst="rect">
            <a:avLst/>
          </a:prstGeom>
          <a:noFill/>
        </p:spPr>
        <p:txBody>
          <a:bodyPr wrap="none" rtlCol="0">
            <a:spAutoFit/>
          </a:bodyPr>
          <a:lstStyle/>
          <a:p>
            <a:r>
              <a:rPr kumimoji="1" lang="en-US" altLang="zh-CN" sz="1200" dirty="0">
                <a:latin typeface="HarmonyOS Sans SC Light" pitchFamily="2" charset="-122"/>
                <a:ea typeface="HarmonyOS Sans SC Light" pitchFamily="2" charset="-122"/>
              </a:rPr>
              <a:t>YoY price change</a:t>
            </a:r>
            <a:endParaRPr kumimoji="1" lang="zh-CN" altLang="en-US" sz="1200" dirty="0">
              <a:latin typeface="HarmonyOS Sans SC Light" pitchFamily="2" charset="-122"/>
              <a:ea typeface="HarmonyOS Sans SC Light" pitchFamily="2" charset="-122"/>
            </a:endParaRPr>
          </a:p>
        </p:txBody>
      </p:sp>
      <p:sp>
        <p:nvSpPr>
          <p:cNvPr id="39" name="文本框 38">
            <a:extLst>
              <a:ext uri="{FF2B5EF4-FFF2-40B4-BE49-F238E27FC236}">
                <a16:creationId xmlns:a16="http://schemas.microsoft.com/office/drawing/2014/main" id="{DAFA5557-334B-2CA3-881B-8F6BCC7752DD}"/>
              </a:ext>
            </a:extLst>
          </p:cNvPr>
          <p:cNvSpPr txBox="1"/>
          <p:nvPr/>
        </p:nvSpPr>
        <p:spPr>
          <a:xfrm>
            <a:off x="8846769" y="1336175"/>
            <a:ext cx="2379177" cy="307777"/>
          </a:xfrm>
          <a:prstGeom prst="rect">
            <a:avLst/>
          </a:prstGeom>
          <a:noFill/>
        </p:spPr>
        <p:txBody>
          <a:bodyPr wrap="none" rtlCol="0">
            <a:spAutoFit/>
          </a:bodyPr>
          <a:lstStyle/>
          <a:p>
            <a:r>
              <a:rPr kumimoji="1" lang="en-US" altLang="zh-CN" sz="1400" dirty="0">
                <a:latin typeface="HarmonyOS Sans SC" pitchFamily="2" charset="-122"/>
                <a:ea typeface="HarmonyOS Sans SC" pitchFamily="2" charset="-122"/>
              </a:rPr>
              <a:t>Plastics </a:t>
            </a:r>
            <a:r>
              <a:rPr kumimoji="1" lang="zh-CN" altLang="en-US" sz="1400" dirty="0">
                <a:latin typeface="HarmonyOS Sans SC" pitchFamily="2" charset="-122"/>
                <a:ea typeface="HarmonyOS Sans SC" pitchFamily="2" charset="-122"/>
              </a:rPr>
              <a:t>（</a:t>
            </a:r>
            <a:r>
              <a:rPr kumimoji="1" lang="en-US" altLang="zh-CN" sz="1400" dirty="0">
                <a:latin typeface="HarmonyOS Sans SC" pitchFamily="2" charset="-122"/>
                <a:ea typeface="HarmonyOS Sans SC" pitchFamily="2" charset="-122"/>
              </a:rPr>
              <a:t>polypropylene</a:t>
            </a:r>
            <a:r>
              <a:rPr kumimoji="1" lang="zh-CN" altLang="en-US" sz="1400" dirty="0">
                <a:latin typeface="HarmonyOS Sans SC" pitchFamily="2" charset="-122"/>
                <a:ea typeface="HarmonyOS Sans SC" pitchFamily="2" charset="-122"/>
              </a:rPr>
              <a:t>）</a:t>
            </a:r>
            <a:endParaRPr kumimoji="1" lang="zh-CN" altLang="en-US" sz="1400" baseline="30000" dirty="0">
              <a:latin typeface="HarmonyOS Sans SC Light" pitchFamily="2" charset="-122"/>
              <a:ea typeface="HarmonyOS Sans SC Light" pitchFamily="2" charset="-122"/>
            </a:endParaRPr>
          </a:p>
        </p:txBody>
      </p:sp>
      <p:pic>
        <p:nvPicPr>
          <p:cNvPr id="40" name="图片 39">
            <a:extLst>
              <a:ext uri="{FF2B5EF4-FFF2-40B4-BE49-F238E27FC236}">
                <a16:creationId xmlns:a16="http://schemas.microsoft.com/office/drawing/2014/main" id="{9D9806D2-B6C8-2FB0-D243-C26F0A76E6D7}"/>
              </a:ext>
            </a:extLst>
          </p:cNvPr>
          <p:cNvPicPr>
            <a:picLocks noChangeAspect="1"/>
          </p:cNvPicPr>
          <p:nvPr/>
        </p:nvPicPr>
        <p:blipFill>
          <a:blip r:embed="rId7"/>
          <a:srcRect/>
          <a:stretch/>
        </p:blipFill>
        <p:spPr>
          <a:xfrm>
            <a:off x="8547401" y="1643952"/>
            <a:ext cx="1322012" cy="1968329"/>
          </a:xfrm>
          <a:prstGeom prst="rect">
            <a:avLst/>
          </a:prstGeom>
        </p:spPr>
      </p:pic>
      <p:sp>
        <p:nvSpPr>
          <p:cNvPr id="41" name="文本框 40">
            <a:extLst>
              <a:ext uri="{FF2B5EF4-FFF2-40B4-BE49-F238E27FC236}">
                <a16:creationId xmlns:a16="http://schemas.microsoft.com/office/drawing/2014/main" id="{53AC90E7-7DA9-EB1D-773C-BA1DD1DDB541}"/>
              </a:ext>
            </a:extLst>
          </p:cNvPr>
          <p:cNvSpPr txBox="1"/>
          <p:nvPr/>
        </p:nvSpPr>
        <p:spPr>
          <a:xfrm>
            <a:off x="10172615" y="2092474"/>
            <a:ext cx="1282723" cy="523220"/>
          </a:xfrm>
          <a:prstGeom prst="rect">
            <a:avLst/>
          </a:prstGeom>
          <a:noFill/>
        </p:spPr>
        <p:txBody>
          <a:bodyPr wrap="none" rtlCol="0">
            <a:spAutoFit/>
          </a:bodyPr>
          <a:lstStyle/>
          <a:p>
            <a:r>
              <a:rPr kumimoji="1" lang="en-US" altLang="zh-CN" sz="2800" dirty="0">
                <a:latin typeface="HarmonyOS Sans SC" pitchFamily="2" charset="-122"/>
                <a:ea typeface="HarmonyOS Sans SC" pitchFamily="2" charset="-122"/>
              </a:rPr>
              <a:t>+200%</a:t>
            </a:r>
            <a:endParaRPr kumimoji="1" lang="zh-CN" altLang="en-US" sz="2800" dirty="0">
              <a:latin typeface="HarmonyOS Sans SC" pitchFamily="2" charset="-122"/>
              <a:ea typeface="HarmonyOS Sans SC" pitchFamily="2" charset="-122"/>
            </a:endParaRPr>
          </a:p>
        </p:txBody>
      </p:sp>
      <p:sp>
        <p:nvSpPr>
          <p:cNvPr id="42" name="文本框 41">
            <a:extLst>
              <a:ext uri="{FF2B5EF4-FFF2-40B4-BE49-F238E27FC236}">
                <a16:creationId xmlns:a16="http://schemas.microsoft.com/office/drawing/2014/main" id="{0D22DA42-76DC-73C2-2DF3-E9162AE0A1FA}"/>
              </a:ext>
            </a:extLst>
          </p:cNvPr>
          <p:cNvSpPr txBox="1"/>
          <p:nvPr/>
        </p:nvSpPr>
        <p:spPr>
          <a:xfrm>
            <a:off x="10117312" y="2733054"/>
            <a:ext cx="1393330" cy="276999"/>
          </a:xfrm>
          <a:prstGeom prst="rect">
            <a:avLst/>
          </a:prstGeom>
          <a:noFill/>
        </p:spPr>
        <p:txBody>
          <a:bodyPr wrap="none" rtlCol="0">
            <a:spAutoFit/>
          </a:bodyPr>
          <a:lstStyle/>
          <a:p>
            <a:r>
              <a:rPr kumimoji="1" lang="en-US" altLang="zh-CN" sz="1200" dirty="0">
                <a:latin typeface="HarmonyOS Sans SC Light" pitchFamily="2" charset="-122"/>
                <a:ea typeface="HarmonyOS Sans SC Light" pitchFamily="2" charset="-122"/>
              </a:rPr>
              <a:t>YoY price change</a:t>
            </a:r>
            <a:endParaRPr kumimoji="1" lang="zh-CN" altLang="en-US" sz="1200" dirty="0">
              <a:latin typeface="HarmonyOS Sans SC Light" pitchFamily="2" charset="-122"/>
              <a:ea typeface="HarmonyOS Sans SC Light" pitchFamily="2" charset="-122"/>
            </a:endParaRPr>
          </a:p>
        </p:txBody>
      </p:sp>
      <p:cxnSp>
        <p:nvCxnSpPr>
          <p:cNvPr id="44" name="直线连接符 43">
            <a:extLst>
              <a:ext uri="{FF2B5EF4-FFF2-40B4-BE49-F238E27FC236}">
                <a16:creationId xmlns:a16="http://schemas.microsoft.com/office/drawing/2014/main" id="{0C891539-7A06-BC79-A3FE-2996B29166F5}"/>
              </a:ext>
            </a:extLst>
          </p:cNvPr>
          <p:cNvCxnSpPr/>
          <p:nvPr/>
        </p:nvCxnSpPr>
        <p:spPr>
          <a:xfrm>
            <a:off x="578605" y="3754497"/>
            <a:ext cx="10955547" cy="0"/>
          </a:xfrm>
          <a:prstGeom prst="line">
            <a:avLst/>
          </a:prstGeom>
          <a:ln w="12700">
            <a:solidFill>
              <a:schemeClr val="bg2">
                <a:lumMod val="90000"/>
              </a:schemeClr>
            </a:solidFill>
          </a:ln>
        </p:spPr>
        <p:style>
          <a:lnRef idx="2">
            <a:schemeClr val="accent1"/>
          </a:lnRef>
          <a:fillRef idx="0">
            <a:schemeClr val="accent1"/>
          </a:fillRef>
          <a:effectRef idx="1">
            <a:schemeClr val="accent1"/>
          </a:effectRef>
          <a:fontRef idx="minor">
            <a:schemeClr val="tx1"/>
          </a:fontRef>
        </p:style>
      </p:cxnSp>
      <p:sp>
        <p:nvSpPr>
          <p:cNvPr id="45" name="文本框 44">
            <a:extLst>
              <a:ext uri="{FF2B5EF4-FFF2-40B4-BE49-F238E27FC236}">
                <a16:creationId xmlns:a16="http://schemas.microsoft.com/office/drawing/2014/main" id="{760E461B-89C2-62E0-6B8D-C067053BB516}"/>
              </a:ext>
            </a:extLst>
          </p:cNvPr>
          <p:cNvSpPr txBox="1"/>
          <p:nvPr/>
        </p:nvSpPr>
        <p:spPr>
          <a:xfrm>
            <a:off x="2550082" y="4056545"/>
            <a:ext cx="579005" cy="307777"/>
          </a:xfrm>
          <a:prstGeom prst="rect">
            <a:avLst/>
          </a:prstGeom>
          <a:noFill/>
        </p:spPr>
        <p:txBody>
          <a:bodyPr wrap="none" rtlCol="0">
            <a:spAutoFit/>
          </a:bodyPr>
          <a:lstStyle/>
          <a:p>
            <a:r>
              <a:rPr kumimoji="1" lang="en-US" altLang="zh-CN" sz="1400" dirty="0">
                <a:latin typeface="HarmonyOS Sans SC" pitchFamily="2" charset="-122"/>
                <a:ea typeface="HarmonyOS Sans SC" pitchFamily="2" charset="-122"/>
              </a:rPr>
              <a:t>Corn</a:t>
            </a:r>
            <a:endParaRPr kumimoji="1" lang="zh-CN" altLang="en-US" sz="1400" baseline="30000" dirty="0">
              <a:latin typeface="HarmonyOS Sans SC Light" pitchFamily="2" charset="-122"/>
              <a:ea typeface="HarmonyOS Sans SC Light" pitchFamily="2" charset="-122"/>
            </a:endParaRPr>
          </a:p>
        </p:txBody>
      </p:sp>
      <p:pic>
        <p:nvPicPr>
          <p:cNvPr id="46" name="图片 45">
            <a:extLst>
              <a:ext uri="{FF2B5EF4-FFF2-40B4-BE49-F238E27FC236}">
                <a16:creationId xmlns:a16="http://schemas.microsoft.com/office/drawing/2014/main" id="{A4635FB8-C090-50E6-12A0-9EEBF775B12C}"/>
              </a:ext>
            </a:extLst>
          </p:cNvPr>
          <p:cNvPicPr>
            <a:picLocks noChangeAspect="1"/>
          </p:cNvPicPr>
          <p:nvPr/>
        </p:nvPicPr>
        <p:blipFill>
          <a:blip r:embed="rId8"/>
          <a:srcRect t="3900"/>
          <a:stretch/>
        </p:blipFill>
        <p:spPr>
          <a:xfrm>
            <a:off x="2099005" y="4441074"/>
            <a:ext cx="1387924" cy="1891577"/>
          </a:xfrm>
          <a:prstGeom prst="rect">
            <a:avLst/>
          </a:prstGeom>
        </p:spPr>
      </p:pic>
      <p:sp>
        <p:nvSpPr>
          <p:cNvPr id="47" name="文本框 46">
            <a:extLst>
              <a:ext uri="{FF2B5EF4-FFF2-40B4-BE49-F238E27FC236}">
                <a16:creationId xmlns:a16="http://schemas.microsoft.com/office/drawing/2014/main" id="{B64CF859-000A-52A5-072E-1882FD5C2BE3}"/>
              </a:ext>
            </a:extLst>
          </p:cNvPr>
          <p:cNvSpPr txBox="1"/>
          <p:nvPr/>
        </p:nvSpPr>
        <p:spPr>
          <a:xfrm>
            <a:off x="3859768" y="4812844"/>
            <a:ext cx="1077539" cy="523220"/>
          </a:xfrm>
          <a:prstGeom prst="rect">
            <a:avLst/>
          </a:prstGeom>
          <a:noFill/>
        </p:spPr>
        <p:txBody>
          <a:bodyPr wrap="none" rtlCol="0">
            <a:spAutoFit/>
          </a:bodyPr>
          <a:lstStyle/>
          <a:p>
            <a:r>
              <a:rPr kumimoji="1" lang="en-US" altLang="zh-CN" sz="2800" dirty="0">
                <a:latin typeface="HarmonyOS Sans SC" pitchFamily="2" charset="-122"/>
                <a:ea typeface="HarmonyOS Sans SC" pitchFamily="2" charset="-122"/>
              </a:rPr>
              <a:t>+67%</a:t>
            </a:r>
            <a:endParaRPr kumimoji="1" lang="zh-CN" altLang="en-US" sz="2800" dirty="0">
              <a:latin typeface="HarmonyOS Sans SC" pitchFamily="2" charset="-122"/>
              <a:ea typeface="HarmonyOS Sans SC" pitchFamily="2" charset="-122"/>
            </a:endParaRPr>
          </a:p>
        </p:txBody>
      </p:sp>
      <p:sp>
        <p:nvSpPr>
          <p:cNvPr id="48" name="文本框 47">
            <a:extLst>
              <a:ext uri="{FF2B5EF4-FFF2-40B4-BE49-F238E27FC236}">
                <a16:creationId xmlns:a16="http://schemas.microsoft.com/office/drawing/2014/main" id="{7BB839DE-C227-6921-16F6-6250024FB6CF}"/>
              </a:ext>
            </a:extLst>
          </p:cNvPr>
          <p:cNvSpPr txBox="1"/>
          <p:nvPr/>
        </p:nvSpPr>
        <p:spPr>
          <a:xfrm>
            <a:off x="3701872" y="5453424"/>
            <a:ext cx="1393330" cy="276999"/>
          </a:xfrm>
          <a:prstGeom prst="rect">
            <a:avLst/>
          </a:prstGeom>
          <a:noFill/>
        </p:spPr>
        <p:txBody>
          <a:bodyPr wrap="none" rtlCol="0">
            <a:spAutoFit/>
          </a:bodyPr>
          <a:lstStyle/>
          <a:p>
            <a:r>
              <a:rPr kumimoji="1" lang="en-US" altLang="zh-CN" sz="1200" dirty="0">
                <a:latin typeface="HarmonyOS Sans SC Light" pitchFamily="2" charset="-122"/>
                <a:ea typeface="HarmonyOS Sans SC Light" pitchFamily="2" charset="-122"/>
              </a:rPr>
              <a:t>YoY price change</a:t>
            </a:r>
            <a:endParaRPr kumimoji="1" lang="zh-CN" altLang="en-US" sz="1200" dirty="0">
              <a:latin typeface="HarmonyOS Sans SC Light" pitchFamily="2" charset="-122"/>
              <a:ea typeface="HarmonyOS Sans SC Light" pitchFamily="2" charset="-122"/>
            </a:endParaRPr>
          </a:p>
        </p:txBody>
      </p:sp>
      <p:sp>
        <p:nvSpPr>
          <p:cNvPr id="49" name="文本框 48">
            <a:extLst>
              <a:ext uri="{FF2B5EF4-FFF2-40B4-BE49-F238E27FC236}">
                <a16:creationId xmlns:a16="http://schemas.microsoft.com/office/drawing/2014/main" id="{7EDDD942-C535-CD9D-FF96-A3DF0739D952}"/>
              </a:ext>
            </a:extLst>
          </p:cNvPr>
          <p:cNvSpPr txBox="1"/>
          <p:nvPr/>
        </p:nvSpPr>
        <p:spPr>
          <a:xfrm>
            <a:off x="6945827" y="4056545"/>
            <a:ext cx="817853" cy="307777"/>
          </a:xfrm>
          <a:prstGeom prst="rect">
            <a:avLst/>
          </a:prstGeom>
          <a:noFill/>
        </p:spPr>
        <p:txBody>
          <a:bodyPr wrap="none" rtlCol="0">
            <a:spAutoFit/>
          </a:bodyPr>
          <a:lstStyle/>
          <a:p>
            <a:r>
              <a:rPr kumimoji="1" lang="en-US" altLang="zh-CN" sz="1400" dirty="0">
                <a:latin typeface="HarmonyOS Sans SC" pitchFamily="2" charset="-122"/>
                <a:ea typeface="HarmonyOS Sans SC" pitchFamily="2" charset="-122"/>
              </a:rPr>
              <a:t>Lumber</a:t>
            </a:r>
            <a:endParaRPr kumimoji="1" lang="zh-CN" altLang="en-US" sz="1400" baseline="30000" dirty="0">
              <a:latin typeface="HarmonyOS Sans SC Light" pitchFamily="2" charset="-122"/>
              <a:ea typeface="HarmonyOS Sans SC Light" pitchFamily="2" charset="-122"/>
            </a:endParaRPr>
          </a:p>
        </p:txBody>
      </p:sp>
      <p:pic>
        <p:nvPicPr>
          <p:cNvPr id="50" name="图片 49">
            <a:extLst>
              <a:ext uri="{FF2B5EF4-FFF2-40B4-BE49-F238E27FC236}">
                <a16:creationId xmlns:a16="http://schemas.microsoft.com/office/drawing/2014/main" id="{666E7FA3-8A5A-FC7A-F7F5-0343C1BDF235}"/>
              </a:ext>
            </a:extLst>
          </p:cNvPr>
          <p:cNvPicPr>
            <a:picLocks noChangeAspect="1"/>
          </p:cNvPicPr>
          <p:nvPr/>
        </p:nvPicPr>
        <p:blipFill>
          <a:blip r:embed="rId9"/>
          <a:srcRect/>
          <a:stretch/>
        </p:blipFill>
        <p:spPr>
          <a:xfrm>
            <a:off x="6315427" y="4493712"/>
            <a:ext cx="1984076" cy="1709549"/>
          </a:xfrm>
          <a:prstGeom prst="rect">
            <a:avLst/>
          </a:prstGeom>
        </p:spPr>
      </p:pic>
      <p:sp>
        <p:nvSpPr>
          <p:cNvPr id="51" name="文本框 50">
            <a:extLst>
              <a:ext uri="{FF2B5EF4-FFF2-40B4-BE49-F238E27FC236}">
                <a16:creationId xmlns:a16="http://schemas.microsoft.com/office/drawing/2014/main" id="{FC0F0F4E-0AD3-CC8D-7DE2-286DACF90714}"/>
              </a:ext>
            </a:extLst>
          </p:cNvPr>
          <p:cNvSpPr txBox="1"/>
          <p:nvPr/>
        </p:nvSpPr>
        <p:spPr>
          <a:xfrm>
            <a:off x="8374266" y="4812844"/>
            <a:ext cx="2073003" cy="523220"/>
          </a:xfrm>
          <a:prstGeom prst="rect">
            <a:avLst/>
          </a:prstGeom>
          <a:noFill/>
        </p:spPr>
        <p:txBody>
          <a:bodyPr wrap="none" rtlCol="0">
            <a:spAutoFit/>
          </a:bodyPr>
          <a:lstStyle/>
          <a:p>
            <a:r>
              <a:rPr kumimoji="1" lang="en-US" altLang="zh-CN" sz="2800" dirty="0">
                <a:latin typeface="HarmonyOS Sans SC" pitchFamily="2" charset="-122"/>
                <a:ea typeface="HarmonyOS Sans SC" pitchFamily="2" charset="-122"/>
              </a:rPr>
              <a:t>+200-300%</a:t>
            </a:r>
            <a:endParaRPr kumimoji="1" lang="zh-CN" altLang="en-US" sz="2800" dirty="0">
              <a:latin typeface="HarmonyOS Sans SC" pitchFamily="2" charset="-122"/>
              <a:ea typeface="HarmonyOS Sans SC" pitchFamily="2" charset="-122"/>
            </a:endParaRPr>
          </a:p>
        </p:txBody>
      </p:sp>
      <p:sp>
        <p:nvSpPr>
          <p:cNvPr id="52" name="文本框 51">
            <a:extLst>
              <a:ext uri="{FF2B5EF4-FFF2-40B4-BE49-F238E27FC236}">
                <a16:creationId xmlns:a16="http://schemas.microsoft.com/office/drawing/2014/main" id="{BF44D69B-E7B2-B6FC-8CB8-E775370DFA55}"/>
              </a:ext>
            </a:extLst>
          </p:cNvPr>
          <p:cNvSpPr txBox="1"/>
          <p:nvPr/>
        </p:nvSpPr>
        <p:spPr>
          <a:xfrm>
            <a:off x="8714102" y="5454781"/>
            <a:ext cx="1393330" cy="276999"/>
          </a:xfrm>
          <a:prstGeom prst="rect">
            <a:avLst/>
          </a:prstGeom>
          <a:noFill/>
        </p:spPr>
        <p:txBody>
          <a:bodyPr wrap="none" rtlCol="0">
            <a:spAutoFit/>
          </a:bodyPr>
          <a:lstStyle/>
          <a:p>
            <a:r>
              <a:rPr kumimoji="1" lang="en-US" altLang="zh-CN" sz="1200" dirty="0">
                <a:latin typeface="HarmonyOS Sans SC Light" pitchFamily="2" charset="-122"/>
                <a:ea typeface="HarmonyOS Sans SC Light" pitchFamily="2" charset="-122"/>
              </a:rPr>
              <a:t>YoY price change</a:t>
            </a:r>
            <a:endParaRPr kumimoji="1" lang="zh-CN" altLang="en-US" sz="1200" dirty="0">
              <a:latin typeface="HarmonyOS Sans SC Light" pitchFamily="2" charset="-122"/>
              <a:ea typeface="HarmonyOS Sans SC Light" pitchFamily="2" charset="-122"/>
            </a:endParaRPr>
          </a:p>
        </p:txBody>
      </p:sp>
      <p:cxnSp>
        <p:nvCxnSpPr>
          <p:cNvPr id="54" name="直线连接符 53">
            <a:extLst>
              <a:ext uri="{FF2B5EF4-FFF2-40B4-BE49-F238E27FC236}">
                <a16:creationId xmlns:a16="http://schemas.microsoft.com/office/drawing/2014/main" id="{5A73E86A-5825-5524-D367-31917A2B7D78}"/>
              </a:ext>
            </a:extLst>
          </p:cNvPr>
          <p:cNvCxnSpPr/>
          <p:nvPr/>
        </p:nvCxnSpPr>
        <p:spPr>
          <a:xfrm>
            <a:off x="4120738" y="1336175"/>
            <a:ext cx="0" cy="2418322"/>
          </a:xfrm>
          <a:prstGeom prst="line">
            <a:avLst/>
          </a:prstGeom>
          <a:ln w="12700">
            <a:solidFill>
              <a:schemeClr val="bg2">
                <a:lumMod val="90000"/>
              </a:schemeClr>
            </a:solidFill>
          </a:ln>
        </p:spPr>
        <p:style>
          <a:lnRef idx="2">
            <a:schemeClr val="accent1"/>
          </a:lnRef>
          <a:fillRef idx="0">
            <a:schemeClr val="accent1"/>
          </a:fillRef>
          <a:effectRef idx="1">
            <a:schemeClr val="accent1"/>
          </a:effectRef>
          <a:fontRef idx="minor">
            <a:schemeClr val="tx1"/>
          </a:fontRef>
        </p:style>
      </p:cxnSp>
      <p:cxnSp>
        <p:nvCxnSpPr>
          <p:cNvPr id="55" name="直线连接符 54">
            <a:extLst>
              <a:ext uri="{FF2B5EF4-FFF2-40B4-BE49-F238E27FC236}">
                <a16:creationId xmlns:a16="http://schemas.microsoft.com/office/drawing/2014/main" id="{E1506D6E-95B8-D56F-E58D-9930FAAD5474}"/>
              </a:ext>
            </a:extLst>
          </p:cNvPr>
          <p:cNvCxnSpPr/>
          <p:nvPr/>
        </p:nvCxnSpPr>
        <p:spPr>
          <a:xfrm>
            <a:off x="8191995" y="1336175"/>
            <a:ext cx="0" cy="2418322"/>
          </a:xfrm>
          <a:prstGeom prst="line">
            <a:avLst/>
          </a:prstGeom>
          <a:ln w="12700">
            <a:solidFill>
              <a:schemeClr val="bg2">
                <a:lumMod val="90000"/>
              </a:schemeClr>
            </a:solidFill>
          </a:ln>
        </p:spPr>
        <p:style>
          <a:lnRef idx="2">
            <a:schemeClr val="accent1"/>
          </a:lnRef>
          <a:fillRef idx="0">
            <a:schemeClr val="accent1"/>
          </a:fillRef>
          <a:effectRef idx="1">
            <a:schemeClr val="accent1"/>
          </a:effectRef>
          <a:fontRef idx="minor">
            <a:schemeClr val="tx1"/>
          </a:fontRef>
        </p:style>
      </p:cxnSp>
      <p:cxnSp>
        <p:nvCxnSpPr>
          <p:cNvPr id="56" name="直线连接符 55">
            <a:extLst>
              <a:ext uri="{FF2B5EF4-FFF2-40B4-BE49-F238E27FC236}">
                <a16:creationId xmlns:a16="http://schemas.microsoft.com/office/drawing/2014/main" id="{97EA88EF-74DA-12B3-C8A5-C8DC4BFABF48}"/>
              </a:ext>
            </a:extLst>
          </p:cNvPr>
          <p:cNvCxnSpPr/>
          <p:nvPr/>
        </p:nvCxnSpPr>
        <p:spPr>
          <a:xfrm>
            <a:off x="5767449" y="3754497"/>
            <a:ext cx="0" cy="2418322"/>
          </a:xfrm>
          <a:prstGeom prst="line">
            <a:avLst/>
          </a:prstGeom>
          <a:ln w="12700">
            <a:solidFill>
              <a:schemeClr val="bg2">
                <a:lumMod val="90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23134775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68BE8E-0BA6-CDBA-7A69-E732F8E1A168}"/>
            </a:ext>
          </a:extLst>
        </p:cNvPr>
        <p:cNvGrpSpPr/>
        <p:nvPr/>
      </p:nvGrpSpPr>
      <p:grpSpPr>
        <a:xfrm>
          <a:off x="0" y="0"/>
          <a:ext cx="0" cy="0"/>
          <a:chOff x="0" y="0"/>
          <a:chExt cx="0" cy="0"/>
        </a:xfrm>
      </p:grpSpPr>
      <p:graphicFrame>
        <p:nvGraphicFramePr>
          <p:cNvPr id="4" name="think-cell data - do not delete" hidden="1">
            <a:extLst>
              <a:ext uri="{FF2B5EF4-FFF2-40B4-BE49-F238E27FC236}">
                <a16:creationId xmlns:a16="http://schemas.microsoft.com/office/drawing/2014/main" id="{1D756C39-88DE-0B76-150F-1A3F72EA63C0}"/>
              </a:ext>
            </a:extLst>
          </p:cNvPr>
          <p:cNvGraphicFramePr>
            <a:graphicFrameLocks noChangeAspect="1"/>
          </p:cNvGraphicFramePr>
          <p:nvPr>
            <p:custDataLst>
              <p:tags r:id="rId1"/>
            </p:custData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name="think-cell 幻灯片" r:id="rId18" imgW="7772400" imgH="10058400" progId="TCLayout.ActiveDocument.1">
                  <p:embed/>
                </p:oleObj>
              </mc:Choice>
              <mc:Fallback>
                <p:oleObj name="think-cell 幻灯片" r:id="rId18" imgW="7772400" imgH="10058400" progId="TCLayout.ActiveDocument.1">
                  <p:embed/>
                  <p:pic>
                    <p:nvPicPr>
                      <p:cNvPr id="4" name="think-cell data - do not delete" hidden="1">
                        <a:extLst>
                          <a:ext uri="{FF2B5EF4-FFF2-40B4-BE49-F238E27FC236}">
                            <a16:creationId xmlns:a16="http://schemas.microsoft.com/office/drawing/2014/main" id="{1D756C39-88DE-0B76-150F-1A3F72EA63C0}"/>
                          </a:ext>
                        </a:extLst>
                      </p:cNvPr>
                      <p:cNvPicPr/>
                      <p:nvPr/>
                    </p:nvPicPr>
                    <p:blipFill>
                      <a:blip r:embed="rId19"/>
                      <a:stretch>
                        <a:fillRect/>
                      </a:stretch>
                    </p:blipFill>
                    <p:spPr>
                      <a:xfrm>
                        <a:off x="1588" y="1588"/>
                        <a:ext cx="1227" cy="1588"/>
                      </a:xfrm>
                      <a:prstGeom prst="rect">
                        <a:avLst/>
                      </a:prstGeom>
                    </p:spPr>
                  </p:pic>
                </p:oleObj>
              </mc:Fallback>
            </mc:AlternateContent>
          </a:graphicData>
        </a:graphic>
      </p:graphicFrame>
      <p:sp>
        <p:nvSpPr>
          <p:cNvPr id="5" name="文本框 4">
            <a:extLst>
              <a:ext uri="{FF2B5EF4-FFF2-40B4-BE49-F238E27FC236}">
                <a16:creationId xmlns:a16="http://schemas.microsoft.com/office/drawing/2014/main" id="{CF3B793B-80B3-554B-F7E7-2A024C6AF391}"/>
              </a:ext>
            </a:extLst>
          </p:cNvPr>
          <p:cNvSpPr txBox="1"/>
          <p:nvPr/>
        </p:nvSpPr>
        <p:spPr>
          <a:xfrm>
            <a:off x="517584" y="387350"/>
            <a:ext cx="11087820" cy="646113"/>
          </a:xfrm>
          <a:prstGeom prst="rect">
            <a:avLst/>
          </a:prstGeom>
          <a:noFill/>
        </p:spPr>
        <p:txBody>
          <a:bodyPr wrap="square" rtlCol="0">
            <a:spAutoFit/>
          </a:bodyPr>
          <a:lstStyle/>
          <a:p>
            <a:r>
              <a:rPr kumimoji="1" lang="en-US" altLang="zh-CN" dirty="0">
                <a:latin typeface="HarmonyOS Sans SC Medium" pitchFamily="2" charset="-122"/>
                <a:ea typeface="HarmonyOS Sans SC Medium" pitchFamily="2" charset="-122"/>
              </a:rPr>
              <a:t>Two-thirds of potential price improvements tend to leak out because of inadequate</a:t>
            </a:r>
            <a:r>
              <a:rPr kumimoji="1" lang="zh-CN" altLang="en-US" dirty="0">
                <a:latin typeface="HarmonyOS Sans SC Medium" pitchFamily="2" charset="-122"/>
                <a:ea typeface="HarmonyOS Sans SC Medium" pitchFamily="2" charset="-122"/>
              </a:rPr>
              <a:t> </a:t>
            </a:r>
            <a:r>
              <a:rPr kumimoji="1" lang="en-US" altLang="zh-CN" dirty="0">
                <a:latin typeface="HarmonyOS Sans SC Medium" pitchFamily="2" charset="-122"/>
                <a:ea typeface="HarmonyOS Sans SC Medium" pitchFamily="2" charset="-122"/>
              </a:rPr>
              <a:t>strategy, policy, and process support.</a:t>
            </a:r>
            <a:endParaRPr kumimoji="1" lang="zh-CN" altLang="en-US" dirty="0">
              <a:latin typeface="HarmonyOS Sans SC Medium" pitchFamily="2" charset="-122"/>
              <a:ea typeface="HarmonyOS Sans SC Medium" pitchFamily="2" charset="-122"/>
            </a:endParaRPr>
          </a:p>
        </p:txBody>
      </p:sp>
      <p:sp>
        <p:nvSpPr>
          <p:cNvPr id="8" name="文本框 7">
            <a:extLst>
              <a:ext uri="{FF2B5EF4-FFF2-40B4-BE49-F238E27FC236}">
                <a16:creationId xmlns:a16="http://schemas.microsoft.com/office/drawing/2014/main" id="{05F3A9CC-0889-E261-BBB8-8246F95A7A11}"/>
              </a:ext>
            </a:extLst>
          </p:cNvPr>
          <p:cNvSpPr txBox="1"/>
          <p:nvPr/>
        </p:nvSpPr>
        <p:spPr>
          <a:xfrm>
            <a:off x="517584" y="1304925"/>
            <a:ext cx="4551246" cy="307975"/>
          </a:xfrm>
          <a:prstGeom prst="rect">
            <a:avLst/>
          </a:prstGeom>
          <a:noFill/>
        </p:spPr>
        <p:txBody>
          <a:bodyPr wrap="none" rtlCol="0">
            <a:spAutoFit/>
          </a:bodyPr>
          <a:lstStyle/>
          <a:p>
            <a:r>
              <a:rPr kumimoji="1" lang="en-US" altLang="zh-CN" sz="1400" dirty="0">
                <a:latin typeface="HarmonyOS Sans SC" pitchFamily="2" charset="-122"/>
                <a:ea typeface="HarmonyOS Sans SC" pitchFamily="2" charset="-122"/>
              </a:rPr>
              <a:t>Distribution of one dollar in price improvement, </a:t>
            </a:r>
            <a:r>
              <a:rPr kumimoji="1" lang="en-US" altLang="zh-CN" sz="1400" dirty="0">
                <a:latin typeface="HarmonyOS Sans SC Light" pitchFamily="2" charset="-122"/>
                <a:ea typeface="HarmonyOS Sans SC Light" pitchFamily="2" charset="-122"/>
              </a:rPr>
              <a:t>cents</a:t>
            </a:r>
            <a:endParaRPr kumimoji="1" lang="zh-CN" altLang="en-US" sz="1400" dirty="0">
              <a:latin typeface="HarmonyOS Sans SC Light" pitchFamily="2" charset="-122"/>
              <a:ea typeface="HarmonyOS Sans SC Light" pitchFamily="2" charset="-122"/>
            </a:endParaRPr>
          </a:p>
        </p:txBody>
      </p:sp>
      <p:graphicFrame>
        <p:nvGraphicFramePr>
          <p:cNvPr id="6" name="Chart 3">
            <a:extLst>
              <a:ext uri="{FF2B5EF4-FFF2-40B4-BE49-F238E27FC236}">
                <a16:creationId xmlns:a16="http://schemas.microsoft.com/office/drawing/2014/main" id="{D5977B4B-90AA-547D-AA75-8145E44BAC9A}"/>
              </a:ext>
            </a:extLst>
          </p:cNvPr>
          <p:cNvGraphicFramePr/>
          <p:nvPr>
            <p:custDataLst>
              <p:tags r:id="rId2"/>
            </p:custDataLst>
          </p:nvPr>
        </p:nvGraphicFramePr>
        <p:xfrm>
          <a:off x="508000" y="2314575"/>
          <a:ext cx="10683875" cy="3362325"/>
        </p:xfrm>
        <a:graphic>
          <a:graphicData uri="http://schemas.openxmlformats.org/drawingml/2006/chart">
            <c:chart xmlns:c="http://schemas.openxmlformats.org/drawingml/2006/chart" xmlns:r="http://schemas.openxmlformats.org/officeDocument/2006/relationships" r:id="rId20"/>
          </a:graphicData>
        </a:graphic>
      </p:graphicFrame>
      <p:sp>
        <p:nvSpPr>
          <p:cNvPr id="113" name="矩形 112">
            <a:extLst>
              <a:ext uri="{FF2B5EF4-FFF2-40B4-BE49-F238E27FC236}">
                <a16:creationId xmlns:a16="http://schemas.microsoft.com/office/drawing/2014/main" id="{55B8C942-5CFC-E8DC-D8E8-23E96B1E08C3}"/>
              </a:ext>
            </a:extLst>
          </p:cNvPr>
          <p:cNvSpPr/>
          <p:nvPr>
            <p:custDataLst>
              <p:tags r:id="rId3"/>
            </p:custDataLst>
          </p:nvPr>
        </p:nvSpPr>
        <p:spPr bwMode="auto">
          <a:xfrm>
            <a:off x="4383088" y="2063750"/>
            <a:ext cx="214313" cy="160338"/>
          </a:xfrm>
          <a:prstGeom prst="rect">
            <a:avLst/>
          </a:prstGeom>
          <a:solidFill>
            <a:srgbClr val="00C0F9"/>
          </a:solidFill>
          <a:ln w="19050" cap="flat" cmpd="sng" algn="ctr">
            <a:noFill/>
            <a:prstDash val="solid"/>
            <a:miter lim="800000"/>
            <a:headEnd type="none" w="med" len="med"/>
            <a:tailEnd type="none" w="med" len="med"/>
          </a:ln>
          <a:effectLst/>
          <a:extLst>
            <a:ext uri="{91240B29-F687-4F45-9708-019B960494DF}">
              <a14:hiddenLine xmlns:a14="http://schemas.microsoft.com/office/drawing/2010/main" w="19050" cap="flat" cmpd="sng" algn="ctr">
                <a:solidFill>
                  <a:schemeClr val="accent1">
                    <a:shade val="15000"/>
                  </a:schemeClr>
                </a:solidFill>
                <a:prstDash val="solid"/>
                <a:miter lim="800000"/>
                <a:headEnd type="none" w="med" len="med"/>
                <a:tailEnd type="none" w="med" len="me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10" name="矩形 109">
            <a:extLst>
              <a:ext uri="{FF2B5EF4-FFF2-40B4-BE49-F238E27FC236}">
                <a16:creationId xmlns:a16="http://schemas.microsoft.com/office/drawing/2014/main" id="{B1B60202-8532-0CD1-956D-D52DFB6F22B7}"/>
              </a:ext>
            </a:extLst>
          </p:cNvPr>
          <p:cNvSpPr/>
          <p:nvPr>
            <p:custDataLst>
              <p:tags r:id="rId4"/>
            </p:custDataLst>
          </p:nvPr>
        </p:nvSpPr>
        <p:spPr bwMode="auto">
          <a:xfrm>
            <a:off x="706438" y="2063750"/>
            <a:ext cx="214313" cy="160338"/>
          </a:xfrm>
          <a:prstGeom prst="rect">
            <a:avLst/>
          </a:prstGeom>
          <a:solidFill>
            <a:schemeClr val="tx1"/>
          </a:solidFill>
          <a:ln w="19050" cap="flat" cmpd="sng" algn="ctr">
            <a:noFill/>
            <a:prstDash val="solid"/>
            <a:miter lim="800000"/>
            <a:headEnd type="none" w="med" len="med"/>
            <a:tailEnd type="none" w="med" len="med"/>
          </a:ln>
          <a:effectLst/>
          <a:extLst>
            <a:ext uri="{91240B29-F687-4F45-9708-019B960494DF}">
              <a14:hiddenLine xmlns:a14="http://schemas.microsoft.com/office/drawing/2010/main" w="19050" cap="flat" cmpd="sng" algn="ctr">
                <a:solidFill>
                  <a:schemeClr val="accent1">
                    <a:shade val="15000"/>
                  </a:schemeClr>
                </a:solidFill>
                <a:prstDash val="solid"/>
                <a:miter lim="800000"/>
                <a:headEnd type="none" w="med" len="med"/>
                <a:tailEnd type="none" w="med" len="me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15" name="矩形 114">
            <a:extLst>
              <a:ext uri="{FF2B5EF4-FFF2-40B4-BE49-F238E27FC236}">
                <a16:creationId xmlns:a16="http://schemas.microsoft.com/office/drawing/2014/main" id="{39D36DD9-EA71-BE12-6C3E-DDE8AC1F4C4B}"/>
              </a:ext>
            </a:extLst>
          </p:cNvPr>
          <p:cNvSpPr/>
          <p:nvPr>
            <p:custDataLst>
              <p:tags r:id="rId5"/>
            </p:custDataLst>
          </p:nvPr>
        </p:nvSpPr>
        <p:spPr bwMode="auto">
          <a:xfrm>
            <a:off x="6367463" y="2063750"/>
            <a:ext cx="214313" cy="160338"/>
          </a:xfrm>
          <a:prstGeom prst="rect">
            <a:avLst/>
          </a:prstGeom>
          <a:solidFill>
            <a:srgbClr val="BCEEFB"/>
          </a:solidFill>
          <a:ln w="19050" cap="flat" cmpd="sng" algn="ctr">
            <a:noFill/>
            <a:prstDash val="solid"/>
            <a:miter lim="800000"/>
            <a:headEnd type="none" w="med" len="med"/>
            <a:tailEnd type="none" w="med" len="med"/>
          </a:ln>
          <a:effectLst/>
          <a:extLst>
            <a:ext uri="{91240B29-F687-4F45-9708-019B960494DF}">
              <a14:hiddenLine xmlns:a14="http://schemas.microsoft.com/office/drawing/2010/main" w="19050" cap="flat" cmpd="sng" algn="ctr">
                <a:solidFill>
                  <a:schemeClr val="accent1">
                    <a:shade val="15000"/>
                  </a:schemeClr>
                </a:solidFill>
                <a:prstDash val="solid"/>
                <a:miter lim="800000"/>
                <a:headEnd type="none" w="med" len="med"/>
                <a:tailEnd type="none" w="med" len="me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11" name="矩形 110">
            <a:extLst>
              <a:ext uri="{FF2B5EF4-FFF2-40B4-BE49-F238E27FC236}">
                <a16:creationId xmlns:a16="http://schemas.microsoft.com/office/drawing/2014/main" id="{1D06DA24-BDEC-65CF-8D8D-540131925A82}"/>
              </a:ext>
            </a:extLst>
          </p:cNvPr>
          <p:cNvSpPr/>
          <p:nvPr>
            <p:custDataLst>
              <p:tags r:id="rId6"/>
            </p:custDataLst>
          </p:nvPr>
        </p:nvSpPr>
        <p:spPr bwMode="auto">
          <a:xfrm>
            <a:off x="2114550" y="2063750"/>
            <a:ext cx="214313" cy="160338"/>
          </a:xfrm>
          <a:prstGeom prst="rect">
            <a:avLst/>
          </a:prstGeom>
          <a:solidFill>
            <a:srgbClr val="004D72"/>
          </a:solidFill>
          <a:ln w="19050" cap="flat" cmpd="sng" algn="ctr">
            <a:noFill/>
            <a:prstDash val="solid"/>
            <a:miter lim="800000"/>
            <a:headEnd type="none" w="med" len="med"/>
            <a:tailEnd type="none" w="med" len="med"/>
          </a:ln>
          <a:effectLst/>
          <a:extLst>
            <a:ext uri="{91240B29-F687-4F45-9708-019B960494DF}">
              <a14:hiddenLine xmlns:a14="http://schemas.microsoft.com/office/drawing/2010/main" w="19050" cap="flat" cmpd="sng" algn="ctr">
                <a:solidFill>
                  <a:schemeClr val="accent1">
                    <a:shade val="15000"/>
                  </a:schemeClr>
                </a:solidFill>
                <a:prstDash val="solid"/>
                <a:miter lim="800000"/>
                <a:headEnd type="none" w="med" len="med"/>
                <a:tailEnd type="none" w="med" len="me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14" name="矩形 113">
            <a:extLst>
              <a:ext uri="{FF2B5EF4-FFF2-40B4-BE49-F238E27FC236}">
                <a16:creationId xmlns:a16="http://schemas.microsoft.com/office/drawing/2014/main" id="{102408C6-C75D-A132-0708-DBEA3351A4F0}"/>
              </a:ext>
            </a:extLst>
          </p:cNvPr>
          <p:cNvSpPr/>
          <p:nvPr>
            <p:custDataLst>
              <p:tags r:id="rId7"/>
            </p:custDataLst>
          </p:nvPr>
        </p:nvSpPr>
        <p:spPr bwMode="auto">
          <a:xfrm>
            <a:off x="5216525" y="2063750"/>
            <a:ext cx="214313" cy="160338"/>
          </a:xfrm>
          <a:prstGeom prst="rect">
            <a:avLst/>
          </a:prstGeom>
          <a:solidFill>
            <a:srgbClr val="44D5F5"/>
          </a:solidFill>
          <a:ln w="19050" cap="flat" cmpd="sng" algn="ctr">
            <a:noFill/>
            <a:prstDash val="solid"/>
            <a:miter lim="800000"/>
            <a:headEnd type="none" w="med" len="med"/>
            <a:tailEnd type="none" w="med" len="med"/>
          </a:ln>
          <a:effectLst/>
          <a:extLst>
            <a:ext uri="{91240B29-F687-4F45-9708-019B960494DF}">
              <a14:hiddenLine xmlns:a14="http://schemas.microsoft.com/office/drawing/2010/main" w="19050" cap="flat" cmpd="sng" algn="ctr">
                <a:solidFill>
                  <a:schemeClr val="accent1">
                    <a:shade val="15000"/>
                  </a:schemeClr>
                </a:solidFill>
                <a:prstDash val="solid"/>
                <a:miter lim="800000"/>
                <a:headEnd type="none" w="med" len="med"/>
                <a:tailEnd type="none" w="med" len="me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12" name="矩形 111">
            <a:extLst>
              <a:ext uri="{FF2B5EF4-FFF2-40B4-BE49-F238E27FC236}">
                <a16:creationId xmlns:a16="http://schemas.microsoft.com/office/drawing/2014/main" id="{0B7C0CBA-03A1-25A0-9FF6-41DC3E839F22}"/>
              </a:ext>
            </a:extLst>
          </p:cNvPr>
          <p:cNvSpPr/>
          <p:nvPr>
            <p:custDataLst>
              <p:tags r:id="rId8"/>
            </p:custDataLst>
          </p:nvPr>
        </p:nvSpPr>
        <p:spPr bwMode="auto">
          <a:xfrm>
            <a:off x="3289300" y="2063750"/>
            <a:ext cx="214313" cy="160338"/>
          </a:xfrm>
          <a:prstGeom prst="rect">
            <a:avLst/>
          </a:prstGeom>
          <a:solidFill>
            <a:srgbClr val="007CB6"/>
          </a:solidFill>
          <a:ln w="19050" cap="flat" cmpd="sng" algn="ctr">
            <a:noFill/>
            <a:prstDash val="solid"/>
            <a:miter lim="800000"/>
            <a:headEnd type="none" w="med" len="med"/>
            <a:tailEnd type="none" w="med" len="med"/>
          </a:ln>
          <a:effectLst/>
          <a:extLst>
            <a:ext uri="{91240B29-F687-4F45-9708-019B960494DF}">
              <a14:hiddenLine xmlns:a14="http://schemas.microsoft.com/office/drawing/2010/main" w="19050" cap="flat" cmpd="sng" algn="ctr">
                <a:solidFill>
                  <a:schemeClr val="accent1">
                    <a:shade val="15000"/>
                  </a:schemeClr>
                </a:solidFill>
                <a:prstDash val="solid"/>
                <a:miter lim="800000"/>
                <a:headEnd type="none" w="med" len="med"/>
                <a:tailEnd type="none" w="med" len="me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16" name="矩形 115">
            <a:extLst>
              <a:ext uri="{FF2B5EF4-FFF2-40B4-BE49-F238E27FC236}">
                <a16:creationId xmlns:a16="http://schemas.microsoft.com/office/drawing/2014/main" id="{6C4E096D-7912-BAB3-E31A-8883DA789F9D}"/>
              </a:ext>
            </a:extLst>
          </p:cNvPr>
          <p:cNvSpPr/>
          <p:nvPr>
            <p:custDataLst>
              <p:tags r:id="rId9"/>
            </p:custDataLst>
          </p:nvPr>
        </p:nvSpPr>
        <p:spPr bwMode="auto">
          <a:xfrm>
            <a:off x="7519988" y="2063750"/>
            <a:ext cx="214313" cy="160338"/>
          </a:xfrm>
          <a:prstGeom prst="rect">
            <a:avLst/>
          </a:prstGeom>
          <a:solidFill>
            <a:srgbClr val="BFBFBF"/>
          </a:solidFill>
          <a:ln w="19050" cap="flat" cmpd="sng" algn="ctr">
            <a:noFill/>
            <a:prstDash val="solid"/>
            <a:miter lim="800000"/>
            <a:headEnd type="none" w="med" len="med"/>
            <a:tailEnd type="none" w="med" len="med"/>
          </a:ln>
          <a:effectLst/>
          <a:extLst>
            <a:ext uri="{91240B29-F687-4F45-9708-019B960494DF}">
              <a14:hiddenLine xmlns:a14="http://schemas.microsoft.com/office/drawing/2010/main" w="19050" cap="flat" cmpd="sng" algn="ctr">
                <a:solidFill>
                  <a:schemeClr val="accent1">
                    <a:shade val="15000"/>
                  </a:schemeClr>
                </a:solidFill>
                <a:prstDash val="solid"/>
                <a:miter lim="800000"/>
                <a:headEnd type="none" w="med" len="med"/>
                <a:tailEnd type="none" w="med" len="me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04" name="文本占位符 2">
            <a:extLst>
              <a:ext uri="{FF2B5EF4-FFF2-40B4-BE49-F238E27FC236}">
                <a16:creationId xmlns:a16="http://schemas.microsoft.com/office/drawing/2014/main" id="{CA945B56-57B0-8BB1-BFE3-C98C1495224D}"/>
              </a:ext>
            </a:extLst>
          </p:cNvPr>
          <p:cNvSpPr txBox="1">
            <a:spLocks/>
          </p:cNvSpPr>
          <p:nvPr>
            <p:custDataLst>
              <p:tags r:id="rId10"/>
            </p:custDataLst>
          </p:nvPr>
        </p:nvSpPr>
        <p:spPr bwMode="auto">
          <a:xfrm>
            <a:off x="4648200" y="2071688"/>
            <a:ext cx="466725" cy="330200"/>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ctr">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spcBef>
                <a:spcPct val="0"/>
              </a:spcBef>
              <a:spcAft>
                <a:spcPct val="0"/>
              </a:spcAft>
            </a:pPr>
            <a:fld id="{270DD96D-9A21-4D21-AD01-A5DF3157682D}" type="datetime'S''''''''''u''p''''''''pl''''''y''''''&#10;''i''ssu''es'''''''">
              <a:rPr kumimoji="1" lang="en-US" altLang="en-US" sz="1200" smtClean="0">
                <a:effectLst/>
                <a:latin typeface="HarmonyOS Sans SC Light" pitchFamily="2" charset="-122"/>
                <a:ea typeface="HarmonyOS Sans SC Light" pitchFamily="2" charset="-122"/>
                <a:sym typeface="HarmonyOS Sans SC Light" pitchFamily="2" charset="-122"/>
              </a:rPr>
              <a:pPr algn="l">
                <a:spcBef>
                  <a:spcPct val="0"/>
                </a:spcBef>
                <a:spcAft>
                  <a:spcPct val="0"/>
                </a:spcAft>
              </a:pPr>
              <a:t>Supply
issues</a:t>
            </a:fld>
            <a:endParaRPr kumimoji="1" lang="zh-CN" altLang="en-US" sz="1200" dirty="0">
              <a:latin typeface="HarmonyOS Sans SC Light" pitchFamily="2" charset="-122"/>
              <a:ea typeface="HarmonyOS Sans SC Light" pitchFamily="2" charset="-122"/>
              <a:sym typeface="HarmonyOS Sans SC Light" pitchFamily="2" charset="-122"/>
            </a:endParaRPr>
          </a:p>
        </p:txBody>
      </p:sp>
      <p:sp>
        <p:nvSpPr>
          <p:cNvPr id="106" name="文本占位符 2">
            <a:extLst>
              <a:ext uri="{FF2B5EF4-FFF2-40B4-BE49-F238E27FC236}">
                <a16:creationId xmlns:a16="http://schemas.microsoft.com/office/drawing/2014/main" id="{FE294D0E-CFA4-053A-8DE1-87719EE3AFF3}"/>
              </a:ext>
            </a:extLst>
          </p:cNvPr>
          <p:cNvSpPr txBox="1">
            <a:spLocks/>
          </p:cNvSpPr>
          <p:nvPr>
            <p:custDataLst>
              <p:tags r:id="rId11"/>
            </p:custDataLst>
          </p:nvPr>
        </p:nvSpPr>
        <p:spPr bwMode="auto">
          <a:xfrm>
            <a:off x="5481638" y="2071688"/>
            <a:ext cx="784225" cy="495300"/>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ctr">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spcBef>
                <a:spcPct val="0"/>
              </a:spcBef>
              <a:spcAft>
                <a:spcPct val="0"/>
              </a:spcAft>
            </a:pPr>
            <a:fld id="{B33A219D-6B9D-4A8A-AD74-D20A0A33D7F8}" type="datetime'I''nadequa''''t''e&#10;''n''''egotiat''io''''''''''n&#10;suppor''t'''">
              <a:rPr kumimoji="1" lang="en-US" altLang="en-US" sz="1200" smtClean="0">
                <a:effectLst/>
                <a:latin typeface="HarmonyOS Sans SC Light" pitchFamily="2" charset="-122"/>
                <a:ea typeface="HarmonyOS Sans SC Light" pitchFamily="2" charset="-122"/>
                <a:sym typeface="HarmonyOS Sans SC Light" pitchFamily="2" charset="-122"/>
              </a:rPr>
              <a:pPr algn="l">
                <a:spcBef>
                  <a:spcPct val="0"/>
                </a:spcBef>
                <a:spcAft>
                  <a:spcPct val="0"/>
                </a:spcAft>
              </a:pPr>
              <a:t>Inadequate
negotiation
support</a:t>
            </a:fld>
            <a:endParaRPr kumimoji="1" lang="zh-CN" altLang="en-US" sz="1200" dirty="0">
              <a:latin typeface="HarmonyOS Sans SC Light" pitchFamily="2" charset="-122"/>
              <a:ea typeface="HarmonyOS Sans SC Light" pitchFamily="2" charset="-122"/>
              <a:sym typeface="HarmonyOS Sans SC Light" pitchFamily="2" charset="-122"/>
            </a:endParaRPr>
          </a:p>
        </p:txBody>
      </p:sp>
      <p:sp>
        <p:nvSpPr>
          <p:cNvPr id="103" name="文本占位符 2">
            <a:extLst>
              <a:ext uri="{FF2B5EF4-FFF2-40B4-BE49-F238E27FC236}">
                <a16:creationId xmlns:a16="http://schemas.microsoft.com/office/drawing/2014/main" id="{1A9023FC-08E7-3C07-9A97-53932AEE1A0A}"/>
              </a:ext>
            </a:extLst>
          </p:cNvPr>
          <p:cNvSpPr txBox="1">
            <a:spLocks/>
          </p:cNvSpPr>
          <p:nvPr>
            <p:custDataLst>
              <p:tags r:id="rId12"/>
            </p:custDataLst>
          </p:nvPr>
        </p:nvSpPr>
        <p:spPr bwMode="auto">
          <a:xfrm>
            <a:off x="3554413" y="2071688"/>
            <a:ext cx="727075" cy="330200"/>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ctr">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spcBef>
                <a:spcPct val="0"/>
              </a:spcBef>
              <a:spcAft>
                <a:spcPct val="0"/>
              </a:spcAft>
            </a:pPr>
            <a:fld id="{F45C1E1C-C806-4F5B-B8CF-EAB43C277655}" type="datetime'''''Analy''''''''''''ti''''cs''''''''''&#10;''''ch''all''enge''s'">
              <a:rPr kumimoji="1" lang="en-US" altLang="en-US" sz="1200" smtClean="0">
                <a:effectLst/>
                <a:latin typeface="HarmonyOS Sans SC Light" pitchFamily="2" charset="-122"/>
                <a:ea typeface="HarmonyOS Sans SC Light" pitchFamily="2" charset="-122"/>
                <a:sym typeface="HarmonyOS Sans SC Light" pitchFamily="2" charset="-122"/>
              </a:rPr>
              <a:pPr algn="l">
                <a:spcBef>
                  <a:spcPct val="0"/>
                </a:spcBef>
                <a:spcAft>
                  <a:spcPct val="0"/>
                </a:spcAft>
              </a:pPr>
              <a:t>Analytics
challenges</a:t>
            </a:fld>
            <a:endParaRPr kumimoji="1" lang="zh-CN" altLang="en-US" sz="1200" dirty="0">
              <a:latin typeface="HarmonyOS Sans SC Light" pitchFamily="2" charset="-122"/>
              <a:ea typeface="HarmonyOS Sans SC Light" pitchFamily="2" charset="-122"/>
              <a:sym typeface="HarmonyOS Sans SC Light" pitchFamily="2" charset="-122"/>
            </a:endParaRPr>
          </a:p>
        </p:txBody>
      </p:sp>
      <p:sp>
        <p:nvSpPr>
          <p:cNvPr id="107" name="文本占位符 2">
            <a:extLst>
              <a:ext uri="{FF2B5EF4-FFF2-40B4-BE49-F238E27FC236}">
                <a16:creationId xmlns:a16="http://schemas.microsoft.com/office/drawing/2014/main" id="{015130CB-57D3-12DD-1B32-D52ABE15128C}"/>
              </a:ext>
            </a:extLst>
          </p:cNvPr>
          <p:cNvSpPr txBox="1">
            <a:spLocks/>
          </p:cNvSpPr>
          <p:nvPr>
            <p:custDataLst>
              <p:tags r:id="rId13"/>
            </p:custDataLst>
          </p:nvPr>
        </p:nvSpPr>
        <p:spPr bwMode="auto">
          <a:xfrm>
            <a:off x="6632575" y="2071688"/>
            <a:ext cx="785813" cy="495300"/>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ctr">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spcBef>
                <a:spcPct val="0"/>
              </a:spcBef>
              <a:spcAft>
                <a:spcPct val="0"/>
              </a:spcAft>
            </a:pPr>
            <a:fld id="{0E420F85-1520-46F8-83CD-FFFCE5256351}" type="datetime'''D''el''''ay in&#10;''c''u''''stomer''&#10;''''''acce''pt''ance'">
              <a:rPr kumimoji="1" lang="en-US" altLang="en-US" sz="1200" smtClean="0">
                <a:effectLst/>
                <a:latin typeface="HarmonyOS Sans SC Light" pitchFamily="2" charset="-122"/>
                <a:ea typeface="HarmonyOS Sans SC Light" pitchFamily="2" charset="-122"/>
                <a:sym typeface="HarmonyOS Sans SC Light" pitchFamily="2" charset="-122"/>
              </a:rPr>
              <a:pPr algn="l">
                <a:spcBef>
                  <a:spcPct val="0"/>
                </a:spcBef>
                <a:spcAft>
                  <a:spcPct val="0"/>
                </a:spcAft>
              </a:pPr>
              <a:t>Delay in
customer
acceptance</a:t>
            </a:fld>
            <a:endParaRPr kumimoji="1" lang="zh-CN" altLang="en-US" sz="1200" dirty="0">
              <a:latin typeface="HarmonyOS Sans SC Light" pitchFamily="2" charset="-122"/>
              <a:ea typeface="HarmonyOS Sans SC Light" pitchFamily="2" charset="-122"/>
              <a:sym typeface="HarmonyOS Sans SC Light" pitchFamily="2" charset="-122"/>
            </a:endParaRPr>
          </a:p>
        </p:txBody>
      </p:sp>
      <p:sp>
        <p:nvSpPr>
          <p:cNvPr id="105" name="文本占位符 2">
            <a:extLst>
              <a:ext uri="{FF2B5EF4-FFF2-40B4-BE49-F238E27FC236}">
                <a16:creationId xmlns:a16="http://schemas.microsoft.com/office/drawing/2014/main" id="{6364B2BC-BFF6-4B7E-C47B-3790DE340644}"/>
              </a:ext>
            </a:extLst>
          </p:cNvPr>
          <p:cNvSpPr txBox="1">
            <a:spLocks/>
          </p:cNvSpPr>
          <p:nvPr>
            <p:custDataLst>
              <p:tags r:id="rId14"/>
            </p:custDataLst>
          </p:nvPr>
        </p:nvSpPr>
        <p:spPr bwMode="auto">
          <a:xfrm>
            <a:off x="2379663" y="2071688"/>
            <a:ext cx="808038" cy="495300"/>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ctr">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spcBef>
                <a:spcPct val="0"/>
              </a:spcBef>
              <a:spcAft>
                <a:spcPct val="0"/>
              </a:spcAft>
            </a:pPr>
            <a:fld id="{21431132-377D-45E9-94E2-08AE41C970A0}" type="datetime'''No ''contract&#10;''t''''e''rm''''''s''&#10;''r''ep''o''sito''r''y'">
              <a:rPr kumimoji="1" lang="en-US" altLang="en-US" sz="1200" smtClean="0">
                <a:effectLst/>
                <a:latin typeface="HarmonyOS Sans SC Light" pitchFamily="2" charset="-122"/>
                <a:ea typeface="HarmonyOS Sans SC Light" pitchFamily="2" charset="-122"/>
                <a:sym typeface="HarmonyOS Sans SC Light" pitchFamily="2" charset="-122"/>
              </a:rPr>
              <a:pPr algn="l">
                <a:spcBef>
                  <a:spcPct val="0"/>
                </a:spcBef>
                <a:spcAft>
                  <a:spcPct val="0"/>
                </a:spcAft>
              </a:pPr>
              <a:t>No contract
terms
repository</a:t>
            </a:fld>
            <a:endParaRPr kumimoji="1" lang="zh-CN" altLang="en-US" sz="1200" dirty="0">
              <a:latin typeface="HarmonyOS Sans SC Light" pitchFamily="2" charset="-122"/>
              <a:ea typeface="HarmonyOS Sans SC Light" pitchFamily="2" charset="-122"/>
              <a:sym typeface="HarmonyOS Sans SC Light" pitchFamily="2" charset="-122"/>
            </a:endParaRPr>
          </a:p>
        </p:txBody>
      </p:sp>
      <p:sp>
        <p:nvSpPr>
          <p:cNvPr id="108" name="文本占位符 2">
            <a:extLst>
              <a:ext uri="{FF2B5EF4-FFF2-40B4-BE49-F238E27FC236}">
                <a16:creationId xmlns:a16="http://schemas.microsoft.com/office/drawing/2014/main" id="{FC0C0C11-7DB3-AC6A-7048-08D5F041ED88}"/>
              </a:ext>
            </a:extLst>
          </p:cNvPr>
          <p:cNvSpPr txBox="1">
            <a:spLocks/>
          </p:cNvSpPr>
          <p:nvPr>
            <p:custDataLst>
              <p:tags r:id="rId15"/>
            </p:custDataLst>
          </p:nvPr>
        </p:nvSpPr>
        <p:spPr bwMode="auto">
          <a:xfrm>
            <a:off x="7785100" y="2071688"/>
            <a:ext cx="844550" cy="330200"/>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ctr">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spcBef>
                <a:spcPct val="0"/>
              </a:spcBef>
              <a:spcAft>
                <a:spcPct val="0"/>
              </a:spcAft>
            </a:pPr>
            <a:fld id="{B3C75A57-9F93-4266-912D-0F64FF8AA7D3}" type="datetime'''''R''e''al''ize''''''d&#10;price'''' ''''''''i''''m''pact'''''">
              <a:rPr kumimoji="1" lang="en-US" altLang="en-US" sz="1200" smtClean="0">
                <a:effectLst/>
                <a:latin typeface="HarmonyOS Sans SC Light" pitchFamily="2" charset="-122"/>
                <a:ea typeface="HarmonyOS Sans SC Light" pitchFamily="2" charset="-122"/>
                <a:sym typeface="HarmonyOS Sans SC Light" pitchFamily="2" charset="-122"/>
              </a:rPr>
              <a:pPr algn="l">
                <a:spcBef>
                  <a:spcPct val="0"/>
                </a:spcBef>
                <a:spcAft>
                  <a:spcPct val="0"/>
                </a:spcAft>
              </a:pPr>
              <a:t>Realized
price impact</a:t>
            </a:fld>
            <a:endParaRPr kumimoji="1" lang="zh-CN" altLang="en-US" sz="1200" dirty="0">
              <a:latin typeface="HarmonyOS Sans SC Light" pitchFamily="2" charset="-122"/>
              <a:ea typeface="HarmonyOS Sans SC Light" pitchFamily="2" charset="-122"/>
              <a:sym typeface="HarmonyOS Sans SC Light" pitchFamily="2" charset="-122"/>
            </a:endParaRPr>
          </a:p>
        </p:txBody>
      </p:sp>
      <p:sp>
        <p:nvSpPr>
          <p:cNvPr id="101" name="文本占位符 2">
            <a:extLst>
              <a:ext uri="{FF2B5EF4-FFF2-40B4-BE49-F238E27FC236}">
                <a16:creationId xmlns:a16="http://schemas.microsoft.com/office/drawing/2014/main" id="{DB94CBB7-8389-A79B-3CF6-365F05AC8FF3}"/>
              </a:ext>
            </a:extLst>
          </p:cNvPr>
          <p:cNvSpPr txBox="1">
            <a:spLocks/>
          </p:cNvSpPr>
          <p:nvPr>
            <p:custDataLst>
              <p:tags r:id="rId16"/>
            </p:custDataLst>
          </p:nvPr>
        </p:nvSpPr>
        <p:spPr bwMode="auto">
          <a:xfrm>
            <a:off x="971550" y="2071688"/>
            <a:ext cx="1041400" cy="495300"/>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ctr">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spcBef>
                <a:spcPct val="0"/>
              </a:spcBef>
              <a:spcAft>
                <a:spcPct val="0"/>
              </a:spcAft>
            </a:pPr>
            <a:fld id="{A2409986-43A0-4CA5-84E3-41F774642E4C}" type="datetime'''''Undef''ine''d'' cost&#10;p''ass-thro''u''gh&#10;str''at''''''egy'">
              <a:rPr kumimoji="1" lang="en-US" altLang="en-US" sz="1200" smtClean="0">
                <a:effectLst/>
                <a:latin typeface="HarmonyOS Sans SC Light" pitchFamily="2" charset="-122"/>
                <a:ea typeface="HarmonyOS Sans SC Light" pitchFamily="2" charset="-122"/>
                <a:sym typeface="HarmonyOS Sans SC Light" pitchFamily="2" charset="-122"/>
              </a:rPr>
              <a:pPr algn="l">
                <a:spcBef>
                  <a:spcPct val="0"/>
                </a:spcBef>
                <a:spcAft>
                  <a:spcPct val="0"/>
                </a:spcAft>
              </a:pPr>
              <a:t>Undefined cost
pass-through
strategy</a:t>
            </a:fld>
            <a:endParaRPr kumimoji="1" lang="zh-CN" altLang="en-US" sz="1200" dirty="0">
              <a:latin typeface="HarmonyOS Sans SC Light" pitchFamily="2" charset="-122"/>
              <a:ea typeface="HarmonyOS Sans SC Light" pitchFamily="2" charset="-122"/>
              <a:sym typeface="HarmonyOS Sans SC Light" pitchFamily="2" charset="-122"/>
            </a:endParaRPr>
          </a:p>
        </p:txBody>
      </p:sp>
      <p:sp>
        <p:nvSpPr>
          <p:cNvPr id="7" name="文本框 6">
            <a:extLst>
              <a:ext uri="{FF2B5EF4-FFF2-40B4-BE49-F238E27FC236}">
                <a16:creationId xmlns:a16="http://schemas.microsoft.com/office/drawing/2014/main" id="{47592295-5336-0CAA-3CCD-B8DA06B9936D}"/>
              </a:ext>
            </a:extLst>
          </p:cNvPr>
          <p:cNvSpPr txBox="1"/>
          <p:nvPr/>
        </p:nvSpPr>
        <p:spPr>
          <a:xfrm>
            <a:off x="1572448" y="3810000"/>
            <a:ext cx="620683" cy="369888"/>
          </a:xfrm>
          <a:prstGeom prst="rect">
            <a:avLst/>
          </a:prstGeom>
          <a:noFill/>
        </p:spPr>
        <p:txBody>
          <a:bodyPr wrap="none" rtlCol="0">
            <a:spAutoFit/>
          </a:bodyPr>
          <a:lstStyle/>
          <a:p>
            <a:r>
              <a:rPr kumimoji="1" lang="en-US" altLang="zh-CN" dirty="0">
                <a:solidFill>
                  <a:schemeClr val="bg1"/>
                </a:solidFill>
                <a:latin typeface="HarmonyOS Sans SC" pitchFamily="2" charset="-122"/>
                <a:ea typeface="HarmonyOS Sans SC" pitchFamily="2" charset="-122"/>
              </a:rPr>
              <a:t>25</a:t>
            </a:r>
            <a:r>
              <a:rPr kumimoji="1" lang="zh-CN" altLang="en-US" dirty="0">
                <a:solidFill>
                  <a:schemeClr val="bg1"/>
                </a:solidFill>
                <a:latin typeface="HarmonyOS Sans SC" pitchFamily="2" charset="-122"/>
                <a:ea typeface="HarmonyOS Sans SC" pitchFamily="2" charset="-122"/>
              </a:rPr>
              <a:t>⊄</a:t>
            </a:r>
          </a:p>
        </p:txBody>
      </p:sp>
      <p:sp>
        <p:nvSpPr>
          <p:cNvPr id="129" name="文本框 128">
            <a:extLst>
              <a:ext uri="{FF2B5EF4-FFF2-40B4-BE49-F238E27FC236}">
                <a16:creationId xmlns:a16="http://schemas.microsoft.com/office/drawing/2014/main" id="{EE42A4A6-5182-9819-A21D-302C4A57F9A3}"/>
              </a:ext>
            </a:extLst>
          </p:cNvPr>
          <p:cNvSpPr txBox="1"/>
          <p:nvPr/>
        </p:nvSpPr>
        <p:spPr>
          <a:xfrm>
            <a:off x="3428957" y="3810000"/>
            <a:ext cx="620683" cy="369888"/>
          </a:xfrm>
          <a:prstGeom prst="rect">
            <a:avLst/>
          </a:prstGeom>
          <a:noFill/>
        </p:spPr>
        <p:txBody>
          <a:bodyPr wrap="none" rtlCol="0">
            <a:spAutoFit/>
          </a:bodyPr>
          <a:lstStyle/>
          <a:p>
            <a:r>
              <a:rPr kumimoji="1" lang="en-US" altLang="zh-CN" dirty="0">
                <a:solidFill>
                  <a:schemeClr val="bg1"/>
                </a:solidFill>
                <a:latin typeface="HarmonyOS Sans SC" pitchFamily="2" charset="-122"/>
                <a:ea typeface="HarmonyOS Sans SC" pitchFamily="2" charset="-122"/>
              </a:rPr>
              <a:t>10</a:t>
            </a:r>
            <a:r>
              <a:rPr kumimoji="1" lang="zh-CN" altLang="en-US" dirty="0">
                <a:solidFill>
                  <a:schemeClr val="bg1"/>
                </a:solidFill>
                <a:latin typeface="HarmonyOS Sans SC" pitchFamily="2" charset="-122"/>
                <a:ea typeface="HarmonyOS Sans SC" pitchFamily="2" charset="-122"/>
              </a:rPr>
              <a:t>⊄</a:t>
            </a:r>
          </a:p>
        </p:txBody>
      </p:sp>
      <p:sp>
        <p:nvSpPr>
          <p:cNvPr id="130" name="文本框 129">
            <a:extLst>
              <a:ext uri="{FF2B5EF4-FFF2-40B4-BE49-F238E27FC236}">
                <a16:creationId xmlns:a16="http://schemas.microsoft.com/office/drawing/2014/main" id="{5D41D21A-121F-ACEE-97AA-C203EC700D7E}"/>
              </a:ext>
            </a:extLst>
          </p:cNvPr>
          <p:cNvSpPr txBox="1"/>
          <p:nvPr/>
        </p:nvSpPr>
        <p:spPr>
          <a:xfrm>
            <a:off x="4465667" y="3810000"/>
            <a:ext cx="620683" cy="369888"/>
          </a:xfrm>
          <a:prstGeom prst="rect">
            <a:avLst/>
          </a:prstGeom>
          <a:noFill/>
        </p:spPr>
        <p:txBody>
          <a:bodyPr wrap="none" rtlCol="0">
            <a:spAutoFit/>
          </a:bodyPr>
          <a:lstStyle/>
          <a:p>
            <a:r>
              <a:rPr kumimoji="1" lang="en-US" altLang="zh-CN" dirty="0">
                <a:solidFill>
                  <a:schemeClr val="bg1"/>
                </a:solidFill>
                <a:latin typeface="HarmonyOS Sans SC" pitchFamily="2" charset="-122"/>
                <a:ea typeface="HarmonyOS Sans SC" pitchFamily="2" charset="-122"/>
              </a:rPr>
              <a:t>10</a:t>
            </a:r>
            <a:r>
              <a:rPr kumimoji="1" lang="zh-CN" altLang="en-US" dirty="0">
                <a:solidFill>
                  <a:schemeClr val="bg1"/>
                </a:solidFill>
                <a:latin typeface="HarmonyOS Sans SC" pitchFamily="2" charset="-122"/>
                <a:ea typeface="HarmonyOS Sans SC" pitchFamily="2" charset="-122"/>
              </a:rPr>
              <a:t>⊄</a:t>
            </a:r>
          </a:p>
        </p:txBody>
      </p:sp>
      <p:sp>
        <p:nvSpPr>
          <p:cNvPr id="131" name="文本框 130">
            <a:extLst>
              <a:ext uri="{FF2B5EF4-FFF2-40B4-BE49-F238E27FC236}">
                <a16:creationId xmlns:a16="http://schemas.microsoft.com/office/drawing/2014/main" id="{26503AE9-C23A-E835-DF82-2957592767E3}"/>
              </a:ext>
            </a:extLst>
          </p:cNvPr>
          <p:cNvSpPr txBox="1"/>
          <p:nvPr/>
        </p:nvSpPr>
        <p:spPr>
          <a:xfrm>
            <a:off x="5534581" y="3810000"/>
            <a:ext cx="489236" cy="369888"/>
          </a:xfrm>
          <a:prstGeom prst="rect">
            <a:avLst/>
          </a:prstGeom>
          <a:noFill/>
        </p:spPr>
        <p:txBody>
          <a:bodyPr wrap="none" rtlCol="0">
            <a:spAutoFit/>
          </a:bodyPr>
          <a:lstStyle/>
          <a:p>
            <a:r>
              <a:rPr kumimoji="1" lang="en-US" altLang="zh-CN" dirty="0">
                <a:solidFill>
                  <a:schemeClr val="bg1"/>
                </a:solidFill>
                <a:latin typeface="HarmonyOS Sans SC" pitchFamily="2" charset="-122"/>
                <a:ea typeface="HarmonyOS Sans SC" pitchFamily="2" charset="-122"/>
              </a:rPr>
              <a:t>8</a:t>
            </a:r>
            <a:r>
              <a:rPr kumimoji="1" lang="zh-CN" altLang="en-US" dirty="0">
                <a:solidFill>
                  <a:schemeClr val="bg1"/>
                </a:solidFill>
                <a:latin typeface="HarmonyOS Sans SC" pitchFamily="2" charset="-122"/>
                <a:ea typeface="HarmonyOS Sans SC" pitchFamily="2" charset="-122"/>
              </a:rPr>
              <a:t>⊄</a:t>
            </a:r>
          </a:p>
        </p:txBody>
      </p:sp>
      <p:sp>
        <p:nvSpPr>
          <p:cNvPr id="132" name="文本框 131">
            <a:extLst>
              <a:ext uri="{FF2B5EF4-FFF2-40B4-BE49-F238E27FC236}">
                <a16:creationId xmlns:a16="http://schemas.microsoft.com/office/drawing/2014/main" id="{1C9CCC55-D2E0-2356-FCC3-58FB3D82E41D}"/>
              </a:ext>
            </a:extLst>
          </p:cNvPr>
          <p:cNvSpPr txBox="1"/>
          <p:nvPr/>
        </p:nvSpPr>
        <p:spPr>
          <a:xfrm>
            <a:off x="6308583" y="3810000"/>
            <a:ext cx="489236" cy="369888"/>
          </a:xfrm>
          <a:prstGeom prst="rect">
            <a:avLst/>
          </a:prstGeom>
          <a:noFill/>
        </p:spPr>
        <p:txBody>
          <a:bodyPr wrap="none" rtlCol="0">
            <a:spAutoFit/>
          </a:bodyPr>
          <a:lstStyle/>
          <a:p>
            <a:r>
              <a:rPr kumimoji="1" lang="en-US" altLang="zh-CN" dirty="0">
                <a:solidFill>
                  <a:schemeClr val="bg1"/>
                </a:solidFill>
                <a:latin typeface="HarmonyOS Sans SC" pitchFamily="2" charset="-122"/>
                <a:ea typeface="HarmonyOS Sans SC" pitchFamily="2" charset="-122"/>
              </a:rPr>
              <a:t>7</a:t>
            </a:r>
            <a:r>
              <a:rPr kumimoji="1" lang="zh-CN" altLang="en-US" dirty="0">
                <a:solidFill>
                  <a:schemeClr val="bg1"/>
                </a:solidFill>
                <a:latin typeface="HarmonyOS Sans SC" pitchFamily="2" charset="-122"/>
                <a:ea typeface="HarmonyOS Sans SC" pitchFamily="2" charset="-122"/>
              </a:rPr>
              <a:t>⊄</a:t>
            </a:r>
          </a:p>
        </p:txBody>
      </p:sp>
      <p:sp>
        <p:nvSpPr>
          <p:cNvPr id="133" name="文本框 132">
            <a:extLst>
              <a:ext uri="{FF2B5EF4-FFF2-40B4-BE49-F238E27FC236}">
                <a16:creationId xmlns:a16="http://schemas.microsoft.com/office/drawing/2014/main" id="{234A2AA6-612F-27A0-8ED5-5908B99E8556}"/>
              </a:ext>
            </a:extLst>
          </p:cNvPr>
          <p:cNvSpPr txBox="1"/>
          <p:nvPr/>
        </p:nvSpPr>
        <p:spPr>
          <a:xfrm>
            <a:off x="6996102" y="3810000"/>
            <a:ext cx="489236" cy="369888"/>
          </a:xfrm>
          <a:prstGeom prst="rect">
            <a:avLst/>
          </a:prstGeom>
          <a:noFill/>
        </p:spPr>
        <p:txBody>
          <a:bodyPr wrap="none" rtlCol="0">
            <a:spAutoFit/>
          </a:bodyPr>
          <a:lstStyle/>
          <a:p>
            <a:r>
              <a:rPr kumimoji="1" lang="en-US" altLang="zh-CN" dirty="0">
                <a:solidFill>
                  <a:schemeClr val="bg1"/>
                </a:solidFill>
                <a:latin typeface="HarmonyOS Sans SC" pitchFamily="2" charset="-122"/>
                <a:ea typeface="HarmonyOS Sans SC" pitchFamily="2" charset="-122"/>
              </a:rPr>
              <a:t>6</a:t>
            </a:r>
            <a:r>
              <a:rPr kumimoji="1" lang="zh-CN" altLang="en-US" dirty="0">
                <a:solidFill>
                  <a:schemeClr val="bg1"/>
                </a:solidFill>
                <a:latin typeface="HarmonyOS Sans SC" pitchFamily="2" charset="-122"/>
                <a:ea typeface="HarmonyOS Sans SC" pitchFamily="2" charset="-122"/>
              </a:rPr>
              <a:t>⊄</a:t>
            </a:r>
          </a:p>
        </p:txBody>
      </p:sp>
      <p:sp>
        <p:nvSpPr>
          <p:cNvPr id="134" name="文本框 133">
            <a:extLst>
              <a:ext uri="{FF2B5EF4-FFF2-40B4-BE49-F238E27FC236}">
                <a16:creationId xmlns:a16="http://schemas.microsoft.com/office/drawing/2014/main" id="{BE0E1102-36BC-DEF7-2D81-9FE817AB1077}"/>
              </a:ext>
            </a:extLst>
          </p:cNvPr>
          <p:cNvSpPr txBox="1"/>
          <p:nvPr/>
        </p:nvSpPr>
        <p:spPr>
          <a:xfrm>
            <a:off x="9028265" y="3810000"/>
            <a:ext cx="620683" cy="369888"/>
          </a:xfrm>
          <a:prstGeom prst="rect">
            <a:avLst/>
          </a:prstGeom>
          <a:noFill/>
        </p:spPr>
        <p:txBody>
          <a:bodyPr wrap="none" rtlCol="0">
            <a:spAutoFit/>
          </a:bodyPr>
          <a:lstStyle/>
          <a:p>
            <a:r>
              <a:rPr kumimoji="1" lang="en-US" altLang="zh-CN" dirty="0">
                <a:solidFill>
                  <a:schemeClr val="bg1"/>
                </a:solidFill>
                <a:latin typeface="HarmonyOS Sans SC" pitchFamily="2" charset="-122"/>
                <a:ea typeface="HarmonyOS Sans SC" pitchFamily="2" charset="-122"/>
              </a:rPr>
              <a:t>34</a:t>
            </a:r>
            <a:r>
              <a:rPr kumimoji="1" lang="zh-CN" altLang="en-US" dirty="0">
                <a:solidFill>
                  <a:schemeClr val="bg1"/>
                </a:solidFill>
                <a:latin typeface="HarmonyOS Sans SC" pitchFamily="2" charset="-122"/>
                <a:ea typeface="HarmonyOS Sans SC" pitchFamily="2" charset="-122"/>
              </a:rPr>
              <a:t>⊄</a:t>
            </a:r>
          </a:p>
        </p:txBody>
      </p:sp>
      <p:sp>
        <p:nvSpPr>
          <p:cNvPr id="141" name="文本框 140">
            <a:extLst>
              <a:ext uri="{FF2B5EF4-FFF2-40B4-BE49-F238E27FC236}">
                <a16:creationId xmlns:a16="http://schemas.microsoft.com/office/drawing/2014/main" id="{0A248810-2345-07E8-9ED2-8002D38770A6}"/>
              </a:ext>
            </a:extLst>
          </p:cNvPr>
          <p:cNvSpPr txBox="1"/>
          <p:nvPr/>
        </p:nvSpPr>
        <p:spPr>
          <a:xfrm>
            <a:off x="3645523" y="5607050"/>
            <a:ext cx="808234" cy="585788"/>
          </a:xfrm>
          <a:prstGeom prst="rect">
            <a:avLst/>
          </a:prstGeom>
          <a:noFill/>
        </p:spPr>
        <p:txBody>
          <a:bodyPr wrap="none" rtlCol="0">
            <a:spAutoFit/>
          </a:bodyPr>
          <a:lstStyle/>
          <a:p>
            <a:pPr algn="ctr"/>
            <a:r>
              <a:rPr kumimoji="1" lang="en-US" altLang="zh-CN" dirty="0">
                <a:latin typeface="HarmonyOS Sans SC" pitchFamily="2" charset="-122"/>
                <a:ea typeface="HarmonyOS Sans SC" pitchFamily="2" charset="-122"/>
              </a:rPr>
              <a:t>66%</a:t>
            </a:r>
          </a:p>
          <a:p>
            <a:pPr algn="ctr"/>
            <a:r>
              <a:rPr kumimoji="1" lang="en-US" altLang="zh-CN" sz="1400" dirty="0">
                <a:latin typeface="HarmonyOS Sans SC Light" pitchFamily="2" charset="-122"/>
                <a:ea typeface="HarmonyOS Sans SC Light" pitchFamily="2" charset="-122"/>
              </a:rPr>
              <a:t>leakage</a:t>
            </a:r>
            <a:endParaRPr kumimoji="1" lang="zh-CN" altLang="en-US" sz="1400" dirty="0">
              <a:latin typeface="HarmonyOS Sans SC Light" pitchFamily="2" charset="-122"/>
              <a:ea typeface="HarmonyOS Sans SC Light" pitchFamily="2" charset="-122"/>
            </a:endParaRPr>
          </a:p>
        </p:txBody>
      </p:sp>
      <p:grpSp>
        <p:nvGrpSpPr>
          <p:cNvPr id="144" name="组合 143">
            <a:extLst>
              <a:ext uri="{FF2B5EF4-FFF2-40B4-BE49-F238E27FC236}">
                <a16:creationId xmlns:a16="http://schemas.microsoft.com/office/drawing/2014/main" id="{43255F9F-C10F-455A-FB13-150584D02322}"/>
              </a:ext>
            </a:extLst>
          </p:cNvPr>
          <p:cNvGrpSpPr/>
          <p:nvPr/>
        </p:nvGrpSpPr>
        <p:grpSpPr>
          <a:xfrm>
            <a:off x="598098" y="4953000"/>
            <a:ext cx="6921890" cy="627063"/>
            <a:chOff x="598098" y="4991818"/>
            <a:chExt cx="6921890" cy="626854"/>
          </a:xfrm>
        </p:grpSpPr>
        <p:cxnSp>
          <p:nvCxnSpPr>
            <p:cNvPr id="136" name="直线连接符 135">
              <a:extLst>
                <a:ext uri="{FF2B5EF4-FFF2-40B4-BE49-F238E27FC236}">
                  <a16:creationId xmlns:a16="http://schemas.microsoft.com/office/drawing/2014/main" id="{6333CD89-0660-697E-A78E-62FE49853314}"/>
                </a:ext>
              </a:extLst>
            </p:cNvPr>
            <p:cNvCxnSpPr/>
            <p:nvPr/>
          </p:nvCxnSpPr>
          <p:spPr>
            <a:xfrm>
              <a:off x="598098" y="4991819"/>
              <a:ext cx="0" cy="471577"/>
            </a:xfrm>
            <a:prstGeom prst="line">
              <a:avLst/>
            </a:prstGeom>
            <a:ln>
              <a:solidFill>
                <a:schemeClr val="bg2">
                  <a:lumMod val="90000"/>
                </a:schemeClr>
              </a:solidFill>
            </a:ln>
          </p:spPr>
          <p:style>
            <a:lnRef idx="2">
              <a:schemeClr val="accent1"/>
            </a:lnRef>
            <a:fillRef idx="0">
              <a:schemeClr val="accent1"/>
            </a:fillRef>
            <a:effectRef idx="1">
              <a:schemeClr val="accent1"/>
            </a:effectRef>
            <a:fontRef idx="minor">
              <a:schemeClr val="tx1"/>
            </a:fontRef>
          </p:style>
        </p:cxnSp>
        <p:cxnSp>
          <p:nvCxnSpPr>
            <p:cNvPr id="137" name="直线连接符 136">
              <a:extLst>
                <a:ext uri="{FF2B5EF4-FFF2-40B4-BE49-F238E27FC236}">
                  <a16:creationId xmlns:a16="http://schemas.microsoft.com/office/drawing/2014/main" id="{CE18BD72-3240-004D-9A12-FB3DD822483D}"/>
                </a:ext>
              </a:extLst>
            </p:cNvPr>
            <p:cNvCxnSpPr/>
            <p:nvPr/>
          </p:nvCxnSpPr>
          <p:spPr>
            <a:xfrm>
              <a:off x="7519988" y="4991818"/>
              <a:ext cx="0" cy="471577"/>
            </a:xfrm>
            <a:prstGeom prst="line">
              <a:avLst/>
            </a:prstGeom>
            <a:ln>
              <a:solidFill>
                <a:schemeClr val="bg2">
                  <a:lumMod val="90000"/>
                </a:schemeClr>
              </a:solidFill>
            </a:ln>
          </p:spPr>
          <p:style>
            <a:lnRef idx="2">
              <a:schemeClr val="accent1"/>
            </a:lnRef>
            <a:fillRef idx="0">
              <a:schemeClr val="accent1"/>
            </a:fillRef>
            <a:effectRef idx="1">
              <a:schemeClr val="accent1"/>
            </a:effectRef>
            <a:fontRef idx="minor">
              <a:schemeClr val="tx1"/>
            </a:fontRef>
          </p:style>
        </p:cxnSp>
        <p:cxnSp>
          <p:nvCxnSpPr>
            <p:cNvPr id="138" name="直线连接符 137">
              <a:extLst>
                <a:ext uri="{FF2B5EF4-FFF2-40B4-BE49-F238E27FC236}">
                  <a16:creationId xmlns:a16="http://schemas.microsoft.com/office/drawing/2014/main" id="{74DB391A-316D-2D81-29DA-2B0CEF30C4E9}"/>
                </a:ext>
              </a:extLst>
            </p:cNvPr>
            <p:cNvCxnSpPr>
              <a:cxnSpLocks/>
            </p:cNvCxnSpPr>
            <p:nvPr/>
          </p:nvCxnSpPr>
          <p:spPr>
            <a:xfrm flipH="1" flipV="1">
              <a:off x="598098" y="5463395"/>
              <a:ext cx="6921890" cy="2875"/>
            </a:xfrm>
            <a:prstGeom prst="line">
              <a:avLst/>
            </a:prstGeom>
            <a:ln>
              <a:solidFill>
                <a:schemeClr val="bg2">
                  <a:lumMod val="90000"/>
                </a:schemeClr>
              </a:solidFill>
            </a:ln>
          </p:spPr>
          <p:style>
            <a:lnRef idx="2">
              <a:schemeClr val="accent1"/>
            </a:lnRef>
            <a:fillRef idx="0">
              <a:schemeClr val="accent1"/>
            </a:fillRef>
            <a:effectRef idx="1">
              <a:schemeClr val="accent1"/>
            </a:effectRef>
            <a:fontRef idx="minor">
              <a:schemeClr val="tx1"/>
            </a:fontRef>
          </p:style>
        </p:cxnSp>
        <p:cxnSp>
          <p:nvCxnSpPr>
            <p:cNvPr id="142" name="直线连接符 141">
              <a:extLst>
                <a:ext uri="{FF2B5EF4-FFF2-40B4-BE49-F238E27FC236}">
                  <a16:creationId xmlns:a16="http://schemas.microsoft.com/office/drawing/2014/main" id="{68F4AB01-77BE-B9F3-D191-667A9A02032D}"/>
                </a:ext>
              </a:extLst>
            </p:cNvPr>
            <p:cNvCxnSpPr>
              <a:cxnSpLocks/>
            </p:cNvCxnSpPr>
            <p:nvPr/>
          </p:nvCxnSpPr>
          <p:spPr>
            <a:xfrm>
              <a:off x="4059043" y="5463395"/>
              <a:ext cx="0" cy="155277"/>
            </a:xfrm>
            <a:prstGeom prst="line">
              <a:avLst/>
            </a:prstGeom>
            <a:ln>
              <a:solidFill>
                <a:schemeClr val="bg2">
                  <a:lumMod val="90000"/>
                </a:schemeClr>
              </a:solidFill>
            </a:ln>
          </p:spPr>
          <p:style>
            <a:lnRef idx="2">
              <a:schemeClr val="accent1"/>
            </a:lnRef>
            <a:fillRef idx="0">
              <a:schemeClr val="accent1"/>
            </a:fillRef>
            <a:effectRef idx="1">
              <a:schemeClr val="accent1"/>
            </a:effectRef>
            <a:fontRef idx="minor">
              <a:schemeClr val="tx1"/>
            </a:fontRef>
          </p:style>
        </p:cxnSp>
      </p:grpSp>
      <p:sp>
        <p:nvSpPr>
          <p:cNvPr id="145" name="文本框 144">
            <a:extLst>
              <a:ext uri="{FF2B5EF4-FFF2-40B4-BE49-F238E27FC236}">
                <a16:creationId xmlns:a16="http://schemas.microsoft.com/office/drawing/2014/main" id="{0902711B-9815-1CA5-2287-F1AFF06ED04A}"/>
              </a:ext>
            </a:extLst>
          </p:cNvPr>
          <p:cNvSpPr txBox="1"/>
          <p:nvPr/>
        </p:nvSpPr>
        <p:spPr>
          <a:xfrm>
            <a:off x="508000" y="6115050"/>
            <a:ext cx="1709122" cy="246063"/>
          </a:xfrm>
          <a:prstGeom prst="rect">
            <a:avLst/>
          </a:prstGeom>
          <a:noFill/>
        </p:spPr>
        <p:txBody>
          <a:bodyPr wrap="none" rtlCol="0">
            <a:spAutoFit/>
          </a:bodyPr>
          <a:lstStyle/>
          <a:p>
            <a:r>
              <a:rPr kumimoji="1" lang="en-US" altLang="zh-CN" sz="1000" dirty="0">
                <a:latin typeface="HarmonyOS Sans SC" pitchFamily="2" charset="-122"/>
                <a:ea typeface="HarmonyOS Sans SC" pitchFamily="2" charset="-122"/>
              </a:rPr>
              <a:t>Source: McKinsey analysis</a:t>
            </a:r>
            <a:endParaRPr kumimoji="1" lang="zh-CN" altLang="en-US" sz="1000" dirty="0">
              <a:latin typeface="HarmonyOS Sans SC" pitchFamily="2" charset="-122"/>
              <a:ea typeface="HarmonyOS Sans SC" pitchFamily="2" charset="-122"/>
            </a:endParaRPr>
          </a:p>
        </p:txBody>
      </p:sp>
    </p:spTree>
    <p:extLst>
      <p:ext uri="{BB962C8B-B14F-4D97-AF65-F5344CB8AC3E}">
        <p14:creationId xmlns:p14="http://schemas.microsoft.com/office/powerpoint/2010/main" val="160690434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D1E418-5F27-DFCE-5C58-F7AF5E1F65B7}"/>
            </a:ext>
          </a:extLst>
        </p:cNvPr>
        <p:cNvGrpSpPr/>
        <p:nvPr/>
      </p:nvGrpSpPr>
      <p:grpSpPr>
        <a:xfrm>
          <a:off x="0" y="0"/>
          <a:ext cx="0" cy="0"/>
          <a:chOff x="0" y="0"/>
          <a:chExt cx="0" cy="0"/>
        </a:xfrm>
      </p:grpSpPr>
      <p:graphicFrame>
        <p:nvGraphicFramePr>
          <p:cNvPr id="4" name="think-cell data - do not delete" hidden="1">
            <a:extLst>
              <a:ext uri="{FF2B5EF4-FFF2-40B4-BE49-F238E27FC236}">
                <a16:creationId xmlns:a16="http://schemas.microsoft.com/office/drawing/2014/main" id="{87A2360E-2225-507D-5A9B-7B03D579331E}"/>
              </a:ext>
            </a:extLst>
          </p:cNvPr>
          <p:cNvGraphicFramePr>
            <a:graphicFrameLocks noChangeAspect="1"/>
          </p:cNvGraphicFramePr>
          <p:nvPr>
            <p:custDataLst>
              <p:tags r:id="rId1"/>
            </p:custData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name="think-cell 幻灯片" r:id="rId7" imgW="7772400" imgH="10058400" progId="TCLayout.ActiveDocument.1">
                  <p:embed/>
                </p:oleObj>
              </mc:Choice>
              <mc:Fallback>
                <p:oleObj name="think-cell 幻灯片" r:id="rId7" imgW="7772400" imgH="10058400" progId="TCLayout.ActiveDocument.1">
                  <p:embed/>
                  <p:pic>
                    <p:nvPicPr>
                      <p:cNvPr id="4" name="think-cell data - do not delete" hidden="1">
                        <a:extLst>
                          <a:ext uri="{FF2B5EF4-FFF2-40B4-BE49-F238E27FC236}">
                            <a16:creationId xmlns:a16="http://schemas.microsoft.com/office/drawing/2014/main" id="{87A2360E-2225-507D-5A9B-7B03D579331E}"/>
                          </a:ext>
                        </a:extLst>
                      </p:cNvPr>
                      <p:cNvPicPr/>
                      <p:nvPr/>
                    </p:nvPicPr>
                    <p:blipFill>
                      <a:blip r:embed="rId8"/>
                      <a:stretch>
                        <a:fillRect/>
                      </a:stretch>
                    </p:blipFill>
                    <p:spPr>
                      <a:xfrm>
                        <a:off x="1588" y="1588"/>
                        <a:ext cx="1227" cy="1588"/>
                      </a:xfrm>
                      <a:prstGeom prst="rect">
                        <a:avLst/>
                      </a:prstGeom>
                    </p:spPr>
                  </p:pic>
                </p:oleObj>
              </mc:Fallback>
            </mc:AlternateContent>
          </a:graphicData>
        </a:graphic>
      </p:graphicFrame>
      <p:sp>
        <p:nvSpPr>
          <p:cNvPr id="5" name="文本框 4">
            <a:extLst>
              <a:ext uri="{FF2B5EF4-FFF2-40B4-BE49-F238E27FC236}">
                <a16:creationId xmlns:a16="http://schemas.microsoft.com/office/drawing/2014/main" id="{3DECFEC1-ACBB-7A98-5E78-CA11E4FD351A}"/>
              </a:ext>
            </a:extLst>
          </p:cNvPr>
          <p:cNvSpPr txBox="1"/>
          <p:nvPr/>
        </p:nvSpPr>
        <p:spPr>
          <a:xfrm>
            <a:off x="517584" y="835025"/>
            <a:ext cx="11087820" cy="368300"/>
          </a:xfrm>
          <a:prstGeom prst="rect">
            <a:avLst/>
          </a:prstGeom>
          <a:noFill/>
        </p:spPr>
        <p:txBody>
          <a:bodyPr wrap="square" rtlCol="0">
            <a:spAutoFit/>
          </a:bodyPr>
          <a:lstStyle/>
          <a:p>
            <a:r>
              <a:rPr kumimoji="1" lang="en-US" altLang="zh-CN" dirty="0">
                <a:latin typeface="HarmonyOS Sans SC Medium" pitchFamily="2" charset="-122"/>
                <a:ea typeface="HarmonyOS Sans SC Medium" pitchFamily="2" charset="-122"/>
              </a:rPr>
              <a:t>% of B2B companies that have an analytics center of excellence</a:t>
            </a:r>
            <a:endParaRPr kumimoji="1" lang="zh-CN" altLang="en-US" dirty="0">
              <a:latin typeface="HarmonyOS Sans SC Medium" pitchFamily="2" charset="-122"/>
              <a:ea typeface="HarmonyOS Sans SC Medium" pitchFamily="2" charset="-122"/>
            </a:endParaRPr>
          </a:p>
        </p:txBody>
      </p:sp>
      <p:sp>
        <p:nvSpPr>
          <p:cNvPr id="8" name="文本框 7">
            <a:extLst>
              <a:ext uri="{FF2B5EF4-FFF2-40B4-BE49-F238E27FC236}">
                <a16:creationId xmlns:a16="http://schemas.microsoft.com/office/drawing/2014/main" id="{2A484B14-1138-E819-ACAE-03068E87DD7E}"/>
              </a:ext>
            </a:extLst>
          </p:cNvPr>
          <p:cNvSpPr txBox="1"/>
          <p:nvPr/>
        </p:nvSpPr>
        <p:spPr>
          <a:xfrm>
            <a:off x="517584" y="423863"/>
            <a:ext cx="821059" cy="307975"/>
          </a:xfrm>
          <a:prstGeom prst="rect">
            <a:avLst/>
          </a:prstGeom>
          <a:noFill/>
        </p:spPr>
        <p:txBody>
          <a:bodyPr wrap="none" rtlCol="0">
            <a:spAutoFit/>
          </a:bodyPr>
          <a:lstStyle/>
          <a:p>
            <a:r>
              <a:rPr kumimoji="1" lang="en-US" altLang="zh-CN" sz="1400" dirty="0">
                <a:latin typeface="HarmonyOS Sans SC" pitchFamily="2" charset="-122"/>
                <a:ea typeface="HarmonyOS Sans SC" pitchFamily="2" charset="-122"/>
              </a:rPr>
              <a:t>Insights</a:t>
            </a:r>
            <a:endParaRPr kumimoji="1" lang="zh-CN" altLang="en-US" sz="1400" dirty="0">
              <a:latin typeface="HarmonyOS Sans SC Light" pitchFamily="2" charset="-122"/>
              <a:ea typeface="HarmonyOS Sans SC Light" pitchFamily="2" charset="-122"/>
            </a:endParaRPr>
          </a:p>
        </p:txBody>
      </p:sp>
      <p:graphicFrame>
        <p:nvGraphicFramePr>
          <p:cNvPr id="7" name="Chart 3">
            <a:extLst>
              <a:ext uri="{FF2B5EF4-FFF2-40B4-BE49-F238E27FC236}">
                <a16:creationId xmlns:a16="http://schemas.microsoft.com/office/drawing/2014/main" id="{C0104AED-E878-0A0B-F4B7-6F85F14AC0CE}"/>
              </a:ext>
            </a:extLst>
          </p:cNvPr>
          <p:cNvGraphicFramePr/>
          <p:nvPr>
            <p:custDataLst>
              <p:tags r:id="rId2"/>
            </p:custDataLst>
          </p:nvPr>
        </p:nvGraphicFramePr>
        <p:xfrm>
          <a:off x="749300" y="1466850"/>
          <a:ext cx="4052888" cy="4492625"/>
        </p:xfrm>
        <a:graphic>
          <a:graphicData uri="http://schemas.openxmlformats.org/drawingml/2006/chart">
            <c:chart xmlns:c="http://schemas.openxmlformats.org/drawingml/2006/chart" xmlns:r="http://schemas.openxmlformats.org/officeDocument/2006/relationships" r:id="rId9"/>
          </a:graphicData>
        </a:graphic>
      </p:graphicFrame>
      <p:cxnSp>
        <p:nvCxnSpPr>
          <p:cNvPr id="24" name="直线连接符 23">
            <a:extLst>
              <a:ext uri="{FF2B5EF4-FFF2-40B4-BE49-F238E27FC236}">
                <a16:creationId xmlns:a16="http://schemas.microsoft.com/office/drawing/2014/main" id="{7AC82EAB-63B2-5A36-C1CE-A4DC90C33E48}"/>
              </a:ext>
            </a:extLst>
          </p:cNvPr>
          <p:cNvCxnSpPr/>
          <p:nvPr>
            <p:custDataLst>
              <p:tags r:id="rId3"/>
            </p:custDataLst>
          </p:nvPr>
        </p:nvCxnSpPr>
        <p:spPr bwMode="auto">
          <a:xfrm>
            <a:off x="4165600" y="2501900"/>
            <a:ext cx="596900" cy="0"/>
          </a:xfrm>
          <a:prstGeom prst="line">
            <a:avLst/>
          </a:prstGeom>
          <a:ln w="6350" cap="flat" cmpd="sng" algn="ctr">
            <a:solidFill>
              <a:schemeClr val="tx1"/>
            </a:solidFill>
            <a:prstDash val="dash"/>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25" name="直线连接符 24">
            <a:extLst>
              <a:ext uri="{FF2B5EF4-FFF2-40B4-BE49-F238E27FC236}">
                <a16:creationId xmlns:a16="http://schemas.microsoft.com/office/drawing/2014/main" id="{6DD3A976-9EF4-823C-F245-81C836F2CE1F}"/>
              </a:ext>
            </a:extLst>
          </p:cNvPr>
          <p:cNvCxnSpPr/>
          <p:nvPr>
            <p:custDataLst>
              <p:tags r:id="rId4"/>
            </p:custDataLst>
          </p:nvPr>
        </p:nvCxnSpPr>
        <p:spPr bwMode="auto">
          <a:xfrm>
            <a:off x="2776538" y="1900238"/>
            <a:ext cx="1985963" cy="0"/>
          </a:xfrm>
          <a:prstGeom prst="line">
            <a:avLst/>
          </a:prstGeom>
          <a:ln w="6350" cap="flat" cmpd="sng" algn="ctr">
            <a:solidFill>
              <a:schemeClr val="tx1"/>
            </a:solidFill>
            <a:prstDash val="dash"/>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26" name="直线连接符 25">
            <a:extLst>
              <a:ext uri="{FF2B5EF4-FFF2-40B4-BE49-F238E27FC236}">
                <a16:creationId xmlns:a16="http://schemas.microsoft.com/office/drawing/2014/main" id="{861DBA0C-5456-6813-0B2C-B2BAC5DBC46D}"/>
              </a:ext>
            </a:extLst>
          </p:cNvPr>
          <p:cNvCxnSpPr>
            <a:cxnSpLocks/>
          </p:cNvCxnSpPr>
          <p:nvPr>
            <p:custDataLst>
              <p:tags r:id="rId5"/>
            </p:custDataLst>
          </p:nvPr>
        </p:nvCxnSpPr>
        <p:spPr bwMode="auto">
          <a:xfrm flipV="1">
            <a:off x="4719638" y="1897063"/>
            <a:ext cx="0" cy="608013"/>
          </a:xfrm>
          <a:prstGeom prst="line">
            <a:avLst/>
          </a:prstGeom>
          <a:ln w="28575" cap="flat" cmpd="sng" algn="ctr">
            <a:solidFill>
              <a:schemeClr val="tx1"/>
            </a:solidFill>
            <a:prstDash val="solid"/>
            <a:miter lim="800000"/>
            <a:headEnd type="triangle" w="med" len="med"/>
            <a:tailEnd type="triangle" w="med" len="med"/>
          </a:ln>
          <a:effectLst/>
        </p:spPr>
        <p:style>
          <a:lnRef idx="1">
            <a:schemeClr val="dk1"/>
          </a:lnRef>
          <a:fillRef idx="0">
            <a:schemeClr val="dk1"/>
          </a:fillRef>
          <a:effectRef idx="0">
            <a:schemeClr val="dk1"/>
          </a:effectRef>
          <a:fontRef idx="minor">
            <a:schemeClr val="tx1"/>
          </a:fontRef>
        </p:style>
      </p:cxnSp>
      <p:sp>
        <p:nvSpPr>
          <p:cNvPr id="41" name="文本框 40">
            <a:extLst>
              <a:ext uri="{FF2B5EF4-FFF2-40B4-BE49-F238E27FC236}">
                <a16:creationId xmlns:a16="http://schemas.microsoft.com/office/drawing/2014/main" id="{AA9E2A59-F837-A00B-2FF1-4A4C9B78954E}"/>
              </a:ext>
            </a:extLst>
          </p:cNvPr>
          <p:cNvSpPr txBox="1"/>
          <p:nvPr/>
        </p:nvSpPr>
        <p:spPr>
          <a:xfrm>
            <a:off x="4894281" y="1831975"/>
            <a:ext cx="1935145" cy="738188"/>
          </a:xfrm>
          <a:prstGeom prst="rect">
            <a:avLst/>
          </a:prstGeom>
          <a:noFill/>
        </p:spPr>
        <p:txBody>
          <a:bodyPr wrap="none" rtlCol="0">
            <a:spAutoFit/>
          </a:bodyPr>
          <a:lstStyle/>
          <a:p>
            <a:r>
              <a:rPr kumimoji="1" lang="en-US" altLang="zh-CN" sz="1400" dirty="0">
                <a:latin typeface="HarmonyOS Sans SC" pitchFamily="2" charset="-122"/>
                <a:ea typeface="HarmonyOS Sans SC" pitchFamily="2" charset="-122"/>
              </a:rPr>
              <a:t>Outperformers invest</a:t>
            </a:r>
          </a:p>
          <a:p>
            <a:r>
              <a:rPr kumimoji="1" lang="en-US" altLang="zh-CN" sz="1400" dirty="0">
                <a:latin typeface="HarmonyOS Sans SC" pitchFamily="2" charset="-122"/>
                <a:ea typeface="HarmonyOS Sans SC" pitchFamily="2" charset="-122"/>
              </a:rPr>
              <a:t>in an analytics center</a:t>
            </a:r>
          </a:p>
          <a:p>
            <a:r>
              <a:rPr kumimoji="1" lang="en-US" altLang="zh-CN" sz="1400" dirty="0">
                <a:latin typeface="HarmonyOS Sans SC" pitchFamily="2" charset="-122"/>
                <a:ea typeface="HarmonyOS Sans SC" pitchFamily="2" charset="-122"/>
              </a:rPr>
              <a:t>of excellence</a:t>
            </a:r>
            <a:endParaRPr kumimoji="1" lang="zh-CN" altLang="en-US" sz="1400" dirty="0">
              <a:latin typeface="HarmonyOS Sans SC" pitchFamily="2" charset="-122"/>
              <a:ea typeface="HarmonyOS Sans SC" pitchFamily="2" charset="-122"/>
            </a:endParaRPr>
          </a:p>
        </p:txBody>
      </p:sp>
      <p:sp>
        <p:nvSpPr>
          <p:cNvPr id="42" name="文本框 41">
            <a:extLst>
              <a:ext uri="{FF2B5EF4-FFF2-40B4-BE49-F238E27FC236}">
                <a16:creationId xmlns:a16="http://schemas.microsoft.com/office/drawing/2014/main" id="{43CC073D-E0DA-432C-C526-1F8A49F5C3CE}"/>
              </a:ext>
            </a:extLst>
          </p:cNvPr>
          <p:cNvSpPr txBox="1"/>
          <p:nvPr/>
        </p:nvSpPr>
        <p:spPr>
          <a:xfrm>
            <a:off x="4894281" y="2655888"/>
            <a:ext cx="1055097" cy="585788"/>
          </a:xfrm>
          <a:prstGeom prst="rect">
            <a:avLst/>
          </a:prstGeom>
          <a:noFill/>
        </p:spPr>
        <p:txBody>
          <a:bodyPr wrap="none" rtlCol="0">
            <a:spAutoFit/>
          </a:bodyPr>
          <a:lstStyle/>
          <a:p>
            <a:r>
              <a:rPr kumimoji="1" lang="en-US" altLang="zh-CN" sz="3200" b="1" dirty="0">
                <a:latin typeface="HarmonyOS Sans SC Black" pitchFamily="2" charset="-122"/>
                <a:ea typeface="HarmonyOS Sans SC Black" pitchFamily="2" charset="-122"/>
              </a:rPr>
              <a:t>19%</a:t>
            </a:r>
            <a:endParaRPr kumimoji="1" lang="zh-CN" altLang="en-US" sz="3200" b="1" dirty="0">
              <a:latin typeface="HarmonyOS Sans SC Black" pitchFamily="2" charset="-122"/>
              <a:ea typeface="HarmonyOS Sans SC Black" pitchFamily="2" charset="-122"/>
            </a:endParaRPr>
          </a:p>
        </p:txBody>
      </p:sp>
      <p:sp>
        <p:nvSpPr>
          <p:cNvPr id="43" name="文本框 42">
            <a:extLst>
              <a:ext uri="{FF2B5EF4-FFF2-40B4-BE49-F238E27FC236}">
                <a16:creationId xmlns:a16="http://schemas.microsoft.com/office/drawing/2014/main" id="{CDCD8928-D3D3-7624-8FD2-4F1FD6896281}"/>
              </a:ext>
            </a:extLst>
          </p:cNvPr>
          <p:cNvSpPr txBox="1"/>
          <p:nvPr/>
        </p:nvSpPr>
        <p:spPr>
          <a:xfrm>
            <a:off x="4894281" y="3327400"/>
            <a:ext cx="1447832" cy="522288"/>
          </a:xfrm>
          <a:prstGeom prst="rect">
            <a:avLst/>
          </a:prstGeom>
          <a:noFill/>
        </p:spPr>
        <p:txBody>
          <a:bodyPr wrap="none" rtlCol="0">
            <a:spAutoFit/>
          </a:bodyPr>
          <a:lstStyle/>
          <a:p>
            <a:r>
              <a:rPr kumimoji="1" lang="en-US" altLang="zh-CN" sz="1400" dirty="0">
                <a:latin typeface="HarmonyOS Sans SC" pitchFamily="2" charset="-122"/>
                <a:ea typeface="HarmonyOS Sans SC" pitchFamily="2" charset="-122"/>
              </a:rPr>
              <a:t>more than slow</a:t>
            </a:r>
          </a:p>
          <a:p>
            <a:r>
              <a:rPr kumimoji="1" lang="en-US" altLang="zh-CN" sz="1400" dirty="0">
                <a:latin typeface="HarmonyOS Sans SC" pitchFamily="2" charset="-122"/>
                <a:ea typeface="HarmonyOS Sans SC" pitchFamily="2" charset="-122"/>
              </a:rPr>
              <a:t>growers</a:t>
            </a:r>
            <a:endParaRPr kumimoji="1" lang="zh-CN" altLang="en-US" sz="1400" dirty="0">
              <a:latin typeface="HarmonyOS Sans SC" pitchFamily="2" charset="-122"/>
              <a:ea typeface="HarmonyOS Sans SC" pitchFamily="2" charset="-122"/>
            </a:endParaRPr>
          </a:p>
        </p:txBody>
      </p:sp>
      <p:sp>
        <p:nvSpPr>
          <p:cNvPr id="44" name="矩形 43">
            <a:extLst>
              <a:ext uri="{FF2B5EF4-FFF2-40B4-BE49-F238E27FC236}">
                <a16:creationId xmlns:a16="http://schemas.microsoft.com/office/drawing/2014/main" id="{4D465F6E-B900-2B87-3FC9-518CC9696EEA}"/>
              </a:ext>
            </a:extLst>
          </p:cNvPr>
          <p:cNvSpPr/>
          <p:nvPr/>
        </p:nvSpPr>
        <p:spPr>
          <a:xfrm>
            <a:off x="7280910" y="1897063"/>
            <a:ext cx="3446145" cy="376555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45" name="文本框 44">
            <a:extLst>
              <a:ext uri="{FF2B5EF4-FFF2-40B4-BE49-F238E27FC236}">
                <a16:creationId xmlns:a16="http://schemas.microsoft.com/office/drawing/2014/main" id="{EA191BE1-170C-1550-EA65-7966EF1A8219}"/>
              </a:ext>
            </a:extLst>
          </p:cNvPr>
          <p:cNvSpPr txBox="1"/>
          <p:nvPr/>
        </p:nvSpPr>
        <p:spPr>
          <a:xfrm>
            <a:off x="7679192" y="2403475"/>
            <a:ext cx="2868594" cy="923925"/>
          </a:xfrm>
          <a:prstGeom prst="rect">
            <a:avLst/>
          </a:prstGeom>
          <a:noFill/>
        </p:spPr>
        <p:txBody>
          <a:bodyPr wrap="square" rtlCol="0">
            <a:spAutoFit/>
          </a:bodyPr>
          <a:lstStyle/>
          <a:p>
            <a:r>
              <a:rPr kumimoji="1" lang="en-US" altLang="zh-CN" dirty="0">
                <a:latin typeface="HarmonyOS Sans SC" pitchFamily="2" charset="-122"/>
                <a:ea typeface="HarmonyOS Sans SC" pitchFamily="2" charset="-122"/>
              </a:rPr>
              <a:t>Outperformers invest</a:t>
            </a:r>
            <a:r>
              <a:rPr kumimoji="1" lang="zh-CN" altLang="en-US" dirty="0">
                <a:latin typeface="HarmonyOS Sans SC" pitchFamily="2" charset="-122"/>
                <a:ea typeface="HarmonyOS Sans SC" pitchFamily="2" charset="-122"/>
              </a:rPr>
              <a:t> </a:t>
            </a:r>
            <a:r>
              <a:rPr kumimoji="1" lang="en-US" altLang="zh-CN" dirty="0">
                <a:latin typeface="HarmonyOS Sans SC" pitchFamily="2" charset="-122"/>
                <a:ea typeface="HarmonyOS Sans SC" pitchFamily="2" charset="-122"/>
              </a:rPr>
              <a:t>in an analytics center</a:t>
            </a:r>
            <a:r>
              <a:rPr kumimoji="1" lang="zh-CN" altLang="en-US" dirty="0">
                <a:latin typeface="HarmonyOS Sans SC" pitchFamily="2" charset="-122"/>
                <a:ea typeface="HarmonyOS Sans SC" pitchFamily="2" charset="-122"/>
              </a:rPr>
              <a:t> </a:t>
            </a:r>
            <a:r>
              <a:rPr kumimoji="1" lang="en-US" altLang="zh-CN" dirty="0">
                <a:latin typeface="HarmonyOS Sans SC" pitchFamily="2" charset="-122"/>
                <a:ea typeface="HarmonyOS Sans SC" pitchFamily="2" charset="-122"/>
              </a:rPr>
              <a:t>of excellence</a:t>
            </a:r>
            <a:endParaRPr kumimoji="1" lang="zh-CN" altLang="en-US" dirty="0">
              <a:latin typeface="HarmonyOS Sans SC" pitchFamily="2" charset="-122"/>
              <a:ea typeface="HarmonyOS Sans SC" pitchFamily="2" charset="-122"/>
            </a:endParaRPr>
          </a:p>
        </p:txBody>
      </p:sp>
      <p:sp>
        <p:nvSpPr>
          <p:cNvPr id="46" name="文本框 45">
            <a:extLst>
              <a:ext uri="{FF2B5EF4-FFF2-40B4-BE49-F238E27FC236}">
                <a16:creationId xmlns:a16="http://schemas.microsoft.com/office/drawing/2014/main" id="{A8F1BB3F-E48A-F418-F0FD-E6E5A7568DBC}"/>
              </a:ext>
            </a:extLst>
          </p:cNvPr>
          <p:cNvSpPr txBox="1"/>
          <p:nvPr/>
        </p:nvSpPr>
        <p:spPr>
          <a:xfrm>
            <a:off x="7673645" y="3425825"/>
            <a:ext cx="1818126" cy="1016000"/>
          </a:xfrm>
          <a:prstGeom prst="rect">
            <a:avLst/>
          </a:prstGeom>
          <a:noFill/>
        </p:spPr>
        <p:txBody>
          <a:bodyPr wrap="none" rtlCol="0">
            <a:spAutoFit/>
          </a:bodyPr>
          <a:lstStyle/>
          <a:p>
            <a:r>
              <a:rPr kumimoji="1" lang="en-US" altLang="zh-CN" sz="6000" b="1" dirty="0">
                <a:solidFill>
                  <a:srgbClr val="0352FF"/>
                </a:solidFill>
                <a:latin typeface="HarmonyOS Sans SC Black" pitchFamily="2" charset="-122"/>
                <a:ea typeface="HarmonyOS Sans SC Black" pitchFamily="2" charset="-122"/>
              </a:rPr>
              <a:t>19%</a:t>
            </a:r>
            <a:endParaRPr kumimoji="1" lang="zh-CN" altLang="en-US" sz="6000" b="1" dirty="0">
              <a:solidFill>
                <a:srgbClr val="0352FF"/>
              </a:solidFill>
              <a:latin typeface="HarmonyOS Sans SC Black" pitchFamily="2" charset="-122"/>
              <a:ea typeface="HarmonyOS Sans SC Black" pitchFamily="2" charset="-122"/>
            </a:endParaRPr>
          </a:p>
        </p:txBody>
      </p:sp>
      <p:sp>
        <p:nvSpPr>
          <p:cNvPr id="47" name="文本框 46">
            <a:extLst>
              <a:ext uri="{FF2B5EF4-FFF2-40B4-BE49-F238E27FC236}">
                <a16:creationId xmlns:a16="http://schemas.microsoft.com/office/drawing/2014/main" id="{3B28AE26-3CE8-F06F-8354-53F44ACC0405}"/>
              </a:ext>
            </a:extLst>
          </p:cNvPr>
          <p:cNvSpPr txBox="1"/>
          <p:nvPr/>
        </p:nvSpPr>
        <p:spPr>
          <a:xfrm>
            <a:off x="7679192" y="4441825"/>
            <a:ext cx="2868594" cy="646113"/>
          </a:xfrm>
          <a:prstGeom prst="rect">
            <a:avLst/>
          </a:prstGeom>
          <a:noFill/>
        </p:spPr>
        <p:txBody>
          <a:bodyPr wrap="square" rtlCol="0">
            <a:spAutoFit/>
          </a:bodyPr>
          <a:lstStyle/>
          <a:p>
            <a:r>
              <a:rPr kumimoji="1" lang="en-US" altLang="zh-CN" dirty="0">
                <a:latin typeface="HarmonyOS Sans SC" pitchFamily="2" charset="-122"/>
                <a:ea typeface="HarmonyOS Sans SC" pitchFamily="2" charset="-122"/>
              </a:rPr>
              <a:t>more likely to be</a:t>
            </a:r>
          </a:p>
          <a:p>
            <a:r>
              <a:rPr kumimoji="1" lang="en-US" altLang="zh-CN" dirty="0">
                <a:latin typeface="HarmonyOS Sans SC" pitchFamily="2" charset="-122"/>
                <a:ea typeface="HarmonyOS Sans SC" pitchFamily="2" charset="-122"/>
              </a:rPr>
              <a:t>outperformers</a:t>
            </a:r>
            <a:endParaRPr kumimoji="1" lang="zh-CN" altLang="en-US" dirty="0">
              <a:latin typeface="HarmonyOS Sans SC" pitchFamily="2" charset="-122"/>
              <a:ea typeface="HarmonyOS Sans SC" pitchFamily="2" charset="-122"/>
            </a:endParaRPr>
          </a:p>
        </p:txBody>
      </p:sp>
      <p:sp>
        <p:nvSpPr>
          <p:cNvPr id="49" name="文本框 48">
            <a:extLst>
              <a:ext uri="{FF2B5EF4-FFF2-40B4-BE49-F238E27FC236}">
                <a16:creationId xmlns:a16="http://schemas.microsoft.com/office/drawing/2014/main" id="{85BC08E1-8D85-C302-8DDA-5FC504A7BBCE}"/>
              </a:ext>
            </a:extLst>
          </p:cNvPr>
          <p:cNvSpPr txBox="1"/>
          <p:nvPr/>
        </p:nvSpPr>
        <p:spPr>
          <a:xfrm>
            <a:off x="1338643" y="5708650"/>
            <a:ext cx="1437895" cy="307975"/>
          </a:xfrm>
          <a:prstGeom prst="rect">
            <a:avLst/>
          </a:prstGeom>
          <a:noFill/>
        </p:spPr>
        <p:txBody>
          <a:bodyPr wrap="square">
            <a:spAutoFit/>
          </a:bodyPr>
          <a:lstStyle/>
          <a:p>
            <a:pPr algn="ctr"/>
            <a:r>
              <a:rPr lang="zh-CN" altLang="en-US" sz="1400" dirty="0">
                <a:latin typeface="HarmonyOS Sans SC" pitchFamily="2" charset="-122"/>
                <a:ea typeface="HarmonyOS Sans SC" pitchFamily="2" charset="-122"/>
              </a:rPr>
              <a:t>Outperformers</a:t>
            </a:r>
          </a:p>
        </p:txBody>
      </p:sp>
      <p:sp>
        <p:nvSpPr>
          <p:cNvPr id="50" name="文本框 49">
            <a:extLst>
              <a:ext uri="{FF2B5EF4-FFF2-40B4-BE49-F238E27FC236}">
                <a16:creationId xmlns:a16="http://schemas.microsoft.com/office/drawing/2014/main" id="{FAD166FF-1025-C091-6642-9BBE6775A2D2}"/>
              </a:ext>
            </a:extLst>
          </p:cNvPr>
          <p:cNvSpPr txBox="1"/>
          <p:nvPr/>
        </p:nvSpPr>
        <p:spPr>
          <a:xfrm>
            <a:off x="2727705" y="5708650"/>
            <a:ext cx="1437895" cy="307975"/>
          </a:xfrm>
          <a:prstGeom prst="rect">
            <a:avLst/>
          </a:prstGeom>
          <a:noFill/>
        </p:spPr>
        <p:txBody>
          <a:bodyPr wrap="square">
            <a:spAutoFit/>
          </a:bodyPr>
          <a:lstStyle/>
          <a:p>
            <a:pPr algn="ctr"/>
            <a:r>
              <a:rPr lang="en-US" altLang="zh-CN" sz="1400" dirty="0">
                <a:latin typeface="HarmonyOS Sans SC" pitchFamily="2" charset="-122"/>
                <a:ea typeface="HarmonyOS Sans SC" pitchFamily="2" charset="-122"/>
              </a:rPr>
              <a:t>Slow growers</a:t>
            </a:r>
            <a:endParaRPr lang="zh-CN" altLang="en-US" sz="1400" dirty="0">
              <a:latin typeface="HarmonyOS Sans SC" pitchFamily="2" charset="-122"/>
              <a:ea typeface="HarmonyOS Sans SC" pitchFamily="2" charset="-122"/>
            </a:endParaRPr>
          </a:p>
        </p:txBody>
      </p:sp>
    </p:spTree>
    <p:extLst>
      <p:ext uri="{BB962C8B-B14F-4D97-AF65-F5344CB8AC3E}">
        <p14:creationId xmlns:p14="http://schemas.microsoft.com/office/powerpoint/2010/main" val="10070026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52AE4B-EAB4-3B87-0A68-A5337AD0A912}"/>
            </a:ext>
          </a:extLst>
        </p:cNvPr>
        <p:cNvGrpSpPr/>
        <p:nvPr/>
      </p:nvGrpSpPr>
      <p:grpSpPr>
        <a:xfrm>
          <a:off x="0" y="0"/>
          <a:ext cx="0" cy="0"/>
          <a:chOff x="0" y="0"/>
          <a:chExt cx="0" cy="0"/>
        </a:xfrm>
      </p:grpSpPr>
      <p:graphicFrame>
        <p:nvGraphicFramePr>
          <p:cNvPr id="4" name="think-cell data - do not delete" hidden="1">
            <a:extLst>
              <a:ext uri="{FF2B5EF4-FFF2-40B4-BE49-F238E27FC236}">
                <a16:creationId xmlns:a16="http://schemas.microsoft.com/office/drawing/2014/main" id="{31D2269E-4B2D-E234-A21A-67ED3BAE772F}"/>
              </a:ext>
            </a:extLst>
          </p:cNvPr>
          <p:cNvGraphicFramePr>
            <a:graphicFrameLocks noChangeAspect="1"/>
          </p:cNvGraphicFramePr>
          <p:nvPr>
            <p:custDataLst>
              <p:tags r:id="rId1"/>
            </p:custData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name="think-cell 幻灯片" r:id="rId16" imgW="7772400" imgH="10058400" progId="TCLayout.ActiveDocument.1">
                  <p:embed/>
                </p:oleObj>
              </mc:Choice>
              <mc:Fallback>
                <p:oleObj name="think-cell 幻灯片" r:id="rId16" imgW="7772400" imgH="10058400" progId="TCLayout.ActiveDocument.1">
                  <p:embed/>
                  <p:pic>
                    <p:nvPicPr>
                      <p:cNvPr id="4" name="think-cell data - do not delete" hidden="1">
                        <a:extLst>
                          <a:ext uri="{FF2B5EF4-FFF2-40B4-BE49-F238E27FC236}">
                            <a16:creationId xmlns:a16="http://schemas.microsoft.com/office/drawing/2014/main" id="{31D2269E-4B2D-E234-A21A-67ED3BAE772F}"/>
                          </a:ext>
                        </a:extLst>
                      </p:cNvPr>
                      <p:cNvPicPr/>
                      <p:nvPr/>
                    </p:nvPicPr>
                    <p:blipFill>
                      <a:blip r:embed="rId17"/>
                      <a:stretch>
                        <a:fillRect/>
                      </a:stretch>
                    </p:blipFill>
                    <p:spPr>
                      <a:xfrm>
                        <a:off x="1588" y="1588"/>
                        <a:ext cx="1227" cy="1588"/>
                      </a:xfrm>
                      <a:prstGeom prst="rect">
                        <a:avLst/>
                      </a:prstGeom>
                    </p:spPr>
                  </p:pic>
                </p:oleObj>
              </mc:Fallback>
            </mc:AlternateContent>
          </a:graphicData>
        </a:graphic>
      </p:graphicFrame>
      <p:sp>
        <p:nvSpPr>
          <p:cNvPr id="198" name="矩形 197">
            <a:extLst>
              <a:ext uri="{FF2B5EF4-FFF2-40B4-BE49-F238E27FC236}">
                <a16:creationId xmlns:a16="http://schemas.microsoft.com/office/drawing/2014/main" id="{3CC7D257-25EB-4FE0-DB8B-9E7BC96D6F56}"/>
              </a:ext>
            </a:extLst>
          </p:cNvPr>
          <p:cNvSpPr/>
          <p:nvPr/>
        </p:nvSpPr>
        <p:spPr>
          <a:xfrm>
            <a:off x="9405257" y="2417763"/>
            <a:ext cx="1704862" cy="2703512"/>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5" name="文本框 4">
            <a:extLst>
              <a:ext uri="{FF2B5EF4-FFF2-40B4-BE49-F238E27FC236}">
                <a16:creationId xmlns:a16="http://schemas.microsoft.com/office/drawing/2014/main" id="{88BF1432-E5DC-E4BC-90A3-787FEAEB8E2D}"/>
              </a:ext>
            </a:extLst>
          </p:cNvPr>
          <p:cNvSpPr txBox="1"/>
          <p:nvPr/>
        </p:nvSpPr>
        <p:spPr>
          <a:xfrm>
            <a:off x="517584" y="335438"/>
            <a:ext cx="11087820" cy="646331"/>
          </a:xfrm>
          <a:prstGeom prst="rect">
            <a:avLst/>
          </a:prstGeom>
          <a:noFill/>
        </p:spPr>
        <p:txBody>
          <a:bodyPr wrap="square" rtlCol="0">
            <a:spAutoFit/>
          </a:bodyPr>
          <a:lstStyle/>
          <a:p>
            <a:r>
              <a:rPr kumimoji="1" lang="en-US" altLang="zh-CN" dirty="0">
                <a:latin typeface="HarmonyOS Sans SC Medium" pitchFamily="2" charset="-122"/>
                <a:ea typeface="HarmonyOS Sans SC Medium" pitchFamily="2" charset="-122"/>
              </a:rPr>
              <a:t>In Person and video conference visits from suppliers to B2Bs remain desired and need to be even more frequent with established relationships.</a:t>
            </a:r>
            <a:endParaRPr kumimoji="1" lang="zh-CN" altLang="en-US" dirty="0">
              <a:latin typeface="HarmonyOS Sans SC Medium" pitchFamily="2" charset="-122"/>
              <a:ea typeface="HarmonyOS Sans SC Medium" pitchFamily="2" charset="-122"/>
            </a:endParaRPr>
          </a:p>
        </p:txBody>
      </p:sp>
      <p:sp>
        <p:nvSpPr>
          <p:cNvPr id="2" name="文本框 1">
            <a:extLst>
              <a:ext uri="{FF2B5EF4-FFF2-40B4-BE49-F238E27FC236}">
                <a16:creationId xmlns:a16="http://schemas.microsoft.com/office/drawing/2014/main" id="{6EC636BB-7680-B24F-7D2B-66AB7706A74E}"/>
              </a:ext>
            </a:extLst>
          </p:cNvPr>
          <p:cNvSpPr txBox="1"/>
          <p:nvPr/>
        </p:nvSpPr>
        <p:spPr>
          <a:xfrm>
            <a:off x="517584" y="1025681"/>
            <a:ext cx="6607899" cy="307777"/>
          </a:xfrm>
          <a:prstGeom prst="rect">
            <a:avLst/>
          </a:prstGeom>
          <a:noFill/>
        </p:spPr>
        <p:txBody>
          <a:bodyPr wrap="none" rtlCol="0">
            <a:spAutoFit/>
          </a:bodyPr>
          <a:lstStyle/>
          <a:p>
            <a:r>
              <a:rPr kumimoji="1" lang="en-US" altLang="zh-CN" sz="1400" dirty="0">
                <a:latin typeface="HarmonyOS Sans SC" pitchFamily="2" charset="-122"/>
                <a:ea typeface="HarmonyOS Sans SC" pitchFamily="2" charset="-122"/>
              </a:rPr>
              <a:t>Preferred frequency of in-person and video conference interactions by type of</a:t>
            </a:r>
            <a:endParaRPr kumimoji="1" lang="zh-CN" altLang="en-US" sz="1400" baseline="30000" dirty="0">
              <a:latin typeface="HarmonyOS Sans SC" pitchFamily="2" charset="-122"/>
              <a:ea typeface="HarmonyOS Sans SC" pitchFamily="2" charset="-122"/>
            </a:endParaRPr>
          </a:p>
        </p:txBody>
      </p:sp>
      <p:sp>
        <p:nvSpPr>
          <p:cNvPr id="20" name="文本框 19">
            <a:extLst>
              <a:ext uri="{FF2B5EF4-FFF2-40B4-BE49-F238E27FC236}">
                <a16:creationId xmlns:a16="http://schemas.microsoft.com/office/drawing/2014/main" id="{768C44EA-4684-8D10-99B9-A1FB67EFC25F}"/>
              </a:ext>
            </a:extLst>
          </p:cNvPr>
          <p:cNvSpPr txBox="1"/>
          <p:nvPr/>
        </p:nvSpPr>
        <p:spPr>
          <a:xfrm>
            <a:off x="517584" y="1333458"/>
            <a:ext cx="5628464" cy="307777"/>
          </a:xfrm>
          <a:prstGeom prst="rect">
            <a:avLst/>
          </a:prstGeom>
          <a:noFill/>
        </p:spPr>
        <p:txBody>
          <a:bodyPr wrap="none" rtlCol="0">
            <a:spAutoFit/>
          </a:bodyPr>
          <a:lstStyle/>
          <a:p>
            <a:r>
              <a:rPr kumimoji="1" lang="en-US" altLang="zh-CN" sz="1400" dirty="0">
                <a:latin typeface="HarmonyOS Sans SC" pitchFamily="2" charset="-122"/>
                <a:ea typeface="HarmonyOS Sans SC" pitchFamily="2" charset="-122"/>
              </a:rPr>
              <a:t>relationship with sales representative</a:t>
            </a:r>
            <a:r>
              <a:rPr kumimoji="1" lang="zh-CN" altLang="en-US" sz="1400" dirty="0">
                <a:latin typeface="HarmonyOS Sans SC Light" pitchFamily="2" charset="-122"/>
                <a:ea typeface="HarmonyOS Sans SC Light" pitchFamily="2" charset="-122"/>
              </a:rPr>
              <a:t>，</a:t>
            </a:r>
            <a:r>
              <a:rPr kumimoji="1" lang="en-US" altLang="zh-CN" sz="1400" b="1" baseline="30000" dirty="0">
                <a:latin typeface="HarmonyOS Sans SC Light" pitchFamily="2" charset="-122"/>
                <a:ea typeface="HarmonyOS Sans SC Light" pitchFamily="2" charset="-122"/>
              </a:rPr>
              <a:t>1</a:t>
            </a:r>
            <a:r>
              <a:rPr kumimoji="1" lang="zh-CN" altLang="en-US" sz="1400" dirty="0">
                <a:latin typeface="HarmonyOS Sans SC Light" pitchFamily="2" charset="-122"/>
                <a:ea typeface="HarmonyOS Sans SC Light" pitchFamily="2" charset="-122"/>
              </a:rPr>
              <a:t> </a:t>
            </a:r>
            <a:r>
              <a:rPr kumimoji="1" lang="en-US" altLang="zh-CN" sz="1400" dirty="0">
                <a:latin typeface="HarmonyOS Sans SC Light" pitchFamily="2" charset="-122"/>
                <a:ea typeface="HarmonyOS Sans SC Light" pitchFamily="2" charset="-122"/>
              </a:rPr>
              <a:t>% of respondents, US only</a:t>
            </a:r>
            <a:endParaRPr kumimoji="1" lang="zh-CN" altLang="en-US" sz="1400" dirty="0">
              <a:latin typeface="HarmonyOS Sans SC Light" pitchFamily="2" charset="-122"/>
              <a:ea typeface="HarmonyOS Sans SC Light" pitchFamily="2" charset="-122"/>
            </a:endParaRPr>
          </a:p>
        </p:txBody>
      </p:sp>
      <p:sp>
        <p:nvSpPr>
          <p:cNvPr id="274" name="文本框 273">
            <a:extLst>
              <a:ext uri="{FF2B5EF4-FFF2-40B4-BE49-F238E27FC236}">
                <a16:creationId xmlns:a16="http://schemas.microsoft.com/office/drawing/2014/main" id="{3CE908F5-4F85-F42D-7749-1F309B32D5C1}"/>
              </a:ext>
            </a:extLst>
          </p:cNvPr>
          <p:cNvSpPr txBox="1"/>
          <p:nvPr/>
        </p:nvSpPr>
        <p:spPr>
          <a:xfrm>
            <a:off x="548564" y="5882060"/>
            <a:ext cx="10930422" cy="400110"/>
          </a:xfrm>
          <a:prstGeom prst="rect">
            <a:avLst/>
          </a:prstGeom>
          <a:noFill/>
        </p:spPr>
        <p:txBody>
          <a:bodyPr wrap="square" rtlCol="0">
            <a:spAutoFit/>
          </a:bodyPr>
          <a:lstStyle/>
          <a:p>
            <a:r>
              <a:rPr kumimoji="1" lang="en-US" altLang="zh-CN" sz="1000" baseline="30000" dirty="0">
                <a:latin typeface="HarmonyOS Sans SC" pitchFamily="2" charset="-122"/>
                <a:ea typeface="HarmonyOS Sans SC" pitchFamily="2" charset="-122"/>
              </a:rPr>
              <a:t>1</a:t>
            </a:r>
            <a:r>
              <a:rPr kumimoji="1" lang="en-US" altLang="zh-CN" sz="1000" dirty="0">
                <a:latin typeface="HarmonyOS Sans SC" pitchFamily="2" charset="-122"/>
                <a:ea typeface="HarmonyOS Sans SC" pitchFamily="2" charset="-122"/>
              </a:rPr>
              <a:t>Q: How frequently do you want to meet different types of sales reps from your suppliers in person? How frequently do you want to meet different types of sales reps from your suppliers via video conference</a:t>
            </a:r>
            <a:r>
              <a:rPr kumimoji="1" lang="zh-CN" altLang="en-US" sz="1000" dirty="0">
                <a:latin typeface="HarmonyOS Sans SC" pitchFamily="2" charset="-122"/>
                <a:ea typeface="HarmonyOS Sans SC" pitchFamily="2" charset="-122"/>
              </a:rPr>
              <a:t>？</a:t>
            </a:r>
          </a:p>
        </p:txBody>
      </p:sp>
      <p:sp>
        <p:nvSpPr>
          <p:cNvPr id="3" name="矩形 2">
            <a:extLst>
              <a:ext uri="{FF2B5EF4-FFF2-40B4-BE49-F238E27FC236}">
                <a16:creationId xmlns:a16="http://schemas.microsoft.com/office/drawing/2014/main" id="{A990037E-A80B-19D4-0567-B508CB1434BC}"/>
              </a:ext>
            </a:extLst>
          </p:cNvPr>
          <p:cNvSpPr/>
          <p:nvPr/>
        </p:nvSpPr>
        <p:spPr>
          <a:xfrm>
            <a:off x="615042" y="1745225"/>
            <a:ext cx="695325" cy="239486"/>
          </a:xfrm>
          <a:prstGeom prst="rect">
            <a:avLst/>
          </a:prstGeom>
          <a:solidFill>
            <a:srgbClr val="0352FF"/>
          </a:solidFill>
          <a:ln>
            <a:solidFill>
              <a:srgbClr val="0352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6" name="矩形 5">
            <a:extLst>
              <a:ext uri="{FF2B5EF4-FFF2-40B4-BE49-F238E27FC236}">
                <a16:creationId xmlns:a16="http://schemas.microsoft.com/office/drawing/2014/main" id="{941F1925-0B91-4CD2-9527-E12C3B1C5B72}"/>
              </a:ext>
            </a:extLst>
          </p:cNvPr>
          <p:cNvSpPr/>
          <p:nvPr/>
        </p:nvSpPr>
        <p:spPr>
          <a:xfrm>
            <a:off x="1310368" y="1745225"/>
            <a:ext cx="1255032" cy="239486"/>
          </a:xfrm>
          <a:prstGeom prst="rect">
            <a:avLst/>
          </a:prstGeom>
          <a:solidFill>
            <a:schemeClr val="bg1"/>
          </a:solidFill>
          <a:ln>
            <a:solidFill>
              <a:srgbClr val="0352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7" name="文本框 6">
            <a:extLst>
              <a:ext uri="{FF2B5EF4-FFF2-40B4-BE49-F238E27FC236}">
                <a16:creationId xmlns:a16="http://schemas.microsoft.com/office/drawing/2014/main" id="{8E395EEF-6BBC-E919-5410-0FD248A3060B}"/>
              </a:ext>
            </a:extLst>
          </p:cNvPr>
          <p:cNvSpPr txBox="1"/>
          <p:nvPr/>
        </p:nvSpPr>
        <p:spPr>
          <a:xfrm>
            <a:off x="583433" y="1741857"/>
            <a:ext cx="758541" cy="246221"/>
          </a:xfrm>
          <a:prstGeom prst="rect">
            <a:avLst/>
          </a:prstGeom>
          <a:noFill/>
        </p:spPr>
        <p:txBody>
          <a:bodyPr wrap="none" rtlCol="0">
            <a:spAutoFit/>
          </a:bodyPr>
          <a:lstStyle/>
          <a:p>
            <a:r>
              <a:rPr kumimoji="1" lang="en-US" altLang="zh-CN" sz="1000" dirty="0">
                <a:solidFill>
                  <a:schemeClr val="bg1"/>
                </a:solidFill>
                <a:latin typeface="HarmonyOS Sans SC" pitchFamily="2" charset="-122"/>
                <a:ea typeface="HarmonyOS Sans SC" pitchFamily="2" charset="-122"/>
              </a:rPr>
              <a:t>In-person</a:t>
            </a:r>
            <a:endParaRPr kumimoji="1" lang="zh-CN" altLang="en-US" sz="1000" dirty="0">
              <a:solidFill>
                <a:schemeClr val="bg1"/>
              </a:solidFill>
              <a:latin typeface="HarmonyOS Sans SC" pitchFamily="2" charset="-122"/>
              <a:ea typeface="HarmonyOS Sans SC" pitchFamily="2" charset="-122"/>
            </a:endParaRPr>
          </a:p>
        </p:txBody>
      </p:sp>
      <p:sp>
        <p:nvSpPr>
          <p:cNvPr id="8" name="文本框 7">
            <a:extLst>
              <a:ext uri="{FF2B5EF4-FFF2-40B4-BE49-F238E27FC236}">
                <a16:creationId xmlns:a16="http://schemas.microsoft.com/office/drawing/2014/main" id="{EF965D2B-B960-66F5-497E-A72D6E7A83AC}"/>
              </a:ext>
            </a:extLst>
          </p:cNvPr>
          <p:cNvSpPr txBox="1"/>
          <p:nvPr/>
        </p:nvSpPr>
        <p:spPr>
          <a:xfrm>
            <a:off x="1331788" y="1748207"/>
            <a:ext cx="1212191" cy="246221"/>
          </a:xfrm>
          <a:prstGeom prst="rect">
            <a:avLst/>
          </a:prstGeom>
          <a:noFill/>
        </p:spPr>
        <p:txBody>
          <a:bodyPr wrap="none" rtlCol="0">
            <a:spAutoFit/>
          </a:bodyPr>
          <a:lstStyle/>
          <a:p>
            <a:r>
              <a:rPr kumimoji="1" lang="en-US" altLang="zh-CN" sz="1000" dirty="0">
                <a:solidFill>
                  <a:srgbClr val="0352FF"/>
                </a:solidFill>
                <a:latin typeface="HarmonyOS Sans SC" pitchFamily="2" charset="-122"/>
                <a:ea typeface="HarmonyOS Sans SC" pitchFamily="2" charset="-122"/>
              </a:rPr>
              <a:t>Video conference</a:t>
            </a:r>
            <a:endParaRPr kumimoji="1" lang="zh-CN" altLang="en-US" sz="1000" dirty="0">
              <a:solidFill>
                <a:srgbClr val="0352FF"/>
              </a:solidFill>
              <a:latin typeface="HarmonyOS Sans SC" pitchFamily="2" charset="-122"/>
              <a:ea typeface="HarmonyOS Sans SC" pitchFamily="2" charset="-122"/>
            </a:endParaRPr>
          </a:p>
        </p:txBody>
      </p:sp>
      <p:graphicFrame>
        <p:nvGraphicFramePr>
          <p:cNvPr id="230" name="Chart 3">
            <a:extLst>
              <a:ext uri="{FF2B5EF4-FFF2-40B4-BE49-F238E27FC236}">
                <a16:creationId xmlns:a16="http://schemas.microsoft.com/office/drawing/2014/main" id="{83B5D73D-E80D-B155-B241-EFE46DF55258}"/>
              </a:ext>
            </a:extLst>
          </p:cNvPr>
          <p:cNvGraphicFramePr/>
          <p:nvPr>
            <p:custDataLst>
              <p:tags r:id="rId2"/>
            </p:custDataLst>
          </p:nvPr>
        </p:nvGraphicFramePr>
        <p:xfrm>
          <a:off x="2316163" y="2166938"/>
          <a:ext cx="8875712" cy="3195637"/>
        </p:xfrm>
        <a:graphic>
          <a:graphicData uri="http://schemas.openxmlformats.org/drawingml/2006/chart">
            <c:chart xmlns:c="http://schemas.openxmlformats.org/drawingml/2006/chart" xmlns:r="http://schemas.openxmlformats.org/officeDocument/2006/relationships" r:id="rId18"/>
          </a:graphicData>
        </a:graphic>
      </p:graphicFrame>
      <p:sp>
        <p:nvSpPr>
          <p:cNvPr id="136" name="文本占位符 2">
            <a:extLst>
              <a:ext uri="{FF2B5EF4-FFF2-40B4-BE49-F238E27FC236}">
                <a16:creationId xmlns:a16="http://schemas.microsoft.com/office/drawing/2014/main" id="{B17CA66C-B650-984A-1A5E-311B3687A194}"/>
              </a:ext>
            </a:extLst>
          </p:cNvPr>
          <p:cNvSpPr txBox="1">
            <a:spLocks/>
          </p:cNvSpPr>
          <p:nvPr>
            <p:custDataLst>
              <p:tags r:id="rId3"/>
            </p:custDataLst>
          </p:nvPr>
        </p:nvSpPr>
        <p:spPr bwMode="gray">
          <a:xfrm>
            <a:off x="11201400" y="3424239"/>
            <a:ext cx="155575" cy="150813"/>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ctr">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spcBef>
                <a:spcPct val="0"/>
              </a:spcBef>
              <a:spcAft>
                <a:spcPct val="0"/>
              </a:spcAft>
            </a:pPr>
            <a:fld id="{46FE7613-9192-4563-8E35-5EE52F242F15}" type="datetime'''''''''6''''''''''0'''''''''''''''''''''''''''''''''''">
              <a:rPr kumimoji="1" lang="zh-CN" altLang="en-US" sz="1100" smtClean="0">
                <a:effectLst/>
                <a:latin typeface="HarmonyOS Sans SC Light" pitchFamily="2" charset="-122"/>
                <a:ea typeface="HarmonyOS Sans SC Light" pitchFamily="2" charset="-122"/>
                <a:sym typeface="HarmonyOS Sans SC Light" pitchFamily="2" charset="-122"/>
              </a:rPr>
              <a:pPr algn="l">
                <a:spcBef>
                  <a:spcPct val="0"/>
                </a:spcBef>
                <a:spcAft>
                  <a:spcPct val="0"/>
                </a:spcAft>
              </a:pPr>
              <a:t>60</a:t>
            </a:fld>
            <a:endParaRPr kumimoji="1" lang="zh-CN" altLang="en-US" sz="1100" dirty="0">
              <a:latin typeface="HarmonyOS Sans SC Light" pitchFamily="2" charset="-122"/>
              <a:ea typeface="HarmonyOS Sans SC Light" pitchFamily="2" charset="-122"/>
              <a:sym typeface="HarmonyOS Sans SC Light" pitchFamily="2" charset="-122"/>
            </a:endParaRPr>
          </a:p>
        </p:txBody>
      </p:sp>
      <p:sp>
        <p:nvSpPr>
          <p:cNvPr id="137" name="文本占位符 2">
            <a:extLst>
              <a:ext uri="{FF2B5EF4-FFF2-40B4-BE49-F238E27FC236}">
                <a16:creationId xmlns:a16="http://schemas.microsoft.com/office/drawing/2014/main" id="{212E1848-653B-0821-27EC-B05C6035F175}"/>
              </a:ext>
            </a:extLst>
          </p:cNvPr>
          <p:cNvSpPr txBox="1">
            <a:spLocks/>
          </p:cNvSpPr>
          <p:nvPr>
            <p:custDataLst>
              <p:tags r:id="rId4"/>
            </p:custDataLst>
          </p:nvPr>
        </p:nvSpPr>
        <p:spPr bwMode="gray">
          <a:xfrm>
            <a:off x="11201400" y="2884489"/>
            <a:ext cx="155575" cy="150813"/>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ctr">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spcBef>
                <a:spcPct val="0"/>
              </a:spcBef>
              <a:spcAft>
                <a:spcPct val="0"/>
              </a:spcAft>
            </a:pPr>
            <a:fld id="{72759C4E-C4B1-474A-B155-CC9AF58D657A}" type="datetime'''''''''8''''''''''''''''''''''''0'''''''''">
              <a:rPr kumimoji="1" lang="zh-CN" altLang="en-US" sz="1100" smtClean="0">
                <a:effectLst/>
                <a:latin typeface="HarmonyOS Sans SC Light" pitchFamily="2" charset="-122"/>
                <a:ea typeface="HarmonyOS Sans SC Light" pitchFamily="2" charset="-122"/>
                <a:sym typeface="HarmonyOS Sans SC Light" pitchFamily="2" charset="-122"/>
              </a:rPr>
              <a:pPr algn="l">
                <a:spcBef>
                  <a:spcPct val="0"/>
                </a:spcBef>
                <a:spcAft>
                  <a:spcPct val="0"/>
                </a:spcAft>
              </a:pPr>
              <a:t>80</a:t>
            </a:fld>
            <a:endParaRPr kumimoji="1" lang="zh-CN" altLang="en-US" sz="1100" dirty="0">
              <a:latin typeface="HarmonyOS Sans SC Light" pitchFamily="2" charset="-122"/>
              <a:ea typeface="HarmonyOS Sans SC Light" pitchFamily="2" charset="-122"/>
              <a:sym typeface="HarmonyOS Sans SC Light" pitchFamily="2" charset="-122"/>
            </a:endParaRPr>
          </a:p>
        </p:txBody>
      </p:sp>
      <p:sp>
        <p:nvSpPr>
          <p:cNvPr id="133" name="文本占位符 2">
            <a:extLst>
              <a:ext uri="{FF2B5EF4-FFF2-40B4-BE49-F238E27FC236}">
                <a16:creationId xmlns:a16="http://schemas.microsoft.com/office/drawing/2014/main" id="{4F84842F-8869-975A-9E51-532E38CFB2FD}"/>
              </a:ext>
            </a:extLst>
          </p:cNvPr>
          <p:cNvSpPr txBox="1">
            <a:spLocks/>
          </p:cNvSpPr>
          <p:nvPr>
            <p:custDataLst>
              <p:tags r:id="rId5"/>
            </p:custDataLst>
          </p:nvPr>
        </p:nvSpPr>
        <p:spPr bwMode="gray">
          <a:xfrm>
            <a:off x="11201400" y="5046664"/>
            <a:ext cx="77788" cy="150813"/>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ctr">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spcBef>
                <a:spcPct val="0"/>
              </a:spcBef>
              <a:spcAft>
                <a:spcPct val="0"/>
              </a:spcAft>
            </a:pPr>
            <a:fld id="{69AA6CCD-BBE0-4432-B4A6-19D07FEC40EE}" type="datetime'''''''''''''''''''''0'''''''''''''''''''''''''''''''''''">
              <a:rPr kumimoji="1" lang="zh-CN" altLang="en-US" sz="1100" smtClean="0">
                <a:effectLst/>
                <a:latin typeface="HarmonyOS Sans SC Light" pitchFamily="2" charset="-122"/>
                <a:ea typeface="HarmonyOS Sans SC Light" pitchFamily="2" charset="-122"/>
                <a:sym typeface="HarmonyOS Sans SC Light" pitchFamily="2" charset="-122"/>
              </a:rPr>
              <a:pPr algn="l">
                <a:spcBef>
                  <a:spcPct val="0"/>
                </a:spcBef>
                <a:spcAft>
                  <a:spcPct val="0"/>
                </a:spcAft>
              </a:pPr>
              <a:t>0</a:t>
            </a:fld>
            <a:endParaRPr kumimoji="1" lang="zh-CN" altLang="en-US" sz="1100" dirty="0">
              <a:latin typeface="HarmonyOS Sans SC Light" pitchFamily="2" charset="-122"/>
              <a:ea typeface="HarmonyOS Sans SC Light" pitchFamily="2" charset="-122"/>
              <a:sym typeface="HarmonyOS Sans SC Light" pitchFamily="2" charset="-122"/>
            </a:endParaRPr>
          </a:p>
        </p:txBody>
      </p:sp>
      <p:sp>
        <p:nvSpPr>
          <p:cNvPr id="134" name="文本占位符 2">
            <a:extLst>
              <a:ext uri="{FF2B5EF4-FFF2-40B4-BE49-F238E27FC236}">
                <a16:creationId xmlns:a16="http://schemas.microsoft.com/office/drawing/2014/main" id="{15935CED-6B06-891E-64AA-67694E209307}"/>
              </a:ext>
            </a:extLst>
          </p:cNvPr>
          <p:cNvSpPr txBox="1">
            <a:spLocks/>
          </p:cNvSpPr>
          <p:nvPr>
            <p:custDataLst>
              <p:tags r:id="rId6"/>
            </p:custDataLst>
          </p:nvPr>
        </p:nvSpPr>
        <p:spPr bwMode="gray">
          <a:xfrm>
            <a:off x="11201400" y="4505326"/>
            <a:ext cx="155575" cy="150813"/>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ctr">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spcBef>
                <a:spcPct val="0"/>
              </a:spcBef>
              <a:spcAft>
                <a:spcPct val="0"/>
              </a:spcAft>
            </a:pPr>
            <a:fld id="{5232A499-E5BF-41CB-B31A-01673A514240}" type="datetime'''''2''''''''0'''''''''''''''''''''''''''''''''''''''''''''''">
              <a:rPr kumimoji="1" lang="zh-CN" altLang="en-US" sz="1100" smtClean="0">
                <a:effectLst/>
                <a:latin typeface="HarmonyOS Sans SC Light" pitchFamily="2" charset="-122"/>
                <a:ea typeface="HarmonyOS Sans SC Light" pitchFamily="2" charset="-122"/>
                <a:sym typeface="HarmonyOS Sans SC Light" pitchFamily="2" charset="-122"/>
              </a:rPr>
              <a:pPr algn="l">
                <a:spcBef>
                  <a:spcPct val="0"/>
                </a:spcBef>
                <a:spcAft>
                  <a:spcPct val="0"/>
                </a:spcAft>
              </a:pPr>
              <a:t>20</a:t>
            </a:fld>
            <a:endParaRPr kumimoji="1" lang="zh-CN" altLang="en-US" sz="1100" dirty="0">
              <a:latin typeface="HarmonyOS Sans SC Light" pitchFamily="2" charset="-122"/>
              <a:ea typeface="HarmonyOS Sans SC Light" pitchFamily="2" charset="-122"/>
              <a:sym typeface="HarmonyOS Sans SC Light" pitchFamily="2" charset="-122"/>
            </a:endParaRPr>
          </a:p>
        </p:txBody>
      </p:sp>
      <p:sp>
        <p:nvSpPr>
          <p:cNvPr id="135" name="文本占位符 2">
            <a:extLst>
              <a:ext uri="{FF2B5EF4-FFF2-40B4-BE49-F238E27FC236}">
                <a16:creationId xmlns:a16="http://schemas.microsoft.com/office/drawing/2014/main" id="{A31AC8B9-778A-2732-0E8A-3502DECC68A8}"/>
              </a:ext>
            </a:extLst>
          </p:cNvPr>
          <p:cNvSpPr txBox="1">
            <a:spLocks/>
          </p:cNvSpPr>
          <p:nvPr>
            <p:custDataLst>
              <p:tags r:id="rId7"/>
            </p:custDataLst>
          </p:nvPr>
        </p:nvSpPr>
        <p:spPr bwMode="gray">
          <a:xfrm>
            <a:off x="11201400" y="3965576"/>
            <a:ext cx="155575" cy="150813"/>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ctr">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spcBef>
                <a:spcPct val="0"/>
              </a:spcBef>
              <a:spcAft>
                <a:spcPct val="0"/>
              </a:spcAft>
            </a:pPr>
            <a:fld id="{6522FADD-5EB3-4DB0-A3A2-B9770515B90A}" type="datetime'''''''4''''0'''''''''''''''''''''''''">
              <a:rPr kumimoji="1" lang="zh-CN" altLang="en-US" sz="1100" smtClean="0">
                <a:effectLst/>
                <a:latin typeface="HarmonyOS Sans SC Light" pitchFamily="2" charset="-122"/>
                <a:ea typeface="HarmonyOS Sans SC Light" pitchFamily="2" charset="-122"/>
                <a:sym typeface="HarmonyOS Sans SC Light" pitchFamily="2" charset="-122"/>
              </a:rPr>
              <a:pPr algn="l">
                <a:spcBef>
                  <a:spcPct val="0"/>
                </a:spcBef>
                <a:spcAft>
                  <a:spcPct val="0"/>
                </a:spcAft>
              </a:pPr>
              <a:t>40</a:t>
            </a:fld>
            <a:endParaRPr kumimoji="1" lang="zh-CN" altLang="en-US" sz="1100" dirty="0">
              <a:latin typeface="HarmonyOS Sans SC Light" pitchFamily="2" charset="-122"/>
              <a:ea typeface="HarmonyOS Sans SC Light" pitchFamily="2" charset="-122"/>
              <a:sym typeface="HarmonyOS Sans SC Light" pitchFamily="2" charset="-122"/>
            </a:endParaRPr>
          </a:p>
        </p:txBody>
      </p:sp>
      <p:sp>
        <p:nvSpPr>
          <p:cNvPr id="195" name="文本占位符 2">
            <a:extLst>
              <a:ext uri="{FF2B5EF4-FFF2-40B4-BE49-F238E27FC236}">
                <a16:creationId xmlns:a16="http://schemas.microsoft.com/office/drawing/2014/main" id="{6C91265C-19EA-4FFF-89BB-56C1B257812D}"/>
              </a:ext>
            </a:extLst>
          </p:cNvPr>
          <p:cNvSpPr txBox="1">
            <a:spLocks/>
          </p:cNvSpPr>
          <p:nvPr>
            <p:custDataLst>
              <p:tags r:id="rId8"/>
            </p:custDataLst>
          </p:nvPr>
        </p:nvSpPr>
        <p:spPr bwMode="gray">
          <a:xfrm>
            <a:off x="11201400" y="2343151"/>
            <a:ext cx="233363" cy="150813"/>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ctr">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spcBef>
                <a:spcPct val="0"/>
              </a:spcBef>
              <a:spcAft>
                <a:spcPct val="0"/>
              </a:spcAft>
            </a:pPr>
            <a:fld id="{10E0859D-6D07-4411-BB28-4DB7AB445A1C}" type="datetime'''''''''''''''''''''''''''''''''''''1''''''''''00'''''''''''">
              <a:rPr kumimoji="1" lang="zh-CN" altLang="en-US" sz="1100" smtClean="0">
                <a:effectLst/>
                <a:latin typeface="HarmonyOS Sans SC Light" pitchFamily="2" charset="-122"/>
                <a:ea typeface="HarmonyOS Sans SC Light" pitchFamily="2" charset="-122"/>
                <a:sym typeface="HarmonyOS Sans SC Light" pitchFamily="2" charset="-122"/>
              </a:rPr>
              <a:pPr algn="l">
                <a:spcBef>
                  <a:spcPct val="0"/>
                </a:spcBef>
                <a:spcAft>
                  <a:spcPct val="0"/>
                </a:spcAft>
              </a:pPr>
              <a:t>100</a:t>
            </a:fld>
            <a:endParaRPr kumimoji="1" lang="zh-CN" altLang="en-US" sz="1100" dirty="0">
              <a:latin typeface="HarmonyOS Sans SC Light" pitchFamily="2" charset="-122"/>
              <a:ea typeface="HarmonyOS Sans SC Light" pitchFamily="2" charset="-122"/>
              <a:sym typeface="HarmonyOS Sans SC Light" pitchFamily="2" charset="-122"/>
            </a:endParaRPr>
          </a:p>
        </p:txBody>
      </p:sp>
      <p:cxnSp>
        <p:nvCxnSpPr>
          <p:cNvPr id="196" name="直线连接符 195">
            <a:extLst>
              <a:ext uri="{FF2B5EF4-FFF2-40B4-BE49-F238E27FC236}">
                <a16:creationId xmlns:a16="http://schemas.microsoft.com/office/drawing/2014/main" id="{D2A9EB6D-D20D-C4A5-936B-5CBC15A687AB}"/>
              </a:ext>
            </a:extLst>
          </p:cNvPr>
          <p:cNvCxnSpPr/>
          <p:nvPr>
            <p:custDataLst>
              <p:tags r:id="rId9"/>
            </p:custDataLst>
          </p:nvPr>
        </p:nvCxnSpPr>
        <p:spPr bwMode="auto">
          <a:xfrm flipH="1">
            <a:off x="2439988" y="4594225"/>
            <a:ext cx="31750" cy="39688"/>
          </a:xfrm>
          <a:prstGeom prst="line">
            <a:avLst/>
          </a:prstGeom>
          <a:ln w="6350" cap="flat" cmpd="sng" algn="ctr">
            <a:solidFill>
              <a:schemeClr val="tx1"/>
            </a:solidFill>
            <a:prstDash val="solid"/>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52" name="文本占位符 2">
            <a:extLst>
              <a:ext uri="{FF2B5EF4-FFF2-40B4-BE49-F238E27FC236}">
                <a16:creationId xmlns:a16="http://schemas.microsoft.com/office/drawing/2014/main" id="{8D9F18A2-25FE-F29B-DC60-6EB0D47426D0}"/>
              </a:ext>
            </a:extLst>
          </p:cNvPr>
          <p:cNvSpPr txBox="1">
            <a:spLocks/>
          </p:cNvSpPr>
          <p:nvPr>
            <p:custDataLst>
              <p:tags r:id="rId10"/>
            </p:custDataLst>
          </p:nvPr>
        </p:nvSpPr>
        <p:spPr bwMode="auto">
          <a:xfrm>
            <a:off x="10679113" y="5162551"/>
            <a:ext cx="860425" cy="30162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t">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spcBef>
                <a:spcPct val="0"/>
              </a:spcBef>
              <a:spcAft>
                <a:spcPct val="0"/>
              </a:spcAft>
            </a:pPr>
            <a:fld id="{BA31F4B8-7C5B-4245-9701-0DF73F9B7935}" type="datetime'Dee''''p ''ex''i''stin''g''&#10;rel''''''atio''''nshi''p'">
              <a:rPr kumimoji="1" lang="en-US" altLang="en-US" sz="1100" smtClean="0">
                <a:latin typeface="HarmonyOS Sans SC Light" pitchFamily="2" charset="-122"/>
                <a:ea typeface="HarmonyOS Sans SC Light" pitchFamily="2" charset="-122"/>
                <a:sym typeface="HarmonyOS Sans SC Light" pitchFamily="2" charset="-122"/>
              </a:rPr>
              <a:pPr/>
              <a:t>Deep existing
relationship</a:t>
            </a:fld>
            <a:endParaRPr kumimoji="1" lang="zh-CN" altLang="en-US" sz="1100" dirty="0">
              <a:latin typeface="HarmonyOS Sans SC Light" pitchFamily="2" charset="-122"/>
              <a:ea typeface="HarmonyOS Sans SC Light" pitchFamily="2" charset="-122"/>
              <a:sym typeface="HarmonyOS Sans SC Light" pitchFamily="2" charset="-122"/>
            </a:endParaRPr>
          </a:p>
        </p:txBody>
      </p:sp>
      <p:sp>
        <p:nvSpPr>
          <p:cNvPr id="49" name="文本占位符 2">
            <a:extLst>
              <a:ext uri="{FF2B5EF4-FFF2-40B4-BE49-F238E27FC236}">
                <a16:creationId xmlns:a16="http://schemas.microsoft.com/office/drawing/2014/main" id="{1A3A86F4-F5EC-145B-3DC6-04108FABEC81}"/>
              </a:ext>
            </a:extLst>
          </p:cNvPr>
          <p:cNvSpPr txBox="1">
            <a:spLocks/>
          </p:cNvSpPr>
          <p:nvPr>
            <p:custDataLst>
              <p:tags r:id="rId11"/>
            </p:custDataLst>
          </p:nvPr>
        </p:nvSpPr>
        <p:spPr bwMode="auto">
          <a:xfrm>
            <a:off x="6330951" y="5162551"/>
            <a:ext cx="849313" cy="30162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t">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spcBef>
                <a:spcPct val="0"/>
              </a:spcBef>
              <a:spcAft>
                <a:spcPct val="0"/>
              </a:spcAft>
            </a:pPr>
            <a:fld id="{AD3F3D55-D19A-4D44-BE63-D4DEFEAE2DB1}" type="datetime'T''ra''n''''''s''ac''''t''''iona''l''&#10;re''lat''''io''ns''hip'">
              <a:rPr kumimoji="1" lang="en-US" altLang="en-US" sz="1100" smtClean="0">
                <a:latin typeface="HarmonyOS Sans SC Light" pitchFamily="2" charset="-122"/>
                <a:ea typeface="HarmonyOS Sans SC Light" pitchFamily="2" charset="-122"/>
                <a:sym typeface="HarmonyOS Sans SC Light" pitchFamily="2" charset="-122"/>
              </a:rPr>
              <a:pPr/>
              <a:t>Transactional
relationship</a:t>
            </a:fld>
            <a:endParaRPr kumimoji="1" lang="zh-CN" altLang="en-US" sz="1100" dirty="0">
              <a:latin typeface="HarmonyOS Sans SC Light" pitchFamily="2" charset="-122"/>
              <a:ea typeface="HarmonyOS Sans SC Light" pitchFamily="2" charset="-122"/>
              <a:sym typeface="HarmonyOS Sans SC Light" pitchFamily="2" charset="-122"/>
            </a:endParaRPr>
          </a:p>
        </p:txBody>
      </p:sp>
      <p:sp useBgFill="1">
        <p:nvSpPr>
          <p:cNvPr id="205" name="文本占位符 2">
            <a:extLst>
              <a:ext uri="{FF2B5EF4-FFF2-40B4-BE49-F238E27FC236}">
                <a16:creationId xmlns:a16="http://schemas.microsoft.com/office/drawing/2014/main" id="{F8A35B0A-CE4A-4A24-F6EF-1C8BC5CBC2C5}"/>
              </a:ext>
            </a:extLst>
          </p:cNvPr>
          <p:cNvSpPr txBox="1">
            <a:spLocks/>
          </p:cNvSpPr>
          <p:nvPr>
            <p:custDataLst>
              <p:tags r:id="rId12"/>
            </p:custDataLst>
          </p:nvPr>
        </p:nvSpPr>
        <p:spPr bwMode="gray">
          <a:xfrm>
            <a:off x="2433638" y="3360739"/>
            <a:ext cx="196850" cy="150813"/>
          </a:xfrm>
          <a:prstGeom prst="rect">
            <a:avLst/>
          </a:prstGeom>
          <a:ln>
            <a:noFill/>
          </a:ln>
          <a:effectLst/>
        </p:spPr>
        <p:txBody>
          <a:bodyPr vert="horz" wrap="none" lIns="20638" tIns="0" rIns="20638" bIns="0" rtlCol="0" anchor="b">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spcBef>
                <a:spcPct val="0"/>
              </a:spcBef>
              <a:spcAft>
                <a:spcPct val="0"/>
              </a:spcAft>
            </a:pPr>
            <a:fld id="{29B9C761-0CF7-49B8-810A-7789C9586363}" type="datetime'''''''''''5''''6'''''''''''''''''''''''''''''''''''">
              <a:rPr kumimoji="1" lang="zh-CN" altLang="en-US" sz="1100" smtClean="0">
                <a:effectLst/>
                <a:latin typeface="HarmonyOS Sans SC Light" pitchFamily="2" charset="-122"/>
                <a:ea typeface="HarmonyOS Sans SC Light" pitchFamily="2" charset="-122"/>
                <a:sym typeface="HarmonyOS Sans SC Light" pitchFamily="2" charset="-122"/>
              </a:rPr>
              <a:pPr>
                <a:spcBef>
                  <a:spcPct val="0"/>
                </a:spcBef>
                <a:spcAft>
                  <a:spcPct val="0"/>
                </a:spcAft>
              </a:pPr>
              <a:t>56</a:t>
            </a:fld>
            <a:endParaRPr kumimoji="1" lang="zh-CN" altLang="en-US" sz="1100" dirty="0">
              <a:latin typeface="HarmonyOS Sans SC Light" pitchFamily="2" charset="-122"/>
              <a:ea typeface="HarmonyOS Sans SC Light" pitchFamily="2" charset="-122"/>
              <a:sym typeface="HarmonyOS Sans SC Light" pitchFamily="2" charset="-122"/>
            </a:endParaRPr>
          </a:p>
        </p:txBody>
      </p:sp>
      <p:sp useBgFill="1">
        <p:nvSpPr>
          <p:cNvPr id="206" name="文本占位符 2">
            <a:extLst>
              <a:ext uri="{FF2B5EF4-FFF2-40B4-BE49-F238E27FC236}">
                <a16:creationId xmlns:a16="http://schemas.microsoft.com/office/drawing/2014/main" id="{1607DD4B-2EB1-4273-E53C-7740B84C288C}"/>
              </a:ext>
            </a:extLst>
          </p:cNvPr>
          <p:cNvSpPr txBox="1">
            <a:spLocks/>
          </p:cNvSpPr>
          <p:nvPr>
            <p:custDataLst>
              <p:tags r:id="rId13"/>
            </p:custDataLst>
          </p:nvPr>
        </p:nvSpPr>
        <p:spPr bwMode="gray">
          <a:xfrm>
            <a:off x="2433638" y="4443414"/>
            <a:ext cx="196850" cy="150813"/>
          </a:xfrm>
          <a:prstGeom prst="rect">
            <a:avLst/>
          </a:prstGeom>
          <a:ln>
            <a:noFill/>
          </a:ln>
          <a:effectLst/>
        </p:spPr>
        <p:txBody>
          <a:bodyPr vert="horz" wrap="none" lIns="20638" tIns="0" rIns="20638" bIns="0" rtlCol="0" anchor="b">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spcBef>
                <a:spcPct val="0"/>
              </a:spcBef>
              <a:spcAft>
                <a:spcPct val="0"/>
              </a:spcAft>
            </a:pPr>
            <a:fld id="{1225EC2D-A939-4AC6-82E6-7FA13694E1B1}" type="datetime'''''''''''''''16'''''''''''''''''''''''''''''''">
              <a:rPr kumimoji="1" lang="zh-CN" altLang="en-US" sz="1100" smtClean="0">
                <a:effectLst/>
                <a:latin typeface="HarmonyOS Sans SC Light" pitchFamily="2" charset="-122"/>
                <a:ea typeface="HarmonyOS Sans SC Light" pitchFamily="2" charset="-122"/>
                <a:sym typeface="HarmonyOS Sans SC Light" pitchFamily="2" charset="-122"/>
              </a:rPr>
              <a:pPr>
                <a:spcBef>
                  <a:spcPct val="0"/>
                </a:spcBef>
                <a:spcAft>
                  <a:spcPct val="0"/>
                </a:spcAft>
              </a:pPr>
              <a:t>16</a:t>
            </a:fld>
            <a:endParaRPr kumimoji="1" lang="zh-CN" altLang="en-US" sz="1100" dirty="0">
              <a:latin typeface="HarmonyOS Sans SC Light" pitchFamily="2" charset="-122"/>
              <a:ea typeface="HarmonyOS Sans SC Light" pitchFamily="2" charset="-122"/>
              <a:sym typeface="HarmonyOS Sans SC Light" pitchFamily="2" charset="-122"/>
            </a:endParaRPr>
          </a:p>
        </p:txBody>
      </p:sp>
      <p:sp>
        <p:nvSpPr>
          <p:cNvPr id="47" name="文本占位符 2">
            <a:extLst>
              <a:ext uri="{FF2B5EF4-FFF2-40B4-BE49-F238E27FC236}">
                <a16:creationId xmlns:a16="http://schemas.microsoft.com/office/drawing/2014/main" id="{78E62DDD-0EE8-1866-207F-22B248122ED3}"/>
              </a:ext>
            </a:extLst>
          </p:cNvPr>
          <p:cNvSpPr txBox="1">
            <a:spLocks/>
          </p:cNvSpPr>
          <p:nvPr>
            <p:custDataLst>
              <p:tags r:id="rId14"/>
            </p:custDataLst>
          </p:nvPr>
        </p:nvSpPr>
        <p:spPr bwMode="auto">
          <a:xfrm>
            <a:off x="2030413" y="5162551"/>
            <a:ext cx="736600" cy="30162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t">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spcBef>
                <a:spcPct val="0"/>
              </a:spcBef>
              <a:spcAft>
                <a:spcPct val="0"/>
              </a:spcAft>
            </a:pPr>
            <a:fld id="{C8AF2408-DFEA-4DB7-B471-EA7FC5807748}" type="datetime'''D''''on’''t ''''''''k''''''''''''n''''''''''''''o''''w&#10;well'">
              <a:rPr kumimoji="1" lang="en-US" altLang="en-US" sz="1100" smtClean="0">
                <a:effectLst/>
                <a:latin typeface="HarmonyOS Sans SC Light" pitchFamily="2" charset="-122"/>
                <a:ea typeface="HarmonyOS Sans SC Light" pitchFamily="2" charset="-122"/>
                <a:sym typeface="HarmonyOS Sans SC Light" pitchFamily="2" charset="-122"/>
              </a:rPr>
              <a:pPr>
                <a:spcBef>
                  <a:spcPct val="0"/>
                </a:spcBef>
                <a:spcAft>
                  <a:spcPct val="0"/>
                </a:spcAft>
              </a:pPr>
              <a:t>Don’t know
well</a:t>
            </a:fld>
            <a:endParaRPr kumimoji="1" lang="zh-CN" altLang="en-US" sz="1100" dirty="0">
              <a:latin typeface="HarmonyOS Sans SC Light" pitchFamily="2" charset="-122"/>
              <a:ea typeface="HarmonyOS Sans SC Light" pitchFamily="2" charset="-122"/>
              <a:sym typeface="HarmonyOS Sans SC Light" pitchFamily="2" charset="-122"/>
            </a:endParaRPr>
          </a:p>
        </p:txBody>
      </p:sp>
      <p:sp>
        <p:nvSpPr>
          <p:cNvPr id="185" name="文本框 184">
            <a:extLst>
              <a:ext uri="{FF2B5EF4-FFF2-40B4-BE49-F238E27FC236}">
                <a16:creationId xmlns:a16="http://schemas.microsoft.com/office/drawing/2014/main" id="{1D61C484-8A40-9CDB-B7BC-94160C651724}"/>
              </a:ext>
            </a:extLst>
          </p:cNvPr>
          <p:cNvSpPr txBox="1"/>
          <p:nvPr/>
        </p:nvSpPr>
        <p:spPr>
          <a:xfrm>
            <a:off x="3934366" y="5520026"/>
            <a:ext cx="3794629" cy="307777"/>
          </a:xfrm>
          <a:prstGeom prst="rect">
            <a:avLst/>
          </a:prstGeom>
          <a:noFill/>
        </p:spPr>
        <p:txBody>
          <a:bodyPr wrap="none" rtlCol="0">
            <a:spAutoFit/>
          </a:bodyPr>
          <a:lstStyle/>
          <a:p>
            <a:r>
              <a:rPr kumimoji="1" lang="en-US" altLang="zh-CN" sz="1400" dirty="0">
                <a:latin typeface="HarmonyOS Sans SC" pitchFamily="2" charset="-122"/>
                <a:ea typeface="HarmonyOS Sans SC" pitchFamily="2" charset="-122"/>
              </a:rPr>
              <a:t>Depth of relationship with supplier sales rep</a:t>
            </a:r>
            <a:endParaRPr kumimoji="1" lang="zh-CN" altLang="en-US" sz="1400" dirty="0">
              <a:latin typeface="HarmonyOS Sans SC" pitchFamily="2" charset="-122"/>
              <a:ea typeface="HarmonyOS Sans SC" pitchFamily="2" charset="-122"/>
            </a:endParaRPr>
          </a:p>
        </p:txBody>
      </p:sp>
      <p:sp>
        <p:nvSpPr>
          <p:cNvPr id="186" name="文本框 185">
            <a:extLst>
              <a:ext uri="{FF2B5EF4-FFF2-40B4-BE49-F238E27FC236}">
                <a16:creationId xmlns:a16="http://schemas.microsoft.com/office/drawing/2014/main" id="{105E985D-40CE-3AD6-5652-97C0DD5FDE2E}"/>
              </a:ext>
            </a:extLst>
          </p:cNvPr>
          <p:cNvSpPr txBox="1"/>
          <p:nvPr/>
        </p:nvSpPr>
        <p:spPr>
          <a:xfrm>
            <a:off x="548564" y="6232807"/>
            <a:ext cx="10930422" cy="400110"/>
          </a:xfrm>
          <a:prstGeom prst="rect">
            <a:avLst/>
          </a:prstGeom>
          <a:noFill/>
        </p:spPr>
        <p:txBody>
          <a:bodyPr wrap="square" rtlCol="0">
            <a:spAutoFit/>
          </a:bodyPr>
          <a:lstStyle/>
          <a:p>
            <a:r>
              <a:rPr kumimoji="1" lang="en-US" altLang="zh-CN" sz="1000" baseline="30000" dirty="0">
                <a:latin typeface="HarmonyOS Sans SC" pitchFamily="2" charset="-122"/>
                <a:ea typeface="HarmonyOS Sans SC" pitchFamily="2" charset="-122"/>
              </a:rPr>
              <a:t>2</a:t>
            </a:r>
            <a:r>
              <a:rPr kumimoji="1" lang="en-US" altLang="zh-CN" sz="1000" dirty="0">
                <a:latin typeface="HarmonyOS Sans SC" pitchFamily="2" charset="-122"/>
                <a:ea typeface="HarmonyOS Sans SC" pitchFamily="2" charset="-122"/>
              </a:rPr>
              <a:t>"Monthly or more frequently" includes " Monthly" and "Weekly" responses.</a:t>
            </a:r>
          </a:p>
          <a:p>
            <a:r>
              <a:rPr kumimoji="1" lang="en-US" altLang="zh-CN" sz="1000" dirty="0">
                <a:latin typeface="HarmonyOS Sans SC" pitchFamily="2" charset="-122"/>
                <a:ea typeface="HarmonyOS Sans SC" pitchFamily="2" charset="-122"/>
              </a:rPr>
              <a:t>Source: McKinsey &amp; Company Global B2B Pulse, Nov 2021, n=602</a:t>
            </a:r>
            <a:endParaRPr kumimoji="1" lang="zh-CN" altLang="en-US" sz="1000" dirty="0">
              <a:latin typeface="HarmonyOS Sans SC" pitchFamily="2" charset="-122"/>
              <a:ea typeface="HarmonyOS Sans SC" pitchFamily="2" charset="-122"/>
            </a:endParaRPr>
          </a:p>
        </p:txBody>
      </p:sp>
      <p:sp>
        <p:nvSpPr>
          <p:cNvPr id="191" name="文本框 190">
            <a:extLst>
              <a:ext uri="{FF2B5EF4-FFF2-40B4-BE49-F238E27FC236}">
                <a16:creationId xmlns:a16="http://schemas.microsoft.com/office/drawing/2014/main" id="{80A8D81A-4019-30C6-92CB-DE289E02F40B}"/>
              </a:ext>
            </a:extLst>
          </p:cNvPr>
          <p:cNvSpPr txBox="1"/>
          <p:nvPr/>
        </p:nvSpPr>
        <p:spPr>
          <a:xfrm>
            <a:off x="848288" y="2946577"/>
            <a:ext cx="1550424" cy="523220"/>
          </a:xfrm>
          <a:prstGeom prst="rect">
            <a:avLst/>
          </a:prstGeom>
          <a:noFill/>
        </p:spPr>
        <p:txBody>
          <a:bodyPr wrap="none" rtlCol="0">
            <a:spAutoFit/>
          </a:bodyPr>
          <a:lstStyle/>
          <a:p>
            <a:r>
              <a:rPr kumimoji="1" lang="en-US" altLang="zh-CN" sz="1400" dirty="0">
                <a:latin typeface="HarmonyOS Sans SC" pitchFamily="2" charset="-122"/>
                <a:ea typeface="HarmonyOS Sans SC" pitchFamily="2" charset="-122"/>
              </a:rPr>
              <a:t>Monthly or more</a:t>
            </a:r>
          </a:p>
          <a:p>
            <a:r>
              <a:rPr kumimoji="1" lang="en-US" altLang="zh-CN" sz="1400" dirty="0">
                <a:latin typeface="HarmonyOS Sans SC" pitchFamily="2" charset="-122"/>
                <a:ea typeface="HarmonyOS Sans SC" pitchFamily="2" charset="-122"/>
              </a:rPr>
              <a:t>frequently</a:t>
            </a:r>
            <a:r>
              <a:rPr kumimoji="1" lang="en-US" altLang="zh-CN" sz="1400" baseline="30000" dirty="0">
                <a:latin typeface="HarmonyOS Sans SC" pitchFamily="2" charset="-122"/>
                <a:ea typeface="HarmonyOS Sans SC" pitchFamily="2" charset="-122"/>
              </a:rPr>
              <a:t>2</a:t>
            </a:r>
            <a:endParaRPr kumimoji="1" lang="zh-CN" altLang="en-US" sz="1400" baseline="30000" dirty="0">
              <a:latin typeface="HarmonyOS Sans SC" pitchFamily="2" charset="-122"/>
              <a:ea typeface="HarmonyOS Sans SC" pitchFamily="2" charset="-122"/>
            </a:endParaRPr>
          </a:p>
        </p:txBody>
      </p:sp>
      <p:sp>
        <p:nvSpPr>
          <p:cNvPr id="192" name="文本框 191">
            <a:extLst>
              <a:ext uri="{FF2B5EF4-FFF2-40B4-BE49-F238E27FC236}">
                <a16:creationId xmlns:a16="http://schemas.microsoft.com/office/drawing/2014/main" id="{0464B460-4BA6-8124-0D5D-7376B996BCBF}"/>
              </a:ext>
            </a:extLst>
          </p:cNvPr>
          <p:cNvSpPr txBox="1"/>
          <p:nvPr/>
        </p:nvSpPr>
        <p:spPr>
          <a:xfrm>
            <a:off x="828250" y="3962297"/>
            <a:ext cx="1590500" cy="307777"/>
          </a:xfrm>
          <a:prstGeom prst="rect">
            <a:avLst/>
          </a:prstGeom>
          <a:noFill/>
        </p:spPr>
        <p:txBody>
          <a:bodyPr wrap="none" rtlCol="0">
            <a:spAutoFit/>
          </a:bodyPr>
          <a:lstStyle/>
          <a:p>
            <a:r>
              <a:rPr kumimoji="1" lang="en-US" altLang="zh-CN" sz="1400" dirty="0">
                <a:latin typeface="HarmonyOS Sans SC Light" pitchFamily="2" charset="-122"/>
                <a:ea typeface="HarmonyOS Sans SC Light" pitchFamily="2" charset="-122"/>
              </a:rPr>
              <a:t>Once per quarter</a:t>
            </a:r>
            <a:endParaRPr kumimoji="1" lang="zh-CN" altLang="en-US" sz="1400" baseline="30000" dirty="0">
              <a:latin typeface="HarmonyOS Sans SC Light" pitchFamily="2" charset="-122"/>
              <a:ea typeface="HarmonyOS Sans SC Light" pitchFamily="2" charset="-122"/>
            </a:endParaRPr>
          </a:p>
        </p:txBody>
      </p:sp>
      <p:sp>
        <p:nvSpPr>
          <p:cNvPr id="193" name="文本框 192">
            <a:extLst>
              <a:ext uri="{FF2B5EF4-FFF2-40B4-BE49-F238E27FC236}">
                <a16:creationId xmlns:a16="http://schemas.microsoft.com/office/drawing/2014/main" id="{7BEB79CA-EE7E-66B2-491E-05EE9771D97D}"/>
              </a:ext>
            </a:extLst>
          </p:cNvPr>
          <p:cNvSpPr txBox="1"/>
          <p:nvPr/>
        </p:nvSpPr>
        <p:spPr>
          <a:xfrm>
            <a:off x="1061704" y="4383694"/>
            <a:ext cx="1314784" cy="307777"/>
          </a:xfrm>
          <a:prstGeom prst="rect">
            <a:avLst/>
          </a:prstGeom>
          <a:noFill/>
        </p:spPr>
        <p:txBody>
          <a:bodyPr wrap="none" rtlCol="0">
            <a:spAutoFit/>
          </a:bodyPr>
          <a:lstStyle/>
          <a:p>
            <a:r>
              <a:rPr kumimoji="1" lang="en-US" altLang="zh-CN" sz="1400" dirty="0">
                <a:latin typeface="HarmonyOS Sans SC Light" pitchFamily="2" charset="-122"/>
                <a:ea typeface="HarmonyOS Sans SC Light" pitchFamily="2" charset="-122"/>
              </a:rPr>
              <a:t>Once per year</a:t>
            </a:r>
            <a:endParaRPr kumimoji="1" lang="zh-CN" altLang="en-US" sz="1400" baseline="30000" dirty="0">
              <a:latin typeface="HarmonyOS Sans SC Light" pitchFamily="2" charset="-122"/>
              <a:ea typeface="HarmonyOS Sans SC Light" pitchFamily="2" charset="-122"/>
            </a:endParaRPr>
          </a:p>
        </p:txBody>
      </p:sp>
      <p:cxnSp>
        <p:nvCxnSpPr>
          <p:cNvPr id="200" name="直线连接符 199">
            <a:extLst>
              <a:ext uri="{FF2B5EF4-FFF2-40B4-BE49-F238E27FC236}">
                <a16:creationId xmlns:a16="http://schemas.microsoft.com/office/drawing/2014/main" id="{C86831A8-146C-9CF8-00B2-7662421ACBE0}"/>
              </a:ext>
            </a:extLst>
          </p:cNvPr>
          <p:cNvCxnSpPr/>
          <p:nvPr/>
        </p:nvCxnSpPr>
        <p:spPr>
          <a:xfrm>
            <a:off x="9405257" y="2417763"/>
            <a:ext cx="1704862" cy="0"/>
          </a:xfrm>
          <a:prstGeom prst="line">
            <a:avLst/>
          </a:prstGeom>
          <a:ln w="25400">
            <a:solidFill>
              <a:schemeClr val="tx1"/>
            </a:solidFill>
          </a:ln>
        </p:spPr>
        <p:style>
          <a:lnRef idx="2">
            <a:schemeClr val="accent1"/>
          </a:lnRef>
          <a:fillRef idx="0">
            <a:schemeClr val="accent1"/>
          </a:fillRef>
          <a:effectRef idx="1">
            <a:schemeClr val="accent1"/>
          </a:effectRef>
          <a:fontRef idx="minor">
            <a:schemeClr val="tx1"/>
          </a:fontRef>
        </p:style>
      </p:cxnSp>
      <p:sp>
        <p:nvSpPr>
          <p:cNvPr id="201" name="文本框 200">
            <a:extLst>
              <a:ext uri="{FF2B5EF4-FFF2-40B4-BE49-F238E27FC236}">
                <a16:creationId xmlns:a16="http://schemas.microsoft.com/office/drawing/2014/main" id="{5B8DEA61-0BBD-FDDF-D45B-D07B4364121B}"/>
              </a:ext>
            </a:extLst>
          </p:cNvPr>
          <p:cNvSpPr txBox="1"/>
          <p:nvPr/>
        </p:nvSpPr>
        <p:spPr>
          <a:xfrm>
            <a:off x="8011196" y="1862312"/>
            <a:ext cx="3180679" cy="461665"/>
          </a:xfrm>
          <a:prstGeom prst="rect">
            <a:avLst/>
          </a:prstGeom>
          <a:noFill/>
        </p:spPr>
        <p:txBody>
          <a:bodyPr wrap="none" rtlCol="0">
            <a:spAutoFit/>
          </a:bodyPr>
          <a:lstStyle/>
          <a:p>
            <a:pPr algn="r"/>
            <a:r>
              <a:rPr kumimoji="1" lang="en-US" altLang="zh-CN" sz="1200" dirty="0">
                <a:latin typeface="HarmonyOS Sans SC" pitchFamily="2" charset="-122"/>
                <a:ea typeface="HarmonyOS Sans SC" pitchFamily="2" charset="-122"/>
              </a:rPr>
              <a:t>Desired meeting frequency </a:t>
            </a:r>
            <a:r>
              <a:rPr kumimoji="1" lang="en-US" altLang="zh-CN" sz="1200" b="1" dirty="0">
                <a:latin typeface="HarmonyOS Sans SC" pitchFamily="2" charset="-122"/>
                <a:ea typeface="HarmonyOS Sans SC" pitchFamily="2" charset="-122"/>
              </a:rPr>
              <a:t>increases with</a:t>
            </a:r>
          </a:p>
          <a:p>
            <a:pPr algn="r"/>
            <a:r>
              <a:rPr kumimoji="1" lang="en-US" altLang="zh-CN" sz="1200" b="1" dirty="0">
                <a:latin typeface="HarmonyOS Sans SC" pitchFamily="2" charset="-122"/>
                <a:ea typeface="HarmonyOS Sans SC" pitchFamily="2" charset="-122"/>
              </a:rPr>
              <a:t>depth of relationship with supplier</a:t>
            </a:r>
            <a:endParaRPr kumimoji="1" lang="zh-CN" altLang="en-US" sz="1200" b="1" dirty="0">
              <a:latin typeface="HarmonyOS Sans SC" pitchFamily="2" charset="-122"/>
              <a:ea typeface="HarmonyOS Sans SC" pitchFamily="2" charset="-122"/>
            </a:endParaRPr>
          </a:p>
        </p:txBody>
      </p:sp>
    </p:spTree>
    <p:extLst>
      <p:ext uri="{BB962C8B-B14F-4D97-AF65-F5344CB8AC3E}">
        <p14:creationId xmlns:p14="http://schemas.microsoft.com/office/powerpoint/2010/main" val="3843554696"/>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HINKCELLPRESENTATIONDONOTDELETE" val="&lt;?xml version=&quot;1.0&quot; encoding=&quot;UTF-16&quot; standalone=&quot;yes&quot;?&gt;&lt;root reqver=&quot;28224&quot;&gt;&lt;version val=&quot;35573&quot;/&gt;&lt;CPresentation id=&quot;1&quot;&gt;&lt;m_precDefaultNumber&gt;&lt;m_bNumberIsYear val=&quot;1&quot;/&gt;&lt;m_chMinusSymbol&gt;-&lt;/m_chMinusSymbol&gt;&lt;m_chDecimalSymbol17909&gt;,&lt;/m_chDecimalSymbol17909&gt;&lt;m_nGroupingDigits17909 val=&quot;3&quot;/&gt;&lt;m_chGroupingSymbol17909&gt;.&lt;/m_chGroupingSymbol17909&gt;&lt;m_yearfmt&gt;&lt;begin val=&quot;0&quot;/&gt;&lt;end val=&quot;4&quot;/&gt;&lt;/m_yearfmt&gt;&lt;/m_precDefaultNumber&gt;&lt;m_precDefaultPercent&gt;&lt;m_bNumberIsYear val=&quot;1&quot;/&gt;&lt;m_chMinusSymbol&gt;-&lt;/m_chMinusSymbol&gt;&lt;m_nDecimalDigits17909 val=&quot;0&quot;/&gt;&lt;m_chDecimalSymbol17909&gt;,&lt;/m_chDecimalSymbol17909&gt;&lt;m_nGroupingDigits17909 val=&quot;3&quot;/&gt;&lt;m_chGroupingSymbol17909&gt;.&lt;/m_chGroupingSymbol17909&gt;&lt;m_strSuffix17909&gt;%&lt;/m_strSuffix17909&gt;&lt;m_yearfmt&gt;&lt;begin val=&quot;0&quot;/&gt;&lt;end val=&quot;4&quot;/&gt;&lt;/m_yearfmt&gt;&lt;/m_precDefaultPercent&gt;&lt;m_precDefaultDate&gt;&lt;m_bNumberIsYear val=&quot;0&quot;/&gt;&lt;m_strFormatTime&gt;%Y/%#m/%#d&lt;/m_strFormatTime&gt;&lt;m_yearfmt&gt;&lt;begin val=&quot;0&quot;/&gt;&lt;end val=&quot;0&quot;/&gt;&lt;/m_yearfmt&gt;&lt;/m_precDefaultDate&gt;&lt;m_precDefaultDay&gt;&lt;m_yearfmt&gt;&lt;begin val=&quot;0&quot;/&gt;&lt;end val=&quot;4&quot;/&gt;&lt;/m_yearfmt&gt;&lt;/m_precDefaultDay&gt;&lt;m_precDefaultWeek&gt;&lt;m_yearfmt&gt;&lt;begin val=&quot;0&quot;/&gt;&lt;end val=&quot;4&quot;/&gt;&lt;/m_yearfmt&gt;&lt;/m_precDefaultWeek&gt;&lt;m_precDefaultMonth&gt;&lt;m_yearfmt&gt;&lt;begin val=&quot;0&quot;/&gt;&lt;end val=&quot;4&quot;/&gt;&lt;/m_yearfmt&gt;&lt;/m_precDefaultMonth&gt;&lt;m_precDefaultQuarter&gt;&lt;m_yearfmt&gt;&lt;begin val=&quot;0&quot;/&gt;&lt;end val=&quot;4&quot;/&gt;&lt;/m_yearfmt&gt;&lt;/m_precDefaultQuarter&gt;&lt;m_precDefaultYear&gt;&lt;m_yearfmt&gt;&lt;begin val=&quot;0&quot;/&gt;&lt;end val=&quot;4&quot;/&gt;&lt;/m_yearfmt&gt;&lt;/m_precDefaultYear&gt;&lt;m_precDefaultFYDay&gt;&lt;m_yearfmt&gt;&lt;begin val=&quot;0&quot;/&gt;&lt;end val=&quot;4&quot;/&gt;&lt;/m_yearfmt&gt;&lt;/m_precDefaultFYDay&gt;&lt;m_precDefaultFYWeek&gt;&lt;m_yearfmt&gt;&lt;begin val=&quot;0&quot;/&gt;&lt;end val=&quot;4&quot;/&gt;&lt;/m_yearfmt&gt;&lt;/m_precDefaultFYWeek&gt;&lt;m_precDefaultFYMonth&gt;&lt;m_yearfmt&gt;&lt;begin val=&quot;0&quot;/&gt;&lt;end val=&quot;4&quot;/&gt;&lt;/m_yearfmt&gt;&lt;/m_precDefaultFYMonth&gt;&lt;m_precDefaultFYQuarter&gt;&lt;m_yearfmt&gt;&lt;begin val=&quot;0&quot;/&gt;&lt;end val=&quot;4&quot;/&gt;&lt;/m_yearfmt&gt;&lt;/m_precDefaultFYQuarter&gt;&lt;m_precDefaultFYYear&gt;&lt;m_yearfmt&gt;&lt;begin val=&quot;0&quot;/&gt;&lt;end val=&quot;4&quot;/&gt;&lt;/m_yearfmt&gt;&lt;/m_precDefaultFYYear&gt;&lt;m_mruColor&gt;&lt;m_vecMRU length=&quot;6&quot;&gt;&lt;elem m_fUsage=&quot;2.97545148900000011594E+00&quot;&gt;&lt;m_msothmcolidx val=&quot;0&quot;/&gt;&lt;m_rgb r=&quot;00&quot; g=&quot;A8&quot; b=&quot;F7&quot;/&gt;&lt;/elem&gt;&lt;elem m_fUsage=&quot;1.33046721000000012225E+00&quot;&gt;&lt;m_msothmcolidx val=&quot;0&quot;/&gt;&lt;m_rgb r=&quot;20&quot; g=&quot;38&quot; b=&quot;E9&quot;/&gt;&lt;/elem&gt;&lt;elem m_fUsage=&quot;1.32524013257099992913E+00&quot;&gt;&lt;m_msothmcolidx val=&quot;0&quot;/&gt;&lt;m_rgb r=&quot;D0&quot; g=&quot;D0&quot; b=&quot;D0&quot;/&gt;&lt;/elem&gt;&lt;elem m_fUsage=&quot;1.00000000000000000000E+00&quot;&gt;&lt;m_msothmcolidx val=&quot;0&quot;/&gt;&lt;m_rgb r=&quot;98&quot; g=&quot;E8&quot; b=&quot;F2&quot;/&gt;&lt;/elem&gt;&lt;elem m_fUsage=&quot;6.02865022932900118668E-01&quot;&gt;&lt;m_msothmcolidx val=&quot;0&quot;/&gt;&lt;m_rgb r=&quot;F0&quot; g=&quot;F0&quot; b=&quot;F0&quot;/&gt;&lt;/elem&gt;&lt;elem m_fUsage=&quot;4.78296900000000135833E-01&quot;&gt;&lt;m_msothmcolidx val=&quot;0&quot;/&gt;&lt;m_rgb r=&quot;A7&quot; g=&quot;E6&quot; b=&quot;F1&quot;/&gt;&lt;/elem&gt;&lt;/m_vecMRU&gt;&lt;/m_mruColor&gt;&lt;m_eweekdayFirstOfWeek val=&quot;1&quot;/&gt;&lt;m_eweekdayFirstOfWorkweek val=&quot;2&quot;/&gt;&lt;m_eweekdayFirstOfWeekend val=&quot;7&quot;/&gt;&lt;/CPresentation&gt;&lt;/root&gt;"/>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xml><?xml version="1.0" encoding="utf-8"?>
<p:tagLst xmlns:a="http://schemas.openxmlformats.org/drawingml/2006/main" xmlns:r="http://schemas.openxmlformats.org/officeDocument/2006/relationships" xmlns:p="http://schemas.openxmlformats.org/presentationml/2006/main">
  <p:tag name="THINKCELLSHAPEDONOTDELETE" val="tjJXCtAd5E8GT8MpEUyzr5Q"/>
</p:tagLst>
</file>

<file path=ppt/tags/tag5.xml><?xml version="1.0" encoding="utf-8"?>
<p:tagLst xmlns:a="http://schemas.openxmlformats.org/drawingml/2006/main" xmlns:r="http://schemas.openxmlformats.org/officeDocument/2006/relationships" xmlns:p="http://schemas.openxmlformats.org/presentationml/2006/main">
  <p:tag name="THINKCELLSHAPEDONOTDELETE" val="t.NLxd_hXvfj5vXC_KqIMPg"/>
</p:tagLst>
</file>

<file path=ppt/tags/tag6.xml><?xml version="1.0" encoding="utf-8"?>
<p:tagLst xmlns:a="http://schemas.openxmlformats.org/drawingml/2006/main" xmlns:r="http://schemas.openxmlformats.org/officeDocument/2006/relationships" xmlns:p="http://schemas.openxmlformats.org/presentationml/2006/main">
  <p:tag name="THINKCELLSHAPEDONOTDELETE" val="tC5GX2e8tCdLjQKEjOl7uCw"/>
</p:tagLst>
</file>

<file path=ppt/tags/tag7.xml><?xml version="1.0" encoding="utf-8"?>
<p:tagLst xmlns:a="http://schemas.openxmlformats.org/drawingml/2006/main" xmlns:r="http://schemas.openxmlformats.org/officeDocument/2006/relationships" xmlns:p="http://schemas.openxmlformats.org/presentationml/2006/main">
  <p:tag name="THINKCELLSHAPEDONOTDELETE" val="tdVo_QW6qpYk9qYfSzvAPoA"/>
</p:tagLst>
</file>

<file path=ppt/tags/tag8.xml><?xml version="1.0" encoding="utf-8"?>
<p:tagLst xmlns:a="http://schemas.openxmlformats.org/drawingml/2006/main" xmlns:r="http://schemas.openxmlformats.org/officeDocument/2006/relationships" xmlns:p="http://schemas.openxmlformats.org/presentationml/2006/main">
  <p:tag name="THINKCELLSHAPEDONOTDELETE" val="tmGsAvdCjH7YEdv60KqXOFg"/>
</p:tagLst>
</file>

<file path=ppt/tags/tag9.xml><?xml version="1.0" encoding="utf-8"?>
<p:tagLst xmlns:a="http://schemas.openxmlformats.org/drawingml/2006/main" xmlns:r="http://schemas.openxmlformats.org/officeDocument/2006/relationships" xmlns:p="http://schemas.openxmlformats.org/presentationml/2006/main">
  <p:tag name="THINKCELLSHAPEDONOTDELETE" val="tOm7piNWbrSeyQzOObx9aGg"/>
</p:tagLst>
</file>

<file path=ppt/tags/tag10.xml><?xml version="1.0" encoding="utf-8"?>
<p:tagLst xmlns:a="http://schemas.openxmlformats.org/drawingml/2006/main" xmlns:r="http://schemas.openxmlformats.org/officeDocument/2006/relationships" xmlns:p="http://schemas.openxmlformats.org/presentationml/2006/main">
  <p:tag name="THINKCELLSHAPEDONOTDELETE" val="t14.BEnDb3QBa.5bH.YFbEg"/>
</p:tagLst>
</file>

<file path=ppt/tags/tag11.xml><?xml version="1.0" encoding="utf-8"?>
<p:tagLst xmlns:a="http://schemas.openxmlformats.org/drawingml/2006/main" xmlns:r="http://schemas.openxmlformats.org/officeDocument/2006/relationships" xmlns:p="http://schemas.openxmlformats.org/presentationml/2006/main">
  <p:tag name="THINKCELLSHAPEDONOTDELETE" val="tZNdVBVmXv_fC4.sXhZqyiA"/>
</p:tagLst>
</file>

<file path=ppt/tags/tag12.xml><?xml version="1.0" encoding="utf-8"?>
<p:tagLst xmlns:a="http://schemas.openxmlformats.org/drawingml/2006/main" xmlns:r="http://schemas.openxmlformats.org/officeDocument/2006/relationships" xmlns:p="http://schemas.openxmlformats.org/presentationml/2006/main">
  <p:tag name="THINKCELLSHAPEDONOTDELETE" val="t1cZcrRUoO7R.A.6NP8sGbg"/>
</p:tagLst>
</file>

<file path=ppt/tags/tag13.xml><?xml version="1.0" encoding="utf-8"?>
<p:tagLst xmlns:a="http://schemas.openxmlformats.org/drawingml/2006/main" xmlns:r="http://schemas.openxmlformats.org/officeDocument/2006/relationships" xmlns:p="http://schemas.openxmlformats.org/presentationml/2006/main">
  <p:tag name="THINKCELLSHAPEDONOTDELETE" val="tnPXnKVmn_IV_ij2xH4LlTg"/>
</p:tagLst>
</file>

<file path=ppt/tags/tag14.xml><?xml version="1.0" encoding="utf-8"?>
<p:tagLst xmlns:a="http://schemas.openxmlformats.org/drawingml/2006/main" xmlns:r="http://schemas.openxmlformats.org/officeDocument/2006/relationships" xmlns:p="http://schemas.openxmlformats.org/presentationml/2006/main">
  <p:tag name="THINKCELLSHAPEDONOTDELETE" val="tyq2WIJ72cdqP905UNmxXVQ"/>
</p:tagLst>
</file>

<file path=ppt/tags/tag15.xml><?xml version="1.0" encoding="utf-8"?>
<p:tagLst xmlns:a="http://schemas.openxmlformats.org/drawingml/2006/main" xmlns:r="http://schemas.openxmlformats.org/officeDocument/2006/relationships" xmlns:p="http://schemas.openxmlformats.org/presentationml/2006/main">
  <p:tag name="THINKCELLSHAPEDONOTDELETE" val="tyl8GKlrrCGVcbLLcTw6Hug"/>
</p:tagLst>
</file>

<file path=ppt/tags/tag16.xml><?xml version="1.0" encoding="utf-8"?>
<p:tagLst xmlns:a="http://schemas.openxmlformats.org/drawingml/2006/main" xmlns:r="http://schemas.openxmlformats.org/officeDocument/2006/relationships" xmlns:p="http://schemas.openxmlformats.org/presentationml/2006/main">
  <p:tag name="THINKCELLSHAPEDONOTDELETE" val="tfmkD6XVEp9VYy6DTS8aoeg"/>
</p:tagLst>
</file>

<file path=ppt/tags/tag17.xml><?xml version="1.0" encoding="utf-8"?>
<p:tagLst xmlns:a="http://schemas.openxmlformats.org/drawingml/2006/main" xmlns:r="http://schemas.openxmlformats.org/officeDocument/2006/relationships" xmlns:p="http://schemas.openxmlformats.org/presentationml/2006/main">
  <p:tag name="THINKCELLSHAPEDONOTDELETE" val="tDFGxLDqQUdT5EUkZsMlyEw"/>
</p:tagLst>
</file>

<file path=ppt/tags/tag18.xml><?xml version="1.0" encoding="utf-8"?>
<p:tagLst xmlns:a="http://schemas.openxmlformats.org/drawingml/2006/main" xmlns:r="http://schemas.openxmlformats.org/officeDocument/2006/relationships" xmlns:p="http://schemas.openxmlformats.org/presentationml/2006/main">
  <p:tag name="THINKCELLSHAPEDONOTDELETE" val="t5CAbDeskS0dvB2N4OtZeXA"/>
</p:tagLst>
</file>

<file path=ppt/tags/tag19.xml><?xml version="1.0" encoding="utf-8"?>
<p:tagLst xmlns:a="http://schemas.openxmlformats.org/drawingml/2006/main" xmlns:r="http://schemas.openxmlformats.org/officeDocument/2006/relationships" xmlns:p="http://schemas.openxmlformats.org/presentationml/2006/main">
  <p:tag name="THINKCELLSHAPEDONOTDELETE" val="tn1iO9cR6V8lp9nJtTSaU4w"/>
</p:tagLst>
</file>

<file path=ppt/tags/tag20.xml><?xml version="1.0" encoding="utf-8"?>
<p:tagLst xmlns:a="http://schemas.openxmlformats.org/drawingml/2006/main" xmlns:r="http://schemas.openxmlformats.org/officeDocument/2006/relationships" xmlns:p="http://schemas.openxmlformats.org/presentationml/2006/main">
  <p:tag name="THINKCELLSHAPEDONOTDELETE" val="tuTBHJSB5mKkWK7AeC9fw4w"/>
</p:tagLst>
</file>

<file path=ppt/tags/tag21.xml><?xml version="1.0" encoding="utf-8"?>
<p:tagLst xmlns:a="http://schemas.openxmlformats.org/drawingml/2006/main" xmlns:r="http://schemas.openxmlformats.org/officeDocument/2006/relationships" xmlns:p="http://schemas.openxmlformats.org/presentationml/2006/main">
  <p:tag name="THINKCELLSHAPEDONOTDELETE" val="tcy_qJK077NQBCk2CMoqC3Q"/>
</p:tagLst>
</file>

<file path=ppt/tags/tag2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3.xml><?xml version="1.0" encoding="utf-8"?>
<p:tagLst xmlns:a="http://schemas.openxmlformats.org/drawingml/2006/main" xmlns:r="http://schemas.openxmlformats.org/officeDocument/2006/relationships" xmlns:p="http://schemas.openxmlformats.org/presentationml/2006/main">
  <p:tag name="THINKCELLSHAPEDONOTDELETE" val="tHjoGBVUD8Gj0JZYelA9UJw"/>
</p:tagLst>
</file>

<file path=ppt/tags/tag24.xml><?xml version="1.0" encoding="utf-8"?>
<p:tagLst xmlns:a="http://schemas.openxmlformats.org/drawingml/2006/main" xmlns:r="http://schemas.openxmlformats.org/officeDocument/2006/relationships" xmlns:p="http://schemas.openxmlformats.org/presentationml/2006/main">
  <p:tag name="THINKCELLSHAPEDONOTDELETE" val="tiCLw_l3KTfvOa5v_ke7esQ"/>
</p:tagLst>
</file>

<file path=ppt/tags/tag25.xml><?xml version="1.0" encoding="utf-8"?>
<p:tagLst xmlns:a="http://schemas.openxmlformats.org/drawingml/2006/main" xmlns:r="http://schemas.openxmlformats.org/officeDocument/2006/relationships" xmlns:p="http://schemas.openxmlformats.org/presentationml/2006/main">
  <p:tag name="THINKCELLSHAPEDONOTDELETE" val="tkTEDZZIGKA2VLnv5yHVnqg"/>
</p:tagLst>
</file>

<file path=ppt/tags/tag26.xml><?xml version="1.0" encoding="utf-8"?>
<p:tagLst xmlns:a="http://schemas.openxmlformats.org/drawingml/2006/main" xmlns:r="http://schemas.openxmlformats.org/officeDocument/2006/relationships" xmlns:p="http://schemas.openxmlformats.org/presentationml/2006/main">
  <p:tag name="THINKCELLSHAPEDONOTDELETE" val="tpwbRa8gQYC8BOjVGawwMhQ"/>
</p:tagLst>
</file>

<file path=ppt/tags/tag27.xml><?xml version="1.0" encoding="utf-8"?>
<p:tagLst xmlns:a="http://schemas.openxmlformats.org/drawingml/2006/main" xmlns:r="http://schemas.openxmlformats.org/officeDocument/2006/relationships" xmlns:p="http://schemas.openxmlformats.org/presentationml/2006/main">
  <p:tag name="THINKCELLSHAPEDONOTDELETE" val="t486DOrJIXbXoMq1fppfQfA"/>
</p:tagLst>
</file>

<file path=ppt/tags/tag28.xml><?xml version="1.0" encoding="utf-8"?>
<p:tagLst xmlns:a="http://schemas.openxmlformats.org/drawingml/2006/main" xmlns:r="http://schemas.openxmlformats.org/officeDocument/2006/relationships" xmlns:p="http://schemas.openxmlformats.org/presentationml/2006/main">
  <p:tag name="THINKCELLSHAPEDONOTDELETE" val="tFWZFaS9MxKCsRjeCVfjFNg"/>
</p:tagLst>
</file>

<file path=ppt/tags/tag29.xml><?xml version="1.0" encoding="utf-8"?>
<p:tagLst xmlns:a="http://schemas.openxmlformats.org/drawingml/2006/main" xmlns:r="http://schemas.openxmlformats.org/officeDocument/2006/relationships" xmlns:p="http://schemas.openxmlformats.org/presentationml/2006/main">
  <p:tag name="THINKCELLSHAPEDONOTDELETE" val="tEnJJMHrtSMCOidrmxBUcvA"/>
</p:tagLst>
</file>

<file path=ppt/tags/tag30.xml><?xml version="1.0" encoding="utf-8"?>
<p:tagLst xmlns:a="http://schemas.openxmlformats.org/drawingml/2006/main" xmlns:r="http://schemas.openxmlformats.org/officeDocument/2006/relationships" xmlns:p="http://schemas.openxmlformats.org/presentationml/2006/main">
  <p:tag name="THINKCELLSHAPEDONOTDELETE" val="tNuM0XENDVwN6pf1kbhXA_w"/>
</p:tagLst>
</file>

<file path=ppt/tags/tag31.xml><?xml version="1.0" encoding="utf-8"?>
<p:tagLst xmlns:a="http://schemas.openxmlformats.org/drawingml/2006/main" xmlns:r="http://schemas.openxmlformats.org/officeDocument/2006/relationships" xmlns:p="http://schemas.openxmlformats.org/presentationml/2006/main">
  <p:tag name="THINKCELLSHAPEDONOTDELETE" val="tbFqn.p4qDaV1GNNB8CsEIw"/>
</p:tagLst>
</file>

<file path=ppt/tags/tag32.xml><?xml version="1.0" encoding="utf-8"?>
<p:tagLst xmlns:a="http://schemas.openxmlformats.org/drawingml/2006/main" xmlns:r="http://schemas.openxmlformats.org/officeDocument/2006/relationships" xmlns:p="http://schemas.openxmlformats.org/presentationml/2006/main">
  <p:tag name="THINKCELLSHAPEDONOTDELETE" val="tFAc3wzQunmwV0VzWwHmkjw"/>
</p:tagLst>
</file>

<file path=ppt/tags/tag33.xml><?xml version="1.0" encoding="utf-8"?>
<p:tagLst xmlns:a="http://schemas.openxmlformats.org/drawingml/2006/main" xmlns:r="http://schemas.openxmlformats.org/officeDocument/2006/relationships" xmlns:p="http://schemas.openxmlformats.org/presentationml/2006/main">
  <p:tag name="THINKCELLSHAPEDONOTDELETE" val="tRuHmQa6CcWukw1Vh.PjMqw"/>
</p:tagLst>
</file>

<file path=ppt/tags/tag34.xml><?xml version="1.0" encoding="utf-8"?>
<p:tagLst xmlns:a="http://schemas.openxmlformats.org/drawingml/2006/main" xmlns:r="http://schemas.openxmlformats.org/officeDocument/2006/relationships" xmlns:p="http://schemas.openxmlformats.org/presentationml/2006/main">
  <p:tag name="THINKCELLSHAPEDONOTDELETE" val="twuQDL85UIBsbDVgrXDhazg"/>
</p:tagLst>
</file>

<file path=ppt/tags/tag35.xml><?xml version="1.0" encoding="utf-8"?>
<p:tagLst xmlns:a="http://schemas.openxmlformats.org/drawingml/2006/main" xmlns:r="http://schemas.openxmlformats.org/officeDocument/2006/relationships" xmlns:p="http://schemas.openxmlformats.org/presentationml/2006/main">
  <p:tag name="THINKCELLSHAPEDONOTDELETE" val="t.LVnnDq_cpW7qSXJPleGZg"/>
</p:tagLst>
</file>

<file path=ppt/tags/tag36.xml><?xml version="1.0" encoding="utf-8"?>
<p:tagLst xmlns:a="http://schemas.openxmlformats.org/drawingml/2006/main" xmlns:r="http://schemas.openxmlformats.org/officeDocument/2006/relationships" xmlns:p="http://schemas.openxmlformats.org/presentationml/2006/main">
  <p:tag name="THINKCELLSHAPEDONOTDELETE" val="tcWkQ0a.t_.lnVCYHnsngng"/>
</p:tagLst>
</file>

<file path=ppt/tags/tag37.xml><?xml version="1.0" encoding="utf-8"?>
<p:tagLst xmlns:a="http://schemas.openxmlformats.org/drawingml/2006/main" xmlns:r="http://schemas.openxmlformats.org/officeDocument/2006/relationships" xmlns:p="http://schemas.openxmlformats.org/presentationml/2006/main">
  <p:tag name="THINKCELLSHAPEDONOTDELETE" val="tvBq4sBP.X1EF7WmZGn7LHQ"/>
</p:tagLst>
</file>

<file path=ppt/tags/tag38.xml><?xml version="1.0" encoding="utf-8"?>
<p:tagLst xmlns:a="http://schemas.openxmlformats.org/drawingml/2006/main" xmlns:r="http://schemas.openxmlformats.org/officeDocument/2006/relationships" xmlns:p="http://schemas.openxmlformats.org/presentationml/2006/main">
  <p:tag name="THINKCELLSHAPEDONOTDELETE" val="tKGYAPMJM0o2waiYJR_DmSg"/>
</p:tagLst>
</file>

<file path=ppt/tags/tag39.xml><?xml version="1.0" encoding="utf-8"?>
<p:tagLst xmlns:a="http://schemas.openxmlformats.org/drawingml/2006/main" xmlns:r="http://schemas.openxmlformats.org/officeDocument/2006/relationships" xmlns:p="http://schemas.openxmlformats.org/presentationml/2006/main">
  <p:tag name="THINKCELLSHAPEDONOTDELETE" val="tTRDtn_agHwo9gUGaYR59HA"/>
</p:tagLst>
</file>

<file path=ppt/tags/tag40.xml><?xml version="1.0" encoding="utf-8"?>
<p:tagLst xmlns:a="http://schemas.openxmlformats.org/drawingml/2006/main" xmlns:r="http://schemas.openxmlformats.org/officeDocument/2006/relationships" xmlns:p="http://schemas.openxmlformats.org/presentationml/2006/main">
  <p:tag name="THINKCELLSHAPEDONOTDELETE" val="tzd8qoNj5BbeAUBl8_KHJPw"/>
</p:tagLst>
</file>

<file path=ppt/tags/tag41.xml><?xml version="1.0" encoding="utf-8"?>
<p:tagLst xmlns:a="http://schemas.openxmlformats.org/drawingml/2006/main" xmlns:r="http://schemas.openxmlformats.org/officeDocument/2006/relationships" xmlns:p="http://schemas.openxmlformats.org/presentationml/2006/main">
  <p:tag name="THINKCELLSHAPEDONOTDELETE" val="ttyH0kxuKt9KH5fp_Lz4E2w"/>
</p:tagLst>
</file>

<file path=ppt/tags/tag42.xml><?xml version="1.0" encoding="utf-8"?>
<p:tagLst xmlns:a="http://schemas.openxmlformats.org/drawingml/2006/main" xmlns:r="http://schemas.openxmlformats.org/officeDocument/2006/relationships" xmlns:p="http://schemas.openxmlformats.org/presentationml/2006/main">
  <p:tag name="THINKCELLSHAPEDONOTDELETE" val="te.IGBgLXXiythqjpOOWKoQ"/>
</p:tagLst>
</file>

<file path=ppt/tags/tag43.xml><?xml version="1.0" encoding="utf-8"?>
<p:tagLst xmlns:a="http://schemas.openxmlformats.org/drawingml/2006/main" xmlns:r="http://schemas.openxmlformats.org/officeDocument/2006/relationships" xmlns:p="http://schemas.openxmlformats.org/presentationml/2006/main">
  <p:tag name="THINKCELLSHAPEDONOTDELETE" val="tdyyex2T7akR2sccier.7hQ"/>
</p:tagLst>
</file>

<file path=ppt/tags/tag44.xml><?xml version="1.0" encoding="utf-8"?>
<p:tagLst xmlns:a="http://schemas.openxmlformats.org/drawingml/2006/main" xmlns:r="http://schemas.openxmlformats.org/officeDocument/2006/relationships" xmlns:p="http://schemas.openxmlformats.org/presentationml/2006/main">
  <p:tag name="THINKCELLSHAPEDONOTDELETE" val="tFnGww5GugoShjkYOGA0zxg"/>
</p:tagLst>
</file>

<file path=ppt/tags/tag45.xml><?xml version="1.0" encoding="utf-8"?>
<p:tagLst xmlns:a="http://schemas.openxmlformats.org/drawingml/2006/main" xmlns:r="http://schemas.openxmlformats.org/officeDocument/2006/relationships" xmlns:p="http://schemas.openxmlformats.org/presentationml/2006/main">
  <p:tag name="THINKCELLSHAPEDONOTDELETE" val="tL8Is8gScw0rVa7deNL.KhQ"/>
</p:tagLst>
</file>

<file path=ppt/tags/tag46.xml><?xml version="1.0" encoding="utf-8"?>
<p:tagLst xmlns:a="http://schemas.openxmlformats.org/drawingml/2006/main" xmlns:r="http://schemas.openxmlformats.org/officeDocument/2006/relationships" xmlns:p="http://schemas.openxmlformats.org/presentationml/2006/main">
  <p:tag name="THINKCELLSHAPEDONOTDELETE" val="tjgQsrXWkvo5Zuyq5jEfXMA"/>
</p:tagLst>
</file>

<file path=ppt/tags/tag47.xml><?xml version="1.0" encoding="utf-8"?>
<p:tagLst xmlns:a="http://schemas.openxmlformats.org/drawingml/2006/main" xmlns:r="http://schemas.openxmlformats.org/officeDocument/2006/relationships" xmlns:p="http://schemas.openxmlformats.org/presentationml/2006/main">
  <p:tag name="THINKCELLSHAPEDONOTDELETE" val="t4aFXMNeo7NRJ7gAJniShwg"/>
</p:tagLst>
</file>

<file path=ppt/tags/tag4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9.xml><?xml version="1.0" encoding="utf-8"?>
<p:tagLst xmlns:a="http://schemas.openxmlformats.org/drawingml/2006/main" xmlns:r="http://schemas.openxmlformats.org/officeDocument/2006/relationships" xmlns:p="http://schemas.openxmlformats.org/presentationml/2006/main">
  <p:tag name="THINKCELLSHAPEDONOTDELETE" val="tdjemVxJSFnrnXtEx.Wk0aw"/>
</p:tagLst>
</file>

<file path=ppt/tags/tag50.xml><?xml version="1.0" encoding="utf-8"?>
<p:tagLst xmlns:a="http://schemas.openxmlformats.org/drawingml/2006/main" xmlns:r="http://schemas.openxmlformats.org/officeDocument/2006/relationships" xmlns:p="http://schemas.openxmlformats.org/presentationml/2006/main">
  <p:tag name="THINKCELLSHAPEDONOTDELETE" val="tC_7QjPZT533YkELazFMR7g"/>
</p:tagLst>
</file>

<file path=ppt/tags/tag51.xml><?xml version="1.0" encoding="utf-8"?>
<p:tagLst xmlns:a="http://schemas.openxmlformats.org/drawingml/2006/main" xmlns:r="http://schemas.openxmlformats.org/officeDocument/2006/relationships" xmlns:p="http://schemas.openxmlformats.org/presentationml/2006/main">
  <p:tag name="THINKCELLSHAPEDONOTDELETE" val="tR4LUfM.fG1TCb63UmrfYRw"/>
</p:tagLst>
</file>

<file path=ppt/tags/tag52.xml><?xml version="1.0" encoding="utf-8"?>
<p:tagLst xmlns:a="http://schemas.openxmlformats.org/drawingml/2006/main" xmlns:r="http://schemas.openxmlformats.org/officeDocument/2006/relationships" xmlns:p="http://schemas.openxmlformats.org/presentationml/2006/main">
  <p:tag name="THINKCELLSHAPEDONOTDELETE" val="tP2cCy1McgPUh59eddQ0J0g"/>
</p:tagLst>
</file>

<file path=ppt/tags/tag53.xml><?xml version="1.0" encoding="utf-8"?>
<p:tagLst xmlns:a="http://schemas.openxmlformats.org/drawingml/2006/main" xmlns:r="http://schemas.openxmlformats.org/officeDocument/2006/relationships" xmlns:p="http://schemas.openxmlformats.org/presentationml/2006/main">
  <p:tag name="THINKCELLSHAPEDONOTDELETE" val="tVWdz3E9u9DlyzgIjlnNe8Q"/>
</p:tagLst>
</file>

<file path=ppt/tags/tag54.xml><?xml version="1.0" encoding="utf-8"?>
<p:tagLst xmlns:a="http://schemas.openxmlformats.org/drawingml/2006/main" xmlns:r="http://schemas.openxmlformats.org/officeDocument/2006/relationships" xmlns:p="http://schemas.openxmlformats.org/presentationml/2006/main">
  <p:tag name="THINKCELLSHAPEDONOTDELETE" val="t9sVm5dDBdXlKxV.mdgDpDQ"/>
</p:tagLst>
</file>

<file path=ppt/tags/tag55.xml><?xml version="1.0" encoding="utf-8"?>
<p:tagLst xmlns:a="http://schemas.openxmlformats.org/drawingml/2006/main" xmlns:r="http://schemas.openxmlformats.org/officeDocument/2006/relationships" xmlns:p="http://schemas.openxmlformats.org/presentationml/2006/main">
  <p:tag name="THINKCELLSHAPEDONOTDELETE" val="tmSbUefWIMAKtIqc1FT5yGg"/>
</p:tagLst>
</file>

<file path=ppt/tags/tag56.xml><?xml version="1.0" encoding="utf-8"?>
<p:tagLst xmlns:a="http://schemas.openxmlformats.org/drawingml/2006/main" xmlns:r="http://schemas.openxmlformats.org/officeDocument/2006/relationships" xmlns:p="http://schemas.openxmlformats.org/presentationml/2006/main">
  <p:tag name="THINKCELLSHAPEDONOTDELETE" val="tp3LIVE_70esd5R5jMuHefQ"/>
</p:tagLst>
</file>

<file path=ppt/tags/tag57.xml><?xml version="1.0" encoding="utf-8"?>
<p:tagLst xmlns:a="http://schemas.openxmlformats.org/drawingml/2006/main" xmlns:r="http://schemas.openxmlformats.org/officeDocument/2006/relationships" xmlns:p="http://schemas.openxmlformats.org/presentationml/2006/main">
  <p:tag name="THINKCELLSHAPEDONOTDELETE" val="tCT0CyGjNspvEeM9nz81mhg"/>
</p:tagLst>
</file>

<file path=ppt/tags/tag58.xml><?xml version="1.0" encoding="utf-8"?>
<p:tagLst xmlns:a="http://schemas.openxmlformats.org/drawingml/2006/main" xmlns:r="http://schemas.openxmlformats.org/officeDocument/2006/relationships" xmlns:p="http://schemas.openxmlformats.org/presentationml/2006/main">
  <p:tag name="THINKCELLSHAPEDONOTDELETE" val="tp3G9m_s9qqI9g2SHegXCjg"/>
</p:tagLst>
</file>

<file path=ppt/tags/tag59.xml><?xml version="1.0" encoding="utf-8"?>
<p:tagLst xmlns:a="http://schemas.openxmlformats.org/drawingml/2006/main" xmlns:r="http://schemas.openxmlformats.org/officeDocument/2006/relationships" xmlns:p="http://schemas.openxmlformats.org/presentationml/2006/main">
  <p:tag name="THINKCELLSHAPEDONOTDELETE" val="tGKCzgM4LVcrD6BmxkmgX0w"/>
</p:tagLst>
</file>

<file path=ppt/tags/tag60.xml><?xml version="1.0" encoding="utf-8"?>
<p:tagLst xmlns:a="http://schemas.openxmlformats.org/drawingml/2006/main" xmlns:r="http://schemas.openxmlformats.org/officeDocument/2006/relationships" xmlns:p="http://schemas.openxmlformats.org/presentationml/2006/main">
  <p:tag name="THINKCELLSHAPEDONOTDELETE" val="tND3vfQQ3A73S74SvroA2lg"/>
</p:tagLst>
</file>

<file path=ppt/tags/tag61.xml><?xml version="1.0" encoding="utf-8"?>
<p:tagLst xmlns:a="http://schemas.openxmlformats.org/drawingml/2006/main" xmlns:r="http://schemas.openxmlformats.org/officeDocument/2006/relationships" xmlns:p="http://schemas.openxmlformats.org/presentationml/2006/main">
  <p:tag name="THINKCELLSHAPEDONOTDELETE" val="tei5eXzNy7GJsJatMm7Y4Fg"/>
</p:tagLst>
</file>

<file path=ppt/tags/tag62.xml><?xml version="1.0" encoding="utf-8"?>
<p:tagLst xmlns:a="http://schemas.openxmlformats.org/drawingml/2006/main" xmlns:r="http://schemas.openxmlformats.org/officeDocument/2006/relationships" xmlns:p="http://schemas.openxmlformats.org/presentationml/2006/main">
  <p:tag name="THINKCELLSHAPEDONOTDELETE" val="tteSub7bv0I9NT_UiyyF3MA"/>
</p:tagLst>
</file>

<file path=ppt/tags/tag63.xml><?xml version="1.0" encoding="utf-8"?>
<p:tagLst xmlns:a="http://schemas.openxmlformats.org/drawingml/2006/main" xmlns:r="http://schemas.openxmlformats.org/officeDocument/2006/relationships" xmlns:p="http://schemas.openxmlformats.org/presentationml/2006/main">
  <p:tag name="THINKCELLSHAPEDONOTDELETE" val="tJut06Lj3KQnqadMF85roYQ"/>
</p:tagLst>
</file>

<file path=ppt/tags/tag64.xml><?xml version="1.0" encoding="utf-8"?>
<p:tagLst xmlns:a="http://schemas.openxmlformats.org/drawingml/2006/main" xmlns:r="http://schemas.openxmlformats.org/officeDocument/2006/relationships" xmlns:p="http://schemas.openxmlformats.org/presentationml/2006/main">
  <p:tag name="THINKCELLSHAPEDONOTDELETE" val="tVYpjAsBhrbxv5QvZFIiD_g"/>
</p:tagLst>
</file>

<file path=ppt/tags/tag65.xml><?xml version="1.0" encoding="utf-8"?>
<p:tagLst xmlns:a="http://schemas.openxmlformats.org/drawingml/2006/main" xmlns:r="http://schemas.openxmlformats.org/officeDocument/2006/relationships" xmlns:p="http://schemas.openxmlformats.org/presentationml/2006/main">
  <p:tag name="THINKCELLSHAPEDONOTDELETE" val="tjgefnSJIWqcqFONnl_w.yQ"/>
</p:tagLst>
</file>

<file path=ppt/tags/tag66.xml><?xml version="1.0" encoding="utf-8"?>
<p:tagLst xmlns:a="http://schemas.openxmlformats.org/drawingml/2006/main" xmlns:r="http://schemas.openxmlformats.org/officeDocument/2006/relationships" xmlns:p="http://schemas.openxmlformats.org/presentationml/2006/main">
  <p:tag name="THINKCELLSHAPEDONOTDELETE" val="thUvVZbKXoW9U198eVQ_WIQ"/>
</p:tagLst>
</file>

<file path=ppt/tags/tag67.xml><?xml version="1.0" encoding="utf-8"?>
<p:tagLst xmlns:a="http://schemas.openxmlformats.org/drawingml/2006/main" xmlns:r="http://schemas.openxmlformats.org/officeDocument/2006/relationships" xmlns:p="http://schemas.openxmlformats.org/presentationml/2006/main">
  <p:tag name="THINKCELLSHAPEDONOTDELETE" val="tsdMJLxw0M.8GrG2Tuo_AzA"/>
</p:tagLst>
</file>

<file path=ppt/tags/tag68.xml><?xml version="1.0" encoding="utf-8"?>
<p:tagLst xmlns:a="http://schemas.openxmlformats.org/drawingml/2006/main" xmlns:r="http://schemas.openxmlformats.org/officeDocument/2006/relationships" xmlns:p="http://schemas.openxmlformats.org/presentationml/2006/main">
  <p:tag name="THINKCELLSHAPEDONOTDELETE" val="t.Ab1A9989t5sNzemzd8vUA"/>
</p:tagLst>
</file>

<file path=ppt/tags/tag69.xml><?xml version="1.0" encoding="utf-8"?>
<p:tagLst xmlns:a="http://schemas.openxmlformats.org/drawingml/2006/main" xmlns:r="http://schemas.openxmlformats.org/officeDocument/2006/relationships" xmlns:p="http://schemas.openxmlformats.org/presentationml/2006/main">
  <p:tag name="THINKCELLSHAPEDONOTDELETE" val="t2lZ5Bgs93rgjCSePijNxMg"/>
</p:tagLst>
</file>

<file path=ppt/tags/tag7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1.xml><?xml version="1.0" encoding="utf-8"?>
<p:tagLst xmlns:a="http://schemas.openxmlformats.org/drawingml/2006/main" xmlns:r="http://schemas.openxmlformats.org/officeDocument/2006/relationships" xmlns:p="http://schemas.openxmlformats.org/presentationml/2006/main">
  <p:tag name="THINKCELLSHAPEDONOTDELETE" val="tyZKyxu__rnJ5zreQ0sC3fg"/>
</p:tagLst>
</file>

<file path=ppt/tags/tag72.xml><?xml version="1.0" encoding="utf-8"?>
<p:tagLst xmlns:a="http://schemas.openxmlformats.org/drawingml/2006/main" xmlns:r="http://schemas.openxmlformats.org/officeDocument/2006/relationships" xmlns:p="http://schemas.openxmlformats.org/presentationml/2006/main">
  <p:tag name="THINKCELLSHAPEDONOTDELETE" val="tYTn0_qeT8PKpzAr7474tLg"/>
</p:tagLst>
</file>

<file path=ppt/tags/tag73.xml><?xml version="1.0" encoding="utf-8"?>
<p:tagLst xmlns:a="http://schemas.openxmlformats.org/drawingml/2006/main" xmlns:r="http://schemas.openxmlformats.org/officeDocument/2006/relationships" xmlns:p="http://schemas.openxmlformats.org/presentationml/2006/main">
  <p:tag name="THINKCELLSHAPEDONOTDELETE" val="tl6rwq1qaA50uXZZ7xaOiHg"/>
</p:tagLst>
</file>

<file path=ppt/tags/tag74.xml><?xml version="1.0" encoding="utf-8"?>
<p:tagLst xmlns:a="http://schemas.openxmlformats.org/drawingml/2006/main" xmlns:r="http://schemas.openxmlformats.org/officeDocument/2006/relationships" xmlns:p="http://schemas.openxmlformats.org/presentationml/2006/main">
  <p:tag name="THINKCELLSHAPEDONOTDELETE" val="tqKQi7cHUvUKCHrWGNi2ItA"/>
</p:tagLst>
</file>

<file path=ppt/tags/tag75.xml><?xml version="1.0" encoding="utf-8"?>
<p:tagLst xmlns:a="http://schemas.openxmlformats.org/drawingml/2006/main" xmlns:r="http://schemas.openxmlformats.org/officeDocument/2006/relationships" xmlns:p="http://schemas.openxmlformats.org/presentationml/2006/main">
  <p:tag name="THINKCELLSHAPEDONOTDELETE" val="tjB83OBNULwA.WoAneg4LeA"/>
</p:tagLst>
</file>

<file path=ppt/tags/tag76.xml><?xml version="1.0" encoding="utf-8"?>
<p:tagLst xmlns:a="http://schemas.openxmlformats.org/drawingml/2006/main" xmlns:r="http://schemas.openxmlformats.org/officeDocument/2006/relationships" xmlns:p="http://schemas.openxmlformats.org/presentationml/2006/main">
  <p:tag name="THINKCELLSHAPEDONOTDELETE" val="tBOCQzwNbL1grKKiqle_aRQ"/>
</p:tagLst>
</file>

<file path=ppt/tags/tag77.xml><?xml version="1.0" encoding="utf-8"?>
<p:tagLst xmlns:a="http://schemas.openxmlformats.org/drawingml/2006/main" xmlns:r="http://schemas.openxmlformats.org/officeDocument/2006/relationships" xmlns:p="http://schemas.openxmlformats.org/presentationml/2006/main">
  <p:tag name="THINKCELLSHAPEDONOTDELETE" val="tphzYx4cn1qYsPZPm6Uz1GA"/>
</p:tagLst>
</file>

<file path=ppt/tags/tag78.xml><?xml version="1.0" encoding="utf-8"?>
<p:tagLst xmlns:a="http://schemas.openxmlformats.org/drawingml/2006/main" xmlns:r="http://schemas.openxmlformats.org/officeDocument/2006/relationships" xmlns:p="http://schemas.openxmlformats.org/presentationml/2006/main">
  <p:tag name="THINKCELLSHAPEDONOTDELETE" val="tGV2W28zNUDtSzFf7eIXvIw"/>
</p:tagLst>
</file>

<file path=ppt/tags/tag79.xml><?xml version="1.0" encoding="utf-8"?>
<p:tagLst xmlns:a="http://schemas.openxmlformats.org/drawingml/2006/main" xmlns:r="http://schemas.openxmlformats.org/officeDocument/2006/relationships" xmlns:p="http://schemas.openxmlformats.org/presentationml/2006/main">
  <p:tag name="THINKCELLSHAPEDONOTDELETE" val="t8MfFP2KFX_.ChbdwDniDmw"/>
</p:tagLst>
</file>

<file path=ppt/tags/tag80.xml><?xml version="1.0" encoding="utf-8"?>
<p:tagLst xmlns:a="http://schemas.openxmlformats.org/drawingml/2006/main" xmlns:r="http://schemas.openxmlformats.org/officeDocument/2006/relationships" xmlns:p="http://schemas.openxmlformats.org/presentationml/2006/main">
  <p:tag name="THINKCELLSHAPEDONOTDELETE" val="tHACyB3aStZNUCpKDhlvd6g"/>
</p:tagLst>
</file>

<file path=ppt/tags/tag81.xml><?xml version="1.0" encoding="utf-8"?>
<p:tagLst xmlns:a="http://schemas.openxmlformats.org/drawingml/2006/main" xmlns:r="http://schemas.openxmlformats.org/officeDocument/2006/relationships" xmlns:p="http://schemas.openxmlformats.org/presentationml/2006/main">
  <p:tag name="THINKCELLSHAPEDONOTDELETE" val="twYbBtaUwCEfIGJtduZbWOQ"/>
</p:tagLst>
</file>

<file path=ppt/tags/tag82.xml><?xml version="1.0" encoding="utf-8"?>
<p:tagLst xmlns:a="http://schemas.openxmlformats.org/drawingml/2006/main" xmlns:r="http://schemas.openxmlformats.org/officeDocument/2006/relationships" xmlns:p="http://schemas.openxmlformats.org/presentationml/2006/main">
  <p:tag name="THINKCELLSHAPEDONOTDELETE" val="tmkN4qa4OUd7cqPLTWd6_nQ"/>
</p:tagLst>
</file>

<file path=ppt/tags/tag83.xml><?xml version="1.0" encoding="utf-8"?>
<p:tagLst xmlns:a="http://schemas.openxmlformats.org/drawingml/2006/main" xmlns:r="http://schemas.openxmlformats.org/officeDocument/2006/relationships" xmlns:p="http://schemas.openxmlformats.org/presentationml/2006/main">
  <p:tag name="THINKCELLSHAPEDONOTDELETE" val="tmbPmW2Z_G4mBTWHdcm5nVQ"/>
</p:tagLst>
</file>

<file path=ppt/tags/tag84.xml><?xml version="1.0" encoding="utf-8"?>
<p:tagLst xmlns:a="http://schemas.openxmlformats.org/drawingml/2006/main" xmlns:r="http://schemas.openxmlformats.org/officeDocument/2006/relationships" xmlns:p="http://schemas.openxmlformats.org/presentationml/2006/main">
  <p:tag name="THINKCELLSHAPEDONOTDELETE" val="t3zronAKUEfKooHN403GSGQ"/>
</p:tagLst>
</file>

<file path=ppt/tags/tag85.xml><?xml version="1.0" encoding="utf-8"?>
<p:tagLst xmlns:a="http://schemas.openxmlformats.org/drawingml/2006/main" xmlns:r="http://schemas.openxmlformats.org/officeDocument/2006/relationships" xmlns:p="http://schemas.openxmlformats.org/presentationml/2006/main">
  <p:tag name="THINKCELLSHAPEDONOTDELETE" val="tBWqKpXUSSNI.6iFy5_a1dA"/>
</p:tagLst>
</file>

<file path=ppt/tags/tag86.xml><?xml version="1.0" encoding="utf-8"?>
<p:tagLst xmlns:a="http://schemas.openxmlformats.org/drawingml/2006/main" xmlns:r="http://schemas.openxmlformats.org/officeDocument/2006/relationships" xmlns:p="http://schemas.openxmlformats.org/presentationml/2006/main">
  <p:tag name="THINKCELLSHAPEDONOTDELETE" val="tPtU9CzU4qJK4TNz70J0i4w"/>
</p:tagLst>
</file>

<file path=ppt/tags/tag8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8.xml><?xml version="1.0" encoding="utf-8"?>
<p:tagLst xmlns:a="http://schemas.openxmlformats.org/drawingml/2006/main" xmlns:r="http://schemas.openxmlformats.org/officeDocument/2006/relationships" xmlns:p="http://schemas.openxmlformats.org/presentationml/2006/main">
  <p:tag name="THINKCELLSHAPEDONOTDELETE" val="tQ3ceE2p9wM1b5SGpUU8rew"/>
</p:tagLst>
</file>

<file path=ppt/tags/tag89.xml><?xml version="1.0" encoding="utf-8"?>
<p:tagLst xmlns:a="http://schemas.openxmlformats.org/drawingml/2006/main" xmlns:r="http://schemas.openxmlformats.org/officeDocument/2006/relationships" xmlns:p="http://schemas.openxmlformats.org/presentationml/2006/main">
  <p:tag name="THINKCELLSHAPEDONOTDELETE" val="tXrcZJhYF7P1J1jUoLm3o9w"/>
</p:tagLst>
</file>

<file path=ppt/tags/tag90.xml><?xml version="1.0" encoding="utf-8"?>
<p:tagLst xmlns:a="http://schemas.openxmlformats.org/drawingml/2006/main" xmlns:r="http://schemas.openxmlformats.org/officeDocument/2006/relationships" xmlns:p="http://schemas.openxmlformats.org/presentationml/2006/main">
  <p:tag name="THINKCELLSHAPEDONOTDELETE" val="tDYwwxCsQr7drqYnOPLPptg"/>
</p:tagLst>
</file>

<file path=ppt/tags/tag91.xml><?xml version="1.0" encoding="utf-8"?>
<p:tagLst xmlns:a="http://schemas.openxmlformats.org/drawingml/2006/main" xmlns:r="http://schemas.openxmlformats.org/officeDocument/2006/relationships" xmlns:p="http://schemas.openxmlformats.org/presentationml/2006/main">
  <p:tag name="THINKCELLSHAPEDONOTDELETE" val="twFYJN_NPDWAaKFaMSTwiWA"/>
</p:tagLst>
</file>

<file path=ppt/tags/tag92.xml><?xml version="1.0" encoding="utf-8"?>
<p:tagLst xmlns:a="http://schemas.openxmlformats.org/drawingml/2006/main" xmlns:r="http://schemas.openxmlformats.org/officeDocument/2006/relationships" xmlns:p="http://schemas.openxmlformats.org/presentationml/2006/main">
  <p:tag name="THINKCELLSHAPEDONOTDELETE" val="tUxJ5HjoBmhoFAoFIVdQK0g"/>
</p:tagLst>
</file>

<file path=ppt/tags/tag93.xml><?xml version="1.0" encoding="utf-8"?>
<p:tagLst xmlns:a="http://schemas.openxmlformats.org/drawingml/2006/main" xmlns:r="http://schemas.openxmlformats.org/officeDocument/2006/relationships" xmlns:p="http://schemas.openxmlformats.org/presentationml/2006/main">
  <p:tag name="THINKCELLSHAPEDONOTDELETE" val="tZgzI0rvZYwBJj8d3lUKPLA"/>
</p:tagLst>
</file>

<file path=ppt/tags/tag94.xml><?xml version="1.0" encoding="utf-8"?>
<p:tagLst xmlns:a="http://schemas.openxmlformats.org/drawingml/2006/main" xmlns:r="http://schemas.openxmlformats.org/officeDocument/2006/relationships" xmlns:p="http://schemas.openxmlformats.org/presentationml/2006/main">
  <p:tag name="THINKCELLSHAPEDONOTDELETE" val="t6bH1M4egsdYdvms1EoEdxw"/>
</p:tagLst>
</file>

<file path=ppt/tags/tag95.xml><?xml version="1.0" encoding="utf-8"?>
<p:tagLst xmlns:a="http://schemas.openxmlformats.org/drawingml/2006/main" xmlns:r="http://schemas.openxmlformats.org/officeDocument/2006/relationships" xmlns:p="http://schemas.openxmlformats.org/presentationml/2006/main">
  <p:tag name="THINKCELLSHAPEDONOTDELETE" val="tU50hn_ICsnAlLd8hL9t4hQ"/>
</p:tagLst>
</file>

<file path=ppt/tags/tag96.xml><?xml version="1.0" encoding="utf-8"?>
<p:tagLst xmlns:a="http://schemas.openxmlformats.org/drawingml/2006/main" xmlns:r="http://schemas.openxmlformats.org/officeDocument/2006/relationships" xmlns:p="http://schemas.openxmlformats.org/presentationml/2006/main">
  <p:tag name="THINKCELLSHAPEDONOTDELETE" val="tcJicW46AbkcdqpNoxpK9hg"/>
</p:tagLst>
</file>

<file path=ppt/tags/tag97.xml><?xml version="1.0" encoding="utf-8"?>
<p:tagLst xmlns:a="http://schemas.openxmlformats.org/drawingml/2006/main" xmlns:r="http://schemas.openxmlformats.org/officeDocument/2006/relationships" xmlns:p="http://schemas.openxmlformats.org/presentationml/2006/main">
  <p:tag name="THINKCELLSHAPEDONOTDELETE" val="t9L5KBwziW.yneonj18aqHg"/>
</p:tagLst>
</file>

<file path=ppt/tags/tag98.xml><?xml version="1.0" encoding="utf-8"?>
<p:tagLst xmlns:a="http://schemas.openxmlformats.org/drawingml/2006/main" xmlns:r="http://schemas.openxmlformats.org/officeDocument/2006/relationships" xmlns:p="http://schemas.openxmlformats.org/presentationml/2006/main">
  <p:tag name="THINKCELLSHAPEDONOTDELETE" val="treIL8hS7GmTCTvnhy6JVVA"/>
</p:tagLst>
</file>

<file path=ppt/tags/tag99.xml><?xml version="1.0" encoding="utf-8"?>
<p:tagLst xmlns:a="http://schemas.openxmlformats.org/drawingml/2006/main" xmlns:r="http://schemas.openxmlformats.org/officeDocument/2006/relationships" xmlns:p="http://schemas.openxmlformats.org/presentationml/2006/main">
  <p:tag name="THINKCELLSHAPEDONOTDELETE" val="tGYKXAOZ2W_2PBsB4qRvuiA"/>
</p:tagLst>
</file>

<file path=ppt/tags/tag100.xml><?xml version="1.0" encoding="utf-8"?>
<p:tagLst xmlns:a="http://schemas.openxmlformats.org/drawingml/2006/main" xmlns:r="http://schemas.openxmlformats.org/officeDocument/2006/relationships" xmlns:p="http://schemas.openxmlformats.org/presentationml/2006/main">
  <p:tag name="THINKCELLSHAPEDONOTDELETE" val="tqqFtA1Q42pdMv54whgLQlA"/>
</p:tagLst>
</file>

<file path=ppt/tags/tag101.xml><?xml version="1.0" encoding="utf-8"?>
<p:tagLst xmlns:a="http://schemas.openxmlformats.org/drawingml/2006/main" xmlns:r="http://schemas.openxmlformats.org/officeDocument/2006/relationships" xmlns:p="http://schemas.openxmlformats.org/presentationml/2006/main">
  <p:tag name="THINKCELLSHAPEDONOTDELETE" val="t3_KydtRRkAW4u6zjWgfyGQ"/>
</p:tagLst>
</file>

<file path=ppt/tags/tag102.xml><?xml version="1.0" encoding="utf-8"?>
<p:tagLst xmlns:a="http://schemas.openxmlformats.org/drawingml/2006/main" xmlns:r="http://schemas.openxmlformats.org/officeDocument/2006/relationships" xmlns:p="http://schemas.openxmlformats.org/presentationml/2006/main">
  <p:tag name="THINKCELLSHAPEDONOTDELETE" val="t2bn6k4sVuxxnD_vhLzyo1g"/>
</p:tagLst>
</file>

<file path=ppt/tags/tag103.xml><?xml version="1.0" encoding="utf-8"?>
<p:tagLst xmlns:a="http://schemas.openxmlformats.org/drawingml/2006/main" xmlns:r="http://schemas.openxmlformats.org/officeDocument/2006/relationships" xmlns:p="http://schemas.openxmlformats.org/presentationml/2006/main">
  <p:tag name="THINKCELLSHAPEDONOTDELETE" val="tqEaXE4NM9NB8.6kNCfuLFQ"/>
</p:tagLst>
</file>

<file path=ppt/tags/tag104.xml><?xml version="1.0" encoding="utf-8"?>
<p:tagLst xmlns:a="http://schemas.openxmlformats.org/drawingml/2006/main" xmlns:r="http://schemas.openxmlformats.org/officeDocument/2006/relationships" xmlns:p="http://schemas.openxmlformats.org/presentationml/2006/main">
  <p:tag name="THINKCELLSHAPEDONOTDELETE" val="t5MheBZuijVpUQu0poIofhA"/>
</p:tagLst>
</file>

<file path=ppt/tags/tag105.xml><?xml version="1.0" encoding="utf-8"?>
<p:tagLst xmlns:a="http://schemas.openxmlformats.org/drawingml/2006/main" xmlns:r="http://schemas.openxmlformats.org/officeDocument/2006/relationships" xmlns:p="http://schemas.openxmlformats.org/presentationml/2006/main">
  <p:tag name="THINKCELLSHAPEDONOTDELETE" val="te0LqghMuXv7W1X4C8.B.fQ"/>
</p:tagLst>
</file>

<file path=ppt/tags/tag106.xml><?xml version="1.0" encoding="utf-8"?>
<p:tagLst xmlns:a="http://schemas.openxmlformats.org/drawingml/2006/main" xmlns:r="http://schemas.openxmlformats.org/officeDocument/2006/relationships" xmlns:p="http://schemas.openxmlformats.org/presentationml/2006/main">
  <p:tag name="THINKCELLSHAPEDONOTDELETE" val="t1xxxS9Mu_EdCdFesX4sVJw"/>
</p:tagLst>
</file>

<file path=ppt/tags/tag107.xml><?xml version="1.0" encoding="utf-8"?>
<p:tagLst xmlns:a="http://schemas.openxmlformats.org/drawingml/2006/main" xmlns:r="http://schemas.openxmlformats.org/officeDocument/2006/relationships" xmlns:p="http://schemas.openxmlformats.org/presentationml/2006/main">
  <p:tag name="THINKCELLSHAPEDONOTDELETE" val="tnz00_0KPD2c43ai55KCzXQ"/>
</p:tagLst>
</file>

<file path=ppt/tags/tag108.xml><?xml version="1.0" encoding="utf-8"?>
<p:tagLst xmlns:a="http://schemas.openxmlformats.org/drawingml/2006/main" xmlns:r="http://schemas.openxmlformats.org/officeDocument/2006/relationships" xmlns:p="http://schemas.openxmlformats.org/presentationml/2006/main">
  <p:tag name="THINKCELLSHAPEDONOTDELETE" val="tRmF2yOX0Gp74f8VZRceV_g"/>
</p:tagLst>
</file>

<file path=ppt/tags/tag109.xml><?xml version="1.0" encoding="utf-8"?>
<p:tagLst xmlns:a="http://schemas.openxmlformats.org/drawingml/2006/main" xmlns:r="http://schemas.openxmlformats.org/officeDocument/2006/relationships" xmlns:p="http://schemas.openxmlformats.org/presentationml/2006/main">
  <p:tag name="THINKCELLSHAPEDONOTDELETE" val="tzS2.G0Dy4qUO50tLpU5yuA"/>
</p:tagLst>
</file>

<file path=ppt/tags/tag110.xml><?xml version="1.0" encoding="utf-8"?>
<p:tagLst xmlns:a="http://schemas.openxmlformats.org/drawingml/2006/main" xmlns:r="http://schemas.openxmlformats.org/officeDocument/2006/relationships" xmlns:p="http://schemas.openxmlformats.org/presentationml/2006/main">
  <p:tag name="THINKCELLSHAPEDONOTDELETE" val="tsHnqg6CNEwAi0LQcCo7diQ"/>
</p:tagLst>
</file>

<file path=ppt/tags/tag111.xml><?xml version="1.0" encoding="utf-8"?>
<p:tagLst xmlns:a="http://schemas.openxmlformats.org/drawingml/2006/main" xmlns:r="http://schemas.openxmlformats.org/officeDocument/2006/relationships" xmlns:p="http://schemas.openxmlformats.org/presentationml/2006/main">
  <p:tag name="THINKCELLSHAPEDONOTDELETE" val="tPLbxXIVmWQ6VZIriNE0T7g"/>
</p:tagLst>
</file>

<file path=ppt/tags/tag112.xml><?xml version="1.0" encoding="utf-8"?>
<p:tagLst xmlns:a="http://schemas.openxmlformats.org/drawingml/2006/main" xmlns:r="http://schemas.openxmlformats.org/officeDocument/2006/relationships" xmlns:p="http://schemas.openxmlformats.org/presentationml/2006/main">
  <p:tag name="THINKCELLSHAPEDONOTDELETE" val="tKi_WQTzBAc1JaTT8E8xMpg"/>
</p:tagLst>
</file>

<file path=ppt/tags/tag11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14.xml><?xml version="1.0" encoding="utf-8"?>
<p:tagLst xmlns:a="http://schemas.openxmlformats.org/drawingml/2006/main" xmlns:r="http://schemas.openxmlformats.org/officeDocument/2006/relationships" xmlns:p="http://schemas.openxmlformats.org/presentationml/2006/main">
  <p:tag name="THINKCELLSHAPEDONOTDELETE" val="t8bXkyS81YNeN2CNHJN9BJQ"/>
</p:tagLst>
</file>

<file path=ppt/tags/tag115.xml><?xml version="1.0" encoding="utf-8"?>
<p:tagLst xmlns:a="http://schemas.openxmlformats.org/drawingml/2006/main" xmlns:r="http://schemas.openxmlformats.org/officeDocument/2006/relationships" xmlns:p="http://schemas.openxmlformats.org/presentationml/2006/main">
  <p:tag name="THINKCELLSHAPEDONOTDELETE" val="t.b.gLZIL6rxa.V6ZtRJb4w"/>
</p:tagLst>
</file>

<file path=ppt/tags/tag116.xml><?xml version="1.0" encoding="utf-8"?>
<p:tagLst xmlns:a="http://schemas.openxmlformats.org/drawingml/2006/main" xmlns:r="http://schemas.openxmlformats.org/officeDocument/2006/relationships" xmlns:p="http://schemas.openxmlformats.org/presentationml/2006/main">
  <p:tag name="THINKCELLSHAPEDONOTDELETE" val="tEkn3VhbEM7G6Eo1C52L_.w"/>
</p:tagLst>
</file>

<file path=ppt/tags/tag117.xml><?xml version="1.0" encoding="utf-8"?>
<p:tagLst xmlns:a="http://schemas.openxmlformats.org/drawingml/2006/main" xmlns:r="http://schemas.openxmlformats.org/officeDocument/2006/relationships" xmlns:p="http://schemas.openxmlformats.org/presentationml/2006/main">
  <p:tag name="THINKCELLSHAPEDONOTDELETE" val="twoxmr5LcIMcSxdBHOZjABg"/>
</p:tagLst>
</file>

<file path=ppt/tags/tag118.xml><?xml version="1.0" encoding="utf-8"?>
<p:tagLst xmlns:a="http://schemas.openxmlformats.org/drawingml/2006/main" xmlns:r="http://schemas.openxmlformats.org/officeDocument/2006/relationships" xmlns:p="http://schemas.openxmlformats.org/presentationml/2006/main">
  <p:tag name="THINKCELLSHAPEDONOTDELETE" val="t_BHxKXhCu8aBvgZSyojbbQ"/>
</p:tagLst>
</file>

<file path=ppt/tags/tag119.xml><?xml version="1.0" encoding="utf-8"?>
<p:tagLst xmlns:a="http://schemas.openxmlformats.org/drawingml/2006/main" xmlns:r="http://schemas.openxmlformats.org/officeDocument/2006/relationships" xmlns:p="http://schemas.openxmlformats.org/presentationml/2006/main">
  <p:tag name="THINKCELLSHAPEDONOTDELETE" val="tTzcLnwijn.aI24.Yu6d_aQ"/>
</p:tagLst>
</file>

<file path=ppt/tags/tag120.xml><?xml version="1.0" encoding="utf-8"?>
<p:tagLst xmlns:a="http://schemas.openxmlformats.org/drawingml/2006/main" xmlns:r="http://schemas.openxmlformats.org/officeDocument/2006/relationships" xmlns:p="http://schemas.openxmlformats.org/presentationml/2006/main">
  <p:tag name="THINKCELLSHAPEDONOTDELETE" val="tnEOokoQVVsqcPRndcIW6tA"/>
</p:tagLst>
</file>

<file path=ppt/tags/tag121.xml><?xml version="1.0" encoding="utf-8"?>
<p:tagLst xmlns:a="http://schemas.openxmlformats.org/drawingml/2006/main" xmlns:r="http://schemas.openxmlformats.org/officeDocument/2006/relationships" xmlns:p="http://schemas.openxmlformats.org/presentationml/2006/main">
  <p:tag name="THINKCELLSHAPEDONOTDELETE" val="t6jG4Gd1yBbRhpPZRpTYXvw"/>
</p:tagLst>
</file>

<file path=ppt/tags/tag122.xml><?xml version="1.0" encoding="utf-8"?>
<p:tagLst xmlns:a="http://schemas.openxmlformats.org/drawingml/2006/main" xmlns:r="http://schemas.openxmlformats.org/officeDocument/2006/relationships" xmlns:p="http://schemas.openxmlformats.org/presentationml/2006/main">
  <p:tag name="THINKCELLSHAPEDONOTDELETE" val="tdDi9rT5TZvRBC4.dgVx7jA"/>
</p:tagLst>
</file>

<file path=ppt/tags/tag123.xml><?xml version="1.0" encoding="utf-8"?>
<p:tagLst xmlns:a="http://schemas.openxmlformats.org/drawingml/2006/main" xmlns:r="http://schemas.openxmlformats.org/officeDocument/2006/relationships" xmlns:p="http://schemas.openxmlformats.org/presentationml/2006/main">
  <p:tag name="THINKCELLSHAPEDONOTDELETE" val="t_nAWlUBUSg7kVYWnMIjvhw"/>
</p:tagLst>
</file>

<file path=ppt/tags/tag12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2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2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27.xml><?xml version="1.0" encoding="utf-8"?>
<p:tagLst xmlns:a="http://schemas.openxmlformats.org/drawingml/2006/main" xmlns:r="http://schemas.openxmlformats.org/officeDocument/2006/relationships" xmlns:p="http://schemas.openxmlformats.org/presentationml/2006/main">
  <p:tag name="THINKCELLSHAPEDONOTDELETE" val="txKeVK9lMFXPktODJiroy0Q"/>
</p:tagLst>
</file>

<file path=ppt/tags/tag128.xml><?xml version="1.0" encoding="utf-8"?>
<p:tagLst xmlns:a="http://schemas.openxmlformats.org/drawingml/2006/main" xmlns:r="http://schemas.openxmlformats.org/officeDocument/2006/relationships" xmlns:p="http://schemas.openxmlformats.org/presentationml/2006/main">
  <p:tag name="THINKCELLSHAPEDONOTDELETE" val="teZQQ1fyyfXmrIazufEPJ0g"/>
</p:tagLst>
</file>

<file path=ppt/tags/tag129.xml><?xml version="1.0" encoding="utf-8"?>
<p:tagLst xmlns:a="http://schemas.openxmlformats.org/drawingml/2006/main" xmlns:r="http://schemas.openxmlformats.org/officeDocument/2006/relationships" xmlns:p="http://schemas.openxmlformats.org/presentationml/2006/main">
  <p:tag name="THINKCELLSHAPEDONOTDELETE" val="tyN4OodQ6iJLg2ZK4G3RfKA"/>
</p:tagLst>
</file>

<file path=ppt/tags/tag130.xml><?xml version="1.0" encoding="utf-8"?>
<p:tagLst xmlns:a="http://schemas.openxmlformats.org/drawingml/2006/main" xmlns:r="http://schemas.openxmlformats.org/officeDocument/2006/relationships" xmlns:p="http://schemas.openxmlformats.org/presentationml/2006/main">
  <p:tag name="THINKCELLSHAPEDONOTDELETE" val="tjsPSF2m3Q7YkzPBYB3tTdA"/>
</p:tagLst>
</file>

<file path=ppt/tags/tag131.xml><?xml version="1.0" encoding="utf-8"?>
<p:tagLst xmlns:a="http://schemas.openxmlformats.org/drawingml/2006/main" xmlns:r="http://schemas.openxmlformats.org/officeDocument/2006/relationships" xmlns:p="http://schemas.openxmlformats.org/presentationml/2006/main">
  <p:tag name="THINKCELLSHAPEDONOTDELETE" val="tpikCX8bleMDarB0kGrRAhg"/>
</p:tagLst>
</file>

<file path=ppt/tags/tag132.xml><?xml version="1.0" encoding="utf-8"?>
<p:tagLst xmlns:a="http://schemas.openxmlformats.org/drawingml/2006/main" xmlns:r="http://schemas.openxmlformats.org/officeDocument/2006/relationships" xmlns:p="http://schemas.openxmlformats.org/presentationml/2006/main">
  <p:tag name="THINKCELLSHAPEDONOTDELETE" val="tcPDtfM57mpO.D4EYcoUH8Q"/>
</p:tagLst>
</file>

<file path=ppt/tags/tag133.xml><?xml version="1.0" encoding="utf-8"?>
<p:tagLst xmlns:a="http://schemas.openxmlformats.org/drawingml/2006/main" xmlns:r="http://schemas.openxmlformats.org/officeDocument/2006/relationships" xmlns:p="http://schemas.openxmlformats.org/presentationml/2006/main">
  <p:tag name="THINKCELLSHAPEDONOTDELETE" val="tNwUMiKkOoO0vwZMTd6JOeQ"/>
</p:tagLst>
</file>

<file path=ppt/tags/tag134.xml><?xml version="1.0" encoding="utf-8"?>
<p:tagLst xmlns:a="http://schemas.openxmlformats.org/drawingml/2006/main" xmlns:r="http://schemas.openxmlformats.org/officeDocument/2006/relationships" xmlns:p="http://schemas.openxmlformats.org/presentationml/2006/main">
  <p:tag name="THINKCELLSHAPEDONOTDELETE" val="tptOtr9juSHtCnESS6XyA7w"/>
</p:tagLst>
</file>

<file path=ppt/tags/tag135.xml><?xml version="1.0" encoding="utf-8"?>
<p:tagLst xmlns:a="http://schemas.openxmlformats.org/drawingml/2006/main" xmlns:r="http://schemas.openxmlformats.org/officeDocument/2006/relationships" xmlns:p="http://schemas.openxmlformats.org/presentationml/2006/main">
  <p:tag name="THINKCELLSHAPEDONOTDELETE" val="tb7x_zepRi65.CMr5H..HPw"/>
</p:tagLst>
</file>

<file path=ppt/tags/tag136.xml><?xml version="1.0" encoding="utf-8"?>
<p:tagLst xmlns:a="http://schemas.openxmlformats.org/drawingml/2006/main" xmlns:r="http://schemas.openxmlformats.org/officeDocument/2006/relationships" xmlns:p="http://schemas.openxmlformats.org/presentationml/2006/main">
  <p:tag name="THINKCELLSHAPEDONOTDELETE" val="t6nPOHyCxYzcGE4X2yokXXg"/>
</p:tagLst>
</file>

<file path=ppt/tags/tag137.xml><?xml version="1.0" encoding="utf-8"?>
<p:tagLst xmlns:a="http://schemas.openxmlformats.org/drawingml/2006/main" xmlns:r="http://schemas.openxmlformats.org/officeDocument/2006/relationships" xmlns:p="http://schemas.openxmlformats.org/presentationml/2006/main">
  <p:tag name="THINKCELLSHAPEDONOTDELETE" val="t3R7UhzN1NUZGoOYYPn49Ug"/>
</p:tagLst>
</file>

<file path=ppt/tags/tag138.xml><?xml version="1.0" encoding="utf-8"?>
<p:tagLst xmlns:a="http://schemas.openxmlformats.org/drawingml/2006/main" xmlns:r="http://schemas.openxmlformats.org/officeDocument/2006/relationships" xmlns:p="http://schemas.openxmlformats.org/presentationml/2006/main">
  <p:tag name="THINKCELLSHAPEDONOTDELETE" val="tEb217Hw1tGJRrPNnLT7JyQ"/>
</p:tagLst>
</file>

<file path=ppt/tags/tag139.xml><?xml version="1.0" encoding="utf-8"?>
<p:tagLst xmlns:a="http://schemas.openxmlformats.org/drawingml/2006/main" xmlns:r="http://schemas.openxmlformats.org/officeDocument/2006/relationships" xmlns:p="http://schemas.openxmlformats.org/presentationml/2006/main">
  <p:tag name="THINKCELLSHAPEDONOTDELETE" val="tWEY1dhcEsfYcUma5_QaV.Q"/>
</p:tagLst>
</file>

<file path=ppt/tags/tag140.xml><?xml version="1.0" encoding="utf-8"?>
<p:tagLst xmlns:a="http://schemas.openxmlformats.org/drawingml/2006/main" xmlns:r="http://schemas.openxmlformats.org/officeDocument/2006/relationships" xmlns:p="http://schemas.openxmlformats.org/presentationml/2006/main">
  <p:tag name="THINKCELLSHAPEDONOTDELETE" val="thW.7j.r.9CPo_sl3SoOsNQ"/>
</p:tagLst>
</file>

<file path=ppt/tags/tag141.xml><?xml version="1.0" encoding="utf-8"?>
<p:tagLst xmlns:a="http://schemas.openxmlformats.org/drawingml/2006/main" xmlns:r="http://schemas.openxmlformats.org/officeDocument/2006/relationships" xmlns:p="http://schemas.openxmlformats.org/presentationml/2006/main">
  <p:tag name="THINKCELLSHAPEDONOTDELETE" val="tKSaMZxvxyvgTpE10VSLJFg"/>
</p:tagLst>
</file>

<file path=ppt/tags/tag14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43.xml><?xml version="1.0" encoding="utf-8"?>
<p:tagLst xmlns:a="http://schemas.openxmlformats.org/drawingml/2006/main" xmlns:r="http://schemas.openxmlformats.org/officeDocument/2006/relationships" xmlns:p="http://schemas.openxmlformats.org/presentationml/2006/main">
  <p:tag name="THINKCELLSHAPEDONOTDELETE" val="t4WE90t6OahAzUIXLZeczwQ"/>
</p:tagLst>
</file>

<file path=ppt/tags/tag144.xml><?xml version="1.0" encoding="utf-8"?>
<p:tagLst xmlns:a="http://schemas.openxmlformats.org/drawingml/2006/main" xmlns:r="http://schemas.openxmlformats.org/officeDocument/2006/relationships" xmlns:p="http://schemas.openxmlformats.org/presentationml/2006/main">
  <p:tag name="THINKCELLSHAPEDONOTDELETE" val="t5aln7M_OvKLLhx4pxDrlDA"/>
</p:tagLst>
</file>

<file path=ppt/tags/tag145.xml><?xml version="1.0" encoding="utf-8"?>
<p:tagLst xmlns:a="http://schemas.openxmlformats.org/drawingml/2006/main" xmlns:r="http://schemas.openxmlformats.org/officeDocument/2006/relationships" xmlns:p="http://schemas.openxmlformats.org/presentationml/2006/main">
  <p:tag name="THINKCELLSHAPEDONOTDELETE" val="tnpe.qpt6nI51fA0abD2BBA"/>
</p:tagLst>
</file>

<file path=ppt/tags/tag146.xml><?xml version="1.0" encoding="utf-8"?>
<p:tagLst xmlns:a="http://schemas.openxmlformats.org/drawingml/2006/main" xmlns:r="http://schemas.openxmlformats.org/officeDocument/2006/relationships" xmlns:p="http://schemas.openxmlformats.org/presentationml/2006/main">
  <p:tag name="THINKCELLSHAPEDONOTDELETE" val="tfsqhj5Dlf_KoBOsrfcSspg"/>
</p:tagLst>
</file>

<file path=ppt/tags/tag14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48.xml><?xml version="1.0" encoding="utf-8"?>
<p:tagLst xmlns:a="http://schemas.openxmlformats.org/drawingml/2006/main" xmlns:r="http://schemas.openxmlformats.org/officeDocument/2006/relationships" xmlns:p="http://schemas.openxmlformats.org/presentationml/2006/main">
  <p:tag name="THINKCELLSHAPEDONOTDELETE" val="tSQPGtopNggHpFlHQw.hdug"/>
</p:tagLst>
</file>

<file path=ppt/tags/tag149.xml><?xml version="1.0" encoding="utf-8"?>
<p:tagLst xmlns:a="http://schemas.openxmlformats.org/drawingml/2006/main" xmlns:r="http://schemas.openxmlformats.org/officeDocument/2006/relationships" xmlns:p="http://schemas.openxmlformats.org/presentationml/2006/main">
  <p:tag name="THINKCELLSHAPEDONOTDELETE" val="ts2rBv_sbHeWj1ZvRwvgxKA"/>
</p:tagLst>
</file>

<file path=ppt/tags/tag150.xml><?xml version="1.0" encoding="utf-8"?>
<p:tagLst xmlns:a="http://schemas.openxmlformats.org/drawingml/2006/main" xmlns:r="http://schemas.openxmlformats.org/officeDocument/2006/relationships" xmlns:p="http://schemas.openxmlformats.org/presentationml/2006/main">
  <p:tag name="THINKCELLSHAPEDONOTDELETE" val="tfkWi7QoNoij1yZDRzMBsUg"/>
</p:tagLst>
</file>

<file path=ppt/tags/tag151.xml><?xml version="1.0" encoding="utf-8"?>
<p:tagLst xmlns:a="http://schemas.openxmlformats.org/drawingml/2006/main" xmlns:r="http://schemas.openxmlformats.org/officeDocument/2006/relationships" xmlns:p="http://schemas.openxmlformats.org/presentationml/2006/main">
  <p:tag name="THINKCELLSHAPEDONOTDELETE" val="tDt7iwXf4IxQEuyOGzjR5dw"/>
</p:tagLst>
</file>

<file path=ppt/tags/tag152.xml><?xml version="1.0" encoding="utf-8"?>
<p:tagLst xmlns:a="http://schemas.openxmlformats.org/drawingml/2006/main" xmlns:r="http://schemas.openxmlformats.org/officeDocument/2006/relationships" xmlns:p="http://schemas.openxmlformats.org/presentationml/2006/main">
  <p:tag name="THINKCELLSHAPEDONOTDELETE" val="t6yUAz3IwOQRZyea28umq1Q"/>
</p:tagLst>
</file>

<file path=ppt/tags/tag153.xml><?xml version="1.0" encoding="utf-8"?>
<p:tagLst xmlns:a="http://schemas.openxmlformats.org/drawingml/2006/main" xmlns:r="http://schemas.openxmlformats.org/officeDocument/2006/relationships" xmlns:p="http://schemas.openxmlformats.org/presentationml/2006/main">
  <p:tag name="THINKCELLSHAPEDONOTDELETE" val="tGov_Ep84Bpu8aV1Kld1jEw"/>
</p:tagLst>
</file>

<file path=ppt/tags/tag154.xml><?xml version="1.0" encoding="utf-8"?>
<p:tagLst xmlns:a="http://schemas.openxmlformats.org/drawingml/2006/main" xmlns:r="http://schemas.openxmlformats.org/officeDocument/2006/relationships" xmlns:p="http://schemas.openxmlformats.org/presentationml/2006/main">
  <p:tag name="THINKCELLSHAPEDONOTDELETE" val="tjc_f.EpSvPT4_V62JLm7Wg"/>
</p:tagLst>
</file>

<file path=ppt/tags/tag155.xml><?xml version="1.0" encoding="utf-8"?>
<p:tagLst xmlns:a="http://schemas.openxmlformats.org/drawingml/2006/main" xmlns:r="http://schemas.openxmlformats.org/officeDocument/2006/relationships" xmlns:p="http://schemas.openxmlformats.org/presentationml/2006/main">
  <p:tag name="THINKCELLSHAPEDONOTDELETE" val="t20vGmRywzzZFjDKZBUCnQg"/>
</p:tagLst>
</file>

<file path=ppt/tags/tag156.xml><?xml version="1.0" encoding="utf-8"?>
<p:tagLst xmlns:a="http://schemas.openxmlformats.org/drawingml/2006/main" xmlns:r="http://schemas.openxmlformats.org/officeDocument/2006/relationships" xmlns:p="http://schemas.openxmlformats.org/presentationml/2006/main">
  <p:tag name="THINKCELLSHAPEDONOTDELETE" val="t7EG7NdtmKKf_D8pAfY9HVQ"/>
</p:tagLst>
</file>

<file path=ppt/tags/tag157.xml><?xml version="1.0" encoding="utf-8"?>
<p:tagLst xmlns:a="http://schemas.openxmlformats.org/drawingml/2006/main" xmlns:r="http://schemas.openxmlformats.org/officeDocument/2006/relationships" xmlns:p="http://schemas.openxmlformats.org/presentationml/2006/main">
  <p:tag name="THINKCELLSHAPEDONOTDELETE" val="tSSkXz2AEEU8dxgXFhQE9kw"/>
</p:tagLst>
</file>

<file path=ppt/tags/tag158.xml><?xml version="1.0" encoding="utf-8"?>
<p:tagLst xmlns:a="http://schemas.openxmlformats.org/drawingml/2006/main" xmlns:r="http://schemas.openxmlformats.org/officeDocument/2006/relationships" xmlns:p="http://schemas.openxmlformats.org/presentationml/2006/main">
  <p:tag name="THINKCELLSHAPEDONOTDELETE" val="tpjVdgO7GQc_7gCq3uCqNDw"/>
</p:tagLst>
</file>

<file path=ppt/tags/tag159.xml><?xml version="1.0" encoding="utf-8"?>
<p:tagLst xmlns:a="http://schemas.openxmlformats.org/drawingml/2006/main" xmlns:r="http://schemas.openxmlformats.org/officeDocument/2006/relationships" xmlns:p="http://schemas.openxmlformats.org/presentationml/2006/main">
  <p:tag name="THINKCELLSHAPEDONOTDELETE" val="t1cuLZghZH0nSRqPIRSIATA"/>
</p:tagLst>
</file>

<file path=ppt/tags/tag160.xml><?xml version="1.0" encoding="utf-8"?>
<p:tagLst xmlns:a="http://schemas.openxmlformats.org/drawingml/2006/main" xmlns:r="http://schemas.openxmlformats.org/officeDocument/2006/relationships" xmlns:p="http://schemas.openxmlformats.org/presentationml/2006/main">
  <p:tag name="THINKCELLSHAPEDONOTDELETE" val="tMhdIC6spgi5y4s_G6fTJjw"/>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等线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等线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144</TotalTime>
  <Words>974</Words>
  <Application>Microsoft Macintosh PowerPoint</Application>
  <PresentationFormat>宽屏</PresentationFormat>
  <Paragraphs>375</Paragraphs>
  <Slides>11</Slides>
  <Notes>5</Notes>
  <HiddenSlides>0</HiddenSlides>
  <MMClips>0</MMClips>
  <ScaleCrop>false</ScaleCrop>
  <HeadingPairs>
    <vt:vector size="8" baseType="variant">
      <vt:variant>
        <vt:lpstr>已用的字体</vt:lpstr>
      </vt:variant>
      <vt:variant>
        <vt:i4>7</vt:i4>
      </vt:variant>
      <vt:variant>
        <vt:lpstr>主题</vt:lpstr>
      </vt:variant>
      <vt:variant>
        <vt:i4>1</vt:i4>
      </vt:variant>
      <vt:variant>
        <vt:lpstr>嵌入 OLE 服务器</vt:lpstr>
      </vt:variant>
      <vt:variant>
        <vt:i4>1</vt:i4>
      </vt:variant>
      <vt:variant>
        <vt:lpstr>幻灯片标题</vt:lpstr>
      </vt:variant>
      <vt:variant>
        <vt:i4>11</vt:i4>
      </vt:variant>
    </vt:vector>
  </HeadingPairs>
  <TitlesOfParts>
    <vt:vector size="20" baseType="lpstr">
      <vt:lpstr>等线</vt:lpstr>
      <vt:lpstr>等线 Light</vt:lpstr>
      <vt:lpstr>HarmonyOS Sans SC</vt:lpstr>
      <vt:lpstr>HarmonyOS Sans SC Black</vt:lpstr>
      <vt:lpstr>HarmonyOS Sans SC Light</vt:lpstr>
      <vt:lpstr>HarmonyOS Sans SC Medium</vt:lpstr>
      <vt:lpstr>Arial</vt:lpstr>
      <vt:lpstr>Office 主题​​</vt:lpstr>
      <vt:lpstr>think-cell 幻灯片</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zhangbaoxu</dc:creator>
  <cp:lastModifiedBy>zhangbaoxu</cp:lastModifiedBy>
  <cp:revision>1</cp:revision>
  <dcterms:created xsi:type="dcterms:W3CDTF">2024-11-17T07:50:12Z</dcterms:created>
  <dcterms:modified xsi:type="dcterms:W3CDTF">2024-11-17T10:15:03Z</dcterms:modified>
</cp:coreProperties>
</file>