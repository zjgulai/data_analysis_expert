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charts/chart1.xml" ContentType="application/vnd.openxmlformats-officedocument.drawingml.chart+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charts/chart2.xml" ContentType="application/vnd.openxmlformats-officedocument.drawingml.chart+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charts/chart3.xml" ContentType="application/vnd.openxmlformats-officedocument.drawingml.chart+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xml" ContentType="application/vnd.openxmlformats-officedocument.presentationml.notesSlide+xml"/>
  <Override PartName="/ppt/charts/chart4.xml" ContentType="application/vnd.openxmlformats-officedocument.drawingml.chart+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3.xml" ContentType="application/vnd.openxmlformats-officedocument.presentationml.notesSlide+xml"/>
  <Override PartName="/ppt/charts/chart17.xml" ContentType="application/vnd.openxmlformats-officedocument.drawingml.chart+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charts/chart18.xml" ContentType="application/vnd.openxmlformats-officedocument.drawingml.chart+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charts/chart19.xml" ContentType="application/vnd.openxmlformats-officedocument.drawingml.chart+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98" r:id="rId8"/>
    <p:sldId id="299" r:id="rId9"/>
    <p:sldId id="300" r:id="rId10"/>
    <p:sldId id="301" r:id="rId11"/>
    <p:sldId id="302" r:id="rId12"/>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52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51"/>
    <p:restoredTop sz="97840"/>
  </p:normalViewPr>
  <p:slideViewPr>
    <p:cSldViewPr snapToGrid="0">
      <p:cViewPr varScale="1">
        <p:scale>
          <a:sx n="224" d="100"/>
          <a:sy n="224" d="100"/>
        </p:scale>
        <p:origin x="112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__.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__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__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___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___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______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___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______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______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______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______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______11.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______12.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______13.xlsb"/></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______14.xlsb"/></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______15.xlsb"/></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______16.xlsb"/></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______17.xlsb"/></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______18.xlsb"/></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______19.xlsb"/></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______20.xlsb"/></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______21.xlsb"/></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______22.xlsb"/></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______23.xlsb"/></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______24.xlsb"/></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______25.xlsb"/></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______26.xlsb"/></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______27.xlsb"/></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______28.xlsb"/></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______29.xlsb"/></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______30.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7963064545620772E-2"/>
          <c:y val="0.11205564142194745"/>
          <c:w val="0.92503199853720974"/>
          <c:h val="0.81336939721792889"/>
        </c:manualLayout>
      </c:layout>
      <c:lineChart>
        <c:grouping val="standard"/>
        <c:varyColors val="0"/>
        <c:ser>
          <c:idx val="0"/>
          <c:order val="0"/>
          <c:spPr>
            <a:ln w="19050" cmpd="sng" algn="ctr">
              <a:solidFill>
                <a:schemeClr val="tx1"/>
              </a:solidFill>
              <a:prstDash val="solid"/>
            </a:ln>
          </c:spPr>
          <c:marker>
            <c:symbol val="none"/>
          </c:marker>
          <c:dPt>
            <c:idx val="0"/>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0-3829-F14F-9C69-E7FBDE1F8B69}"/>
              </c:ext>
            </c:extLst>
          </c:dPt>
          <c:dPt>
            <c:idx val="1"/>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1-3829-F14F-9C69-E7FBDE1F8B69}"/>
              </c:ext>
            </c:extLst>
          </c:dPt>
          <c:dPt>
            <c:idx val="2"/>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2-3829-F14F-9C69-E7FBDE1F8B69}"/>
              </c:ext>
            </c:extLst>
          </c:dPt>
          <c:dPt>
            <c:idx val="3"/>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3-3829-F14F-9C69-E7FBDE1F8B69}"/>
              </c:ext>
            </c:extLst>
          </c:dPt>
          <c:dPt>
            <c:idx val="4"/>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4-3829-F14F-9C69-E7FBDE1F8B69}"/>
              </c:ext>
            </c:extLst>
          </c:dPt>
          <c:dPt>
            <c:idx val="5"/>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5-3829-F14F-9C69-E7FBDE1F8B69}"/>
              </c:ext>
            </c:extLst>
          </c:dPt>
          <c:dPt>
            <c:idx val="6"/>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6-3829-F14F-9C69-E7FBDE1F8B69}"/>
              </c:ext>
            </c:extLst>
          </c:dPt>
          <c:dPt>
            <c:idx val="7"/>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7-3829-F14F-9C69-E7FBDE1F8B69}"/>
              </c:ext>
            </c:extLst>
          </c:dPt>
          <c:dPt>
            <c:idx val="8"/>
            <c:marker>
              <c:symbol val="circle"/>
              <c:size val="7"/>
              <c:spPr>
                <a:solidFill>
                  <a:schemeClr val="tx1"/>
                </a:solidFill>
                <a:ln w="9525" cmpd="sng" algn="ctr">
                  <a:solidFill>
                    <a:schemeClr val="tx1"/>
                  </a:solidFill>
                  <a:prstDash val="solid"/>
                </a:ln>
              </c:spPr>
            </c:marker>
            <c:bubble3D val="0"/>
            <c:extLst>
              <c:ext xmlns:c16="http://schemas.microsoft.com/office/drawing/2014/chart" uri="{C3380CC4-5D6E-409C-BE32-E72D297353CC}">
                <c16:uniqueId val="{00000008-3829-F14F-9C69-E7FBDE1F8B69}"/>
              </c:ext>
            </c:extLst>
          </c:dPt>
          <c:dLbls>
            <c:dLbl>
              <c:idx val="0"/>
              <c:layout>
                <c:manualLayout>
                  <c:x val="1.9747668678003292E-2"/>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829-F14F-9C69-E7FBDE1F8B69}"/>
                </c:ext>
              </c:extLst>
            </c:dLbl>
            <c:dLbl>
              <c:idx val="4"/>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829-F14F-9C69-E7FBDE1F8B69}"/>
                </c:ext>
              </c:extLst>
            </c:dLbl>
            <c:dLbl>
              <c:idx val="5"/>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3829-F14F-9C69-E7FBDE1F8B69}"/>
                </c:ext>
              </c:extLst>
            </c:dLbl>
            <c:dLbl>
              <c:idx val="6"/>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829-F14F-9C69-E7FBDE1F8B69}"/>
                </c:ext>
              </c:extLst>
            </c:dLbl>
            <c:dLbl>
              <c:idx val="7"/>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829-F14F-9C69-E7FBDE1F8B69}"/>
                </c:ext>
              </c:extLst>
            </c:dLbl>
            <c:dLbl>
              <c:idx val="8"/>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3829-F14F-9C69-E7FBDE1F8B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Sheet1!$A$1:$I$1</c:f>
              <c:numCache>
                <c:formatCode>General</c:formatCode>
                <c:ptCount val="9"/>
                <c:pt idx="0">
                  <c:v>15</c:v>
                </c:pt>
                <c:pt idx="1">
                  <c:v>17</c:v>
                </c:pt>
                <c:pt idx="2">
                  <c:v>27</c:v>
                </c:pt>
                <c:pt idx="3">
                  <c:v>36</c:v>
                </c:pt>
                <c:pt idx="4">
                  <c:v>41</c:v>
                </c:pt>
                <c:pt idx="5">
                  <c:v>49</c:v>
                </c:pt>
                <c:pt idx="6">
                  <c:v>51</c:v>
                </c:pt>
                <c:pt idx="7">
                  <c:v>55</c:v>
                </c:pt>
                <c:pt idx="8">
                  <c:v>59</c:v>
                </c:pt>
              </c:numCache>
            </c:numRef>
          </c:val>
          <c:smooth val="0"/>
          <c:extLst>
            <c:ext xmlns:c16="http://schemas.microsoft.com/office/drawing/2014/chart" uri="{C3380CC4-5D6E-409C-BE32-E72D297353CC}">
              <c16:uniqueId val="{00000009-3829-F14F-9C69-E7FBDE1F8B69}"/>
            </c:ext>
          </c:extLst>
        </c:ser>
        <c:ser>
          <c:idx val="1"/>
          <c:order val="1"/>
          <c:spPr>
            <a:ln w="19050" cmpd="sng" algn="ctr">
              <a:solidFill>
                <a:srgbClr val="00ADFF"/>
              </a:solidFill>
              <a:prstDash val="solid"/>
            </a:ln>
          </c:spPr>
          <c:marker>
            <c:symbol val="none"/>
          </c:marker>
          <c:dPt>
            <c:idx val="0"/>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0A-3829-F14F-9C69-E7FBDE1F8B69}"/>
              </c:ext>
            </c:extLst>
          </c:dPt>
          <c:dPt>
            <c:idx val="1"/>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0B-3829-F14F-9C69-E7FBDE1F8B69}"/>
              </c:ext>
            </c:extLst>
          </c:dPt>
          <c:dPt>
            <c:idx val="2"/>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0C-3829-F14F-9C69-E7FBDE1F8B69}"/>
              </c:ext>
            </c:extLst>
          </c:dPt>
          <c:dPt>
            <c:idx val="3"/>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0D-3829-F14F-9C69-E7FBDE1F8B69}"/>
              </c:ext>
            </c:extLst>
          </c:dPt>
          <c:dPt>
            <c:idx val="4"/>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0E-3829-F14F-9C69-E7FBDE1F8B69}"/>
              </c:ext>
            </c:extLst>
          </c:dPt>
          <c:dPt>
            <c:idx val="5"/>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0F-3829-F14F-9C69-E7FBDE1F8B69}"/>
              </c:ext>
            </c:extLst>
          </c:dPt>
          <c:dPt>
            <c:idx val="6"/>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10-3829-F14F-9C69-E7FBDE1F8B69}"/>
              </c:ext>
            </c:extLst>
          </c:dPt>
          <c:dPt>
            <c:idx val="7"/>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11-3829-F14F-9C69-E7FBDE1F8B69}"/>
              </c:ext>
            </c:extLst>
          </c:dPt>
          <c:dPt>
            <c:idx val="8"/>
            <c:marker>
              <c:symbol val="triangle"/>
              <c:size val="7"/>
              <c:spPr>
                <a:solidFill>
                  <a:srgbClr val="00ADFF"/>
                </a:solidFill>
                <a:ln w="9525" cmpd="sng" algn="ctr">
                  <a:solidFill>
                    <a:srgbClr val="00ADFF"/>
                  </a:solidFill>
                  <a:prstDash val="solid"/>
                </a:ln>
              </c:spPr>
            </c:marker>
            <c:bubble3D val="0"/>
            <c:extLst>
              <c:ext xmlns:c16="http://schemas.microsoft.com/office/drawing/2014/chart" uri="{C3380CC4-5D6E-409C-BE32-E72D297353CC}">
                <c16:uniqueId val="{00000012-3829-F14F-9C69-E7FBDE1F8B69}"/>
              </c:ext>
            </c:extLst>
          </c:dPt>
          <c:dLbls>
            <c:dLbl>
              <c:idx val="0"/>
              <c:layout>
                <c:manualLayout>
                  <c:x val="1.3896507588224539E-2"/>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3829-F14F-9C69-E7FBDE1F8B69}"/>
                </c:ext>
              </c:extLst>
            </c:dLbl>
            <c:dLbl>
              <c:idx val="1"/>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3829-F14F-9C69-E7FBDE1F8B69}"/>
                </c:ext>
              </c:extLst>
            </c:dLbl>
            <c:dLbl>
              <c:idx val="3"/>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3829-F14F-9C69-E7FBDE1F8B69}"/>
                </c:ext>
              </c:extLst>
            </c:dLbl>
            <c:dLbl>
              <c:idx val="4"/>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3829-F14F-9C69-E7FBDE1F8B69}"/>
                </c:ext>
              </c:extLst>
            </c:dLbl>
            <c:dLbl>
              <c:idx val="5"/>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3829-F14F-9C69-E7FBDE1F8B69}"/>
                </c:ext>
              </c:extLst>
            </c:dLbl>
            <c:dLbl>
              <c:idx val="6"/>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3829-F14F-9C69-E7FBDE1F8B69}"/>
                </c:ext>
              </c:extLst>
            </c:dLbl>
            <c:dLbl>
              <c:idx val="7"/>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3829-F14F-9C69-E7FBDE1F8B69}"/>
                </c:ext>
              </c:extLst>
            </c:dLbl>
            <c:dLbl>
              <c:idx val="8"/>
              <c:layout>
                <c:manualLayout>
                  <c:x val="0"/>
                  <c:y val="-5.1004636785162288E-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3829-F14F-9C69-E7FBDE1F8B6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Sheet1!$A$2:$I$2</c:f>
              <c:numCache>
                <c:formatCode>General</c:formatCode>
                <c:ptCount val="9"/>
                <c:pt idx="0">
                  <c:v>3</c:v>
                </c:pt>
                <c:pt idx="1">
                  <c:v>4</c:v>
                </c:pt>
                <c:pt idx="2">
                  <c:v>7</c:v>
                </c:pt>
                <c:pt idx="3">
                  <c:v>12</c:v>
                </c:pt>
                <c:pt idx="4">
                  <c:v>15</c:v>
                </c:pt>
                <c:pt idx="5">
                  <c:v>21</c:v>
                </c:pt>
                <c:pt idx="6">
                  <c:v>23</c:v>
                </c:pt>
                <c:pt idx="7">
                  <c:v>28</c:v>
                </c:pt>
                <c:pt idx="8">
                  <c:v>34</c:v>
                </c:pt>
              </c:numCache>
            </c:numRef>
          </c:val>
          <c:smooth val="0"/>
          <c:extLst>
            <c:ext xmlns:c16="http://schemas.microsoft.com/office/drawing/2014/chart" uri="{C3380CC4-5D6E-409C-BE32-E72D297353CC}">
              <c16:uniqueId val="{00000013-3829-F14F-9C69-E7FBDE1F8B69}"/>
            </c:ext>
          </c:extLst>
        </c:ser>
        <c:dLbls>
          <c:showLegendKey val="0"/>
          <c:showVal val="0"/>
          <c:showCatName val="0"/>
          <c:showSerName val="0"/>
          <c:showPercent val="0"/>
          <c:showBubbleSize val="0"/>
        </c:dLbls>
        <c:smooth val="0"/>
        <c:axId val="2035167296"/>
        <c:axId val="1"/>
      </c:lineChart>
      <c:catAx>
        <c:axId val="2035167296"/>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60"/>
          <c:min val="0"/>
        </c:scaling>
        <c:delete val="0"/>
        <c:axPos val="l"/>
        <c:majorGridlines>
          <c:spPr>
            <a:ln>
              <a:noFill/>
            </a:ln>
          </c:spPr>
        </c:majorGridlines>
        <c:numFmt formatCode="#,##0;&quot;-&quot;#,##0" sourceLinked="0"/>
        <c:majorTickMark val="out"/>
        <c:minorTickMark val="none"/>
        <c:tickLblPos val="nextTo"/>
        <c:spPr>
          <a:ln w="9525" cmpd="sng" algn="ctr">
            <a:solidFill>
              <a:schemeClr val="bg1"/>
            </a:solidFill>
            <a:prstDash val="solid"/>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crossAx val="2035167296"/>
        <c:crosses val="min"/>
        <c:crossBetween val="midCat"/>
        <c:majorUnit val="10"/>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704357418643132E-3"/>
          <c:y val="0.1204766107678729"/>
          <c:w val="0.98565912851627135"/>
          <c:h val="0.79435127978817299"/>
        </c:manualLayout>
      </c:layout>
      <c:barChart>
        <c:barDir val="col"/>
        <c:grouping val="clustered"/>
        <c:varyColors val="0"/>
        <c:ser>
          <c:idx val="0"/>
          <c:order val="0"/>
          <c:spPr>
            <a:solidFill>
              <a:schemeClr val="tx1"/>
            </a:solidFill>
            <a:ln>
              <a:noFill/>
            </a:ln>
          </c:spPr>
          <c:invertIfNegative val="0"/>
          <c:dLbls>
            <c:dLbl>
              <c:idx val="0"/>
              <c:layout>
                <c:manualLayout>
                  <c:x val="0"/>
                  <c:y val="-0.34819064430714919"/>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916-694D-9D87-C5F7711D4025}"/>
                </c:ext>
              </c:extLst>
            </c:dLbl>
            <c:dLbl>
              <c:idx val="1"/>
              <c:layout>
                <c:manualLayout>
                  <c:x val="0"/>
                  <c:y val="-0.3662842012356575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916-694D-9D87-C5F7711D4025}"/>
                </c:ext>
              </c:extLst>
            </c:dLbl>
            <c:dLbl>
              <c:idx val="2"/>
              <c:layout>
                <c:manualLayout>
                  <c:x val="0"/>
                  <c:y val="-0.33627537511032657"/>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A916-694D-9D87-C5F7711D4025}"/>
                </c:ext>
              </c:extLst>
            </c:dLbl>
            <c:dLbl>
              <c:idx val="3"/>
              <c:layout>
                <c:manualLayout>
                  <c:x val="0"/>
                  <c:y val="-0.35392762577228598"/>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A916-694D-9D87-C5F7711D4025}"/>
                </c:ext>
              </c:extLst>
            </c:dLbl>
            <c:dLbl>
              <c:idx val="4"/>
              <c:layout>
                <c:manualLayout>
                  <c:x val="0"/>
                  <c:y val="-0.31244483671668138"/>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916-694D-9D87-C5F7711D402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52</c:v>
                </c:pt>
                <c:pt idx="1">
                  <c:v>55</c:v>
                </c:pt>
                <c:pt idx="2">
                  <c:v>50</c:v>
                </c:pt>
                <c:pt idx="3">
                  <c:v>53</c:v>
                </c:pt>
                <c:pt idx="4">
                  <c:v>46</c:v>
                </c:pt>
              </c:numCache>
            </c:numRef>
          </c:val>
          <c:extLst>
            <c:ext xmlns:c16="http://schemas.microsoft.com/office/drawing/2014/chart" uri="{C3380CC4-5D6E-409C-BE32-E72D297353CC}">
              <c16:uniqueId val="{00000005-A916-694D-9D87-C5F7711D4025}"/>
            </c:ext>
          </c:extLst>
        </c:ser>
        <c:ser>
          <c:idx val="1"/>
          <c:order val="1"/>
          <c:spPr>
            <a:solidFill>
              <a:srgbClr val="00ADFF"/>
            </a:solidFill>
            <a:ln>
              <a:noFill/>
            </a:ln>
          </c:spPr>
          <c:invertIfNegative val="0"/>
          <c:dLbls>
            <c:dLbl>
              <c:idx val="0"/>
              <c:layout>
                <c:manualLayout>
                  <c:x val="0"/>
                  <c:y val="-0.39011473962930271"/>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A916-694D-9D87-C5F7711D4025}"/>
                </c:ext>
              </c:extLst>
            </c:dLbl>
            <c:dLbl>
              <c:idx val="1"/>
              <c:layout>
                <c:manualLayout>
                  <c:x val="0"/>
                  <c:y val="-0.43248014121800532"/>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A916-694D-9D87-C5F7711D4025}"/>
                </c:ext>
              </c:extLst>
            </c:dLbl>
            <c:dLbl>
              <c:idx val="2"/>
              <c:layout>
                <c:manualLayout>
                  <c:x val="0"/>
                  <c:y val="-0.41438658428949693"/>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A916-694D-9D87-C5F7711D4025}"/>
                </c:ext>
              </c:extLst>
            </c:dLbl>
            <c:dLbl>
              <c:idx val="3"/>
              <c:layout>
                <c:manualLayout>
                  <c:x val="0"/>
                  <c:y val="-0.39629302736098854"/>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A916-694D-9D87-C5F7711D4025}"/>
                </c:ext>
              </c:extLst>
            </c:dLbl>
            <c:dLbl>
              <c:idx val="4"/>
              <c:layout>
                <c:manualLayout>
                  <c:x val="0"/>
                  <c:y val="-0.2762577228596646"/>
                </c:manualLayout>
              </c:layout>
              <c:numFmt formatCode="#,##0;&quot;-&quot;#,##0" sourceLinked="0"/>
              <c:spPr>
                <a:noFill/>
                <a:ln>
                  <a:noFill/>
                </a:ln>
              </c:spPr>
              <c:txPr>
                <a:bodyPr wrap="none"/>
                <a:lstStyle/>
                <a:p>
                  <a:pPr>
                    <a:defRPr kumimoji="1" sz="14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A916-694D-9D87-C5F7711D402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0">
                  <c:v>59</c:v>
                </c:pt>
                <c:pt idx="1">
                  <c:v>66</c:v>
                </c:pt>
                <c:pt idx="2">
                  <c:v>63</c:v>
                </c:pt>
                <c:pt idx="3">
                  <c:v>60</c:v>
                </c:pt>
                <c:pt idx="4">
                  <c:v>40</c:v>
                </c:pt>
              </c:numCache>
            </c:numRef>
          </c:val>
          <c:extLst>
            <c:ext xmlns:c16="http://schemas.microsoft.com/office/drawing/2014/chart" uri="{C3380CC4-5D6E-409C-BE32-E72D297353CC}">
              <c16:uniqueId val="{0000000B-A916-694D-9D87-C5F7711D4025}"/>
            </c:ext>
          </c:extLst>
        </c:ser>
        <c:dLbls>
          <c:showLegendKey val="0"/>
          <c:showVal val="0"/>
          <c:showCatName val="0"/>
          <c:showSerName val="0"/>
          <c:showPercent val="0"/>
          <c:showBubbleSize val="0"/>
        </c:dLbls>
        <c:gapWidth val="80"/>
        <c:axId val="1429639440"/>
        <c:axId val="1"/>
      </c:barChart>
      <c:catAx>
        <c:axId val="1429639440"/>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66"/>
          <c:min val="0"/>
        </c:scaling>
        <c:delete val="1"/>
        <c:axPos val="l"/>
        <c:numFmt formatCode="General" sourceLinked="1"/>
        <c:majorTickMark val="out"/>
        <c:minorTickMark val="none"/>
        <c:tickLblPos val="nextTo"/>
        <c:crossAx val="1429639440"/>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44081336238199E-3"/>
          <c:y val="2.7310924369747899E-2"/>
          <c:w val="0.98111837327523599"/>
          <c:h val="0.94537815126050417"/>
        </c:manualLayout>
      </c:layout>
      <c:barChart>
        <c:barDir val="col"/>
        <c:grouping val="stacked"/>
        <c:varyColors val="0"/>
        <c:ser>
          <c:idx val="0"/>
          <c:order val="0"/>
          <c:spPr>
            <a:solidFill>
              <a:schemeClr val="tx1"/>
            </a:solidFill>
            <a:ln w="3175" cmpd="sng" algn="ctr">
              <a:solidFill>
                <a:schemeClr val="bg1"/>
              </a:solidFill>
              <a:prstDash val="solid"/>
            </a:ln>
          </c:spPr>
          <c:invertIfNegative val="0"/>
          <c:val>
            <c:numRef>
              <c:f>Sheet1!$A$1:$C$1</c:f>
              <c:numCache>
                <c:formatCode>General</c:formatCode>
                <c:ptCount val="3"/>
                <c:pt idx="0">
                  <c:v>3</c:v>
                </c:pt>
                <c:pt idx="1">
                  <c:v>3.9</c:v>
                </c:pt>
                <c:pt idx="2">
                  <c:v>5.0999999999999996</c:v>
                </c:pt>
              </c:numCache>
            </c:numRef>
          </c:val>
          <c:extLst>
            <c:ext xmlns:c16="http://schemas.microsoft.com/office/drawing/2014/chart" uri="{C3380CC4-5D6E-409C-BE32-E72D297353CC}">
              <c16:uniqueId val="{00000000-75E9-4846-AD0C-43A4D4BFE100}"/>
            </c:ext>
          </c:extLst>
        </c:ser>
        <c:ser>
          <c:idx val="1"/>
          <c:order val="1"/>
          <c:spPr>
            <a:solidFill>
              <a:srgbClr val="00ADFF"/>
            </a:solidFill>
            <a:ln w="3175" cmpd="sng" algn="ctr">
              <a:solidFill>
                <a:schemeClr val="bg1"/>
              </a:solidFill>
              <a:prstDash val="solid"/>
            </a:ln>
          </c:spPr>
          <c:invertIfNegative val="0"/>
          <c:val>
            <c:numRef>
              <c:f>Sheet1!$A$2:$C$2</c:f>
              <c:numCache>
                <c:formatCode>General</c:formatCode>
                <c:ptCount val="3"/>
                <c:pt idx="0">
                  <c:v>0.60000000000000009</c:v>
                </c:pt>
                <c:pt idx="1">
                  <c:v>0.69999999999999973</c:v>
                </c:pt>
                <c:pt idx="2">
                  <c:v>0.79999999999999982</c:v>
                </c:pt>
              </c:numCache>
            </c:numRef>
          </c:val>
          <c:extLst>
            <c:ext xmlns:c16="http://schemas.microsoft.com/office/drawing/2014/chart" uri="{C3380CC4-5D6E-409C-BE32-E72D297353CC}">
              <c16:uniqueId val="{00000001-75E9-4846-AD0C-43A4D4BFE100}"/>
            </c:ext>
          </c:extLst>
        </c:ser>
        <c:dLbls>
          <c:showLegendKey val="0"/>
          <c:showVal val="0"/>
          <c:showCatName val="0"/>
          <c:showSerName val="0"/>
          <c:showPercent val="0"/>
          <c:showBubbleSize val="0"/>
        </c:dLbls>
        <c:gapWidth val="80"/>
        <c:overlap val="100"/>
        <c:axId val="1183930576"/>
        <c:axId val="1"/>
      </c:barChart>
      <c:catAx>
        <c:axId val="1183930576"/>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5.8999999999999995"/>
          <c:min val="0"/>
        </c:scaling>
        <c:delete val="1"/>
        <c:axPos val="l"/>
        <c:numFmt formatCode="General" sourceLinked="1"/>
        <c:majorTickMark val="out"/>
        <c:minorTickMark val="none"/>
        <c:tickLblPos val="nextTo"/>
        <c:crossAx val="1183930576"/>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1419939577039278E-2"/>
          <c:y val="5.7811424638678596E-2"/>
          <c:w val="0.93716012084592148"/>
          <c:h val="0.88437715072264278"/>
        </c:manualLayout>
      </c:layout>
      <c:barChart>
        <c:barDir val="col"/>
        <c:grouping val="stacked"/>
        <c:varyColors val="0"/>
        <c:ser>
          <c:idx val="0"/>
          <c:order val="0"/>
          <c:spPr>
            <a:solidFill>
              <a:srgbClr val="0352FF"/>
            </a:solidFill>
            <a:ln w="3175" cmpd="sng" algn="ctr">
              <a:solidFill>
                <a:schemeClr val="bg1"/>
              </a:solidFill>
              <a:prstDash val="solid"/>
            </a:ln>
          </c:spPr>
          <c:invertIfNegative val="0"/>
          <c:dLbls>
            <c:dLbl>
              <c:idx val="0"/>
              <c:layout>
                <c:manualLayout>
                  <c:x val="0"/>
                  <c:y val="-1.3764624913971094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1EA-2A45-806F-F87CC436E4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10</c:v>
                </c:pt>
              </c:numCache>
            </c:numRef>
          </c:val>
          <c:extLst>
            <c:ext xmlns:c16="http://schemas.microsoft.com/office/drawing/2014/chart" uri="{C3380CC4-5D6E-409C-BE32-E72D297353CC}">
              <c16:uniqueId val="{00000001-61EA-2A45-806F-F87CC436E41D}"/>
            </c:ext>
          </c:extLst>
        </c:ser>
        <c:ser>
          <c:idx val="1"/>
          <c:order val="1"/>
          <c:spPr>
            <a:solidFill>
              <a:srgbClr val="0352FF"/>
            </a:solidFill>
            <a:ln w="3175" cmpd="sng" algn="ctr">
              <a:solidFill>
                <a:schemeClr val="bg1"/>
              </a:solidFill>
              <a:prstDash val="solid"/>
            </a:ln>
          </c:spPr>
          <c:invertIfNegative val="0"/>
          <c:dLbls>
            <c:dLbl>
              <c:idx val="0"/>
              <c:layout>
                <c:manualLayout>
                  <c:x val="0"/>
                  <c:y val="-1.0323468685478321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1EA-2A45-806F-F87CC436E4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16</c:v>
                </c:pt>
              </c:numCache>
            </c:numRef>
          </c:val>
          <c:extLst>
            <c:ext xmlns:c16="http://schemas.microsoft.com/office/drawing/2014/chart" uri="{C3380CC4-5D6E-409C-BE32-E72D297353CC}">
              <c16:uniqueId val="{00000003-61EA-2A45-806F-F87CC436E41D}"/>
            </c:ext>
          </c:extLst>
        </c:ser>
        <c:ser>
          <c:idx val="2"/>
          <c:order val="2"/>
          <c:spPr>
            <a:solidFill>
              <a:srgbClr val="00ADFF"/>
            </a:solidFill>
            <a:ln w="3175" cmpd="sng" algn="ctr">
              <a:solidFill>
                <a:schemeClr val="bg1"/>
              </a:solidFill>
              <a:prstDash val="solid"/>
            </a:ln>
          </c:spPr>
          <c:invertIfNegative val="0"/>
          <c:dLbls>
            <c:dLbl>
              <c:idx val="0"/>
              <c:layout>
                <c:manualLayout>
                  <c:x val="0"/>
                  <c:y val="-1.0323468685478321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61EA-2A45-806F-F87CC436E4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f>
              <c:numCache>
                <c:formatCode>General</c:formatCode>
                <c:ptCount val="1"/>
                <c:pt idx="0">
                  <c:v>13</c:v>
                </c:pt>
              </c:numCache>
            </c:numRef>
          </c:val>
          <c:extLst>
            <c:ext xmlns:c16="http://schemas.microsoft.com/office/drawing/2014/chart" uri="{C3380CC4-5D6E-409C-BE32-E72D297353CC}">
              <c16:uniqueId val="{00000005-61EA-2A45-806F-F87CC436E41D}"/>
            </c:ext>
          </c:extLst>
        </c:ser>
        <c:ser>
          <c:idx val="3"/>
          <c:order val="3"/>
          <c:spPr>
            <a:solidFill>
              <a:srgbClr val="4D4D4D"/>
            </a:solidFill>
            <a:ln w="3175" cmpd="sng" algn="ctr">
              <a:solidFill>
                <a:schemeClr val="bg1"/>
              </a:solidFill>
              <a:prstDash val="solid"/>
            </a:ln>
          </c:spPr>
          <c:invertIfNegative val="0"/>
          <c:dLbls>
            <c:dLbl>
              <c:idx val="0"/>
              <c:layout>
                <c:manualLayout>
                  <c:x val="0"/>
                  <c:y val="-1.0323468685478321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61EA-2A45-806F-F87CC436E4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c:f>
              <c:numCache>
                <c:formatCode>General</c:formatCode>
                <c:ptCount val="1"/>
                <c:pt idx="0">
                  <c:v>13</c:v>
                </c:pt>
              </c:numCache>
            </c:numRef>
          </c:val>
          <c:extLst>
            <c:ext xmlns:c16="http://schemas.microsoft.com/office/drawing/2014/chart" uri="{C3380CC4-5D6E-409C-BE32-E72D297353CC}">
              <c16:uniqueId val="{00000007-61EA-2A45-806F-F87CC436E41D}"/>
            </c:ext>
          </c:extLst>
        </c:ser>
        <c:ser>
          <c:idx val="4"/>
          <c:order val="4"/>
          <c:spPr>
            <a:solidFill>
              <a:srgbClr val="4D4D4D"/>
            </a:solidFill>
            <a:ln w="3175" cmpd="sng" algn="ctr">
              <a:solidFill>
                <a:schemeClr val="bg1"/>
              </a:solidFill>
              <a:prstDash val="solid"/>
            </a:ln>
          </c:spPr>
          <c:invertIfNegative val="0"/>
          <c:dLbls>
            <c:dLbl>
              <c:idx val="0"/>
              <c:layout>
                <c:manualLayout>
                  <c:x val="0"/>
                  <c:y val="-1.0323468685478321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61EA-2A45-806F-F87CC436E4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c:f>
              <c:numCache>
                <c:formatCode>General</c:formatCode>
                <c:ptCount val="1"/>
                <c:pt idx="0">
                  <c:v>9</c:v>
                </c:pt>
              </c:numCache>
            </c:numRef>
          </c:val>
          <c:extLst>
            <c:ext xmlns:c16="http://schemas.microsoft.com/office/drawing/2014/chart" uri="{C3380CC4-5D6E-409C-BE32-E72D297353CC}">
              <c16:uniqueId val="{00000009-61EA-2A45-806F-F87CC436E41D}"/>
            </c:ext>
          </c:extLst>
        </c:ser>
        <c:ser>
          <c:idx val="5"/>
          <c:order val="5"/>
          <c:spPr>
            <a:solidFill>
              <a:schemeClr val="tx1"/>
            </a:solidFill>
            <a:ln w="3175" cmpd="sng" algn="ctr">
              <a:solidFill>
                <a:schemeClr val="bg1"/>
              </a:solidFill>
              <a:prstDash val="solid"/>
            </a:ln>
          </c:spPr>
          <c:invertIfNegative val="0"/>
          <c:dLbls>
            <c:dLbl>
              <c:idx val="0"/>
              <c:layout>
                <c:manualLayout>
                  <c:x val="0"/>
                  <c:y val="-1.3764624913971094E-3"/>
                </c:manualLayout>
              </c:layout>
              <c:numFmt formatCode="#,##0;&quot;-&quot;#,##0" sourceLinked="0"/>
              <c:spPr>
                <a:noFill/>
                <a:ln>
                  <a:noFill/>
                </a:ln>
              </c:spPr>
              <c:txPr>
                <a:bodyPr wrap="none"/>
                <a:lstStyle/>
                <a:p>
                  <a:pPr>
                    <a:defRPr kumimoji="1" sz="1200" kern="1200">
                      <a:solidFill>
                        <a:schemeClr val="bg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61EA-2A45-806F-F87CC436E4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c:f>
              <c:numCache>
                <c:formatCode>General</c:formatCode>
                <c:ptCount val="1"/>
                <c:pt idx="0">
                  <c:v>37</c:v>
                </c:pt>
              </c:numCache>
            </c:numRef>
          </c:val>
          <c:extLst>
            <c:ext xmlns:c16="http://schemas.microsoft.com/office/drawing/2014/chart" uri="{C3380CC4-5D6E-409C-BE32-E72D297353CC}">
              <c16:uniqueId val="{0000000B-61EA-2A45-806F-F87CC436E41D}"/>
            </c:ext>
          </c:extLst>
        </c:ser>
        <c:ser>
          <c:idx val="6"/>
          <c:order val="6"/>
          <c:spPr>
            <a:solidFill>
              <a:srgbClr val="4D4D4D"/>
            </a:solidFill>
            <a:ln w="3175" cmpd="sng" algn="ctr">
              <a:solidFill>
                <a:schemeClr val="bg1"/>
              </a:solidFill>
              <a:prstDash val="solid"/>
            </a:ln>
          </c:spPr>
          <c:invertIfNegative val="0"/>
          <c:val>
            <c:numRef>
              <c:f>Sheet1!$A$7</c:f>
              <c:numCache>
                <c:formatCode>General</c:formatCode>
                <c:ptCount val="1"/>
                <c:pt idx="0">
                  <c:v>2</c:v>
                </c:pt>
              </c:numCache>
            </c:numRef>
          </c:val>
          <c:extLst>
            <c:ext xmlns:c16="http://schemas.microsoft.com/office/drawing/2014/chart" uri="{C3380CC4-5D6E-409C-BE32-E72D297353CC}">
              <c16:uniqueId val="{0000000C-61EA-2A45-806F-F87CC436E41D}"/>
            </c:ext>
          </c:extLst>
        </c:ser>
        <c:dLbls>
          <c:showLegendKey val="0"/>
          <c:showVal val="0"/>
          <c:showCatName val="0"/>
          <c:showSerName val="0"/>
          <c:showPercent val="0"/>
          <c:showBubbleSize val="0"/>
        </c:dLbls>
        <c:gapWidth val="80"/>
        <c:overlap val="100"/>
        <c:axId val="927351216"/>
        <c:axId val="1"/>
      </c:barChart>
      <c:catAx>
        <c:axId val="927351216"/>
        <c:scaling>
          <c:orientation val="minMax"/>
        </c:scaling>
        <c:delete val="0"/>
        <c:axPos val="b"/>
        <c:majorGridlines>
          <c:spPr>
            <a:ln>
              <a:noFill/>
            </a:ln>
          </c:spPr>
        </c:majorGridlines>
        <c:majorTickMark val="none"/>
        <c:minorTickMark val="none"/>
        <c:tickLblPos val="none"/>
        <c:spPr>
          <a:ln w="9525" cmpd="sng" algn="ctr">
            <a:solidFill>
              <a:schemeClr val="bg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927351216"/>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0773930753564154"/>
          <c:w val="0.90298507462686572"/>
          <c:h val="0.64765784114052949"/>
        </c:manualLayout>
      </c:layout>
      <c:barChart>
        <c:barDir val="col"/>
        <c:grouping val="stacked"/>
        <c:varyColors val="0"/>
        <c:ser>
          <c:idx val="0"/>
          <c:order val="0"/>
          <c:spPr>
            <a:solidFill>
              <a:schemeClr val="tx1"/>
            </a:solidFill>
            <a:ln>
              <a:noFill/>
            </a:ln>
          </c:spPr>
          <c:invertIfNegative val="0"/>
          <c:dPt>
            <c:idx val="0"/>
            <c:invertIfNegative val="0"/>
            <c:bubble3D val="0"/>
            <c:spPr>
              <a:solidFill>
                <a:srgbClr val="00ADFF"/>
              </a:solidFill>
              <a:ln>
                <a:noFill/>
              </a:ln>
            </c:spPr>
            <c:extLst>
              <c:ext xmlns:c16="http://schemas.microsoft.com/office/drawing/2014/chart" uri="{C3380CC4-5D6E-409C-BE32-E72D297353CC}">
                <c16:uniqueId val="{00000000-8277-0A4D-B4F4-B9E2D3FE67CB}"/>
              </c:ext>
            </c:extLst>
          </c:dPt>
          <c:dLbls>
            <c:dLbl>
              <c:idx val="0"/>
              <c:layout>
                <c:manualLayout>
                  <c:x val="0"/>
                  <c:y val="-0.3869653767820773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277-0A4D-B4F4-B9E2D3FE67CB}"/>
                </c:ext>
              </c:extLst>
            </c:dLbl>
            <c:dLbl>
              <c:idx val="1"/>
              <c:layout>
                <c:manualLayout>
                  <c:x val="0"/>
                  <c:y val="-0.31670061099796332"/>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8277-0A4D-B4F4-B9E2D3FE67CB}"/>
                </c:ext>
              </c:extLst>
            </c:dLbl>
            <c:dLbl>
              <c:idx val="2"/>
              <c:layout>
                <c:manualLayout>
                  <c:x val="0"/>
                  <c:y val="-0.164969450101833"/>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8277-0A4D-B4F4-B9E2D3FE67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32</c:v>
                </c:pt>
                <c:pt idx="1">
                  <c:v>25</c:v>
                </c:pt>
                <c:pt idx="2">
                  <c:v>10</c:v>
                </c:pt>
              </c:numCache>
            </c:numRef>
          </c:val>
          <c:extLst>
            <c:ext xmlns:c16="http://schemas.microsoft.com/office/drawing/2014/chart" uri="{C3380CC4-5D6E-409C-BE32-E72D297353CC}">
              <c16:uniqueId val="{00000003-8277-0A4D-B4F4-B9E2D3FE67CB}"/>
            </c:ext>
          </c:extLst>
        </c:ser>
        <c:dLbls>
          <c:showLegendKey val="0"/>
          <c:showVal val="0"/>
          <c:showCatName val="0"/>
          <c:showSerName val="0"/>
          <c:showPercent val="0"/>
          <c:showBubbleSize val="0"/>
        </c:dLbls>
        <c:gapWidth val="20"/>
        <c:overlap val="100"/>
        <c:axId val="624973247"/>
        <c:axId val="1"/>
      </c:barChart>
      <c:catAx>
        <c:axId val="6249732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2"/>
          <c:min val="0"/>
        </c:scaling>
        <c:delete val="1"/>
        <c:axPos val="l"/>
        <c:numFmt formatCode="General" sourceLinked="1"/>
        <c:majorTickMark val="out"/>
        <c:minorTickMark val="none"/>
        <c:tickLblPos val="nextTo"/>
        <c:crossAx val="624973247"/>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19805825242718447"/>
          <c:w val="0.90298507462686572"/>
          <c:h val="0.66407766990291262"/>
        </c:manualLayout>
      </c:layout>
      <c:barChart>
        <c:barDir val="col"/>
        <c:grouping val="stacked"/>
        <c:varyColors val="0"/>
        <c:ser>
          <c:idx val="0"/>
          <c:order val="0"/>
          <c:spPr>
            <a:solidFill>
              <a:schemeClr val="tx1"/>
            </a:solidFill>
            <a:ln>
              <a:noFill/>
            </a:ln>
          </c:spPr>
          <c:invertIfNegative val="0"/>
          <c:dPt>
            <c:idx val="0"/>
            <c:invertIfNegative val="0"/>
            <c:bubble3D val="0"/>
            <c:spPr>
              <a:solidFill>
                <a:srgbClr val="00ADFF"/>
              </a:solidFill>
              <a:ln>
                <a:noFill/>
              </a:ln>
            </c:spPr>
            <c:extLst>
              <c:ext xmlns:c16="http://schemas.microsoft.com/office/drawing/2014/chart" uri="{C3380CC4-5D6E-409C-BE32-E72D297353CC}">
                <c16:uniqueId val="{00000000-D993-4247-B6BF-892A65DAB8F9}"/>
              </c:ext>
            </c:extLst>
          </c:dPt>
          <c:dLbls>
            <c:dLbl>
              <c:idx val="0"/>
              <c:layout>
                <c:manualLayout>
                  <c:x val="0"/>
                  <c:y val="-0.3922330097087378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993-4247-B6BF-892A65DAB8F9}"/>
                </c:ext>
              </c:extLst>
            </c:dLbl>
            <c:dLbl>
              <c:idx val="1"/>
              <c:layout>
                <c:manualLayout>
                  <c:x val="0"/>
                  <c:y val="-0.3631067961165048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993-4247-B6BF-892A65DAB8F9}"/>
                </c:ext>
              </c:extLst>
            </c:dLbl>
            <c:dLbl>
              <c:idx val="2"/>
              <c:layout>
                <c:manualLayout>
                  <c:x val="0"/>
                  <c:y val="-0.10776699029126213"/>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993-4247-B6BF-892A65DAB8F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35</c:v>
                </c:pt>
                <c:pt idx="1">
                  <c:v>32</c:v>
                </c:pt>
                <c:pt idx="2">
                  <c:v>5</c:v>
                </c:pt>
              </c:numCache>
            </c:numRef>
          </c:val>
          <c:extLst>
            <c:ext xmlns:c16="http://schemas.microsoft.com/office/drawing/2014/chart" uri="{C3380CC4-5D6E-409C-BE32-E72D297353CC}">
              <c16:uniqueId val="{00000003-D993-4247-B6BF-892A65DAB8F9}"/>
            </c:ext>
          </c:extLst>
        </c:ser>
        <c:dLbls>
          <c:showLegendKey val="0"/>
          <c:showVal val="0"/>
          <c:showCatName val="0"/>
          <c:showSerName val="0"/>
          <c:showPercent val="0"/>
          <c:showBubbleSize val="0"/>
        </c:dLbls>
        <c:gapWidth val="20"/>
        <c:overlap val="100"/>
        <c:axId val="625982847"/>
        <c:axId val="1"/>
      </c:barChart>
      <c:catAx>
        <c:axId val="6259828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5"/>
          <c:min val="0"/>
        </c:scaling>
        <c:delete val="1"/>
        <c:axPos val="l"/>
        <c:numFmt formatCode="General" sourceLinked="1"/>
        <c:majorTickMark val="out"/>
        <c:minorTickMark val="none"/>
        <c:tickLblPos val="nextTo"/>
        <c:crossAx val="625982847"/>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7679782903663502"/>
          <c:w val="0.90298507462686572"/>
          <c:h val="0.53052917232021712"/>
        </c:manualLayout>
      </c:layout>
      <c:barChart>
        <c:barDir val="col"/>
        <c:grouping val="stacked"/>
        <c:varyColors val="0"/>
        <c:ser>
          <c:idx val="0"/>
          <c:order val="0"/>
          <c:spPr>
            <a:solidFill>
              <a:schemeClr val="tx1"/>
            </a:solidFill>
            <a:ln>
              <a:noFill/>
            </a:ln>
          </c:spPr>
          <c:invertIfNegative val="0"/>
          <c:dPt>
            <c:idx val="1"/>
            <c:invertIfNegative val="0"/>
            <c:bubble3D val="0"/>
            <c:spPr>
              <a:solidFill>
                <a:srgbClr val="00ADFF"/>
              </a:solidFill>
              <a:ln>
                <a:noFill/>
              </a:ln>
            </c:spPr>
            <c:extLst>
              <c:ext xmlns:c16="http://schemas.microsoft.com/office/drawing/2014/chart" uri="{C3380CC4-5D6E-409C-BE32-E72D297353CC}">
                <c16:uniqueId val="{00000000-F97C-E248-B719-3B3729878876}"/>
              </c:ext>
            </c:extLst>
          </c:dPt>
          <c:dLbls>
            <c:dLbl>
              <c:idx val="0"/>
              <c:layout>
                <c:manualLayout>
                  <c:x val="0"/>
                  <c:y val="-0.35006784260515605"/>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97C-E248-B719-3B3729878876}"/>
                </c:ext>
              </c:extLst>
            </c:dLbl>
            <c:dLbl>
              <c:idx val="1"/>
              <c:layout>
                <c:manualLayout>
                  <c:x val="0"/>
                  <c:y val="-0.2917232021709633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97C-E248-B719-3B3729878876}"/>
                </c:ext>
              </c:extLst>
            </c:dLbl>
            <c:dLbl>
              <c:idx val="2"/>
              <c:layout>
                <c:manualLayout>
                  <c:x val="0"/>
                  <c:y val="-0.18860244233378562"/>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97C-E248-B719-3B372987887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23</c:v>
                </c:pt>
                <c:pt idx="1">
                  <c:v>18</c:v>
                </c:pt>
                <c:pt idx="2">
                  <c:v>9</c:v>
                </c:pt>
              </c:numCache>
            </c:numRef>
          </c:val>
          <c:extLst>
            <c:ext xmlns:c16="http://schemas.microsoft.com/office/drawing/2014/chart" uri="{C3380CC4-5D6E-409C-BE32-E72D297353CC}">
              <c16:uniqueId val="{00000003-F97C-E248-B719-3B3729878876}"/>
            </c:ext>
          </c:extLst>
        </c:ser>
        <c:dLbls>
          <c:showLegendKey val="0"/>
          <c:showVal val="0"/>
          <c:showCatName val="0"/>
          <c:showSerName val="0"/>
          <c:showPercent val="0"/>
          <c:showBubbleSize val="0"/>
        </c:dLbls>
        <c:gapWidth val="20"/>
        <c:overlap val="100"/>
        <c:axId val="625719887"/>
        <c:axId val="1"/>
      </c:barChart>
      <c:catAx>
        <c:axId val="62571988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3"/>
          <c:min val="0"/>
        </c:scaling>
        <c:delete val="1"/>
        <c:axPos val="l"/>
        <c:numFmt formatCode="General" sourceLinked="1"/>
        <c:majorTickMark val="out"/>
        <c:minorTickMark val="none"/>
        <c:tickLblPos val="nextTo"/>
        <c:crossAx val="625719887"/>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31924882629107981"/>
          <c:w val="0.90298507462686572"/>
          <c:h val="0.45852895148669798"/>
        </c:manualLayout>
      </c:layout>
      <c:barChart>
        <c:barDir val="col"/>
        <c:grouping val="stacked"/>
        <c:varyColors val="0"/>
        <c:ser>
          <c:idx val="0"/>
          <c:order val="0"/>
          <c:spPr>
            <a:solidFill>
              <a:schemeClr val="tx1"/>
            </a:solidFill>
            <a:ln>
              <a:noFill/>
            </a:ln>
          </c:spPr>
          <c:invertIfNegative val="0"/>
          <c:dPt>
            <c:idx val="2"/>
            <c:invertIfNegative val="0"/>
            <c:bubble3D val="0"/>
            <c:spPr>
              <a:solidFill>
                <a:srgbClr val="00ADFF"/>
              </a:solidFill>
              <a:ln>
                <a:noFill/>
              </a:ln>
            </c:spPr>
            <c:extLst>
              <c:ext xmlns:c16="http://schemas.microsoft.com/office/drawing/2014/chart" uri="{C3380CC4-5D6E-409C-BE32-E72D297353CC}">
                <c16:uniqueId val="{00000000-49AB-8444-ADF2-E7AD2A8F5378}"/>
              </c:ext>
            </c:extLst>
          </c:dPt>
          <c:dLbls>
            <c:dLbl>
              <c:idx val="0"/>
              <c:layout>
                <c:manualLayout>
                  <c:x val="0"/>
                  <c:y val="-0.3270735524256651"/>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9AB-8444-ADF2-E7AD2A8F5378}"/>
                </c:ext>
              </c:extLst>
            </c:dLbl>
            <c:dLbl>
              <c:idx val="1"/>
              <c:layout>
                <c:manualLayout>
                  <c:x val="0"/>
                  <c:y val="-0.28482003129890454"/>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9AB-8444-ADF2-E7AD2A8F5378}"/>
                </c:ext>
              </c:extLst>
            </c:dLbl>
            <c:dLbl>
              <c:idx val="2"/>
              <c:layout>
                <c:manualLayout>
                  <c:x val="0"/>
                  <c:y val="-0.27230046948356806"/>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9AB-8444-ADF2-E7AD2A8F537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17</c:v>
                </c:pt>
                <c:pt idx="1">
                  <c:v>14</c:v>
                </c:pt>
                <c:pt idx="2">
                  <c:v>13</c:v>
                </c:pt>
              </c:numCache>
            </c:numRef>
          </c:val>
          <c:extLst>
            <c:ext xmlns:c16="http://schemas.microsoft.com/office/drawing/2014/chart" uri="{C3380CC4-5D6E-409C-BE32-E72D297353CC}">
              <c16:uniqueId val="{00000003-49AB-8444-ADF2-E7AD2A8F5378}"/>
            </c:ext>
          </c:extLst>
        </c:ser>
        <c:dLbls>
          <c:showLegendKey val="0"/>
          <c:showVal val="0"/>
          <c:showCatName val="0"/>
          <c:showSerName val="0"/>
          <c:showPercent val="0"/>
          <c:showBubbleSize val="0"/>
        </c:dLbls>
        <c:gapWidth val="20"/>
        <c:overlap val="100"/>
        <c:axId val="376731103"/>
        <c:axId val="1"/>
      </c:barChart>
      <c:catAx>
        <c:axId val="37673110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7"/>
          <c:min val="0"/>
        </c:scaling>
        <c:delete val="1"/>
        <c:axPos val="l"/>
        <c:numFmt formatCode="General" sourceLinked="1"/>
        <c:majorTickMark val="out"/>
        <c:minorTickMark val="none"/>
        <c:tickLblPos val="nextTo"/>
        <c:crossAx val="376731103"/>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19085805934242181"/>
          <c:w val="0.90298507462686572"/>
          <c:h val="0.67441860465116277"/>
        </c:manualLayout>
      </c:layout>
      <c:barChart>
        <c:barDir val="col"/>
        <c:grouping val="stacked"/>
        <c:varyColors val="0"/>
        <c:ser>
          <c:idx val="0"/>
          <c:order val="0"/>
          <c:spPr>
            <a:solidFill>
              <a:schemeClr val="tx1"/>
            </a:solidFill>
            <a:ln>
              <a:noFill/>
            </a:ln>
          </c:spPr>
          <c:invertIfNegative val="0"/>
          <c:dPt>
            <c:idx val="1"/>
            <c:invertIfNegative val="0"/>
            <c:bubble3D val="0"/>
            <c:spPr>
              <a:solidFill>
                <a:srgbClr val="00ADFF"/>
              </a:solidFill>
              <a:ln>
                <a:noFill/>
              </a:ln>
            </c:spPr>
            <c:extLst>
              <c:ext xmlns:c16="http://schemas.microsoft.com/office/drawing/2014/chart" uri="{C3380CC4-5D6E-409C-BE32-E72D297353CC}">
                <c16:uniqueId val="{00000000-C37A-4C4B-9733-74096BFBC3EA}"/>
              </c:ext>
            </c:extLst>
          </c:dPt>
          <c:dLbls>
            <c:dLbl>
              <c:idx val="0"/>
              <c:layout>
                <c:manualLayout>
                  <c:x val="0"/>
                  <c:y val="-0.39454691259021651"/>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37A-4C4B-9733-74096BFBC3EA}"/>
                </c:ext>
              </c:extLst>
            </c:dLbl>
            <c:dLbl>
              <c:idx val="1"/>
              <c:layout>
                <c:manualLayout>
                  <c:x val="0"/>
                  <c:y val="-0.12349639133921411"/>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37A-4C4B-9733-74096BFBC3EA}"/>
                </c:ext>
              </c:extLst>
            </c:dLbl>
            <c:dLbl>
              <c:idx val="2"/>
              <c:layout>
                <c:manualLayout>
                  <c:x val="0"/>
                  <c:y val="-0.11547714514835605"/>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37A-4C4B-9733-74096BFBC3E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46</c:v>
                </c:pt>
                <c:pt idx="1">
                  <c:v>9</c:v>
                </c:pt>
                <c:pt idx="2">
                  <c:v>8</c:v>
                </c:pt>
              </c:numCache>
            </c:numRef>
          </c:val>
          <c:extLst>
            <c:ext xmlns:c16="http://schemas.microsoft.com/office/drawing/2014/chart" uri="{C3380CC4-5D6E-409C-BE32-E72D297353CC}">
              <c16:uniqueId val="{00000003-C37A-4C4B-9733-74096BFBC3EA}"/>
            </c:ext>
          </c:extLst>
        </c:ser>
        <c:dLbls>
          <c:showLegendKey val="0"/>
          <c:showVal val="0"/>
          <c:showCatName val="0"/>
          <c:showSerName val="0"/>
          <c:showPercent val="0"/>
          <c:showBubbleSize val="0"/>
        </c:dLbls>
        <c:gapWidth val="20"/>
        <c:overlap val="100"/>
        <c:axId val="376706639"/>
        <c:axId val="1"/>
      </c:barChart>
      <c:catAx>
        <c:axId val="37670663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6"/>
          <c:min val="0"/>
        </c:scaling>
        <c:delete val="1"/>
        <c:axPos val="l"/>
        <c:numFmt formatCode="General" sourceLinked="1"/>
        <c:majorTickMark val="out"/>
        <c:minorTickMark val="none"/>
        <c:tickLblPos val="nextTo"/>
        <c:crossAx val="376706639"/>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8772919605077574"/>
          <c:w val="0.90298507462686572"/>
          <c:h val="0.51198871650211564"/>
        </c:manualLayout>
      </c:layout>
      <c:barChart>
        <c:barDir val="col"/>
        <c:grouping val="stacked"/>
        <c:varyColors val="0"/>
        <c:ser>
          <c:idx val="0"/>
          <c:order val="0"/>
          <c:spPr>
            <a:solidFill>
              <a:schemeClr val="tx1"/>
            </a:solidFill>
            <a:ln>
              <a:noFill/>
            </a:ln>
          </c:spPr>
          <c:invertIfNegative val="0"/>
          <c:dLbls>
            <c:dLbl>
              <c:idx val="0"/>
              <c:layout>
                <c:manualLayout>
                  <c:x val="0"/>
                  <c:y val="-0.34414668547249649"/>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819-D242-9E29-B67524EA4588}"/>
                </c:ext>
              </c:extLst>
            </c:dLbl>
            <c:dLbl>
              <c:idx val="1"/>
              <c:layout>
                <c:manualLayout>
                  <c:x val="0"/>
                  <c:y val="-0.31875881523272215"/>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819-D242-9E29-B67524EA4588}"/>
                </c:ext>
              </c:extLst>
            </c:dLbl>
            <c:dLbl>
              <c:idx val="2"/>
              <c:layout>
                <c:manualLayout>
                  <c:x val="0"/>
                  <c:y val="-0.22849083215796898"/>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819-D242-9E29-B67524EA458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20</c:v>
                </c:pt>
                <c:pt idx="1">
                  <c:v>18</c:v>
                </c:pt>
                <c:pt idx="2">
                  <c:v>11</c:v>
                </c:pt>
              </c:numCache>
            </c:numRef>
          </c:val>
          <c:extLst>
            <c:ext xmlns:c16="http://schemas.microsoft.com/office/drawing/2014/chart" uri="{C3380CC4-5D6E-409C-BE32-E72D297353CC}">
              <c16:uniqueId val="{00000003-E819-D242-9E29-B67524EA4588}"/>
            </c:ext>
          </c:extLst>
        </c:ser>
        <c:dLbls>
          <c:showLegendKey val="0"/>
          <c:showVal val="0"/>
          <c:showCatName val="0"/>
          <c:showSerName val="0"/>
          <c:showPercent val="0"/>
          <c:showBubbleSize val="0"/>
        </c:dLbls>
        <c:gapWidth val="20"/>
        <c:overlap val="100"/>
        <c:axId val="376694447"/>
        <c:axId val="1"/>
      </c:barChart>
      <c:catAx>
        <c:axId val="3766944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0"/>
          <c:min val="0"/>
        </c:scaling>
        <c:delete val="1"/>
        <c:axPos val="l"/>
        <c:numFmt formatCode="General" sourceLinked="1"/>
        <c:majorTickMark val="out"/>
        <c:minorTickMark val="none"/>
        <c:tickLblPos val="nextTo"/>
        <c:crossAx val="376694447"/>
        <c:crosses val="min"/>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0773930753564154"/>
          <c:w val="0.90298507462686572"/>
          <c:h val="0.64765784114052949"/>
        </c:manualLayout>
      </c:layout>
      <c:barChart>
        <c:barDir val="col"/>
        <c:grouping val="stacked"/>
        <c:varyColors val="0"/>
        <c:ser>
          <c:idx val="0"/>
          <c:order val="0"/>
          <c:spPr>
            <a:solidFill>
              <a:schemeClr val="tx1"/>
            </a:solidFill>
            <a:ln>
              <a:noFill/>
            </a:ln>
          </c:spPr>
          <c:invertIfNegative val="0"/>
          <c:dPt>
            <c:idx val="0"/>
            <c:invertIfNegative val="0"/>
            <c:bubble3D val="0"/>
            <c:spPr>
              <a:solidFill>
                <a:srgbClr val="00ADFF"/>
              </a:solidFill>
              <a:ln>
                <a:noFill/>
              </a:ln>
            </c:spPr>
            <c:extLst>
              <c:ext xmlns:c16="http://schemas.microsoft.com/office/drawing/2014/chart" uri="{C3380CC4-5D6E-409C-BE32-E72D297353CC}">
                <c16:uniqueId val="{00000000-D3B8-0745-9346-01FB25A6D270}"/>
              </c:ext>
            </c:extLst>
          </c:dPt>
          <c:dLbls>
            <c:dLbl>
              <c:idx val="0"/>
              <c:layout>
                <c:manualLayout>
                  <c:x val="0"/>
                  <c:y val="-0.3869653767820773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3B8-0745-9346-01FB25A6D270}"/>
                </c:ext>
              </c:extLst>
            </c:dLbl>
            <c:dLbl>
              <c:idx val="1"/>
              <c:layout>
                <c:manualLayout>
                  <c:x val="0"/>
                  <c:y val="-0.2749490835030549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3B8-0745-9346-01FB25A6D270}"/>
                </c:ext>
              </c:extLst>
            </c:dLbl>
            <c:dLbl>
              <c:idx val="2"/>
              <c:layout>
                <c:manualLayout>
                  <c:x val="0"/>
                  <c:y val="-0.12321792260692464"/>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3B8-0745-9346-01FB25A6D27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32</c:v>
                </c:pt>
                <c:pt idx="1">
                  <c:v>21</c:v>
                </c:pt>
                <c:pt idx="2">
                  <c:v>6</c:v>
                </c:pt>
              </c:numCache>
            </c:numRef>
          </c:val>
          <c:extLst>
            <c:ext xmlns:c16="http://schemas.microsoft.com/office/drawing/2014/chart" uri="{C3380CC4-5D6E-409C-BE32-E72D297353CC}">
              <c16:uniqueId val="{00000003-D3B8-0745-9346-01FB25A6D270}"/>
            </c:ext>
          </c:extLst>
        </c:ser>
        <c:dLbls>
          <c:showLegendKey val="0"/>
          <c:showVal val="0"/>
          <c:showCatName val="0"/>
          <c:showSerName val="0"/>
          <c:showPercent val="0"/>
          <c:showBubbleSize val="0"/>
        </c:dLbls>
        <c:gapWidth val="20"/>
        <c:overlap val="100"/>
        <c:axId val="378759791"/>
        <c:axId val="1"/>
      </c:barChart>
      <c:catAx>
        <c:axId val="37875979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2"/>
          <c:min val="0"/>
        </c:scaling>
        <c:delete val="1"/>
        <c:axPos val="l"/>
        <c:numFmt formatCode="General" sourceLinked="1"/>
        <c:majorTickMark val="out"/>
        <c:minorTickMark val="none"/>
        <c:tickLblPos val="nextTo"/>
        <c:crossAx val="378759791"/>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1794871794871795"/>
          <c:w val="0.90298507462686572"/>
          <c:h val="0.63034188034188032"/>
        </c:manualLayout>
      </c:layout>
      <c:barChart>
        <c:barDir val="col"/>
        <c:grouping val="stacked"/>
        <c:varyColors val="0"/>
        <c:ser>
          <c:idx val="0"/>
          <c:order val="0"/>
          <c:spPr>
            <a:solidFill>
              <a:schemeClr val="tx1"/>
            </a:solidFill>
            <a:ln>
              <a:noFill/>
            </a:ln>
          </c:spPr>
          <c:invertIfNegative val="0"/>
          <c:dPt>
            <c:idx val="1"/>
            <c:invertIfNegative val="0"/>
            <c:bubble3D val="0"/>
            <c:spPr>
              <a:solidFill>
                <a:srgbClr val="00ADFF"/>
              </a:solidFill>
              <a:ln>
                <a:noFill/>
              </a:ln>
            </c:spPr>
            <c:extLst>
              <c:ext xmlns:c16="http://schemas.microsoft.com/office/drawing/2014/chart" uri="{C3380CC4-5D6E-409C-BE32-E72D297353CC}">
                <c16:uniqueId val="{00000000-EEA9-4340-911E-A6F9A3B012CF}"/>
              </c:ext>
            </c:extLst>
          </c:dPt>
          <c:dLbls>
            <c:dLbl>
              <c:idx val="0"/>
              <c:layout>
                <c:manualLayout>
                  <c:x val="0"/>
                  <c:y val="-0.38141025641025639"/>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EA9-4340-911E-A6F9A3B012CF}"/>
                </c:ext>
              </c:extLst>
            </c:dLbl>
            <c:dLbl>
              <c:idx val="1"/>
              <c:layout>
                <c:manualLayout>
                  <c:x val="0"/>
                  <c:y val="-0.3108974358974359"/>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EA9-4340-911E-A6F9A3B012CF}"/>
                </c:ext>
              </c:extLst>
            </c:dLbl>
            <c:dLbl>
              <c:idx val="2"/>
              <c:layout>
                <c:manualLayout>
                  <c:x val="0"/>
                  <c:y val="-0.11645299145299146"/>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EA9-4340-911E-A6F9A3B012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31</c:v>
                </c:pt>
                <c:pt idx="1">
                  <c:v>24</c:v>
                </c:pt>
                <c:pt idx="2">
                  <c:v>5</c:v>
                </c:pt>
              </c:numCache>
            </c:numRef>
          </c:val>
          <c:extLst>
            <c:ext xmlns:c16="http://schemas.microsoft.com/office/drawing/2014/chart" uri="{C3380CC4-5D6E-409C-BE32-E72D297353CC}">
              <c16:uniqueId val="{00000003-EEA9-4340-911E-A6F9A3B012CF}"/>
            </c:ext>
          </c:extLst>
        </c:ser>
        <c:dLbls>
          <c:showLegendKey val="0"/>
          <c:showVal val="0"/>
          <c:showCatName val="0"/>
          <c:showSerName val="0"/>
          <c:showPercent val="0"/>
          <c:showBubbleSize val="0"/>
        </c:dLbls>
        <c:gapWidth val="20"/>
        <c:overlap val="100"/>
        <c:axId val="379284559"/>
        <c:axId val="1"/>
      </c:barChart>
      <c:catAx>
        <c:axId val="37928455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1"/>
          <c:min val="0"/>
        </c:scaling>
        <c:delete val="1"/>
        <c:axPos val="l"/>
        <c:numFmt formatCode="General" sourceLinked="1"/>
        <c:majorTickMark val="out"/>
        <c:minorTickMark val="none"/>
        <c:tickLblPos val="nextTo"/>
        <c:crossAx val="379284559"/>
        <c:crosses val="min"/>
        <c:crossBetween val="between"/>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9694323144104806"/>
          <c:w val="0.90298507462686572"/>
          <c:h val="0.49636098981077148"/>
        </c:manualLayout>
      </c:layout>
      <c:barChart>
        <c:barDir val="col"/>
        <c:grouping val="stacked"/>
        <c:varyColors val="0"/>
        <c:ser>
          <c:idx val="0"/>
          <c:order val="0"/>
          <c:spPr>
            <a:solidFill>
              <a:schemeClr val="tx1"/>
            </a:solidFill>
            <a:ln>
              <a:noFill/>
            </a:ln>
          </c:spPr>
          <c:invertIfNegative val="0"/>
          <c:dPt>
            <c:idx val="0"/>
            <c:invertIfNegative val="0"/>
            <c:bubble3D val="0"/>
            <c:spPr>
              <a:solidFill>
                <a:srgbClr val="00ADFF"/>
              </a:solidFill>
              <a:ln>
                <a:noFill/>
              </a:ln>
            </c:spPr>
            <c:extLst>
              <c:ext xmlns:c16="http://schemas.microsoft.com/office/drawing/2014/chart" uri="{C3380CC4-5D6E-409C-BE32-E72D297353CC}">
                <c16:uniqueId val="{00000000-527C-DA4A-966C-1CF983D8192C}"/>
              </c:ext>
            </c:extLst>
          </c:dPt>
          <c:dLbls>
            <c:dLbl>
              <c:idx val="0"/>
              <c:layout>
                <c:manualLayout>
                  <c:x val="0"/>
                  <c:y val="-0.33915574963609896"/>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27C-DA4A-966C-1CF983D8192C}"/>
                </c:ext>
              </c:extLst>
            </c:dLbl>
            <c:dLbl>
              <c:idx val="1"/>
              <c:layout>
                <c:manualLayout>
                  <c:x val="0"/>
                  <c:y val="-0.25473071324599711"/>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27C-DA4A-966C-1CF983D8192C}"/>
                </c:ext>
              </c:extLst>
            </c:dLbl>
            <c:dLbl>
              <c:idx val="2"/>
              <c:layout>
                <c:manualLayout>
                  <c:x val="0"/>
                  <c:y val="-0.25473071324599711"/>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27C-DA4A-966C-1CF983D8192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18</c:v>
                </c:pt>
                <c:pt idx="1">
                  <c:v>12</c:v>
                </c:pt>
                <c:pt idx="2">
                  <c:v>12</c:v>
                </c:pt>
              </c:numCache>
            </c:numRef>
          </c:val>
          <c:extLst>
            <c:ext xmlns:c16="http://schemas.microsoft.com/office/drawing/2014/chart" uri="{C3380CC4-5D6E-409C-BE32-E72D297353CC}">
              <c16:uniqueId val="{00000003-527C-DA4A-966C-1CF983D8192C}"/>
            </c:ext>
          </c:extLst>
        </c:ser>
        <c:dLbls>
          <c:showLegendKey val="0"/>
          <c:showVal val="0"/>
          <c:showCatName val="0"/>
          <c:showSerName val="0"/>
          <c:showPercent val="0"/>
          <c:showBubbleSize val="0"/>
        </c:dLbls>
        <c:gapWidth val="20"/>
        <c:overlap val="100"/>
        <c:axId val="625086735"/>
        <c:axId val="1"/>
      </c:barChart>
      <c:catAx>
        <c:axId val="62508673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8"/>
          <c:min val="0"/>
        </c:scaling>
        <c:delete val="1"/>
        <c:axPos val="l"/>
        <c:numFmt formatCode="General" sourceLinked="1"/>
        <c:majorTickMark val="out"/>
        <c:minorTickMark val="none"/>
        <c:tickLblPos val="nextTo"/>
        <c:crossAx val="625086735"/>
        <c:crosses val="min"/>
        <c:crossBetween val="between"/>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8772919605077574"/>
          <c:w val="0.90298507462686572"/>
          <c:h val="0.51198871650211564"/>
        </c:manualLayout>
      </c:layout>
      <c:barChart>
        <c:barDir val="col"/>
        <c:grouping val="stacked"/>
        <c:varyColors val="0"/>
        <c:ser>
          <c:idx val="0"/>
          <c:order val="0"/>
          <c:spPr>
            <a:solidFill>
              <a:schemeClr val="tx1"/>
            </a:solidFill>
            <a:ln>
              <a:noFill/>
            </a:ln>
          </c:spPr>
          <c:invertIfNegative val="0"/>
          <c:dPt>
            <c:idx val="0"/>
            <c:invertIfNegative val="0"/>
            <c:bubble3D val="0"/>
            <c:spPr>
              <a:solidFill>
                <a:srgbClr val="00ADFF"/>
              </a:solidFill>
              <a:ln>
                <a:noFill/>
              </a:ln>
            </c:spPr>
            <c:extLst>
              <c:ext xmlns:c16="http://schemas.microsoft.com/office/drawing/2014/chart" uri="{C3380CC4-5D6E-409C-BE32-E72D297353CC}">
                <c16:uniqueId val="{00000000-C6ED-FF4C-B134-702350D06404}"/>
              </c:ext>
            </c:extLst>
          </c:dPt>
          <c:dLbls>
            <c:dLbl>
              <c:idx val="0"/>
              <c:layout>
                <c:manualLayout>
                  <c:x val="0"/>
                  <c:y val="-0.34414668547249649"/>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6ED-FF4C-B134-702350D06404}"/>
                </c:ext>
              </c:extLst>
            </c:dLbl>
            <c:dLbl>
              <c:idx val="1"/>
              <c:layout>
                <c:manualLayout>
                  <c:x val="0"/>
                  <c:y val="-0.27503526093088859"/>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6ED-FF4C-B134-702350D06404}"/>
                </c:ext>
              </c:extLst>
            </c:dLbl>
            <c:dLbl>
              <c:idx val="2"/>
              <c:layout>
                <c:manualLayout>
                  <c:x val="0"/>
                  <c:y val="-0.23554301833568406"/>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6ED-FF4C-B134-702350D064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19</c:v>
                </c:pt>
                <c:pt idx="1">
                  <c:v>14</c:v>
                </c:pt>
                <c:pt idx="2">
                  <c:v>11</c:v>
                </c:pt>
              </c:numCache>
            </c:numRef>
          </c:val>
          <c:extLst>
            <c:ext xmlns:c16="http://schemas.microsoft.com/office/drawing/2014/chart" uri="{C3380CC4-5D6E-409C-BE32-E72D297353CC}">
              <c16:uniqueId val="{00000003-C6ED-FF4C-B134-702350D06404}"/>
            </c:ext>
          </c:extLst>
        </c:ser>
        <c:dLbls>
          <c:showLegendKey val="0"/>
          <c:showVal val="0"/>
          <c:showCatName val="0"/>
          <c:showSerName val="0"/>
          <c:showPercent val="0"/>
          <c:showBubbleSize val="0"/>
        </c:dLbls>
        <c:gapWidth val="20"/>
        <c:overlap val="100"/>
        <c:axId val="625181391"/>
        <c:axId val="1"/>
      </c:barChart>
      <c:catAx>
        <c:axId val="62518139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9"/>
          <c:min val="0"/>
        </c:scaling>
        <c:delete val="1"/>
        <c:axPos val="l"/>
        <c:numFmt formatCode="General" sourceLinked="1"/>
        <c:majorTickMark val="out"/>
        <c:minorTickMark val="none"/>
        <c:tickLblPos val="nextTo"/>
        <c:crossAx val="625181391"/>
        <c:crosses val="min"/>
        <c:crossBetween val="between"/>
      </c:valAx>
    </c:plotArea>
    <c:plotVisOnly val="0"/>
    <c:dispBlanksAs val="gap"/>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7127659574468083"/>
          <c:w val="0.90298507462686572"/>
          <c:h val="0.53989361702127658"/>
        </c:manualLayout>
      </c:layout>
      <c:barChart>
        <c:barDir val="col"/>
        <c:grouping val="stacked"/>
        <c:varyColors val="0"/>
        <c:ser>
          <c:idx val="0"/>
          <c:order val="0"/>
          <c:spPr>
            <a:solidFill>
              <a:schemeClr val="tx1"/>
            </a:solidFill>
            <a:ln>
              <a:noFill/>
            </a:ln>
          </c:spPr>
          <c:invertIfNegative val="0"/>
          <c:dPt>
            <c:idx val="2"/>
            <c:invertIfNegative val="0"/>
            <c:bubble3D val="0"/>
            <c:spPr>
              <a:solidFill>
                <a:srgbClr val="00ADFF"/>
              </a:solidFill>
              <a:ln>
                <a:noFill/>
              </a:ln>
            </c:spPr>
            <c:extLst>
              <c:ext xmlns:c16="http://schemas.microsoft.com/office/drawing/2014/chart" uri="{C3380CC4-5D6E-409C-BE32-E72D297353CC}">
                <c16:uniqueId val="{00000000-9882-8242-86E7-A9A5540232B7}"/>
              </c:ext>
            </c:extLst>
          </c:dPt>
          <c:dLbls>
            <c:dLbl>
              <c:idx val="0"/>
              <c:layout>
                <c:manualLayout>
                  <c:x val="0"/>
                  <c:y val="-0.35239361702127658"/>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882-8242-86E7-A9A5540232B7}"/>
                </c:ext>
              </c:extLst>
            </c:dLbl>
            <c:dLbl>
              <c:idx val="1"/>
              <c:layout>
                <c:manualLayout>
                  <c:x val="0"/>
                  <c:y val="-0.25797872340425532"/>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9882-8242-86E7-A9A5540232B7}"/>
                </c:ext>
              </c:extLst>
            </c:dLbl>
            <c:dLbl>
              <c:idx val="2"/>
              <c:layout>
                <c:manualLayout>
                  <c:x val="0"/>
                  <c:y val="-0.21808510638297873"/>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882-8242-86E7-A9A5540232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20</c:v>
                </c:pt>
                <c:pt idx="1">
                  <c:v>13</c:v>
                </c:pt>
                <c:pt idx="2">
                  <c:v>10</c:v>
                </c:pt>
              </c:numCache>
            </c:numRef>
          </c:val>
          <c:extLst>
            <c:ext xmlns:c16="http://schemas.microsoft.com/office/drawing/2014/chart" uri="{C3380CC4-5D6E-409C-BE32-E72D297353CC}">
              <c16:uniqueId val="{00000003-9882-8242-86E7-A9A5540232B7}"/>
            </c:ext>
          </c:extLst>
        </c:ser>
        <c:dLbls>
          <c:showLegendKey val="0"/>
          <c:showVal val="0"/>
          <c:showCatName val="0"/>
          <c:showSerName val="0"/>
          <c:showPercent val="0"/>
          <c:showBubbleSize val="0"/>
        </c:dLbls>
        <c:gapWidth val="20"/>
        <c:overlap val="100"/>
        <c:axId val="625850271"/>
        <c:axId val="1"/>
      </c:barChart>
      <c:catAx>
        <c:axId val="62585027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0"/>
          <c:min val="0"/>
        </c:scaling>
        <c:delete val="1"/>
        <c:axPos val="l"/>
        <c:numFmt formatCode="General" sourceLinked="1"/>
        <c:majorTickMark val="out"/>
        <c:minorTickMark val="none"/>
        <c:tickLblPos val="nextTo"/>
        <c:crossAx val="625850271"/>
        <c:crosses val="min"/>
        <c:crossBetween val="between"/>
      </c:valAx>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507462686567165E-2"/>
          <c:y val="0.24401913875598086"/>
          <c:w val="0.90298507462686572"/>
          <c:h val="0.5861244019138756"/>
        </c:manualLayout>
      </c:layout>
      <c:barChart>
        <c:barDir val="col"/>
        <c:grouping val="stacked"/>
        <c:varyColors val="0"/>
        <c:ser>
          <c:idx val="0"/>
          <c:order val="0"/>
          <c:spPr>
            <a:solidFill>
              <a:schemeClr val="tx1"/>
            </a:solidFill>
            <a:ln>
              <a:noFill/>
            </a:ln>
          </c:spPr>
          <c:invertIfNegative val="0"/>
          <c:dPt>
            <c:idx val="1"/>
            <c:invertIfNegative val="0"/>
            <c:bubble3D val="0"/>
            <c:spPr>
              <a:solidFill>
                <a:srgbClr val="00ADFF"/>
              </a:solidFill>
              <a:ln>
                <a:noFill/>
              </a:ln>
            </c:spPr>
            <c:extLst>
              <c:ext xmlns:c16="http://schemas.microsoft.com/office/drawing/2014/chart" uri="{C3380CC4-5D6E-409C-BE32-E72D297353CC}">
                <c16:uniqueId val="{00000000-DE3A-3546-A78B-8A0907227487}"/>
              </c:ext>
            </c:extLst>
          </c:dPt>
          <c:dLbls>
            <c:dLbl>
              <c:idx val="0"/>
              <c:layout>
                <c:manualLayout>
                  <c:x val="0"/>
                  <c:y val="-0.36722488038277512"/>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E3A-3546-A78B-8A0907227487}"/>
                </c:ext>
              </c:extLst>
            </c:dLbl>
            <c:dLbl>
              <c:idx val="1"/>
              <c:layout>
                <c:manualLayout>
                  <c:x val="0"/>
                  <c:y val="-0.2272727272727272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DE3A-3546-A78B-8A0907227487}"/>
                </c:ext>
              </c:extLst>
            </c:dLbl>
            <c:dLbl>
              <c:idx val="2"/>
              <c:layout>
                <c:manualLayout>
                  <c:x val="0"/>
                  <c:y val="-0.1686602870813397"/>
                </c:manualLayout>
              </c:layout>
              <c:numFmt formatCode="#,##0;&quot;-&quot;#,##0" sourceLinked="0"/>
              <c:spPr>
                <a:noFill/>
                <a:ln>
                  <a:noFill/>
                </a:ln>
              </c:spPr>
              <c:txPr>
                <a:bodyPr wrap="none"/>
                <a:lstStyle/>
                <a:p>
                  <a:pPr>
                    <a:defRPr kumimoji="1" sz="10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DE3A-3546-A78B-8A09072274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25</c:v>
                </c:pt>
                <c:pt idx="1">
                  <c:v>13</c:v>
                </c:pt>
                <c:pt idx="2">
                  <c:v>8</c:v>
                </c:pt>
              </c:numCache>
            </c:numRef>
          </c:val>
          <c:extLst>
            <c:ext xmlns:c16="http://schemas.microsoft.com/office/drawing/2014/chart" uri="{C3380CC4-5D6E-409C-BE32-E72D297353CC}">
              <c16:uniqueId val="{00000003-DE3A-3546-A78B-8A0907227487}"/>
            </c:ext>
          </c:extLst>
        </c:ser>
        <c:dLbls>
          <c:showLegendKey val="0"/>
          <c:showVal val="0"/>
          <c:showCatName val="0"/>
          <c:showSerName val="0"/>
          <c:showPercent val="0"/>
          <c:showBubbleSize val="0"/>
        </c:dLbls>
        <c:gapWidth val="20"/>
        <c:overlap val="100"/>
        <c:axId val="912412031"/>
        <c:axId val="1"/>
      </c:barChart>
      <c:catAx>
        <c:axId val="9124120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5"/>
          <c:min val="0"/>
        </c:scaling>
        <c:delete val="1"/>
        <c:axPos val="l"/>
        <c:numFmt formatCode="General" sourceLinked="1"/>
        <c:majorTickMark val="out"/>
        <c:minorTickMark val="none"/>
        <c:tickLblPos val="nextTo"/>
        <c:crossAx val="912412031"/>
        <c:crosses val="min"/>
        <c:crossBetween val="between"/>
      </c:valAx>
    </c:plotArea>
    <c:plotVisOnly val="0"/>
    <c:dispBlanksAs val="gap"/>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3790265361146591E-3"/>
          <c:y val="2.1867115222876366E-2"/>
          <c:w val="0.98524194692777067"/>
          <c:h val="0.95626576955424725"/>
        </c:manualLayout>
      </c:layout>
      <c:barChart>
        <c:barDir val="col"/>
        <c:grouping val="stacked"/>
        <c:varyColors val="0"/>
        <c:ser>
          <c:idx val="0"/>
          <c:order val="0"/>
          <c:spPr>
            <a:solidFill>
              <a:schemeClr val="tx1"/>
            </a:solidFill>
            <a:ln>
              <a:noFill/>
            </a:ln>
          </c:spPr>
          <c:invertIfNegative val="0"/>
          <c:dPt>
            <c:idx val="1"/>
            <c:invertIfNegative val="0"/>
            <c:bubble3D val="0"/>
            <c:spPr>
              <a:noFill/>
              <a:ln>
                <a:noFill/>
              </a:ln>
            </c:spPr>
            <c:extLst>
              <c:ext xmlns:c16="http://schemas.microsoft.com/office/drawing/2014/chart" uri="{C3380CC4-5D6E-409C-BE32-E72D297353CC}">
                <c16:uniqueId val="{00000000-E997-C04B-86EC-495DED3A2B78}"/>
              </c:ext>
            </c:extLst>
          </c:dPt>
          <c:dPt>
            <c:idx val="3"/>
            <c:invertIfNegative val="0"/>
            <c:bubble3D val="0"/>
            <c:spPr>
              <a:noFill/>
              <a:ln>
                <a:noFill/>
              </a:ln>
            </c:spPr>
            <c:extLst>
              <c:ext xmlns:c16="http://schemas.microsoft.com/office/drawing/2014/chart" uri="{C3380CC4-5D6E-409C-BE32-E72D297353CC}">
                <c16:uniqueId val="{00000001-E997-C04B-86EC-495DED3A2B78}"/>
              </c:ext>
            </c:extLst>
          </c:dPt>
          <c:val>
            <c:numRef>
              <c:f>Sheet1!$A$1:$E$1</c:f>
              <c:numCache>
                <c:formatCode>General</c:formatCode>
                <c:ptCount val="5"/>
                <c:pt idx="0">
                  <c:v>17.7</c:v>
                </c:pt>
                <c:pt idx="1">
                  <c:v>17.7</c:v>
                </c:pt>
                <c:pt idx="2">
                  <c:v>17.7</c:v>
                </c:pt>
                <c:pt idx="3">
                  <c:v>17.700000000000003</c:v>
                </c:pt>
                <c:pt idx="4">
                  <c:v>25.6</c:v>
                </c:pt>
              </c:numCache>
            </c:numRef>
          </c:val>
          <c:extLst>
            <c:ext xmlns:c16="http://schemas.microsoft.com/office/drawing/2014/chart" uri="{C3380CC4-5D6E-409C-BE32-E72D297353CC}">
              <c16:uniqueId val="{00000002-E997-C04B-86EC-495DED3A2B78}"/>
            </c:ext>
          </c:extLst>
        </c:ser>
        <c:ser>
          <c:idx val="1"/>
          <c:order val="1"/>
          <c:spPr>
            <a:solidFill>
              <a:srgbClr val="00ACFB"/>
            </a:solidFill>
            <a:ln>
              <a:noFill/>
            </a:ln>
          </c:spPr>
          <c:invertIfNegative val="0"/>
          <c:dPt>
            <c:idx val="2"/>
            <c:invertIfNegative val="0"/>
            <c:bubble3D val="0"/>
            <c:spPr>
              <a:solidFill>
                <a:schemeClr val="tx1"/>
              </a:solidFill>
              <a:ln>
                <a:noFill/>
              </a:ln>
            </c:spPr>
            <c:extLst>
              <c:ext xmlns:c16="http://schemas.microsoft.com/office/drawing/2014/chart" uri="{C3380CC4-5D6E-409C-BE32-E72D297353CC}">
                <c16:uniqueId val="{00000003-E997-C04B-86EC-495DED3A2B78}"/>
              </c:ext>
            </c:extLst>
          </c:dPt>
          <c:val>
            <c:numRef>
              <c:f>Sheet1!$A$2:$E$2</c:f>
              <c:numCache>
                <c:formatCode>General</c:formatCode>
                <c:ptCount val="5"/>
                <c:pt idx="1">
                  <c:v>4.4000000000000021</c:v>
                </c:pt>
                <c:pt idx="2">
                  <c:v>3.3999999999999986</c:v>
                </c:pt>
                <c:pt idx="3">
                  <c:v>7.8999999999999986</c:v>
                </c:pt>
              </c:numCache>
            </c:numRef>
          </c:val>
          <c:extLst>
            <c:ext xmlns:c16="http://schemas.microsoft.com/office/drawing/2014/chart" uri="{C3380CC4-5D6E-409C-BE32-E72D297353CC}">
              <c16:uniqueId val="{00000004-E997-C04B-86EC-495DED3A2B78}"/>
            </c:ext>
          </c:extLst>
        </c:ser>
        <c:dLbls>
          <c:showLegendKey val="0"/>
          <c:showVal val="0"/>
          <c:showCatName val="0"/>
          <c:showSerName val="0"/>
          <c:showPercent val="0"/>
          <c:showBubbleSize val="0"/>
        </c:dLbls>
        <c:gapWidth val="80"/>
        <c:overlap val="100"/>
        <c:axId val="1399677072"/>
        <c:axId val="1"/>
      </c:barChart>
      <c:catAx>
        <c:axId val="139967707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5.6"/>
          <c:min val="0"/>
        </c:scaling>
        <c:delete val="1"/>
        <c:axPos val="l"/>
        <c:numFmt formatCode="General" sourceLinked="1"/>
        <c:majorTickMark val="out"/>
        <c:minorTickMark val="none"/>
        <c:tickLblPos val="nextTo"/>
        <c:crossAx val="1399677072"/>
        <c:crosses val="min"/>
        <c:crossBetween val="between"/>
      </c:valAx>
    </c:plotArea>
    <c:plotVisOnly val="0"/>
    <c:dispBlanksAs val="gap"/>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10483870967742E-2"/>
          <c:y val="5.8638743455497383E-2"/>
          <c:w val="0.944304435483871"/>
          <c:h val="0.88272251308900529"/>
        </c:manualLayout>
      </c:layout>
      <c:barChart>
        <c:barDir val="bar"/>
        <c:grouping val="clustered"/>
        <c:varyColors val="0"/>
        <c:ser>
          <c:idx val="0"/>
          <c:order val="0"/>
          <c:spPr>
            <a:solidFill>
              <a:srgbClr val="8DC6FF"/>
            </a:solidFill>
            <a:ln>
              <a:noFill/>
            </a:ln>
          </c:spPr>
          <c:invertIfNegative val="0"/>
          <c:dLbls>
            <c:dLbl>
              <c:idx val="0"/>
              <c:layout>
                <c:manualLayout>
                  <c:x val="0.32661290322580644"/>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4B1-8448-B0A7-8F50C8401305}"/>
                </c:ext>
              </c:extLst>
            </c:dLbl>
            <c:dLbl>
              <c:idx val="1"/>
              <c:layout>
                <c:manualLayout>
                  <c:x val="0.27721774193548387"/>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4B1-8448-B0A7-8F50C8401305}"/>
                </c:ext>
              </c:extLst>
            </c:dLbl>
            <c:dLbl>
              <c:idx val="2"/>
              <c:layout>
                <c:manualLayout>
                  <c:x val="0.25604838709677419"/>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4B1-8448-B0A7-8F50C8401305}"/>
                </c:ext>
              </c:extLst>
            </c:dLbl>
            <c:dLbl>
              <c:idx val="3"/>
              <c:layout>
                <c:manualLayout>
                  <c:x val="0.49344758064516131"/>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4B1-8448-B0A7-8F50C8401305}"/>
                </c:ext>
              </c:extLst>
            </c:dLbl>
            <c:dLbl>
              <c:idx val="4"/>
              <c:layout>
                <c:manualLayout>
                  <c:x val="0.43371975806451613"/>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4B1-8448-B0A7-8F50C8401305}"/>
                </c:ext>
              </c:extLst>
            </c:dLbl>
            <c:dLbl>
              <c:idx val="5"/>
              <c:layout>
                <c:manualLayout>
                  <c:x val="0.26159274193548387"/>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4B1-8448-B0A7-8F50C8401305}"/>
                </c:ext>
              </c:extLst>
            </c:dLbl>
            <c:dLbl>
              <c:idx val="6"/>
              <c:layout>
                <c:manualLayout>
                  <c:x val="0.40221774193548387"/>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4B1-8448-B0A7-8F50C840130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58.5</c:v>
                </c:pt>
                <c:pt idx="1">
                  <c:v>49</c:v>
                </c:pt>
                <c:pt idx="2">
                  <c:v>45</c:v>
                </c:pt>
                <c:pt idx="3">
                  <c:v>90.5</c:v>
                </c:pt>
                <c:pt idx="4">
                  <c:v>79</c:v>
                </c:pt>
                <c:pt idx="5">
                  <c:v>46</c:v>
                </c:pt>
                <c:pt idx="6">
                  <c:v>73</c:v>
                </c:pt>
              </c:numCache>
            </c:numRef>
          </c:val>
          <c:extLst>
            <c:ext xmlns:c16="http://schemas.microsoft.com/office/drawing/2014/chart" uri="{C3380CC4-5D6E-409C-BE32-E72D297353CC}">
              <c16:uniqueId val="{00000007-24B1-8448-B0A7-8F50C8401305}"/>
            </c:ext>
          </c:extLst>
        </c:ser>
        <c:ser>
          <c:idx val="1"/>
          <c:order val="1"/>
          <c:spPr>
            <a:solidFill>
              <a:schemeClr val="tx1"/>
            </a:solidFill>
            <a:ln>
              <a:noFill/>
            </a:ln>
          </c:spPr>
          <c:invertIfNegative val="0"/>
          <c:dLbls>
            <c:dLbl>
              <c:idx val="0"/>
              <c:layout>
                <c:manualLayout>
                  <c:x val="0.14919354838709678"/>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24B1-8448-B0A7-8F50C8401305}"/>
                </c:ext>
              </c:extLst>
            </c:dLbl>
            <c:dLbl>
              <c:idx val="1"/>
              <c:layout>
                <c:manualLayout>
                  <c:x val="0.10231854838709678"/>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4B1-8448-B0A7-8F50C8401305}"/>
                </c:ext>
              </c:extLst>
            </c:dLbl>
            <c:dLbl>
              <c:idx val="2"/>
              <c:layout>
                <c:manualLayout>
                  <c:x val="0.14667338709677419"/>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24B1-8448-B0A7-8F50C8401305}"/>
                </c:ext>
              </c:extLst>
            </c:dLbl>
            <c:dLbl>
              <c:idx val="3"/>
              <c:layout>
                <c:manualLayout>
                  <c:x val="0.40221774193548387"/>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24B1-8448-B0A7-8F50C8401305}"/>
                </c:ext>
              </c:extLst>
            </c:dLbl>
            <c:dLbl>
              <c:idx val="4"/>
              <c:layout>
                <c:manualLayout>
                  <c:x val="0.37600806451612906"/>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24B1-8448-B0A7-8F50C8401305}"/>
                </c:ext>
              </c:extLst>
            </c:dLbl>
            <c:dLbl>
              <c:idx val="5"/>
              <c:layout>
                <c:manualLayout>
                  <c:x val="0.25882056451612906"/>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24B1-8448-B0A7-8F50C8401305}"/>
                </c:ext>
              </c:extLst>
            </c:dLbl>
            <c:dLbl>
              <c:idx val="6"/>
              <c:layout>
                <c:manualLayout>
                  <c:x val="0.39969758064516131"/>
                  <c:y val="1.0471204188481676E-3"/>
                </c:manualLayout>
              </c:layout>
              <c:numFmt formatCode="#,##0;&quot;-&quot;#,##0" sourceLinked="0"/>
              <c:spPr>
                <a:noFill/>
                <a:ln>
                  <a:noFill/>
                </a:ln>
              </c:spPr>
              <c:txPr>
                <a:bodyPr wrap="none"/>
                <a:lstStyle/>
                <a:p>
                  <a:pPr>
                    <a:defRPr kumimoji="1" sz="1200" kern="1200">
                      <a:solidFill>
                        <a:schemeClr val="tx1"/>
                      </a:solidFill>
                      <a:latin typeface="HarmonyOS Sans SC"/>
                      <a:ea typeface="HarmonyOS Sans SC"/>
                      <a:cs typeface="HarmonyOS Sans SC"/>
                      <a:sym typeface="HarmonyOS Sans SC"/>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24B1-8448-B0A7-8F50C840130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0">
                  <c:v>24.5</c:v>
                </c:pt>
                <c:pt idx="1">
                  <c:v>15.5</c:v>
                </c:pt>
                <c:pt idx="2">
                  <c:v>24</c:v>
                </c:pt>
                <c:pt idx="3">
                  <c:v>73</c:v>
                </c:pt>
                <c:pt idx="4">
                  <c:v>68</c:v>
                </c:pt>
                <c:pt idx="5">
                  <c:v>45.5</c:v>
                </c:pt>
                <c:pt idx="6">
                  <c:v>72.5</c:v>
                </c:pt>
              </c:numCache>
            </c:numRef>
          </c:val>
          <c:extLst>
            <c:ext xmlns:c16="http://schemas.microsoft.com/office/drawing/2014/chart" uri="{C3380CC4-5D6E-409C-BE32-E72D297353CC}">
              <c16:uniqueId val="{0000000F-24B1-8448-B0A7-8F50C8401305}"/>
            </c:ext>
          </c:extLst>
        </c:ser>
        <c:dLbls>
          <c:showLegendKey val="0"/>
          <c:showVal val="0"/>
          <c:showCatName val="0"/>
          <c:showSerName val="0"/>
          <c:showPercent val="0"/>
          <c:showBubbleSize val="0"/>
        </c:dLbls>
        <c:gapWidth val="80"/>
        <c:axId val="221182143"/>
        <c:axId val="1"/>
      </c:barChart>
      <c:catAx>
        <c:axId val="221182143"/>
        <c:scaling>
          <c:orientation val="maxMin"/>
        </c:scaling>
        <c:delete val="0"/>
        <c:axPos val="l"/>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90.5"/>
          <c:min val="0"/>
        </c:scaling>
        <c:delete val="1"/>
        <c:axPos val="t"/>
        <c:numFmt formatCode="General" sourceLinked="1"/>
        <c:majorTickMark val="out"/>
        <c:minorTickMark val="none"/>
        <c:tickLblPos val="nextTo"/>
        <c:crossAx val="221182143"/>
        <c:crosses val="min"/>
        <c:crossBetween val="between"/>
      </c:valAx>
    </c:plotArea>
    <c:plotVisOnly val="0"/>
    <c:dispBlanksAs val="gap"/>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360804672290717E-3"/>
          <c:y val="2.7310924369747899E-2"/>
          <c:w val="0.98312783906554191"/>
          <c:h val="0.94537815126050417"/>
        </c:manualLayout>
      </c:layout>
      <c:barChart>
        <c:barDir val="col"/>
        <c:grouping val="stacked"/>
        <c:varyColors val="0"/>
        <c:ser>
          <c:idx val="0"/>
          <c:order val="0"/>
          <c:spPr>
            <a:solidFill>
              <a:srgbClr val="00207E"/>
            </a:solidFill>
            <a:ln>
              <a:noFill/>
            </a:ln>
          </c:spPr>
          <c:invertIfNegative val="0"/>
          <c:val>
            <c:numRef>
              <c:f>Sheet1!$A$1:$E$1</c:f>
              <c:numCache>
                <c:formatCode>General</c:formatCode>
                <c:ptCount val="5"/>
                <c:pt idx="0">
                  <c:v>0.7</c:v>
                </c:pt>
                <c:pt idx="1">
                  <c:v>0.8</c:v>
                </c:pt>
                <c:pt idx="2">
                  <c:v>1.7</c:v>
                </c:pt>
                <c:pt idx="3">
                  <c:v>2.5</c:v>
                </c:pt>
                <c:pt idx="4">
                  <c:v>2.1</c:v>
                </c:pt>
              </c:numCache>
            </c:numRef>
          </c:val>
          <c:extLst>
            <c:ext xmlns:c16="http://schemas.microsoft.com/office/drawing/2014/chart" uri="{C3380CC4-5D6E-409C-BE32-E72D297353CC}">
              <c16:uniqueId val="{00000000-029A-F94C-89B6-927A73BD13D2}"/>
            </c:ext>
          </c:extLst>
        </c:ser>
        <c:ser>
          <c:idx val="1"/>
          <c:order val="1"/>
          <c:spPr>
            <a:solidFill>
              <a:srgbClr val="0074FF"/>
            </a:solidFill>
            <a:ln>
              <a:noFill/>
            </a:ln>
          </c:spPr>
          <c:invertIfNegative val="0"/>
          <c:val>
            <c:numRef>
              <c:f>Sheet1!$A$2:$E$2</c:f>
              <c:numCache>
                <c:formatCode>General</c:formatCode>
                <c:ptCount val="5"/>
                <c:pt idx="0">
                  <c:v>2.5</c:v>
                </c:pt>
                <c:pt idx="1">
                  <c:v>1.9999999999999998</c:v>
                </c:pt>
                <c:pt idx="2">
                  <c:v>1.3999999999999997</c:v>
                </c:pt>
                <c:pt idx="3">
                  <c:v>1.2999999999999998</c:v>
                </c:pt>
                <c:pt idx="4">
                  <c:v>0.80000000000000027</c:v>
                </c:pt>
              </c:numCache>
            </c:numRef>
          </c:val>
          <c:extLst>
            <c:ext xmlns:c16="http://schemas.microsoft.com/office/drawing/2014/chart" uri="{C3380CC4-5D6E-409C-BE32-E72D297353CC}">
              <c16:uniqueId val="{00000001-029A-F94C-89B6-927A73BD13D2}"/>
            </c:ext>
          </c:extLst>
        </c:ser>
        <c:dLbls>
          <c:showLegendKey val="0"/>
          <c:showVal val="0"/>
          <c:showCatName val="0"/>
          <c:showSerName val="0"/>
          <c:showPercent val="0"/>
          <c:showBubbleSize val="0"/>
        </c:dLbls>
        <c:gapWidth val="80"/>
        <c:overlap val="100"/>
        <c:axId val="127788815"/>
        <c:axId val="1"/>
      </c:barChart>
      <c:catAx>
        <c:axId val="127788815"/>
        <c:scaling>
          <c:orientation val="minMax"/>
        </c:scaling>
        <c:delete val="0"/>
        <c:axPos val="b"/>
        <c:majorGridlines>
          <c:spPr>
            <a:ln>
              <a:noFill/>
            </a:ln>
          </c:spPr>
        </c:majorGridlines>
        <c:majorTickMark val="none"/>
        <c:minorTickMark val="none"/>
        <c:tickLblPos val="none"/>
        <c:spPr>
          <a:ln w="9525" cmpd="sng" algn="ctr">
            <a:solidFill>
              <a:srgbClr val="969696"/>
            </a:solidFill>
            <a:prstDash val="solid"/>
          </a:ln>
        </c:spPr>
        <c:crossAx val="1"/>
        <c:crosses val="min"/>
        <c:auto val="0"/>
        <c:lblAlgn val="ctr"/>
        <c:lblOffset val="100"/>
        <c:noMultiLvlLbl val="0"/>
      </c:catAx>
      <c:valAx>
        <c:axId val="1"/>
        <c:scaling>
          <c:orientation val="minMax"/>
          <c:max val="3.8"/>
          <c:min val="0"/>
        </c:scaling>
        <c:delete val="1"/>
        <c:axPos val="l"/>
        <c:numFmt formatCode="General" sourceLinked="1"/>
        <c:majorTickMark val="out"/>
        <c:minorTickMark val="none"/>
        <c:tickLblPos val="nextTo"/>
        <c:crossAx val="127788815"/>
        <c:crosses val="min"/>
        <c:crossBetween val="between"/>
      </c:valAx>
    </c:plotArea>
    <c:plotVisOnly val="0"/>
    <c:dispBlanksAs val="gap"/>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0158311345646E-2"/>
          <c:y val="7.1922544951590589E-2"/>
          <c:w val="0.86279683377308702"/>
          <c:h val="0.85615491009681877"/>
        </c:manualLayout>
      </c:layout>
      <c:barChart>
        <c:barDir val="col"/>
        <c:grouping val="stacked"/>
        <c:varyColors val="0"/>
        <c:ser>
          <c:idx val="0"/>
          <c:order val="0"/>
          <c:spPr>
            <a:solidFill>
              <a:schemeClr val="tx1"/>
            </a:solidFill>
            <a:ln>
              <a:noFill/>
            </a:ln>
          </c:spPr>
          <c:invertIfNegative val="0"/>
          <c:val>
            <c:numRef>
              <c:f>Sheet1!$A$1:$B$1</c:f>
              <c:numCache>
                <c:formatCode>General</c:formatCode>
                <c:ptCount val="2"/>
                <c:pt idx="0">
                  <c:v>2.6</c:v>
                </c:pt>
                <c:pt idx="1">
                  <c:v>0.1</c:v>
                </c:pt>
              </c:numCache>
            </c:numRef>
          </c:val>
          <c:extLst>
            <c:ext xmlns:c16="http://schemas.microsoft.com/office/drawing/2014/chart" uri="{C3380CC4-5D6E-409C-BE32-E72D297353CC}">
              <c16:uniqueId val="{00000000-C3B2-F844-AE49-F0D084701EC7}"/>
            </c:ext>
          </c:extLst>
        </c:ser>
        <c:ser>
          <c:idx val="1"/>
          <c:order val="1"/>
          <c:spPr>
            <a:solidFill>
              <a:srgbClr val="8DC6FF"/>
            </a:solidFill>
            <a:ln>
              <a:noFill/>
            </a:ln>
          </c:spPr>
          <c:invertIfNegative val="0"/>
          <c:val>
            <c:numRef>
              <c:f>Sheet1!$A$2:$B$2</c:f>
              <c:numCache>
                <c:formatCode>General</c:formatCode>
                <c:ptCount val="2"/>
                <c:pt idx="0">
                  <c:v>0.60000000000000009</c:v>
                </c:pt>
                <c:pt idx="1">
                  <c:v>0.20000000000000004</c:v>
                </c:pt>
              </c:numCache>
            </c:numRef>
          </c:val>
          <c:extLst>
            <c:ext xmlns:c16="http://schemas.microsoft.com/office/drawing/2014/chart" uri="{C3380CC4-5D6E-409C-BE32-E72D297353CC}">
              <c16:uniqueId val="{00000001-C3B2-F844-AE49-F0D084701EC7}"/>
            </c:ext>
          </c:extLst>
        </c:ser>
        <c:dLbls>
          <c:showLegendKey val="0"/>
          <c:showVal val="0"/>
          <c:showCatName val="0"/>
          <c:showSerName val="0"/>
          <c:showPercent val="0"/>
          <c:showBubbleSize val="0"/>
        </c:dLbls>
        <c:gapWidth val="20"/>
        <c:overlap val="100"/>
        <c:axId val="119911103"/>
        <c:axId val="1"/>
      </c:barChart>
      <c:catAx>
        <c:axId val="119911103"/>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3.2"/>
          <c:min val="0"/>
        </c:scaling>
        <c:delete val="1"/>
        <c:axPos val="l"/>
        <c:numFmt formatCode="General" sourceLinked="1"/>
        <c:majorTickMark val="out"/>
        <c:minorTickMark val="none"/>
        <c:tickLblPos val="nextTo"/>
        <c:crossAx val="119911103"/>
        <c:crosses val="min"/>
        <c:crossBetween val="between"/>
      </c:valAx>
    </c:plotArea>
    <c:plotVisOnly val="0"/>
    <c:dispBlanksAs val="gap"/>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92206076618231E-2"/>
          <c:y val="5.033881897386254E-2"/>
          <c:w val="0.86261558784676351"/>
          <c:h val="0.89932236205227489"/>
        </c:manualLayout>
      </c:layout>
      <c:barChart>
        <c:barDir val="col"/>
        <c:grouping val="stacked"/>
        <c:varyColors val="0"/>
        <c:ser>
          <c:idx val="0"/>
          <c:order val="0"/>
          <c:spPr>
            <a:solidFill>
              <a:schemeClr val="tx1"/>
            </a:solidFill>
            <a:ln>
              <a:noFill/>
            </a:ln>
          </c:spPr>
          <c:invertIfNegative val="0"/>
          <c:val>
            <c:numRef>
              <c:f>Sheet1!$A$1:$B$1</c:f>
              <c:numCache>
                <c:formatCode>General</c:formatCode>
                <c:ptCount val="2"/>
                <c:pt idx="0">
                  <c:v>3.7</c:v>
                </c:pt>
                <c:pt idx="1">
                  <c:v>1.4</c:v>
                </c:pt>
              </c:numCache>
            </c:numRef>
          </c:val>
          <c:extLst>
            <c:ext xmlns:c16="http://schemas.microsoft.com/office/drawing/2014/chart" uri="{C3380CC4-5D6E-409C-BE32-E72D297353CC}">
              <c16:uniqueId val="{00000000-5648-C947-8ACE-DB726E7F49CD}"/>
            </c:ext>
          </c:extLst>
        </c:ser>
        <c:ser>
          <c:idx val="1"/>
          <c:order val="1"/>
          <c:spPr>
            <a:solidFill>
              <a:srgbClr val="8DC6FF"/>
            </a:solidFill>
            <a:ln>
              <a:noFill/>
            </a:ln>
          </c:spPr>
          <c:invertIfNegative val="0"/>
          <c:val>
            <c:numRef>
              <c:f>Sheet1!$A$2:$B$2</c:f>
              <c:numCache>
                <c:formatCode>General</c:formatCode>
                <c:ptCount val="2"/>
                <c:pt idx="0">
                  <c:v>0.59999999999999964</c:v>
                </c:pt>
                <c:pt idx="1">
                  <c:v>0.10000000000000009</c:v>
                </c:pt>
              </c:numCache>
            </c:numRef>
          </c:val>
          <c:extLst>
            <c:ext xmlns:c16="http://schemas.microsoft.com/office/drawing/2014/chart" uri="{C3380CC4-5D6E-409C-BE32-E72D297353CC}">
              <c16:uniqueId val="{00000001-5648-C947-8ACE-DB726E7F49CD}"/>
            </c:ext>
          </c:extLst>
        </c:ser>
        <c:dLbls>
          <c:showLegendKey val="0"/>
          <c:showVal val="0"/>
          <c:showCatName val="0"/>
          <c:showSerName val="0"/>
          <c:showPercent val="0"/>
          <c:showBubbleSize val="0"/>
        </c:dLbls>
        <c:gapWidth val="20"/>
        <c:overlap val="100"/>
        <c:axId val="121255151"/>
        <c:axId val="1"/>
      </c:barChart>
      <c:catAx>
        <c:axId val="121255151"/>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4.3"/>
          <c:min val="0"/>
        </c:scaling>
        <c:delete val="1"/>
        <c:axPos val="l"/>
        <c:numFmt formatCode="General" sourceLinked="1"/>
        <c:majorTickMark val="out"/>
        <c:minorTickMark val="none"/>
        <c:tickLblPos val="nextTo"/>
        <c:crossAx val="121255151"/>
        <c:crosses val="min"/>
        <c:crossBetween val="between"/>
      </c:valAx>
    </c:plotArea>
    <c:plotVisOnly val="0"/>
    <c:dispBlanksAs val="gap"/>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0158311345646E-2"/>
          <c:y val="5.5614973262032089E-2"/>
          <c:w val="0.86279683377308702"/>
          <c:h val="0.88877005347593585"/>
        </c:manualLayout>
      </c:layout>
      <c:barChart>
        <c:barDir val="col"/>
        <c:grouping val="stacked"/>
        <c:varyColors val="0"/>
        <c:ser>
          <c:idx val="0"/>
          <c:order val="0"/>
          <c:spPr>
            <a:solidFill>
              <a:schemeClr val="tx1"/>
            </a:solidFill>
            <a:ln>
              <a:noFill/>
            </a:ln>
          </c:spPr>
          <c:invertIfNegative val="0"/>
          <c:val>
            <c:numRef>
              <c:f>Sheet1!$A$1:$B$1</c:f>
              <c:numCache>
                <c:formatCode>General</c:formatCode>
                <c:ptCount val="2"/>
                <c:pt idx="0">
                  <c:v>3.4</c:v>
                </c:pt>
                <c:pt idx="1">
                  <c:v>1.1000000000000001</c:v>
                </c:pt>
              </c:numCache>
            </c:numRef>
          </c:val>
          <c:extLst>
            <c:ext xmlns:c16="http://schemas.microsoft.com/office/drawing/2014/chart" uri="{C3380CC4-5D6E-409C-BE32-E72D297353CC}">
              <c16:uniqueId val="{00000000-52B4-4E4E-94B4-A9D0A0B61725}"/>
            </c:ext>
          </c:extLst>
        </c:ser>
        <c:ser>
          <c:idx val="1"/>
          <c:order val="1"/>
          <c:spPr>
            <a:solidFill>
              <a:srgbClr val="8DC6FF"/>
            </a:solidFill>
            <a:ln>
              <a:noFill/>
            </a:ln>
          </c:spPr>
          <c:invertIfNegative val="0"/>
          <c:val>
            <c:numRef>
              <c:f>Sheet1!$A$2:$B$2</c:f>
              <c:numCache>
                <c:formatCode>General</c:formatCode>
                <c:ptCount val="2"/>
                <c:pt idx="0">
                  <c:v>0.60000000000000009</c:v>
                </c:pt>
                <c:pt idx="1">
                  <c:v>0.19999999999999996</c:v>
                </c:pt>
              </c:numCache>
            </c:numRef>
          </c:val>
          <c:extLst>
            <c:ext xmlns:c16="http://schemas.microsoft.com/office/drawing/2014/chart" uri="{C3380CC4-5D6E-409C-BE32-E72D297353CC}">
              <c16:uniqueId val="{00000001-52B4-4E4E-94B4-A9D0A0B61725}"/>
            </c:ext>
          </c:extLst>
        </c:ser>
        <c:dLbls>
          <c:showLegendKey val="0"/>
          <c:showVal val="0"/>
          <c:showCatName val="0"/>
          <c:showSerName val="0"/>
          <c:showPercent val="0"/>
          <c:showBubbleSize val="0"/>
        </c:dLbls>
        <c:gapWidth val="20"/>
        <c:overlap val="100"/>
        <c:axId val="121153599"/>
        <c:axId val="1"/>
      </c:barChart>
      <c:catAx>
        <c:axId val="121153599"/>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4"/>
          <c:min val="0"/>
        </c:scaling>
        <c:delete val="1"/>
        <c:axPos val="l"/>
        <c:numFmt formatCode="General" sourceLinked="1"/>
        <c:majorTickMark val="out"/>
        <c:minorTickMark val="none"/>
        <c:tickLblPos val="nextTo"/>
        <c:crossAx val="121153599"/>
        <c:crosses val="min"/>
        <c:crossBetween val="between"/>
      </c:valAx>
    </c:plotArea>
    <c:plotVisOnly val="0"/>
    <c:dispBlanksAs val="gap"/>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92206076618231E-2"/>
          <c:y val="6.1320754716981132E-2"/>
          <c:w val="0.86261558784676351"/>
          <c:h val="0.87735849056603776"/>
        </c:manualLayout>
      </c:layout>
      <c:barChart>
        <c:barDir val="col"/>
        <c:grouping val="stacked"/>
        <c:varyColors val="0"/>
        <c:ser>
          <c:idx val="0"/>
          <c:order val="0"/>
          <c:spPr>
            <a:solidFill>
              <a:schemeClr val="tx1"/>
            </a:solidFill>
            <a:ln>
              <a:noFill/>
            </a:ln>
          </c:spPr>
          <c:invertIfNegative val="0"/>
          <c:val>
            <c:numRef>
              <c:f>Sheet1!$A$1:$B$1</c:f>
              <c:numCache>
                <c:formatCode>General</c:formatCode>
                <c:ptCount val="2"/>
                <c:pt idx="0">
                  <c:v>3</c:v>
                </c:pt>
                <c:pt idx="1">
                  <c:v>0.6</c:v>
                </c:pt>
              </c:numCache>
            </c:numRef>
          </c:val>
          <c:extLst>
            <c:ext xmlns:c16="http://schemas.microsoft.com/office/drawing/2014/chart" uri="{C3380CC4-5D6E-409C-BE32-E72D297353CC}">
              <c16:uniqueId val="{00000000-1E8D-A749-ADE7-A96841849E8E}"/>
            </c:ext>
          </c:extLst>
        </c:ser>
        <c:ser>
          <c:idx val="1"/>
          <c:order val="1"/>
          <c:spPr>
            <a:solidFill>
              <a:srgbClr val="8DC6FF"/>
            </a:solidFill>
            <a:ln>
              <a:noFill/>
            </a:ln>
          </c:spPr>
          <c:invertIfNegative val="0"/>
          <c:val>
            <c:numRef>
              <c:f>Sheet1!$A$2:$B$2</c:f>
              <c:numCache>
                <c:formatCode>General</c:formatCode>
                <c:ptCount val="2"/>
                <c:pt idx="0">
                  <c:v>0.70000000000000018</c:v>
                </c:pt>
                <c:pt idx="1">
                  <c:v>0.20000000000000007</c:v>
                </c:pt>
              </c:numCache>
            </c:numRef>
          </c:val>
          <c:extLst>
            <c:ext xmlns:c16="http://schemas.microsoft.com/office/drawing/2014/chart" uri="{C3380CC4-5D6E-409C-BE32-E72D297353CC}">
              <c16:uniqueId val="{00000001-1E8D-A749-ADE7-A96841849E8E}"/>
            </c:ext>
          </c:extLst>
        </c:ser>
        <c:dLbls>
          <c:showLegendKey val="0"/>
          <c:showVal val="0"/>
          <c:showCatName val="0"/>
          <c:showSerName val="0"/>
          <c:showPercent val="0"/>
          <c:showBubbleSize val="0"/>
        </c:dLbls>
        <c:gapWidth val="20"/>
        <c:overlap val="100"/>
        <c:axId val="127294623"/>
        <c:axId val="1"/>
      </c:barChart>
      <c:catAx>
        <c:axId val="127294623"/>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3.7"/>
          <c:min val="0"/>
        </c:scaling>
        <c:delete val="1"/>
        <c:axPos val="l"/>
        <c:numFmt formatCode="General" sourceLinked="1"/>
        <c:majorTickMark val="out"/>
        <c:minorTickMark val="none"/>
        <c:tickLblPos val="nextTo"/>
        <c:crossAx val="127294623"/>
        <c:crosses val="min"/>
        <c:crossBetween val="between"/>
      </c:valAx>
    </c:plotArea>
    <c:plotVisOnly val="0"/>
    <c:dispBlanksAs val="gap"/>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0158311345646E-2"/>
          <c:y val="6.4596273291925466E-2"/>
          <c:w val="0.86279683377308702"/>
          <c:h val="0.87080745341614907"/>
        </c:manualLayout>
      </c:layout>
      <c:barChart>
        <c:barDir val="col"/>
        <c:grouping val="stacked"/>
        <c:varyColors val="0"/>
        <c:ser>
          <c:idx val="0"/>
          <c:order val="0"/>
          <c:spPr>
            <a:solidFill>
              <a:schemeClr val="tx1"/>
            </a:solidFill>
            <a:ln>
              <a:noFill/>
            </a:ln>
          </c:spPr>
          <c:invertIfNegative val="0"/>
          <c:val>
            <c:numRef>
              <c:f>Sheet1!$A$1:$B$1</c:f>
              <c:numCache>
                <c:formatCode>General</c:formatCode>
                <c:ptCount val="2"/>
                <c:pt idx="0">
                  <c:v>2.9</c:v>
                </c:pt>
                <c:pt idx="1">
                  <c:v>0.4</c:v>
                </c:pt>
              </c:numCache>
            </c:numRef>
          </c:val>
          <c:extLst>
            <c:ext xmlns:c16="http://schemas.microsoft.com/office/drawing/2014/chart" uri="{C3380CC4-5D6E-409C-BE32-E72D297353CC}">
              <c16:uniqueId val="{00000000-4190-B844-89CD-BFE3499E63F3}"/>
            </c:ext>
          </c:extLst>
        </c:ser>
        <c:ser>
          <c:idx val="1"/>
          <c:order val="1"/>
          <c:spPr>
            <a:solidFill>
              <a:srgbClr val="8DC6FF"/>
            </a:solidFill>
            <a:ln>
              <a:noFill/>
            </a:ln>
          </c:spPr>
          <c:invertIfNegative val="0"/>
          <c:val>
            <c:numRef>
              <c:f>Sheet1!$A$2:$B$2</c:f>
              <c:numCache>
                <c:formatCode>General</c:formatCode>
                <c:ptCount val="2"/>
                <c:pt idx="0">
                  <c:v>0.69999999999999973</c:v>
                </c:pt>
                <c:pt idx="1">
                  <c:v>0.29999999999999993</c:v>
                </c:pt>
              </c:numCache>
            </c:numRef>
          </c:val>
          <c:extLst>
            <c:ext xmlns:c16="http://schemas.microsoft.com/office/drawing/2014/chart" uri="{C3380CC4-5D6E-409C-BE32-E72D297353CC}">
              <c16:uniqueId val="{00000001-4190-B844-89CD-BFE3499E63F3}"/>
            </c:ext>
          </c:extLst>
        </c:ser>
        <c:dLbls>
          <c:showLegendKey val="0"/>
          <c:showVal val="0"/>
          <c:showCatName val="0"/>
          <c:showSerName val="0"/>
          <c:showPercent val="0"/>
          <c:showBubbleSize val="0"/>
        </c:dLbls>
        <c:gapWidth val="20"/>
        <c:overlap val="100"/>
        <c:axId val="222390799"/>
        <c:axId val="1"/>
      </c:barChart>
      <c:catAx>
        <c:axId val="222390799"/>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3.5999999999999996"/>
          <c:min val="0"/>
        </c:scaling>
        <c:delete val="1"/>
        <c:axPos val="l"/>
        <c:numFmt formatCode="General" sourceLinked="1"/>
        <c:majorTickMark val="out"/>
        <c:minorTickMark val="none"/>
        <c:tickLblPos val="nextTo"/>
        <c:crossAx val="222390799"/>
        <c:crosses val="min"/>
        <c:crossBetween val="between"/>
      </c:valAx>
    </c:plotArea>
    <c:plotVisOnly val="0"/>
    <c:dispBlanksAs val="gap"/>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92206076618231E-2"/>
          <c:y val="5.6955093099671415E-2"/>
          <c:w val="0.86261558784676351"/>
          <c:h val="0.88608981380065721"/>
        </c:manualLayout>
      </c:layout>
      <c:barChart>
        <c:barDir val="col"/>
        <c:grouping val="stacked"/>
        <c:varyColors val="0"/>
        <c:ser>
          <c:idx val="0"/>
          <c:order val="0"/>
          <c:spPr>
            <a:solidFill>
              <a:schemeClr val="tx1"/>
            </a:solidFill>
            <a:ln>
              <a:noFill/>
            </a:ln>
          </c:spPr>
          <c:invertIfNegative val="0"/>
          <c:val>
            <c:numRef>
              <c:f>Sheet1!$A$1:$B$1</c:f>
              <c:numCache>
                <c:formatCode>General</c:formatCode>
                <c:ptCount val="2"/>
                <c:pt idx="0">
                  <c:v>3.2</c:v>
                </c:pt>
                <c:pt idx="1">
                  <c:v>0.7</c:v>
                </c:pt>
              </c:numCache>
            </c:numRef>
          </c:val>
          <c:extLst>
            <c:ext xmlns:c16="http://schemas.microsoft.com/office/drawing/2014/chart" uri="{C3380CC4-5D6E-409C-BE32-E72D297353CC}">
              <c16:uniqueId val="{00000000-51CB-D144-BD9C-3CDCBBB82034}"/>
            </c:ext>
          </c:extLst>
        </c:ser>
        <c:ser>
          <c:idx val="1"/>
          <c:order val="1"/>
          <c:spPr>
            <a:solidFill>
              <a:srgbClr val="8DC6FF"/>
            </a:solidFill>
            <a:ln>
              <a:noFill/>
            </a:ln>
          </c:spPr>
          <c:invertIfNegative val="0"/>
          <c:val>
            <c:numRef>
              <c:f>Sheet1!$A$2:$B$2</c:f>
              <c:numCache>
                <c:formatCode>General</c:formatCode>
                <c:ptCount val="2"/>
                <c:pt idx="0">
                  <c:v>0.60000000000000009</c:v>
                </c:pt>
                <c:pt idx="1">
                  <c:v>9.9999999999999978E-2</c:v>
                </c:pt>
              </c:numCache>
            </c:numRef>
          </c:val>
          <c:extLst>
            <c:ext xmlns:c16="http://schemas.microsoft.com/office/drawing/2014/chart" uri="{C3380CC4-5D6E-409C-BE32-E72D297353CC}">
              <c16:uniqueId val="{00000001-51CB-D144-BD9C-3CDCBBB82034}"/>
            </c:ext>
          </c:extLst>
        </c:ser>
        <c:dLbls>
          <c:showLegendKey val="0"/>
          <c:showVal val="0"/>
          <c:showCatName val="0"/>
          <c:showSerName val="0"/>
          <c:showPercent val="0"/>
          <c:showBubbleSize val="0"/>
        </c:dLbls>
        <c:gapWidth val="20"/>
        <c:overlap val="100"/>
        <c:axId val="36476799"/>
        <c:axId val="1"/>
      </c:barChart>
      <c:catAx>
        <c:axId val="36476799"/>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3.8000000000000003"/>
          <c:min val="0"/>
        </c:scaling>
        <c:delete val="1"/>
        <c:axPos val="l"/>
        <c:numFmt formatCode="General" sourceLinked="1"/>
        <c:majorTickMark val="out"/>
        <c:minorTickMark val="none"/>
        <c:tickLblPos val="nextTo"/>
        <c:crossAx val="36476799"/>
        <c:crosses val="min"/>
        <c:crossBetween val="between"/>
      </c:valAx>
    </c:plotArea>
    <c:plotVisOnly val="0"/>
    <c:dispBlanksAs val="gap"/>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0158311345646E-2"/>
          <c:y val="7.1526822558459421E-2"/>
          <c:w val="0.86279683377308702"/>
          <c:h val="0.85694635488308113"/>
        </c:manualLayout>
      </c:layout>
      <c:barChart>
        <c:barDir val="col"/>
        <c:grouping val="stacked"/>
        <c:varyColors val="0"/>
        <c:ser>
          <c:idx val="0"/>
          <c:order val="0"/>
          <c:spPr>
            <a:solidFill>
              <a:srgbClr val="8DC6FF"/>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82E1-7B4E-9116-977CBF53A963}"/>
              </c:ext>
            </c:extLst>
          </c:dPt>
          <c:val>
            <c:numRef>
              <c:f>Sheet1!$A$1:$B$1</c:f>
              <c:numCache>
                <c:formatCode>General</c:formatCode>
                <c:ptCount val="2"/>
                <c:pt idx="0">
                  <c:v>2.2999999999999998</c:v>
                </c:pt>
                <c:pt idx="1">
                  <c:v>0</c:v>
                </c:pt>
              </c:numCache>
            </c:numRef>
          </c:val>
          <c:extLst>
            <c:ext xmlns:c16="http://schemas.microsoft.com/office/drawing/2014/chart" uri="{C3380CC4-5D6E-409C-BE32-E72D297353CC}">
              <c16:uniqueId val="{00000001-82E1-7B4E-9116-977CBF53A963}"/>
            </c:ext>
          </c:extLst>
        </c:ser>
        <c:ser>
          <c:idx val="1"/>
          <c:order val="1"/>
          <c:spPr>
            <a:solidFill>
              <a:srgbClr val="8DC6FF"/>
            </a:solidFill>
            <a:ln>
              <a:noFill/>
            </a:ln>
          </c:spPr>
          <c:invertIfNegative val="0"/>
          <c:dPt>
            <c:idx val="1"/>
            <c:invertIfNegative val="0"/>
            <c:bubble3D val="0"/>
            <c:spPr>
              <a:solidFill>
                <a:schemeClr val="tx1"/>
              </a:solidFill>
              <a:ln>
                <a:noFill/>
              </a:ln>
            </c:spPr>
            <c:extLst>
              <c:ext xmlns:c16="http://schemas.microsoft.com/office/drawing/2014/chart" uri="{C3380CC4-5D6E-409C-BE32-E72D297353CC}">
                <c16:uniqueId val="{00000002-82E1-7B4E-9116-977CBF53A963}"/>
              </c:ext>
            </c:extLst>
          </c:dPt>
          <c:val>
            <c:numRef>
              <c:f>Sheet1!$A$2:$B$2</c:f>
              <c:numCache>
                <c:formatCode>General</c:formatCode>
                <c:ptCount val="2"/>
                <c:pt idx="0">
                  <c:v>0.60000000000000009</c:v>
                </c:pt>
                <c:pt idx="1">
                  <c:v>0</c:v>
                </c:pt>
              </c:numCache>
            </c:numRef>
          </c:val>
          <c:extLst>
            <c:ext xmlns:c16="http://schemas.microsoft.com/office/drawing/2014/chart" uri="{C3380CC4-5D6E-409C-BE32-E72D297353CC}">
              <c16:uniqueId val="{00000003-82E1-7B4E-9116-977CBF53A963}"/>
            </c:ext>
          </c:extLst>
        </c:ser>
        <c:dLbls>
          <c:showLegendKey val="0"/>
          <c:showVal val="0"/>
          <c:showCatName val="0"/>
          <c:showSerName val="0"/>
          <c:showPercent val="0"/>
          <c:showBubbleSize val="0"/>
        </c:dLbls>
        <c:gapWidth val="20"/>
        <c:overlap val="100"/>
        <c:axId val="36638911"/>
        <c:axId val="1"/>
      </c:barChart>
      <c:catAx>
        <c:axId val="36638911"/>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2.9"/>
          <c:min val="0"/>
        </c:scaling>
        <c:delete val="1"/>
        <c:axPos val="l"/>
        <c:numFmt formatCode="General" sourceLinked="1"/>
        <c:majorTickMark val="out"/>
        <c:minorTickMark val="none"/>
        <c:tickLblPos val="nextTo"/>
        <c:crossAx val="36638911"/>
        <c:crosses val="min"/>
        <c:crossBetween val="between"/>
      </c:valAx>
    </c:plotArea>
    <c:plotVisOnly val="0"/>
    <c:dispBlanksAs val="gap"/>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92206076618231E-2"/>
          <c:y val="8.6522462562396013E-2"/>
          <c:w val="0.86261558784676351"/>
          <c:h val="0.82695507487520803"/>
        </c:manualLayout>
      </c:layout>
      <c:barChart>
        <c:barDir val="col"/>
        <c:grouping val="stacked"/>
        <c:varyColors val="0"/>
        <c:ser>
          <c:idx val="0"/>
          <c:order val="0"/>
          <c:spPr>
            <a:solidFill>
              <a:srgbClr val="8DC6FF"/>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2760-924F-8091-62B4DBFFC531}"/>
              </c:ext>
            </c:extLst>
          </c:dPt>
          <c:val>
            <c:numRef>
              <c:f>Sheet1!$A$1:$B$1</c:f>
              <c:numCache>
                <c:formatCode>General</c:formatCode>
                <c:ptCount val="2"/>
                <c:pt idx="0">
                  <c:v>1.8</c:v>
                </c:pt>
                <c:pt idx="1">
                  <c:v>0</c:v>
                </c:pt>
              </c:numCache>
            </c:numRef>
          </c:val>
          <c:extLst>
            <c:ext xmlns:c16="http://schemas.microsoft.com/office/drawing/2014/chart" uri="{C3380CC4-5D6E-409C-BE32-E72D297353CC}">
              <c16:uniqueId val="{00000001-2760-924F-8091-62B4DBFFC531}"/>
            </c:ext>
          </c:extLst>
        </c:ser>
        <c:ser>
          <c:idx val="1"/>
          <c:order val="1"/>
          <c:spPr>
            <a:solidFill>
              <a:srgbClr val="8DC6FF"/>
            </a:solidFill>
            <a:ln>
              <a:noFill/>
            </a:ln>
          </c:spPr>
          <c:invertIfNegative val="0"/>
          <c:dPt>
            <c:idx val="1"/>
            <c:invertIfNegative val="0"/>
            <c:bubble3D val="0"/>
            <c:spPr>
              <a:solidFill>
                <a:schemeClr val="tx1"/>
              </a:solidFill>
              <a:ln>
                <a:noFill/>
              </a:ln>
            </c:spPr>
            <c:extLst>
              <c:ext xmlns:c16="http://schemas.microsoft.com/office/drawing/2014/chart" uri="{C3380CC4-5D6E-409C-BE32-E72D297353CC}">
                <c16:uniqueId val="{00000002-2760-924F-8091-62B4DBFFC531}"/>
              </c:ext>
            </c:extLst>
          </c:dPt>
          <c:val>
            <c:numRef>
              <c:f>Sheet1!$A$2:$B$2</c:f>
              <c:numCache>
                <c:formatCode>General</c:formatCode>
                <c:ptCount val="2"/>
                <c:pt idx="0">
                  <c:v>0.49999999999999978</c:v>
                </c:pt>
                <c:pt idx="1">
                  <c:v>0</c:v>
                </c:pt>
              </c:numCache>
            </c:numRef>
          </c:val>
          <c:extLst>
            <c:ext xmlns:c16="http://schemas.microsoft.com/office/drawing/2014/chart" uri="{C3380CC4-5D6E-409C-BE32-E72D297353CC}">
              <c16:uniqueId val="{00000003-2760-924F-8091-62B4DBFFC531}"/>
            </c:ext>
          </c:extLst>
        </c:ser>
        <c:dLbls>
          <c:showLegendKey val="0"/>
          <c:showVal val="0"/>
          <c:showCatName val="0"/>
          <c:showSerName val="0"/>
          <c:showPercent val="0"/>
          <c:showBubbleSize val="0"/>
        </c:dLbls>
        <c:gapWidth val="20"/>
        <c:overlap val="100"/>
        <c:axId val="76283711"/>
        <c:axId val="1"/>
      </c:barChart>
      <c:catAx>
        <c:axId val="76283711"/>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2.2999999999999998"/>
          <c:min val="0"/>
        </c:scaling>
        <c:delete val="1"/>
        <c:axPos val="l"/>
        <c:numFmt formatCode="General" sourceLinked="1"/>
        <c:majorTickMark val="out"/>
        <c:minorTickMark val="none"/>
        <c:tickLblPos val="nextTo"/>
        <c:crossAx val="76283711"/>
        <c:crosses val="min"/>
        <c:crossBetween val="between"/>
      </c:valAx>
    </c:plotArea>
    <c:plotVisOnly val="0"/>
    <c:dispBlanksAs val="gap"/>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860158311345646E-2"/>
          <c:y val="0.1001926782273603"/>
          <c:w val="0.86279683377308702"/>
          <c:h val="0.79961464354527934"/>
        </c:manualLayout>
      </c:layout>
      <c:barChart>
        <c:barDir val="col"/>
        <c:grouping val="stacked"/>
        <c:varyColors val="0"/>
        <c:ser>
          <c:idx val="0"/>
          <c:order val="0"/>
          <c:spPr>
            <a:solidFill>
              <a:srgbClr val="8DC6FF"/>
            </a:solid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0-5810-944A-AE7A-7FBC87AB728A}"/>
              </c:ext>
            </c:extLst>
          </c:dPt>
          <c:val>
            <c:numRef>
              <c:f>Sheet1!$A$1:$B$1</c:f>
              <c:numCache>
                <c:formatCode>General</c:formatCode>
                <c:ptCount val="2"/>
                <c:pt idx="0">
                  <c:v>1.7</c:v>
                </c:pt>
                <c:pt idx="1">
                  <c:v>0</c:v>
                </c:pt>
              </c:numCache>
            </c:numRef>
          </c:val>
          <c:extLst>
            <c:ext xmlns:c16="http://schemas.microsoft.com/office/drawing/2014/chart" uri="{C3380CC4-5D6E-409C-BE32-E72D297353CC}">
              <c16:uniqueId val="{00000001-5810-944A-AE7A-7FBC87AB728A}"/>
            </c:ext>
          </c:extLst>
        </c:ser>
        <c:ser>
          <c:idx val="1"/>
          <c:order val="1"/>
          <c:spPr>
            <a:solidFill>
              <a:srgbClr val="8DC6FF"/>
            </a:solidFill>
            <a:ln>
              <a:noFill/>
            </a:ln>
          </c:spPr>
          <c:invertIfNegative val="0"/>
          <c:dPt>
            <c:idx val="1"/>
            <c:invertIfNegative val="0"/>
            <c:bubble3D val="0"/>
            <c:spPr>
              <a:solidFill>
                <a:schemeClr val="tx1"/>
              </a:solidFill>
              <a:ln>
                <a:noFill/>
              </a:ln>
            </c:spPr>
            <c:extLst>
              <c:ext xmlns:c16="http://schemas.microsoft.com/office/drawing/2014/chart" uri="{C3380CC4-5D6E-409C-BE32-E72D297353CC}">
                <c16:uniqueId val="{00000002-5810-944A-AE7A-7FBC87AB728A}"/>
              </c:ext>
            </c:extLst>
          </c:dPt>
          <c:val>
            <c:numRef>
              <c:f>Sheet1!$A$2:$B$2</c:f>
              <c:numCache>
                <c:formatCode>General</c:formatCode>
                <c:ptCount val="2"/>
                <c:pt idx="0">
                  <c:v>0.50000000000000022</c:v>
                </c:pt>
                <c:pt idx="1">
                  <c:v>0</c:v>
                </c:pt>
              </c:numCache>
            </c:numRef>
          </c:val>
          <c:extLst>
            <c:ext xmlns:c16="http://schemas.microsoft.com/office/drawing/2014/chart" uri="{C3380CC4-5D6E-409C-BE32-E72D297353CC}">
              <c16:uniqueId val="{00000003-5810-944A-AE7A-7FBC87AB728A}"/>
            </c:ext>
          </c:extLst>
        </c:ser>
        <c:dLbls>
          <c:showLegendKey val="0"/>
          <c:showVal val="0"/>
          <c:showCatName val="0"/>
          <c:showSerName val="0"/>
          <c:showPercent val="0"/>
          <c:showBubbleSize val="0"/>
        </c:dLbls>
        <c:gapWidth val="20"/>
        <c:overlap val="100"/>
        <c:axId val="35823727"/>
        <c:axId val="1"/>
      </c:barChart>
      <c:catAx>
        <c:axId val="35823727"/>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2.2000000000000002"/>
          <c:min val="0"/>
        </c:scaling>
        <c:delete val="1"/>
        <c:axPos val="l"/>
        <c:numFmt formatCode="General" sourceLinked="1"/>
        <c:majorTickMark val="out"/>
        <c:minorTickMark val="none"/>
        <c:tickLblPos val="nextTo"/>
        <c:crossAx val="35823727"/>
        <c:crosses val="min"/>
        <c:crossBetween val="between"/>
      </c:valAx>
    </c:plotArea>
    <c:plotVisOnly val="0"/>
    <c:dispBlanksAs val="gap"/>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1010101010101E-2"/>
          <c:y val="7.5201432408236346E-2"/>
          <c:w val="0.95797979797979793"/>
          <c:h val="0.84959713518352731"/>
        </c:manualLayout>
      </c:layout>
      <c:barChart>
        <c:barDir val="col"/>
        <c:grouping val="stacked"/>
        <c:varyColors val="0"/>
        <c:ser>
          <c:idx val="0"/>
          <c:order val="0"/>
          <c:spPr>
            <a:solidFill>
              <a:srgbClr val="83DFFF"/>
            </a:solidFill>
            <a:ln>
              <a:noFill/>
            </a:ln>
          </c:spPr>
          <c:invertIfNegative val="0"/>
          <c:dLbls>
            <c:dLbl>
              <c:idx val="0"/>
              <c:layout>
                <c:manualLayout>
                  <c:x val="0"/>
                  <c:y val="-1.790510295434198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71D-274D-A373-3ADBFF453F5E}"/>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71D-274D-A373-3ADBFF453F5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44</c:v>
                </c:pt>
                <c:pt idx="1">
                  <c:v>253</c:v>
                </c:pt>
              </c:numCache>
            </c:numRef>
          </c:val>
          <c:extLst>
            <c:ext xmlns:c16="http://schemas.microsoft.com/office/drawing/2014/chart" uri="{C3380CC4-5D6E-409C-BE32-E72D297353CC}">
              <c16:uniqueId val="{00000002-271D-274D-A373-3ADBFF453F5E}"/>
            </c:ext>
          </c:extLst>
        </c:ser>
        <c:ser>
          <c:idx val="1"/>
          <c:order val="1"/>
          <c:spPr>
            <a:solidFill>
              <a:srgbClr val="00ADFF"/>
            </a:solidFill>
            <a:ln>
              <a:noFill/>
            </a:ln>
          </c:spPr>
          <c:invertIfNegative val="0"/>
          <c:dLbls>
            <c:dLbl>
              <c:idx val="0"/>
              <c:layout>
                <c:manualLayout>
                  <c:x val="0"/>
                  <c:y val="-1.790510295434198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71D-274D-A373-3ADBFF453F5E}"/>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71D-274D-A373-3ADBFF453F5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29</c:v>
                </c:pt>
                <c:pt idx="1">
                  <c:v>50</c:v>
                </c:pt>
              </c:numCache>
            </c:numRef>
          </c:val>
          <c:extLst>
            <c:ext xmlns:c16="http://schemas.microsoft.com/office/drawing/2014/chart" uri="{C3380CC4-5D6E-409C-BE32-E72D297353CC}">
              <c16:uniqueId val="{00000005-271D-274D-A373-3ADBFF453F5E}"/>
            </c:ext>
          </c:extLst>
        </c:ser>
        <c:ser>
          <c:idx val="2"/>
          <c:order val="2"/>
          <c:spPr>
            <a:solidFill>
              <a:schemeClr val="tx1"/>
            </a:solidFill>
            <a:ln>
              <a:noFill/>
            </a:ln>
          </c:spPr>
          <c:invertIfNegative val="0"/>
          <c:dLbls>
            <c:dLbl>
              <c:idx val="0"/>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71D-274D-A373-3ADBFF453F5E}"/>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71D-274D-A373-3ADBFF453F5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62</c:v>
                </c:pt>
                <c:pt idx="1">
                  <c:v>62</c:v>
                </c:pt>
              </c:numCache>
            </c:numRef>
          </c:val>
          <c:extLst>
            <c:ext xmlns:c16="http://schemas.microsoft.com/office/drawing/2014/chart" uri="{C3380CC4-5D6E-409C-BE32-E72D297353CC}">
              <c16:uniqueId val="{00000008-271D-274D-A373-3ADBFF453F5E}"/>
            </c:ext>
          </c:extLst>
        </c:ser>
        <c:dLbls>
          <c:showLegendKey val="0"/>
          <c:showVal val="0"/>
          <c:showCatName val="0"/>
          <c:showSerName val="0"/>
          <c:showPercent val="0"/>
          <c:showBubbleSize val="0"/>
        </c:dLbls>
        <c:gapWidth val="200"/>
        <c:overlap val="100"/>
        <c:axId val="217647407"/>
        <c:axId val="1"/>
      </c:barChart>
      <c:catAx>
        <c:axId val="217647407"/>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365"/>
          <c:min val="0"/>
        </c:scaling>
        <c:delete val="1"/>
        <c:axPos val="l"/>
        <c:numFmt formatCode="General" sourceLinked="1"/>
        <c:majorTickMark val="out"/>
        <c:minorTickMark val="none"/>
        <c:tickLblPos val="nextTo"/>
        <c:crossAx val="217647407"/>
        <c:crosses val="min"/>
        <c:crossBetween val="between"/>
      </c:valAx>
    </c:plotArea>
    <c:plotVisOnly val="0"/>
    <c:dispBlanksAs val="gap"/>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1010101010101E-2"/>
          <c:y val="7.5201432408236346E-2"/>
          <c:w val="0.95797979797979793"/>
          <c:h val="0.84959713518352731"/>
        </c:manualLayout>
      </c:layout>
      <c:barChart>
        <c:barDir val="col"/>
        <c:grouping val="stacked"/>
        <c:varyColors val="0"/>
        <c:ser>
          <c:idx val="0"/>
          <c:order val="0"/>
          <c:spPr>
            <a:solidFill>
              <a:srgbClr val="83DFFF"/>
            </a:solidFill>
            <a:ln>
              <a:noFill/>
            </a:ln>
          </c:spPr>
          <c:invertIfNegative val="0"/>
          <c:dLbls>
            <c:dLbl>
              <c:idx val="0"/>
              <c:layout>
                <c:manualLayout>
                  <c:x val="0"/>
                  <c:y val="-1.342882721575649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39AA-BD49-B40C-53E0EFC54014}"/>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AA-BD49-B40C-53E0EFC540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20</c:v>
                </c:pt>
                <c:pt idx="1">
                  <c:v>70</c:v>
                </c:pt>
              </c:numCache>
            </c:numRef>
          </c:val>
          <c:extLst>
            <c:ext xmlns:c16="http://schemas.microsoft.com/office/drawing/2014/chart" uri="{C3380CC4-5D6E-409C-BE32-E72D297353CC}">
              <c16:uniqueId val="{00000002-39AA-BD49-B40C-53E0EFC54014}"/>
            </c:ext>
          </c:extLst>
        </c:ser>
        <c:ser>
          <c:idx val="1"/>
          <c:order val="1"/>
          <c:spPr>
            <a:solidFill>
              <a:srgbClr val="00ADFF"/>
            </a:solidFill>
            <a:ln>
              <a:noFill/>
            </a:ln>
          </c:spPr>
          <c:invertIfNegative val="0"/>
          <c:dLbls>
            <c:dLbl>
              <c:idx val="0"/>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mn-cs"/>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39AA-BD49-B40C-53E0EFC54014}"/>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39AA-BD49-B40C-53E0EFC540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12</c:v>
                </c:pt>
                <c:pt idx="1">
                  <c:v>46</c:v>
                </c:pt>
              </c:numCache>
            </c:numRef>
          </c:val>
          <c:extLst>
            <c:ext xmlns:c16="http://schemas.microsoft.com/office/drawing/2014/chart" uri="{C3380CC4-5D6E-409C-BE32-E72D297353CC}">
              <c16:uniqueId val="{00000005-39AA-BD49-B40C-53E0EFC54014}"/>
            </c:ext>
          </c:extLst>
        </c:ser>
        <c:ser>
          <c:idx val="2"/>
          <c:order val="2"/>
          <c:spPr>
            <a:solidFill>
              <a:schemeClr val="tx1"/>
            </a:solidFill>
            <a:ln>
              <a:noFill/>
            </a:ln>
          </c:spPr>
          <c:invertIfNegative val="0"/>
          <c:dLbls>
            <c:dLbl>
              <c:idx val="0"/>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39AA-BD49-B40C-53E0EFC54014}"/>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39AA-BD49-B40C-53E0EFC540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31</c:v>
                </c:pt>
                <c:pt idx="1">
                  <c:v>31</c:v>
                </c:pt>
              </c:numCache>
            </c:numRef>
          </c:val>
          <c:extLst>
            <c:ext xmlns:c16="http://schemas.microsoft.com/office/drawing/2014/chart" uri="{C3380CC4-5D6E-409C-BE32-E72D297353CC}">
              <c16:uniqueId val="{00000008-39AA-BD49-B40C-53E0EFC54014}"/>
            </c:ext>
          </c:extLst>
        </c:ser>
        <c:dLbls>
          <c:showLegendKey val="0"/>
          <c:showVal val="0"/>
          <c:showCatName val="0"/>
          <c:showSerName val="0"/>
          <c:showPercent val="0"/>
          <c:showBubbleSize val="0"/>
        </c:dLbls>
        <c:gapWidth val="200"/>
        <c:overlap val="100"/>
        <c:axId val="159757519"/>
        <c:axId val="1"/>
      </c:barChart>
      <c:catAx>
        <c:axId val="159757519"/>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147"/>
          <c:min val="0"/>
        </c:scaling>
        <c:delete val="1"/>
        <c:axPos val="l"/>
        <c:numFmt formatCode="General" sourceLinked="1"/>
        <c:majorTickMark val="out"/>
        <c:minorTickMark val="none"/>
        <c:tickLblPos val="nextTo"/>
        <c:crossAx val="159757519"/>
        <c:crosses val="min"/>
        <c:crossBetween val="between"/>
      </c:valAx>
    </c:plotArea>
    <c:plotVisOnly val="0"/>
    <c:dispBlanksAs val="gap"/>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101010101010101E-2"/>
          <c:y val="7.5201432408236346E-2"/>
          <c:w val="0.95797979797979793"/>
          <c:h val="0.84959713518352731"/>
        </c:manualLayout>
      </c:layout>
      <c:barChart>
        <c:barDir val="col"/>
        <c:grouping val="stacked"/>
        <c:varyColors val="0"/>
        <c:ser>
          <c:idx val="0"/>
          <c:order val="0"/>
          <c:spPr>
            <a:solidFill>
              <a:srgbClr val="83DFFF"/>
            </a:solidFill>
            <a:ln>
              <a:noFill/>
            </a:ln>
          </c:spPr>
          <c:invertIfNegative val="0"/>
          <c:dLbls>
            <c:dLbl>
              <c:idx val="0"/>
              <c:layout>
                <c:manualLayout>
                  <c:x val="0"/>
                  <c:y val="-1.7905102954341987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BC6-0747-997A-0358345F9D4D}"/>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tx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BC6-0747-997A-0358345F9D4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79</c:v>
                </c:pt>
                <c:pt idx="1">
                  <c:v>486</c:v>
                </c:pt>
              </c:numCache>
            </c:numRef>
          </c:val>
          <c:extLst>
            <c:ext xmlns:c16="http://schemas.microsoft.com/office/drawing/2014/chart" uri="{C3380CC4-5D6E-409C-BE32-E72D297353CC}">
              <c16:uniqueId val="{00000002-FBC6-0747-997A-0358345F9D4D}"/>
            </c:ext>
          </c:extLst>
        </c:ser>
        <c:ser>
          <c:idx val="1"/>
          <c:order val="1"/>
          <c:spPr>
            <a:solidFill>
              <a:srgbClr val="00ADFF"/>
            </a:solidFill>
            <a:ln>
              <a:noFill/>
            </a:ln>
          </c:spPr>
          <c:invertIfNegative val="0"/>
          <c:dLbls>
            <c:dLbl>
              <c:idx val="0"/>
              <c:layout>
                <c:manualLayout>
                  <c:x val="0"/>
                  <c:y val="-1.7905102954341987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BC6-0747-997A-0358345F9D4D}"/>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BC6-0747-997A-0358345F9D4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111</c:v>
                </c:pt>
                <c:pt idx="1">
                  <c:v>258</c:v>
                </c:pt>
              </c:numCache>
            </c:numRef>
          </c:val>
          <c:extLst>
            <c:ext xmlns:c16="http://schemas.microsoft.com/office/drawing/2014/chart" uri="{C3380CC4-5D6E-409C-BE32-E72D297353CC}">
              <c16:uniqueId val="{00000005-FBC6-0747-997A-0358345F9D4D}"/>
            </c:ext>
          </c:extLst>
        </c:ser>
        <c:ser>
          <c:idx val="2"/>
          <c:order val="2"/>
          <c:spPr>
            <a:solidFill>
              <a:schemeClr val="tx1"/>
            </a:solidFill>
            <a:ln>
              <a:noFill/>
            </a:ln>
          </c:spPr>
          <c:invertIfNegative val="0"/>
          <c:dLbls>
            <c:dLbl>
              <c:idx val="0"/>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BC6-0747-997A-0358345F9D4D}"/>
                </c:ext>
              </c:extLst>
            </c:dLbl>
            <c:dLbl>
              <c:idx val="1"/>
              <c:layout>
                <c:manualLayout>
                  <c:x val="0"/>
                  <c:y val="-1.3428827215756492E-3"/>
                </c:manualLayout>
              </c:layout>
              <c:numFmt formatCode="#,##0;&quot;-&quot;#,##0" sourceLinked="0"/>
              <c:spPr>
                <a:noFill/>
                <a:ln>
                  <a:noFill/>
                </a:ln>
              </c:spPr>
              <c:txPr>
                <a:bodyPr wrap="none"/>
                <a:lstStyle/>
                <a:p>
                  <a:pPr>
                    <a:defRPr kumimoji="1" sz="1200" kern="1200">
                      <a:solidFill>
                        <a:schemeClr val="bg1"/>
                      </a:solidFill>
                      <a:latin typeface="HarmonyOS Sans SC Light"/>
                      <a:ea typeface="HarmonyOS Sans SC Light"/>
                      <a:cs typeface="HarmonyOS Sans SC Light"/>
                      <a:sym typeface="HarmonyOS Sans SC Light"/>
                    </a:defRPr>
                  </a:pPr>
                  <a:endParaRPr lang="zh-CN"/>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BC6-0747-997A-0358345F9D4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237</c:v>
                </c:pt>
                <c:pt idx="1">
                  <c:v>237</c:v>
                </c:pt>
              </c:numCache>
            </c:numRef>
          </c:val>
          <c:extLst>
            <c:ext xmlns:c16="http://schemas.microsoft.com/office/drawing/2014/chart" uri="{C3380CC4-5D6E-409C-BE32-E72D297353CC}">
              <c16:uniqueId val="{00000008-FBC6-0747-997A-0358345F9D4D}"/>
            </c:ext>
          </c:extLst>
        </c:ser>
        <c:dLbls>
          <c:showLegendKey val="0"/>
          <c:showVal val="0"/>
          <c:showCatName val="0"/>
          <c:showSerName val="0"/>
          <c:showPercent val="0"/>
          <c:showBubbleSize val="0"/>
        </c:dLbls>
        <c:gapWidth val="200"/>
        <c:overlap val="100"/>
        <c:axId val="418521119"/>
        <c:axId val="1"/>
      </c:barChart>
      <c:catAx>
        <c:axId val="418521119"/>
        <c:scaling>
          <c:orientation val="minMax"/>
        </c:scaling>
        <c:delete val="0"/>
        <c:axPos val="b"/>
        <c:majorGridlines>
          <c:spPr>
            <a:ln>
              <a:noFill/>
            </a:ln>
          </c:spPr>
        </c:majorGridlines>
        <c:majorTickMark val="none"/>
        <c:minorTickMark val="none"/>
        <c:tickLblPos val="none"/>
        <c:spPr>
          <a:ln w="9525" cmpd="sng" algn="ctr">
            <a:solidFill>
              <a:srgbClr val="C0C0C0"/>
            </a:solidFill>
            <a:prstDash val="solid"/>
          </a:ln>
        </c:spPr>
        <c:crossAx val="1"/>
        <c:crosses val="min"/>
        <c:auto val="0"/>
        <c:lblAlgn val="ctr"/>
        <c:lblOffset val="100"/>
        <c:noMultiLvlLbl val="0"/>
      </c:catAx>
      <c:valAx>
        <c:axId val="1"/>
        <c:scaling>
          <c:orientation val="minMax"/>
          <c:max val="981"/>
          <c:min val="0"/>
        </c:scaling>
        <c:delete val="1"/>
        <c:axPos val="l"/>
        <c:numFmt formatCode="General" sourceLinked="1"/>
        <c:majorTickMark val="out"/>
        <c:minorTickMark val="none"/>
        <c:tickLblPos val="nextTo"/>
        <c:crossAx val="418521119"/>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60638-B2A9-6E42-BA88-BD186E29D4BE}" type="datetimeFigureOut">
              <a:rPr kumimoji="1" lang="zh-CN" altLang="en-US" smtClean="0"/>
              <a:t>2024/10/25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990C6B-644C-364D-98E4-34170EF20DAF}" type="slidenum">
              <a:rPr kumimoji="1" lang="zh-CN" altLang="en-US" smtClean="0"/>
              <a:t>‹#›</a:t>
            </a:fld>
            <a:endParaRPr kumimoji="1" lang="zh-CN" altLang="en-US"/>
          </a:p>
        </p:txBody>
      </p:sp>
    </p:spTree>
    <p:extLst>
      <p:ext uri="{BB962C8B-B14F-4D97-AF65-F5344CB8AC3E}">
        <p14:creationId xmlns:p14="http://schemas.microsoft.com/office/powerpoint/2010/main" val="231296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A990C6B-644C-364D-98E4-34170EF20DAF}" type="slidenum">
              <a:rPr kumimoji="1" lang="zh-CN" altLang="en-US" smtClean="0"/>
              <a:t>4</a:t>
            </a:fld>
            <a:endParaRPr kumimoji="1" lang="zh-CN" altLang="en-US"/>
          </a:p>
        </p:txBody>
      </p:sp>
    </p:spTree>
    <p:extLst>
      <p:ext uri="{BB962C8B-B14F-4D97-AF65-F5344CB8AC3E}">
        <p14:creationId xmlns:p14="http://schemas.microsoft.com/office/powerpoint/2010/main" val="2385138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4ED01-1FA3-1EB1-C7DF-0767E97247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DF4E32-CEB6-CDEA-2BB0-AD9A118FF9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52E7C0-18EC-A1AF-3B81-887109233FB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EF0BD4A-45ED-5D8F-2E5F-FA2078128F03}"/>
              </a:ext>
            </a:extLst>
          </p:cNvPr>
          <p:cNvSpPr>
            <a:spLocks noGrp="1"/>
          </p:cNvSpPr>
          <p:nvPr>
            <p:ph type="sldNum" sz="quarter" idx="5"/>
          </p:nvPr>
        </p:nvSpPr>
        <p:spPr/>
        <p:txBody>
          <a:bodyPr/>
          <a:lstStyle/>
          <a:p>
            <a:fld id="{BA990C6B-644C-364D-98E4-34170EF20DAF}" type="slidenum">
              <a:rPr kumimoji="1" lang="zh-CN" altLang="en-US" smtClean="0"/>
              <a:t>5</a:t>
            </a:fld>
            <a:endParaRPr kumimoji="1" lang="zh-CN" altLang="en-US"/>
          </a:p>
        </p:txBody>
      </p:sp>
    </p:spTree>
    <p:extLst>
      <p:ext uri="{BB962C8B-B14F-4D97-AF65-F5344CB8AC3E}">
        <p14:creationId xmlns:p14="http://schemas.microsoft.com/office/powerpoint/2010/main" val="2974897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566D0B9-9A2A-4B16-897A-C30F746EA714}" type="slidenum">
              <a:rPr lang="zh-CN" altLang="en-US" smtClean="0"/>
              <a:t>7</a:t>
            </a:fld>
            <a:endParaRPr lang="zh-CN" altLang="en-US"/>
          </a:p>
        </p:txBody>
      </p:sp>
    </p:spTree>
    <p:extLst>
      <p:ext uri="{BB962C8B-B14F-4D97-AF65-F5344CB8AC3E}">
        <p14:creationId xmlns:p14="http://schemas.microsoft.com/office/powerpoint/2010/main" val="1125027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60C6BE-8473-CA36-670D-263E7CC66046}"/>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2D47FF9E-159D-64E5-7624-3524DAB4C9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5D86A568-D1E5-5D1A-839D-AEDA7A9120D3}"/>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5" name="页脚占位符 4">
            <a:extLst>
              <a:ext uri="{FF2B5EF4-FFF2-40B4-BE49-F238E27FC236}">
                <a16:creationId xmlns:a16="http://schemas.microsoft.com/office/drawing/2014/main" id="{6AABDDDF-3EEE-33D7-755C-E3387C57DBE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89AD5A5-2A15-2FB4-8648-F30F0E93F604}"/>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1856969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5BA1ED-7A10-2069-FA48-131D0C99BCA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5367DF2-8B39-9E06-E0A2-AB48802A3AED}"/>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F7569BA-3B34-9331-5107-35DFEAE61396}"/>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5" name="页脚占位符 4">
            <a:extLst>
              <a:ext uri="{FF2B5EF4-FFF2-40B4-BE49-F238E27FC236}">
                <a16:creationId xmlns:a16="http://schemas.microsoft.com/office/drawing/2014/main" id="{C86DAC27-F4CF-33B8-BB10-8589AA50811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F10A466-A91B-38BD-5152-5B403703B0C8}"/>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149110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B8FF9-9E69-724F-55B0-1BA5AE9195F9}"/>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8D179-1E0A-0694-B20C-0E86FCF36C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94660A0-F7F2-093C-1A84-5B801EE6CFEB}"/>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5" name="页脚占位符 4">
            <a:extLst>
              <a:ext uri="{FF2B5EF4-FFF2-40B4-BE49-F238E27FC236}">
                <a16:creationId xmlns:a16="http://schemas.microsoft.com/office/drawing/2014/main" id="{3A834623-B43B-BC30-5F55-2E299AC52DE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E9D7F2E-50CC-B3E7-BA6E-5CA973E720F7}"/>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1957688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134FF7-149B-4833-EBD7-F9B8B3C874E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1A59703-6F78-A0CB-7E4E-AC6DF0C16EA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28EF10D-66EC-C5F8-0AB8-10BDEC0E7DEA}"/>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FD3611B-B7C5-1C71-D63A-D949ACA5B824}"/>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6" name="页脚占位符 5">
            <a:extLst>
              <a:ext uri="{FF2B5EF4-FFF2-40B4-BE49-F238E27FC236}">
                <a16:creationId xmlns:a16="http://schemas.microsoft.com/office/drawing/2014/main" id="{E513EF3E-1097-7E86-4266-9496C9D53A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8CA6D1D-B479-CCCB-492E-826DE519AACE}"/>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2145074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40A80-5589-F2AE-16D9-981A867D29B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434B26A-12EE-4242-D73A-1E8792EAC2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6E0ABE4-CE4A-262C-60AE-6792F86E2CE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B4717A2-FFE7-4DF4-865C-2276481ADB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0929A82-86AD-FB9C-5E5B-4E99B3917CD0}"/>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0258BE0-8C2F-FB2D-0AA5-520BA9EF7A44}"/>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8" name="页脚占位符 7">
            <a:extLst>
              <a:ext uri="{FF2B5EF4-FFF2-40B4-BE49-F238E27FC236}">
                <a16:creationId xmlns:a16="http://schemas.microsoft.com/office/drawing/2014/main" id="{B77A5BCC-E64F-BAA4-46AB-FEDC1A5C4B4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8BF095E-F2DB-17FE-5B91-6CEB868204F9}"/>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1457087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791EF9-57E1-7304-3E01-8DE0E4E60C46}"/>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18FF36E5-ED38-CD5C-0498-BDAE7009DF7C}"/>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4" name="页脚占位符 3">
            <a:extLst>
              <a:ext uri="{FF2B5EF4-FFF2-40B4-BE49-F238E27FC236}">
                <a16:creationId xmlns:a16="http://schemas.microsoft.com/office/drawing/2014/main" id="{D28AECC1-306F-403D-9BD9-B73F184D077F}"/>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11BC3AC-DD5C-25A5-B9DB-FEF452D67BF4}"/>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383707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A92FCC5-A931-B2B8-A5EB-4414FB53CB42}"/>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3" name="页脚占位符 2">
            <a:extLst>
              <a:ext uri="{FF2B5EF4-FFF2-40B4-BE49-F238E27FC236}">
                <a16:creationId xmlns:a16="http://schemas.microsoft.com/office/drawing/2014/main" id="{23F3F366-B1F1-3663-2B43-D4F3F2EB1AB5}"/>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AF6E37B-C8EA-06C8-C1AD-C4C937EB6345}"/>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4125171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E959DD-C8B7-E725-8D77-514B85A3C40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1EC2025-706F-947D-7BC9-35C729CF6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CCCDA2BE-2B0B-97D9-8699-76B04BC59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4342331-5AA6-4908-63B1-0831D516714F}"/>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6" name="页脚占位符 5">
            <a:extLst>
              <a:ext uri="{FF2B5EF4-FFF2-40B4-BE49-F238E27FC236}">
                <a16:creationId xmlns:a16="http://schemas.microsoft.com/office/drawing/2014/main" id="{7D661DE5-EE25-4450-B40F-E34699DDAEA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EEBDCA-8504-1167-08C7-0C2996E3303A}"/>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3068301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8C6114-DC9F-AE05-7D89-D2537F608B3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28FF6E7-9CF9-7B55-EAF9-372948894C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41923EB-6FE3-6A7E-3E73-C389EF408F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816B19D-DDBB-6B6D-CA9D-635640A38916}"/>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6" name="页脚占位符 5">
            <a:extLst>
              <a:ext uri="{FF2B5EF4-FFF2-40B4-BE49-F238E27FC236}">
                <a16:creationId xmlns:a16="http://schemas.microsoft.com/office/drawing/2014/main" id="{0BF9A554-FD3A-56C7-EA8E-D9BB5976081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DA42ED4-B298-06D9-3B6B-58A8D399A96B}"/>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252186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EE2A0A-DEA9-6B0D-A3DB-DF435B92024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ACD9F58-ABC3-53DF-19C9-2C480F1B059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E6DC25A-C280-8B10-C117-7AA5A6F0B742}"/>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5" name="页脚占位符 4">
            <a:extLst>
              <a:ext uri="{FF2B5EF4-FFF2-40B4-BE49-F238E27FC236}">
                <a16:creationId xmlns:a16="http://schemas.microsoft.com/office/drawing/2014/main" id="{5F09EEDC-DB7D-87FC-7981-AD5095D332C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204F51-0132-1203-66B1-E0373D5555FB}"/>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2734854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5EE189B-57C2-4A39-BEDF-03C92B502EF5}"/>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271CE0C-922B-0C2F-4139-D151ECE85AE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4ECE96F-49DA-8A3F-7B24-82AD34CA2752}"/>
              </a:ext>
            </a:extLst>
          </p:cNvPr>
          <p:cNvSpPr>
            <a:spLocks noGrp="1"/>
          </p:cNvSpPr>
          <p:nvPr>
            <p:ph type="dt" sz="half" idx="10"/>
          </p:nvPr>
        </p:nvSpPr>
        <p:spPr/>
        <p:txBody>
          <a:bodyPr/>
          <a:lstStyle/>
          <a:p>
            <a:fld id="{259E5593-E363-C141-B674-FD5FEBFE8EEA}" type="datetimeFigureOut">
              <a:rPr kumimoji="1" lang="zh-CN" altLang="en-US" smtClean="0"/>
              <a:t>2024/10/25</a:t>
            </a:fld>
            <a:endParaRPr kumimoji="1" lang="zh-CN" altLang="en-US"/>
          </a:p>
        </p:txBody>
      </p:sp>
      <p:sp>
        <p:nvSpPr>
          <p:cNvPr id="5" name="页脚占位符 4">
            <a:extLst>
              <a:ext uri="{FF2B5EF4-FFF2-40B4-BE49-F238E27FC236}">
                <a16:creationId xmlns:a16="http://schemas.microsoft.com/office/drawing/2014/main" id="{9C7FC542-848A-E008-DD4E-3FAF35B92A1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3E70E2F-30A8-9530-B31A-AFA96A566403}"/>
              </a:ext>
            </a:extLst>
          </p:cNvPr>
          <p:cNvSpPr>
            <a:spLocks noGrp="1"/>
          </p:cNvSpPr>
          <p:nvPr>
            <p:ph type="sldNum" sz="quarter" idx="12"/>
          </p:nvPr>
        </p:nvSpPr>
        <p:spPr/>
        <p:txBody>
          <a:body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306565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AD2D337-D8D2-E412-9845-36A5DA4999FD}"/>
              </a:ext>
            </a:extLst>
          </p:cNvPr>
          <p:cNvGraphicFramePr>
            <a:graphicFrameLocks noChangeAspect="1"/>
          </p:cNvGraphicFramePr>
          <p:nvPr userDrawn="1">
            <p:custDataLst>
              <p:tags r:id="rId13"/>
            </p:custDataLst>
            <p:extLst>
              <p:ext uri="{D42A27DB-BD31-4B8C-83A1-F6EECF244321}">
                <p14:modId xmlns:p14="http://schemas.microsoft.com/office/powerpoint/2010/main" val="41846018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4" imgW="7772400" imgH="10058400" progId="TCLayout.ActiveDocument.1">
                  <p:embed/>
                </p:oleObj>
              </mc:Choice>
              <mc:Fallback>
                <p:oleObj name="think-cell 幻灯片" r:id="rId14" imgW="7772400" imgH="10058400" progId="TCLayout.ActiveDocument.1">
                  <p:embed/>
                  <p:pic>
                    <p:nvPicPr>
                      <p:cNvPr id="0" name=""/>
                      <p:cNvPicPr/>
                      <p:nvPr/>
                    </p:nvPicPr>
                    <p:blipFill>
                      <a:blip r:embed="rId15"/>
                      <a:stretch>
                        <a:fillRect/>
                      </a:stretch>
                    </p:blipFill>
                    <p:spPr>
                      <a:xfrm>
                        <a:off x="1588" y="1588"/>
                        <a:ext cx="1227" cy="1588"/>
                      </a:xfrm>
                      <a:prstGeom prst="rect">
                        <a:avLst/>
                      </a:prstGeom>
                    </p:spPr>
                  </p:pic>
                </p:oleObj>
              </mc:Fallback>
            </mc:AlternateContent>
          </a:graphicData>
        </a:graphic>
      </p:graphicFrame>
      <p:sp>
        <p:nvSpPr>
          <p:cNvPr id="2" name="标题占位符 1">
            <a:extLst>
              <a:ext uri="{FF2B5EF4-FFF2-40B4-BE49-F238E27FC236}">
                <a16:creationId xmlns:a16="http://schemas.microsoft.com/office/drawing/2014/main" id="{71884374-A19E-85C8-5A49-835CF6C1E1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931BD9F-0E4A-5653-305A-71E708F6F4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5FF9AA7-E2F0-C03D-9E34-CE0FE36CB8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9E5593-E363-C141-B674-FD5FEBFE8EEA}" type="datetimeFigureOut">
              <a:rPr kumimoji="1" lang="zh-CN" altLang="en-US" smtClean="0"/>
              <a:t>2024/10/25</a:t>
            </a:fld>
            <a:endParaRPr kumimoji="1" lang="zh-CN" altLang="en-US"/>
          </a:p>
        </p:txBody>
      </p:sp>
      <p:sp>
        <p:nvSpPr>
          <p:cNvPr id="5" name="页脚占位符 4">
            <a:extLst>
              <a:ext uri="{FF2B5EF4-FFF2-40B4-BE49-F238E27FC236}">
                <a16:creationId xmlns:a16="http://schemas.microsoft.com/office/drawing/2014/main" id="{E7373C29-4B72-F312-2533-4B6297BC11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F8215C6-F95E-849A-BACB-B8CFF100F3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D97A0F-7884-C642-AD15-BD43FBF986F9}" type="slidenum">
              <a:rPr kumimoji="1" lang="zh-CN" altLang="en-US" smtClean="0"/>
              <a:t>‹#›</a:t>
            </a:fld>
            <a:endParaRPr kumimoji="1" lang="zh-CN" altLang="en-US"/>
          </a:p>
        </p:txBody>
      </p:sp>
    </p:spTree>
    <p:extLst>
      <p:ext uri="{BB962C8B-B14F-4D97-AF65-F5344CB8AC3E}">
        <p14:creationId xmlns:p14="http://schemas.microsoft.com/office/powerpoint/2010/main" val="2545356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3" Type="http://schemas.openxmlformats.org/officeDocument/2006/relationships/tags" Target="../tags/tag5.xml"/><Relationship Id="rId21" Type="http://schemas.openxmlformats.org/officeDocument/2006/relationships/tags" Target="../tags/tag23.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chart" Target="../charts/chart1.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24" Type="http://schemas.openxmlformats.org/officeDocument/2006/relationships/image" Target="../media/image2.emf"/><Relationship Id="rId5" Type="http://schemas.openxmlformats.org/officeDocument/2006/relationships/tags" Target="../tags/tag7.xml"/><Relationship Id="rId15" Type="http://schemas.openxmlformats.org/officeDocument/2006/relationships/tags" Target="../tags/tag17.xml"/><Relationship Id="rId23" Type="http://schemas.openxmlformats.org/officeDocument/2006/relationships/oleObject" Target="../embeddings/oleObject2.bin"/><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oleObject" Target="../embeddings/oleObject3.bin"/><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slideLayout" Target="../slideLayouts/slideLayout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chart" Target="../charts/chart2.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image" Target="../media/image2.emf"/></Relationships>
</file>

<file path=ppt/slides/_rels/slide3.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tags" Target="../tags/tag52.xml"/><Relationship Id="rId3" Type="http://schemas.openxmlformats.org/officeDocument/2006/relationships/tags" Target="../tags/tag37.xml"/><Relationship Id="rId21" Type="http://schemas.openxmlformats.org/officeDocument/2006/relationships/slideLayout" Target="../slideLayouts/slideLayout1.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20" Type="http://schemas.openxmlformats.org/officeDocument/2006/relationships/tags" Target="../tags/tag54.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24" Type="http://schemas.openxmlformats.org/officeDocument/2006/relationships/chart" Target="../charts/chart3.xml"/><Relationship Id="rId5" Type="http://schemas.openxmlformats.org/officeDocument/2006/relationships/tags" Target="../tags/tag39.xml"/><Relationship Id="rId15" Type="http://schemas.openxmlformats.org/officeDocument/2006/relationships/tags" Target="../tags/tag49.xml"/><Relationship Id="rId23" Type="http://schemas.openxmlformats.org/officeDocument/2006/relationships/image" Target="../media/image2.emf"/><Relationship Id="rId10" Type="http://schemas.openxmlformats.org/officeDocument/2006/relationships/tags" Target="../tags/tag44.xml"/><Relationship Id="rId19" Type="http://schemas.openxmlformats.org/officeDocument/2006/relationships/tags" Target="../tags/tag53.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 Id="rId22"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tags" Target="../tags/tag57.xml"/><Relationship Id="rId7" Type="http://schemas.openxmlformats.org/officeDocument/2006/relationships/image" Target="../media/image2.emf"/><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oleObject" Target="../embeddings/oleObject5.bin"/><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6" Type="http://schemas.openxmlformats.org/officeDocument/2006/relationships/tags" Target="../tags/tag83.xml"/><Relationship Id="rId21" Type="http://schemas.openxmlformats.org/officeDocument/2006/relationships/tags" Target="../tags/tag78.xml"/><Relationship Id="rId34" Type="http://schemas.openxmlformats.org/officeDocument/2006/relationships/tags" Target="../tags/tag91.xml"/><Relationship Id="rId42" Type="http://schemas.openxmlformats.org/officeDocument/2006/relationships/tags" Target="../tags/tag99.xml"/><Relationship Id="rId47" Type="http://schemas.openxmlformats.org/officeDocument/2006/relationships/tags" Target="../tags/tag104.xml"/><Relationship Id="rId50" Type="http://schemas.openxmlformats.org/officeDocument/2006/relationships/tags" Target="../tags/tag107.xml"/><Relationship Id="rId55" Type="http://schemas.openxmlformats.org/officeDocument/2006/relationships/image" Target="../media/image2.emf"/><Relationship Id="rId63" Type="http://schemas.openxmlformats.org/officeDocument/2006/relationships/chart" Target="../charts/chart12.xml"/><Relationship Id="rId7" Type="http://schemas.openxmlformats.org/officeDocument/2006/relationships/tags" Target="../tags/tag64.xml"/><Relationship Id="rId2" Type="http://schemas.openxmlformats.org/officeDocument/2006/relationships/tags" Target="../tags/tag59.xml"/><Relationship Id="rId16" Type="http://schemas.openxmlformats.org/officeDocument/2006/relationships/tags" Target="../tags/tag73.xml"/><Relationship Id="rId29" Type="http://schemas.openxmlformats.org/officeDocument/2006/relationships/tags" Target="../tags/tag86.xml"/><Relationship Id="rId11" Type="http://schemas.openxmlformats.org/officeDocument/2006/relationships/tags" Target="../tags/tag68.xml"/><Relationship Id="rId24" Type="http://schemas.openxmlformats.org/officeDocument/2006/relationships/tags" Target="../tags/tag81.xml"/><Relationship Id="rId32" Type="http://schemas.openxmlformats.org/officeDocument/2006/relationships/tags" Target="../tags/tag89.xml"/><Relationship Id="rId37" Type="http://schemas.openxmlformats.org/officeDocument/2006/relationships/tags" Target="../tags/tag94.xml"/><Relationship Id="rId40" Type="http://schemas.openxmlformats.org/officeDocument/2006/relationships/tags" Target="../tags/tag97.xml"/><Relationship Id="rId45" Type="http://schemas.openxmlformats.org/officeDocument/2006/relationships/tags" Target="../tags/tag102.xml"/><Relationship Id="rId53" Type="http://schemas.openxmlformats.org/officeDocument/2006/relationships/notesSlide" Target="../notesSlides/notesSlide2.xml"/><Relationship Id="rId58" Type="http://schemas.openxmlformats.org/officeDocument/2006/relationships/chart" Target="../charts/chart7.xml"/><Relationship Id="rId66" Type="http://schemas.openxmlformats.org/officeDocument/2006/relationships/chart" Target="../charts/chart15.xml"/><Relationship Id="rId5" Type="http://schemas.openxmlformats.org/officeDocument/2006/relationships/tags" Target="../tags/tag62.xml"/><Relationship Id="rId61" Type="http://schemas.openxmlformats.org/officeDocument/2006/relationships/chart" Target="../charts/chart10.xml"/><Relationship Id="rId19" Type="http://schemas.openxmlformats.org/officeDocument/2006/relationships/tags" Target="../tags/tag76.xml"/><Relationship Id="rId14" Type="http://schemas.openxmlformats.org/officeDocument/2006/relationships/tags" Target="../tags/tag71.xml"/><Relationship Id="rId22" Type="http://schemas.openxmlformats.org/officeDocument/2006/relationships/tags" Target="../tags/tag79.xml"/><Relationship Id="rId27" Type="http://schemas.openxmlformats.org/officeDocument/2006/relationships/tags" Target="../tags/tag84.xml"/><Relationship Id="rId30" Type="http://schemas.openxmlformats.org/officeDocument/2006/relationships/tags" Target="../tags/tag87.xml"/><Relationship Id="rId35" Type="http://schemas.openxmlformats.org/officeDocument/2006/relationships/tags" Target="../tags/tag92.xml"/><Relationship Id="rId43" Type="http://schemas.openxmlformats.org/officeDocument/2006/relationships/tags" Target="../tags/tag100.xml"/><Relationship Id="rId48" Type="http://schemas.openxmlformats.org/officeDocument/2006/relationships/tags" Target="../tags/tag105.xml"/><Relationship Id="rId56" Type="http://schemas.openxmlformats.org/officeDocument/2006/relationships/chart" Target="../charts/chart5.xml"/><Relationship Id="rId64" Type="http://schemas.openxmlformats.org/officeDocument/2006/relationships/chart" Target="../charts/chart13.xml"/><Relationship Id="rId8" Type="http://schemas.openxmlformats.org/officeDocument/2006/relationships/tags" Target="../tags/tag65.xml"/><Relationship Id="rId51" Type="http://schemas.openxmlformats.org/officeDocument/2006/relationships/tags" Target="../tags/tag108.xml"/><Relationship Id="rId3" Type="http://schemas.openxmlformats.org/officeDocument/2006/relationships/tags" Target="../tags/tag60.xml"/><Relationship Id="rId12" Type="http://schemas.openxmlformats.org/officeDocument/2006/relationships/tags" Target="../tags/tag69.xml"/><Relationship Id="rId17" Type="http://schemas.openxmlformats.org/officeDocument/2006/relationships/tags" Target="../tags/tag74.xml"/><Relationship Id="rId25" Type="http://schemas.openxmlformats.org/officeDocument/2006/relationships/tags" Target="../tags/tag82.xml"/><Relationship Id="rId33" Type="http://schemas.openxmlformats.org/officeDocument/2006/relationships/tags" Target="../tags/tag90.xml"/><Relationship Id="rId38" Type="http://schemas.openxmlformats.org/officeDocument/2006/relationships/tags" Target="../tags/tag95.xml"/><Relationship Id="rId46" Type="http://schemas.openxmlformats.org/officeDocument/2006/relationships/tags" Target="../tags/tag103.xml"/><Relationship Id="rId59" Type="http://schemas.openxmlformats.org/officeDocument/2006/relationships/chart" Target="../charts/chart8.xml"/><Relationship Id="rId67" Type="http://schemas.openxmlformats.org/officeDocument/2006/relationships/chart" Target="../charts/chart16.xml"/><Relationship Id="rId20" Type="http://schemas.openxmlformats.org/officeDocument/2006/relationships/tags" Target="../tags/tag77.xml"/><Relationship Id="rId41" Type="http://schemas.openxmlformats.org/officeDocument/2006/relationships/tags" Target="../tags/tag98.xml"/><Relationship Id="rId54" Type="http://schemas.openxmlformats.org/officeDocument/2006/relationships/oleObject" Target="../embeddings/oleObject6.bin"/><Relationship Id="rId62" Type="http://schemas.openxmlformats.org/officeDocument/2006/relationships/chart" Target="../charts/chart11.xml"/><Relationship Id="rId1" Type="http://schemas.openxmlformats.org/officeDocument/2006/relationships/tags" Target="../tags/tag58.xml"/><Relationship Id="rId6" Type="http://schemas.openxmlformats.org/officeDocument/2006/relationships/tags" Target="../tags/tag63.xml"/><Relationship Id="rId15" Type="http://schemas.openxmlformats.org/officeDocument/2006/relationships/tags" Target="../tags/tag72.xml"/><Relationship Id="rId23" Type="http://schemas.openxmlformats.org/officeDocument/2006/relationships/tags" Target="../tags/tag80.xml"/><Relationship Id="rId28" Type="http://schemas.openxmlformats.org/officeDocument/2006/relationships/tags" Target="../tags/tag85.xml"/><Relationship Id="rId36" Type="http://schemas.openxmlformats.org/officeDocument/2006/relationships/tags" Target="../tags/tag93.xml"/><Relationship Id="rId49" Type="http://schemas.openxmlformats.org/officeDocument/2006/relationships/tags" Target="../tags/tag106.xml"/><Relationship Id="rId57" Type="http://schemas.openxmlformats.org/officeDocument/2006/relationships/chart" Target="../charts/chart6.xml"/><Relationship Id="rId10" Type="http://schemas.openxmlformats.org/officeDocument/2006/relationships/tags" Target="../tags/tag67.xml"/><Relationship Id="rId31" Type="http://schemas.openxmlformats.org/officeDocument/2006/relationships/tags" Target="../tags/tag88.xml"/><Relationship Id="rId44" Type="http://schemas.openxmlformats.org/officeDocument/2006/relationships/tags" Target="../tags/tag101.xml"/><Relationship Id="rId52" Type="http://schemas.openxmlformats.org/officeDocument/2006/relationships/slideLayout" Target="../slideLayouts/slideLayout1.xml"/><Relationship Id="rId60" Type="http://schemas.openxmlformats.org/officeDocument/2006/relationships/chart" Target="../charts/chart9.xml"/><Relationship Id="rId65" Type="http://schemas.openxmlformats.org/officeDocument/2006/relationships/chart" Target="../charts/chart14.xml"/><Relationship Id="rId4" Type="http://schemas.openxmlformats.org/officeDocument/2006/relationships/tags" Target="../tags/tag61.xml"/><Relationship Id="rId9" Type="http://schemas.openxmlformats.org/officeDocument/2006/relationships/tags" Target="../tags/tag66.xml"/><Relationship Id="rId13" Type="http://schemas.openxmlformats.org/officeDocument/2006/relationships/tags" Target="../tags/tag70.xml"/><Relationship Id="rId18" Type="http://schemas.openxmlformats.org/officeDocument/2006/relationships/tags" Target="../tags/tag75.xml"/><Relationship Id="rId39" Type="http://schemas.openxmlformats.org/officeDocument/2006/relationships/tags" Target="../tags/tag9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tags" Target="../tags/tag109.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notesSlide" Target="../notesSlides/notesSlide3.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slideLayout" Target="../slideLayouts/slideLayout1.xml"/><Relationship Id="rId2" Type="http://schemas.openxmlformats.org/officeDocument/2006/relationships/tags" Target="../tags/tag111.xml"/><Relationship Id="rId16" Type="http://schemas.openxmlformats.org/officeDocument/2006/relationships/chart" Target="../charts/chart17.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5" Type="http://schemas.openxmlformats.org/officeDocument/2006/relationships/tags" Target="../tags/tag114.xml"/><Relationship Id="rId15" Type="http://schemas.openxmlformats.org/officeDocument/2006/relationships/image" Target="../media/image4.emf"/><Relationship Id="rId10" Type="http://schemas.openxmlformats.org/officeDocument/2006/relationships/tags" Target="../tags/tag119.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chart" Target="../charts/chart18.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image" Target="../media/image3.emf"/><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oleObject" Target="../embeddings/oleObject9.bin"/><Relationship Id="rId5" Type="http://schemas.openxmlformats.org/officeDocument/2006/relationships/tags" Target="../tags/tag125.xml"/><Relationship Id="rId10" Type="http://schemas.openxmlformats.org/officeDocument/2006/relationships/slideLayout" Target="../slideLayouts/slideLayout1.xml"/><Relationship Id="rId4" Type="http://schemas.openxmlformats.org/officeDocument/2006/relationships/tags" Target="../tags/tag124.xml"/><Relationship Id="rId9" Type="http://schemas.openxmlformats.org/officeDocument/2006/relationships/tags" Target="../tags/tag129.xml"/></Relationships>
</file>

<file path=ppt/slides/_rels/slide9.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18" Type="http://schemas.openxmlformats.org/officeDocument/2006/relationships/tags" Target="../tags/tag147.xml"/><Relationship Id="rId26" Type="http://schemas.openxmlformats.org/officeDocument/2006/relationships/oleObject" Target="../embeddings/oleObject10.bin"/><Relationship Id="rId3" Type="http://schemas.openxmlformats.org/officeDocument/2006/relationships/tags" Target="../tags/tag132.xml"/><Relationship Id="rId21" Type="http://schemas.openxmlformats.org/officeDocument/2006/relationships/tags" Target="../tags/tag150.xml"/><Relationship Id="rId7" Type="http://schemas.openxmlformats.org/officeDocument/2006/relationships/tags" Target="../tags/tag136.xml"/><Relationship Id="rId12" Type="http://schemas.openxmlformats.org/officeDocument/2006/relationships/tags" Target="../tags/tag141.xml"/><Relationship Id="rId17" Type="http://schemas.openxmlformats.org/officeDocument/2006/relationships/tags" Target="../tags/tag146.xml"/><Relationship Id="rId25" Type="http://schemas.openxmlformats.org/officeDocument/2006/relationships/slideLayout" Target="../slideLayouts/slideLayout1.xml"/><Relationship Id="rId2" Type="http://schemas.openxmlformats.org/officeDocument/2006/relationships/tags" Target="../tags/tag131.xml"/><Relationship Id="rId16" Type="http://schemas.openxmlformats.org/officeDocument/2006/relationships/tags" Target="../tags/tag145.xml"/><Relationship Id="rId20" Type="http://schemas.openxmlformats.org/officeDocument/2006/relationships/tags" Target="../tags/tag149.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24" Type="http://schemas.openxmlformats.org/officeDocument/2006/relationships/tags" Target="../tags/tag153.xml"/><Relationship Id="rId5" Type="http://schemas.openxmlformats.org/officeDocument/2006/relationships/tags" Target="../tags/tag134.xml"/><Relationship Id="rId15" Type="http://schemas.openxmlformats.org/officeDocument/2006/relationships/tags" Target="../tags/tag144.xml"/><Relationship Id="rId23" Type="http://schemas.openxmlformats.org/officeDocument/2006/relationships/tags" Target="../tags/tag152.xml"/><Relationship Id="rId28" Type="http://schemas.openxmlformats.org/officeDocument/2006/relationships/chart" Target="../charts/chart19.xml"/><Relationship Id="rId10" Type="http://schemas.openxmlformats.org/officeDocument/2006/relationships/tags" Target="../tags/tag139.xml"/><Relationship Id="rId19" Type="http://schemas.openxmlformats.org/officeDocument/2006/relationships/tags" Target="../tags/tag148.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 Id="rId22" Type="http://schemas.openxmlformats.org/officeDocument/2006/relationships/tags" Target="../tags/tag151.xml"/><Relationship Id="rId27" Type="http://schemas.openxmlformats.org/officeDocument/2006/relationships/image" Target="../media/image3.emf"/></Relationships>
</file>

<file path=ppt/slides/_rels/slide10.xml.rels><?xml version="1.0" encoding="UTF-8" standalone="yes"?>
<Relationships xmlns="http://schemas.openxmlformats.org/package/2006/relationships"><Relationship Id="rId26" Type="http://schemas.openxmlformats.org/officeDocument/2006/relationships/tags" Target="../tags/tag179.xml"/><Relationship Id="rId21" Type="http://schemas.openxmlformats.org/officeDocument/2006/relationships/tags" Target="../tags/tag174.xml"/><Relationship Id="rId42" Type="http://schemas.openxmlformats.org/officeDocument/2006/relationships/tags" Target="../tags/tag195.xml"/><Relationship Id="rId47" Type="http://schemas.openxmlformats.org/officeDocument/2006/relationships/tags" Target="../tags/tag200.xml"/><Relationship Id="rId63" Type="http://schemas.openxmlformats.org/officeDocument/2006/relationships/tags" Target="../tags/tag216.xml"/><Relationship Id="rId68" Type="http://schemas.openxmlformats.org/officeDocument/2006/relationships/tags" Target="../tags/tag221.xml"/><Relationship Id="rId84" Type="http://schemas.openxmlformats.org/officeDocument/2006/relationships/chart" Target="../charts/chart20.xml"/><Relationship Id="rId89" Type="http://schemas.openxmlformats.org/officeDocument/2006/relationships/chart" Target="../charts/chart25.xml"/><Relationship Id="rId16" Type="http://schemas.openxmlformats.org/officeDocument/2006/relationships/tags" Target="../tags/tag169.xml"/><Relationship Id="rId11" Type="http://schemas.openxmlformats.org/officeDocument/2006/relationships/tags" Target="../tags/tag164.xml"/><Relationship Id="rId32" Type="http://schemas.openxmlformats.org/officeDocument/2006/relationships/tags" Target="../tags/tag185.xml"/><Relationship Id="rId37" Type="http://schemas.openxmlformats.org/officeDocument/2006/relationships/tags" Target="../tags/tag190.xml"/><Relationship Id="rId53" Type="http://schemas.openxmlformats.org/officeDocument/2006/relationships/tags" Target="../tags/tag206.xml"/><Relationship Id="rId58" Type="http://schemas.openxmlformats.org/officeDocument/2006/relationships/tags" Target="../tags/tag211.xml"/><Relationship Id="rId74" Type="http://schemas.openxmlformats.org/officeDocument/2006/relationships/tags" Target="../tags/tag227.xml"/><Relationship Id="rId79" Type="http://schemas.openxmlformats.org/officeDocument/2006/relationships/tags" Target="../tags/tag232.xml"/><Relationship Id="rId5" Type="http://schemas.openxmlformats.org/officeDocument/2006/relationships/tags" Target="../tags/tag158.xml"/><Relationship Id="rId90" Type="http://schemas.openxmlformats.org/officeDocument/2006/relationships/chart" Target="../charts/chart26.xml"/><Relationship Id="rId14" Type="http://schemas.openxmlformats.org/officeDocument/2006/relationships/tags" Target="../tags/tag167.xml"/><Relationship Id="rId22" Type="http://schemas.openxmlformats.org/officeDocument/2006/relationships/tags" Target="../tags/tag175.xml"/><Relationship Id="rId27" Type="http://schemas.openxmlformats.org/officeDocument/2006/relationships/tags" Target="../tags/tag180.xml"/><Relationship Id="rId30" Type="http://schemas.openxmlformats.org/officeDocument/2006/relationships/tags" Target="../tags/tag183.xml"/><Relationship Id="rId35" Type="http://schemas.openxmlformats.org/officeDocument/2006/relationships/tags" Target="../tags/tag188.xml"/><Relationship Id="rId43" Type="http://schemas.openxmlformats.org/officeDocument/2006/relationships/tags" Target="../tags/tag196.xml"/><Relationship Id="rId48" Type="http://schemas.openxmlformats.org/officeDocument/2006/relationships/tags" Target="../tags/tag201.xml"/><Relationship Id="rId56" Type="http://schemas.openxmlformats.org/officeDocument/2006/relationships/tags" Target="../tags/tag209.xml"/><Relationship Id="rId64" Type="http://schemas.openxmlformats.org/officeDocument/2006/relationships/tags" Target="../tags/tag217.xml"/><Relationship Id="rId69" Type="http://schemas.openxmlformats.org/officeDocument/2006/relationships/tags" Target="../tags/tag222.xml"/><Relationship Id="rId77" Type="http://schemas.openxmlformats.org/officeDocument/2006/relationships/tags" Target="../tags/tag230.xml"/><Relationship Id="rId8" Type="http://schemas.openxmlformats.org/officeDocument/2006/relationships/tags" Target="../tags/tag161.xml"/><Relationship Id="rId51" Type="http://schemas.openxmlformats.org/officeDocument/2006/relationships/tags" Target="../tags/tag204.xml"/><Relationship Id="rId72" Type="http://schemas.openxmlformats.org/officeDocument/2006/relationships/tags" Target="../tags/tag225.xml"/><Relationship Id="rId80" Type="http://schemas.openxmlformats.org/officeDocument/2006/relationships/tags" Target="../tags/tag233.xml"/><Relationship Id="rId85" Type="http://schemas.openxmlformats.org/officeDocument/2006/relationships/chart" Target="../charts/chart21.xml"/><Relationship Id="rId3" Type="http://schemas.openxmlformats.org/officeDocument/2006/relationships/tags" Target="../tags/tag156.xml"/><Relationship Id="rId12" Type="http://schemas.openxmlformats.org/officeDocument/2006/relationships/tags" Target="../tags/tag165.xml"/><Relationship Id="rId17" Type="http://schemas.openxmlformats.org/officeDocument/2006/relationships/tags" Target="../tags/tag170.xml"/><Relationship Id="rId25" Type="http://schemas.openxmlformats.org/officeDocument/2006/relationships/tags" Target="../tags/tag178.xml"/><Relationship Id="rId33" Type="http://schemas.openxmlformats.org/officeDocument/2006/relationships/tags" Target="../tags/tag186.xml"/><Relationship Id="rId38" Type="http://schemas.openxmlformats.org/officeDocument/2006/relationships/tags" Target="../tags/tag191.xml"/><Relationship Id="rId46" Type="http://schemas.openxmlformats.org/officeDocument/2006/relationships/tags" Target="../tags/tag199.xml"/><Relationship Id="rId59" Type="http://schemas.openxmlformats.org/officeDocument/2006/relationships/tags" Target="../tags/tag212.xml"/><Relationship Id="rId67" Type="http://schemas.openxmlformats.org/officeDocument/2006/relationships/tags" Target="../tags/tag220.xml"/><Relationship Id="rId20" Type="http://schemas.openxmlformats.org/officeDocument/2006/relationships/tags" Target="../tags/tag173.xml"/><Relationship Id="rId41" Type="http://schemas.openxmlformats.org/officeDocument/2006/relationships/tags" Target="../tags/tag194.xml"/><Relationship Id="rId54" Type="http://schemas.openxmlformats.org/officeDocument/2006/relationships/tags" Target="../tags/tag207.xml"/><Relationship Id="rId62" Type="http://schemas.openxmlformats.org/officeDocument/2006/relationships/tags" Target="../tags/tag215.xml"/><Relationship Id="rId70" Type="http://schemas.openxmlformats.org/officeDocument/2006/relationships/tags" Target="../tags/tag223.xml"/><Relationship Id="rId75" Type="http://schemas.openxmlformats.org/officeDocument/2006/relationships/tags" Target="../tags/tag228.xml"/><Relationship Id="rId83" Type="http://schemas.openxmlformats.org/officeDocument/2006/relationships/image" Target="../media/image3.emf"/><Relationship Id="rId88" Type="http://schemas.openxmlformats.org/officeDocument/2006/relationships/chart" Target="../charts/chart24.xml"/><Relationship Id="rId91" Type="http://schemas.openxmlformats.org/officeDocument/2006/relationships/chart" Target="../charts/chart27.xml"/><Relationship Id="rId1" Type="http://schemas.openxmlformats.org/officeDocument/2006/relationships/tags" Target="../tags/tag154.xml"/><Relationship Id="rId6" Type="http://schemas.openxmlformats.org/officeDocument/2006/relationships/tags" Target="../tags/tag159.xml"/><Relationship Id="rId15" Type="http://schemas.openxmlformats.org/officeDocument/2006/relationships/tags" Target="../tags/tag168.xml"/><Relationship Id="rId23" Type="http://schemas.openxmlformats.org/officeDocument/2006/relationships/tags" Target="../tags/tag176.xml"/><Relationship Id="rId28" Type="http://schemas.openxmlformats.org/officeDocument/2006/relationships/tags" Target="../tags/tag181.xml"/><Relationship Id="rId36" Type="http://schemas.openxmlformats.org/officeDocument/2006/relationships/tags" Target="../tags/tag189.xml"/><Relationship Id="rId49" Type="http://schemas.openxmlformats.org/officeDocument/2006/relationships/tags" Target="../tags/tag202.xml"/><Relationship Id="rId57" Type="http://schemas.openxmlformats.org/officeDocument/2006/relationships/tags" Target="../tags/tag210.xml"/><Relationship Id="rId10" Type="http://schemas.openxmlformats.org/officeDocument/2006/relationships/tags" Target="../tags/tag163.xml"/><Relationship Id="rId31" Type="http://schemas.openxmlformats.org/officeDocument/2006/relationships/tags" Target="../tags/tag184.xml"/><Relationship Id="rId44" Type="http://schemas.openxmlformats.org/officeDocument/2006/relationships/tags" Target="../tags/tag197.xml"/><Relationship Id="rId52" Type="http://schemas.openxmlformats.org/officeDocument/2006/relationships/tags" Target="../tags/tag205.xml"/><Relationship Id="rId60" Type="http://schemas.openxmlformats.org/officeDocument/2006/relationships/tags" Target="../tags/tag213.xml"/><Relationship Id="rId65" Type="http://schemas.openxmlformats.org/officeDocument/2006/relationships/tags" Target="../tags/tag218.xml"/><Relationship Id="rId73" Type="http://schemas.openxmlformats.org/officeDocument/2006/relationships/tags" Target="../tags/tag226.xml"/><Relationship Id="rId78" Type="http://schemas.openxmlformats.org/officeDocument/2006/relationships/tags" Target="../tags/tag231.xml"/><Relationship Id="rId81" Type="http://schemas.openxmlformats.org/officeDocument/2006/relationships/slideLayout" Target="../slideLayouts/slideLayout1.xml"/><Relationship Id="rId86" Type="http://schemas.openxmlformats.org/officeDocument/2006/relationships/chart" Target="../charts/chart22.xml"/><Relationship Id="rId4" Type="http://schemas.openxmlformats.org/officeDocument/2006/relationships/tags" Target="../tags/tag157.xml"/><Relationship Id="rId9" Type="http://schemas.openxmlformats.org/officeDocument/2006/relationships/tags" Target="../tags/tag162.xml"/><Relationship Id="rId13" Type="http://schemas.openxmlformats.org/officeDocument/2006/relationships/tags" Target="../tags/tag166.xml"/><Relationship Id="rId18" Type="http://schemas.openxmlformats.org/officeDocument/2006/relationships/tags" Target="../tags/tag171.xml"/><Relationship Id="rId39" Type="http://schemas.openxmlformats.org/officeDocument/2006/relationships/tags" Target="../tags/tag192.xml"/><Relationship Id="rId34" Type="http://schemas.openxmlformats.org/officeDocument/2006/relationships/tags" Target="../tags/tag187.xml"/><Relationship Id="rId50" Type="http://schemas.openxmlformats.org/officeDocument/2006/relationships/tags" Target="../tags/tag203.xml"/><Relationship Id="rId55" Type="http://schemas.openxmlformats.org/officeDocument/2006/relationships/tags" Target="../tags/tag208.xml"/><Relationship Id="rId76" Type="http://schemas.openxmlformats.org/officeDocument/2006/relationships/tags" Target="../tags/tag229.xml"/><Relationship Id="rId7" Type="http://schemas.openxmlformats.org/officeDocument/2006/relationships/tags" Target="../tags/tag160.xml"/><Relationship Id="rId71" Type="http://schemas.openxmlformats.org/officeDocument/2006/relationships/tags" Target="../tags/tag224.xml"/><Relationship Id="rId92" Type="http://schemas.openxmlformats.org/officeDocument/2006/relationships/chart" Target="../charts/chart28.xml"/><Relationship Id="rId2" Type="http://schemas.openxmlformats.org/officeDocument/2006/relationships/tags" Target="../tags/tag155.xml"/><Relationship Id="rId29" Type="http://schemas.openxmlformats.org/officeDocument/2006/relationships/tags" Target="../tags/tag182.xml"/><Relationship Id="rId24" Type="http://schemas.openxmlformats.org/officeDocument/2006/relationships/tags" Target="../tags/tag177.xml"/><Relationship Id="rId40" Type="http://schemas.openxmlformats.org/officeDocument/2006/relationships/tags" Target="../tags/tag193.xml"/><Relationship Id="rId45" Type="http://schemas.openxmlformats.org/officeDocument/2006/relationships/tags" Target="../tags/tag198.xml"/><Relationship Id="rId66" Type="http://schemas.openxmlformats.org/officeDocument/2006/relationships/tags" Target="../tags/tag219.xml"/><Relationship Id="rId87" Type="http://schemas.openxmlformats.org/officeDocument/2006/relationships/chart" Target="../charts/chart23.xml"/><Relationship Id="rId61" Type="http://schemas.openxmlformats.org/officeDocument/2006/relationships/tags" Target="../tags/tag214.xml"/><Relationship Id="rId82" Type="http://schemas.openxmlformats.org/officeDocument/2006/relationships/oleObject" Target="../embeddings/oleObject11.bin"/><Relationship Id="rId19" Type="http://schemas.openxmlformats.org/officeDocument/2006/relationships/tags" Target="../tags/tag172.xml"/></Relationships>
</file>

<file path=ppt/slides/_rels/slide11.xml.rels><?xml version="1.0" encoding="UTF-8" standalone="yes"?>
<Relationships xmlns="http://schemas.openxmlformats.org/package/2006/relationships"><Relationship Id="rId8" Type="http://schemas.openxmlformats.org/officeDocument/2006/relationships/tags" Target="../tags/tag241.xml"/><Relationship Id="rId13" Type="http://schemas.openxmlformats.org/officeDocument/2006/relationships/tags" Target="../tags/tag246.xml"/><Relationship Id="rId18" Type="http://schemas.openxmlformats.org/officeDocument/2006/relationships/tags" Target="../tags/tag251.xml"/><Relationship Id="rId26" Type="http://schemas.openxmlformats.org/officeDocument/2006/relationships/chart" Target="../charts/chart29.xml"/><Relationship Id="rId3" Type="http://schemas.openxmlformats.org/officeDocument/2006/relationships/tags" Target="../tags/tag236.xml"/><Relationship Id="rId21" Type="http://schemas.openxmlformats.org/officeDocument/2006/relationships/tags" Target="../tags/tag254.xml"/><Relationship Id="rId7" Type="http://schemas.openxmlformats.org/officeDocument/2006/relationships/tags" Target="../tags/tag240.xml"/><Relationship Id="rId12" Type="http://schemas.openxmlformats.org/officeDocument/2006/relationships/tags" Target="../tags/tag245.xml"/><Relationship Id="rId17" Type="http://schemas.openxmlformats.org/officeDocument/2006/relationships/tags" Target="../tags/tag250.xml"/><Relationship Id="rId25" Type="http://schemas.openxmlformats.org/officeDocument/2006/relationships/image" Target="../media/image5.emf"/><Relationship Id="rId2" Type="http://schemas.openxmlformats.org/officeDocument/2006/relationships/tags" Target="../tags/tag235.xml"/><Relationship Id="rId16" Type="http://schemas.openxmlformats.org/officeDocument/2006/relationships/tags" Target="../tags/tag249.xml"/><Relationship Id="rId20" Type="http://schemas.openxmlformats.org/officeDocument/2006/relationships/tags" Target="../tags/tag253.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tags" Target="../tags/tag244.xml"/><Relationship Id="rId24" Type="http://schemas.openxmlformats.org/officeDocument/2006/relationships/oleObject" Target="../embeddings/oleObject12.bin"/><Relationship Id="rId5" Type="http://schemas.openxmlformats.org/officeDocument/2006/relationships/tags" Target="../tags/tag238.xml"/><Relationship Id="rId15" Type="http://schemas.openxmlformats.org/officeDocument/2006/relationships/tags" Target="../tags/tag248.xml"/><Relationship Id="rId23" Type="http://schemas.openxmlformats.org/officeDocument/2006/relationships/slideLayout" Target="../slideLayouts/slideLayout1.xml"/><Relationship Id="rId28" Type="http://schemas.openxmlformats.org/officeDocument/2006/relationships/chart" Target="../charts/chart31.xml"/><Relationship Id="rId10" Type="http://schemas.openxmlformats.org/officeDocument/2006/relationships/tags" Target="../tags/tag243.xml"/><Relationship Id="rId19" Type="http://schemas.openxmlformats.org/officeDocument/2006/relationships/tags" Target="../tags/tag252.xml"/><Relationship Id="rId4" Type="http://schemas.openxmlformats.org/officeDocument/2006/relationships/tags" Target="../tags/tag237.xml"/><Relationship Id="rId9" Type="http://schemas.openxmlformats.org/officeDocument/2006/relationships/tags" Target="../tags/tag242.xml"/><Relationship Id="rId14" Type="http://schemas.openxmlformats.org/officeDocument/2006/relationships/tags" Target="../tags/tag247.xml"/><Relationship Id="rId22" Type="http://schemas.openxmlformats.org/officeDocument/2006/relationships/tags" Target="../tags/tag255.xml"/><Relationship Id="rId27" Type="http://schemas.openxmlformats.org/officeDocument/2006/relationships/chart" Target="../charts/char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750537C-130E-C08C-F5CE-03AE4D91F899}"/>
              </a:ext>
            </a:extLst>
          </p:cNvPr>
          <p:cNvGraphicFramePr>
            <a:graphicFrameLocks noChangeAspect="1"/>
          </p:cNvGraphicFramePr>
          <p:nvPr>
            <p:custDataLst>
              <p:tags r:id="rId1"/>
            </p:custDataLst>
            <p:extLst>
              <p:ext uri="{D42A27DB-BD31-4B8C-83A1-F6EECF244321}">
                <p14:modId xmlns:p14="http://schemas.microsoft.com/office/powerpoint/2010/main" val="12995793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23" imgW="7772400" imgH="10058400" progId="TCLayout.ActiveDocument.1">
                  <p:embed/>
                </p:oleObj>
              </mc:Choice>
              <mc:Fallback>
                <p:oleObj name="think-cell 幻灯片" r:id="rId23" imgW="7772400" imgH="10058400" progId="TCLayout.ActiveDocument.1">
                  <p:embed/>
                  <p:pic>
                    <p:nvPicPr>
                      <p:cNvPr id="0" name=""/>
                      <p:cNvPicPr/>
                      <p:nvPr/>
                    </p:nvPicPr>
                    <p:blipFill>
                      <a:blip r:embed="rId24"/>
                      <a:stretch>
                        <a:fillRect/>
                      </a:stretch>
                    </p:blipFill>
                    <p:spPr>
                      <a:xfrm>
                        <a:off x="1588" y="1588"/>
                        <a:ext cx="1227" cy="1588"/>
                      </a:xfrm>
                      <a:prstGeom prst="rect">
                        <a:avLst/>
                      </a:prstGeom>
                    </p:spPr>
                  </p:pic>
                </p:oleObj>
              </mc:Fallback>
            </mc:AlternateContent>
          </a:graphicData>
        </a:graphic>
      </p:graphicFrame>
      <p:sp>
        <p:nvSpPr>
          <p:cNvPr id="166" name="矩形 165">
            <a:extLst>
              <a:ext uri="{FF2B5EF4-FFF2-40B4-BE49-F238E27FC236}">
                <a16:creationId xmlns:a16="http://schemas.microsoft.com/office/drawing/2014/main" id="{72431901-D7D3-5BA3-BCA7-16171C257895}"/>
              </a:ext>
            </a:extLst>
          </p:cNvPr>
          <p:cNvSpPr/>
          <p:nvPr/>
        </p:nvSpPr>
        <p:spPr>
          <a:xfrm>
            <a:off x="4754619" y="1614488"/>
            <a:ext cx="3248023" cy="836613"/>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9" name="直线连接符 158">
            <a:extLst>
              <a:ext uri="{FF2B5EF4-FFF2-40B4-BE49-F238E27FC236}">
                <a16:creationId xmlns:a16="http://schemas.microsoft.com/office/drawing/2014/main" id="{98F5B866-8078-249C-3A91-02BE7325E678}"/>
              </a:ext>
            </a:extLst>
          </p:cNvPr>
          <p:cNvCxnSpPr/>
          <p:nvPr/>
        </p:nvCxnSpPr>
        <p:spPr>
          <a:xfrm>
            <a:off x="3844924" y="4079875"/>
            <a:ext cx="5275264" cy="0"/>
          </a:xfrm>
          <a:prstGeom prst="line">
            <a:avLst/>
          </a:prstGeom>
          <a:ln w="12700">
            <a:solidFill>
              <a:schemeClr val="tx1">
                <a:lumMod val="50000"/>
                <a:lumOff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CB7F0B7B-778E-CDFA-A3F0-08AF1B302BF0}"/>
              </a:ext>
            </a:extLst>
          </p:cNvPr>
          <p:cNvSpPr txBox="1"/>
          <p:nvPr/>
        </p:nvSpPr>
        <p:spPr>
          <a:xfrm>
            <a:off x="488437" y="295334"/>
            <a:ext cx="7561685"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Well-to-do consumers have increased significantly in lower tier cities</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61111D1F-722F-00A4-D776-4382164B7F87}"/>
              </a:ext>
            </a:extLst>
          </p:cNvPr>
          <p:cNvSpPr txBox="1"/>
          <p:nvPr/>
        </p:nvSpPr>
        <p:spPr>
          <a:xfrm>
            <a:off x="488437" y="1118863"/>
            <a:ext cx="4283545"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 of upper aspirant and mass affluent households</a:t>
            </a:r>
            <a:endParaRPr kumimoji="1" lang="zh-CN" altLang="en-US" sz="1400" dirty="0">
              <a:latin typeface="HarmonyOS Sans SC" pitchFamily="2" charset="-122"/>
              <a:ea typeface="HarmonyOS Sans SC" pitchFamily="2" charset="-122"/>
            </a:endParaRPr>
          </a:p>
        </p:txBody>
      </p:sp>
      <p:sp>
        <p:nvSpPr>
          <p:cNvPr id="7" name="文本框 6">
            <a:extLst>
              <a:ext uri="{FF2B5EF4-FFF2-40B4-BE49-F238E27FC236}">
                <a16:creationId xmlns:a16="http://schemas.microsoft.com/office/drawing/2014/main" id="{58DF33FF-4083-58CD-1F3E-FF3322214C5D}"/>
              </a:ext>
            </a:extLst>
          </p:cNvPr>
          <p:cNvSpPr txBox="1"/>
          <p:nvPr/>
        </p:nvSpPr>
        <p:spPr>
          <a:xfrm>
            <a:off x="488437" y="1367577"/>
            <a:ext cx="319318" cy="307975"/>
          </a:xfrm>
          <a:prstGeom prst="rect">
            <a:avLst/>
          </a:prstGeom>
          <a:noFill/>
        </p:spPr>
        <p:txBody>
          <a:bodyPr wrap="none" rtlCol="0">
            <a:spAutoFit/>
          </a:bodyPr>
          <a:lstStyle/>
          <a:p>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cxnSp>
        <p:nvCxnSpPr>
          <p:cNvPr id="9" name="直线连接符 8">
            <a:extLst>
              <a:ext uri="{FF2B5EF4-FFF2-40B4-BE49-F238E27FC236}">
                <a16:creationId xmlns:a16="http://schemas.microsoft.com/office/drawing/2014/main" id="{1F982042-9870-01A1-A096-6D01795AA32D}"/>
              </a:ext>
            </a:extLst>
          </p:cNvPr>
          <p:cNvCxnSpPr/>
          <p:nvPr/>
        </p:nvCxnSpPr>
        <p:spPr>
          <a:xfrm>
            <a:off x="600075" y="869950"/>
            <a:ext cx="42545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椭圆 9">
            <a:extLst>
              <a:ext uri="{FF2B5EF4-FFF2-40B4-BE49-F238E27FC236}">
                <a16:creationId xmlns:a16="http://schemas.microsoft.com/office/drawing/2014/main" id="{9B28E90D-D78A-9B2B-7C09-D96F2F38E584}"/>
              </a:ext>
            </a:extLst>
          </p:cNvPr>
          <p:cNvSpPr/>
          <p:nvPr/>
        </p:nvSpPr>
        <p:spPr>
          <a:xfrm>
            <a:off x="744255" y="806450"/>
            <a:ext cx="127000" cy="127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C43C3BAC-6B77-F907-4F33-8AC33ECAA143}"/>
              </a:ext>
            </a:extLst>
          </p:cNvPr>
          <p:cNvSpPr txBox="1"/>
          <p:nvPr/>
        </p:nvSpPr>
        <p:spPr>
          <a:xfrm>
            <a:off x="1025525" y="731450"/>
            <a:ext cx="1019831"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Tier 1 and 2</a:t>
            </a:r>
            <a:endParaRPr kumimoji="1" lang="zh-CN" altLang="en-US" sz="1200" dirty="0">
              <a:latin typeface="HarmonyOS Sans SC" pitchFamily="2" charset="-122"/>
              <a:ea typeface="HarmonyOS Sans SC" pitchFamily="2" charset="-122"/>
            </a:endParaRPr>
          </a:p>
        </p:txBody>
      </p:sp>
      <p:cxnSp>
        <p:nvCxnSpPr>
          <p:cNvPr id="12" name="直线连接符 11">
            <a:extLst>
              <a:ext uri="{FF2B5EF4-FFF2-40B4-BE49-F238E27FC236}">
                <a16:creationId xmlns:a16="http://schemas.microsoft.com/office/drawing/2014/main" id="{42E8CD5A-8AE2-7439-1A64-F2EA29360EF6}"/>
              </a:ext>
            </a:extLst>
          </p:cNvPr>
          <p:cNvCxnSpPr/>
          <p:nvPr/>
        </p:nvCxnSpPr>
        <p:spPr>
          <a:xfrm>
            <a:off x="2279650" y="869950"/>
            <a:ext cx="425450"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2A786559-8832-1090-EB53-36C366557645}"/>
              </a:ext>
            </a:extLst>
          </p:cNvPr>
          <p:cNvSpPr txBox="1"/>
          <p:nvPr/>
        </p:nvSpPr>
        <p:spPr>
          <a:xfrm>
            <a:off x="2705100" y="731450"/>
            <a:ext cx="1019831"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Tier 3 and 4</a:t>
            </a:r>
            <a:endParaRPr kumimoji="1" lang="zh-CN" altLang="en-US" sz="1200" dirty="0">
              <a:latin typeface="HarmonyOS Sans SC" pitchFamily="2" charset="-122"/>
              <a:ea typeface="HarmonyOS Sans SC" pitchFamily="2" charset="-122"/>
            </a:endParaRPr>
          </a:p>
        </p:txBody>
      </p:sp>
      <p:sp>
        <p:nvSpPr>
          <p:cNvPr id="15" name="三角形 14">
            <a:extLst>
              <a:ext uri="{FF2B5EF4-FFF2-40B4-BE49-F238E27FC236}">
                <a16:creationId xmlns:a16="http://schemas.microsoft.com/office/drawing/2014/main" id="{A57114CB-A0A8-43FE-F5E2-3AE2EA6489A8}"/>
              </a:ext>
            </a:extLst>
          </p:cNvPr>
          <p:cNvSpPr/>
          <p:nvPr/>
        </p:nvSpPr>
        <p:spPr>
          <a:xfrm>
            <a:off x="2425096" y="813839"/>
            <a:ext cx="130175" cy="112220"/>
          </a:xfrm>
          <a:prstGeom prst="triangl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4" name="直线连接符 133">
            <a:extLst>
              <a:ext uri="{FF2B5EF4-FFF2-40B4-BE49-F238E27FC236}">
                <a16:creationId xmlns:a16="http://schemas.microsoft.com/office/drawing/2014/main" id="{6ABF6F7D-F9C7-7833-1CD4-12C5876CDDDC}"/>
              </a:ext>
            </a:extLst>
          </p:cNvPr>
          <p:cNvCxnSpPr/>
          <p:nvPr>
            <p:custDataLst>
              <p:tags r:id="rId2"/>
            </p:custDataLst>
          </p:nvPr>
        </p:nvCxnSpPr>
        <p:spPr bwMode="gray">
          <a:xfrm>
            <a:off x="941388" y="4878388"/>
            <a:ext cx="8031162" cy="0"/>
          </a:xfrm>
          <a:prstGeom prst="line">
            <a:avLst/>
          </a:prstGeom>
          <a:ln w="3175" cap="flat" cmpd="sng" algn="ctr">
            <a:solidFill>
              <a:srgbClr val="D6D7D9"/>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8" name="直线连接符 137">
            <a:extLst>
              <a:ext uri="{FF2B5EF4-FFF2-40B4-BE49-F238E27FC236}">
                <a16:creationId xmlns:a16="http://schemas.microsoft.com/office/drawing/2014/main" id="{FA52E003-23C5-22A9-E183-09D149E95223}"/>
              </a:ext>
            </a:extLst>
          </p:cNvPr>
          <p:cNvCxnSpPr/>
          <p:nvPr>
            <p:custDataLst>
              <p:tags r:id="rId3"/>
            </p:custDataLst>
          </p:nvPr>
        </p:nvCxnSpPr>
        <p:spPr bwMode="gray">
          <a:xfrm>
            <a:off x="941388" y="2651125"/>
            <a:ext cx="8031162" cy="0"/>
          </a:xfrm>
          <a:prstGeom prst="line">
            <a:avLst/>
          </a:prstGeom>
          <a:ln w="3175" cap="flat" cmpd="sng" algn="ctr">
            <a:solidFill>
              <a:srgbClr val="D6D7D9"/>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7" name="直线连接符 136">
            <a:extLst>
              <a:ext uri="{FF2B5EF4-FFF2-40B4-BE49-F238E27FC236}">
                <a16:creationId xmlns:a16="http://schemas.microsoft.com/office/drawing/2014/main" id="{1376DAC8-2F5D-120E-0BFF-58A2F2B80AC9}"/>
              </a:ext>
            </a:extLst>
          </p:cNvPr>
          <p:cNvCxnSpPr/>
          <p:nvPr>
            <p:custDataLst>
              <p:tags r:id="rId4"/>
            </p:custDataLst>
          </p:nvPr>
        </p:nvCxnSpPr>
        <p:spPr bwMode="gray">
          <a:xfrm>
            <a:off x="941388" y="3208338"/>
            <a:ext cx="8031162" cy="0"/>
          </a:xfrm>
          <a:prstGeom prst="line">
            <a:avLst/>
          </a:prstGeom>
          <a:ln w="3175" cap="flat" cmpd="sng" algn="ctr">
            <a:solidFill>
              <a:srgbClr val="D6D7D9"/>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6" name="直线连接符 135">
            <a:extLst>
              <a:ext uri="{FF2B5EF4-FFF2-40B4-BE49-F238E27FC236}">
                <a16:creationId xmlns:a16="http://schemas.microsoft.com/office/drawing/2014/main" id="{C7F452AF-A7F0-67E5-53CB-C5E2E28413EA}"/>
              </a:ext>
            </a:extLst>
          </p:cNvPr>
          <p:cNvCxnSpPr/>
          <p:nvPr>
            <p:custDataLst>
              <p:tags r:id="rId5"/>
            </p:custDataLst>
          </p:nvPr>
        </p:nvCxnSpPr>
        <p:spPr bwMode="gray">
          <a:xfrm>
            <a:off x="941388" y="3765550"/>
            <a:ext cx="8031162" cy="0"/>
          </a:xfrm>
          <a:prstGeom prst="line">
            <a:avLst/>
          </a:prstGeom>
          <a:ln w="3175" cap="flat" cmpd="sng" algn="ctr">
            <a:solidFill>
              <a:srgbClr val="D6D7D9"/>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5" name="直线连接符 134">
            <a:extLst>
              <a:ext uri="{FF2B5EF4-FFF2-40B4-BE49-F238E27FC236}">
                <a16:creationId xmlns:a16="http://schemas.microsoft.com/office/drawing/2014/main" id="{5621B9FE-20EA-44A4-0E06-A61924B92AF9}"/>
              </a:ext>
            </a:extLst>
          </p:cNvPr>
          <p:cNvCxnSpPr/>
          <p:nvPr>
            <p:custDataLst>
              <p:tags r:id="rId6"/>
            </p:custDataLst>
          </p:nvPr>
        </p:nvCxnSpPr>
        <p:spPr bwMode="gray">
          <a:xfrm>
            <a:off x="941388" y="4322763"/>
            <a:ext cx="8031162" cy="0"/>
          </a:xfrm>
          <a:prstGeom prst="line">
            <a:avLst/>
          </a:prstGeom>
          <a:ln w="3175" cap="flat" cmpd="sng" algn="ctr">
            <a:solidFill>
              <a:srgbClr val="D6D7D9"/>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3" name="直线连接符 132">
            <a:extLst>
              <a:ext uri="{FF2B5EF4-FFF2-40B4-BE49-F238E27FC236}">
                <a16:creationId xmlns:a16="http://schemas.microsoft.com/office/drawing/2014/main" id="{1C5773A0-B46C-6A8B-15B7-B146DDECF013}"/>
              </a:ext>
            </a:extLst>
          </p:cNvPr>
          <p:cNvCxnSpPr/>
          <p:nvPr>
            <p:custDataLst>
              <p:tags r:id="rId7"/>
            </p:custDataLst>
          </p:nvPr>
        </p:nvCxnSpPr>
        <p:spPr bwMode="gray">
          <a:xfrm>
            <a:off x="941388" y="5435600"/>
            <a:ext cx="8031162" cy="0"/>
          </a:xfrm>
          <a:prstGeom prst="line">
            <a:avLst/>
          </a:prstGeom>
          <a:ln w="3175" cap="flat" cmpd="sng" algn="ctr">
            <a:solidFill>
              <a:srgbClr val="D6D7D9"/>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73" name="Chart 3">
            <a:extLst>
              <a:ext uri="{FF2B5EF4-FFF2-40B4-BE49-F238E27FC236}">
                <a16:creationId xmlns:a16="http://schemas.microsoft.com/office/drawing/2014/main" id="{49A40A5C-404C-4587-C5EA-3A0D5A805EDE}"/>
              </a:ext>
            </a:extLst>
          </p:cNvPr>
          <p:cNvGraphicFramePr/>
          <p:nvPr>
            <p:custDataLst>
              <p:tags r:id="rId8"/>
            </p:custDataLst>
            <p:extLst>
              <p:ext uri="{D42A27DB-BD31-4B8C-83A1-F6EECF244321}">
                <p14:modId xmlns:p14="http://schemas.microsoft.com/office/powerpoint/2010/main" val="559858578"/>
              </p:ext>
            </p:extLst>
          </p:nvPr>
        </p:nvGraphicFramePr>
        <p:xfrm>
          <a:off x="438150" y="2190750"/>
          <a:ext cx="8682038" cy="4108450"/>
        </p:xfrm>
        <a:graphic>
          <a:graphicData uri="http://schemas.openxmlformats.org/drawingml/2006/chart">
            <c:chart xmlns:c="http://schemas.openxmlformats.org/drawingml/2006/chart" xmlns:r="http://schemas.openxmlformats.org/officeDocument/2006/relationships" r:id="rId25"/>
          </a:graphicData>
        </a:graphic>
      </p:graphicFrame>
      <p:sp>
        <p:nvSpPr>
          <p:cNvPr id="89" name="文本占位符 2">
            <a:extLst>
              <a:ext uri="{FF2B5EF4-FFF2-40B4-BE49-F238E27FC236}">
                <a16:creationId xmlns:a16="http://schemas.microsoft.com/office/drawing/2014/main" id="{20F3A701-2FFE-2E7B-5298-EB49015C2084}"/>
              </a:ext>
            </a:extLst>
          </p:cNvPr>
          <p:cNvSpPr txBox="1">
            <a:spLocks/>
          </p:cNvSpPr>
          <p:nvPr>
            <p:custDataLst>
              <p:tags r:id="rId9"/>
            </p:custDataLst>
          </p:nvPr>
        </p:nvSpPr>
        <p:spPr bwMode="auto">
          <a:xfrm>
            <a:off x="7861299"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BA289F2-D26D-4A9D-8E7A-7363FBCA398F}" type="datetime'''''''''''''''''''''''1''''''7'''''''''''''''''''''''''''">
              <a:rPr kumimoji="1" lang="zh-CN" altLang="en-US" sz="1400" smtClean="0">
                <a:latin typeface="HarmonyOS Sans SC" pitchFamily="2" charset="-122"/>
                <a:ea typeface="HarmonyOS Sans SC" pitchFamily="2" charset="-122"/>
                <a:sym typeface="HarmonyOS Sans SC" pitchFamily="2" charset="-122"/>
              </a:rPr>
              <a:pPr/>
              <a:t>17</a:t>
            </a:fld>
            <a:endParaRPr kumimoji="1" lang="zh-CN" altLang="en-US" sz="1400" dirty="0">
              <a:latin typeface="HarmonyOS Sans SC" pitchFamily="2" charset="-122"/>
              <a:ea typeface="HarmonyOS Sans SC" pitchFamily="2" charset="-122"/>
              <a:sym typeface="HarmonyOS Sans SC" pitchFamily="2" charset="-122"/>
            </a:endParaRPr>
          </a:p>
        </p:txBody>
      </p:sp>
      <p:sp>
        <p:nvSpPr>
          <p:cNvPr id="90" name="文本占位符 2">
            <a:extLst>
              <a:ext uri="{FF2B5EF4-FFF2-40B4-BE49-F238E27FC236}">
                <a16:creationId xmlns:a16="http://schemas.microsoft.com/office/drawing/2014/main" id="{CAB93803-5804-995F-F581-5AD25B068133}"/>
              </a:ext>
            </a:extLst>
          </p:cNvPr>
          <p:cNvSpPr txBox="1">
            <a:spLocks/>
          </p:cNvSpPr>
          <p:nvPr>
            <p:custDataLst>
              <p:tags r:id="rId10"/>
            </p:custDataLst>
          </p:nvPr>
        </p:nvSpPr>
        <p:spPr bwMode="auto">
          <a:xfrm>
            <a:off x="8763000" y="6051550"/>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6F871C0-4112-47BD-8D51-85DA4257E8BE}" type="datetime'''''''''''''2''''''''01''8'''''''''''''''''''''''''''''''''">
              <a:rPr kumimoji="1" lang="zh-CN" altLang="en-US" sz="1400" smtClean="0">
                <a:latin typeface="HarmonyOS Sans SC" pitchFamily="2" charset="-122"/>
                <a:ea typeface="HarmonyOS Sans SC" pitchFamily="2" charset="-122"/>
                <a:sym typeface="HarmonyOS Sans SC" pitchFamily="2" charset="-122"/>
              </a:rPr>
              <a:pPr/>
              <a:t>2018</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7" name="文本占位符 2">
            <a:extLst>
              <a:ext uri="{FF2B5EF4-FFF2-40B4-BE49-F238E27FC236}">
                <a16:creationId xmlns:a16="http://schemas.microsoft.com/office/drawing/2014/main" id="{6B02EB6F-6134-7029-C7C7-81B63FCAE477}"/>
              </a:ext>
            </a:extLst>
          </p:cNvPr>
          <p:cNvSpPr txBox="1">
            <a:spLocks/>
          </p:cNvSpPr>
          <p:nvPr>
            <p:custDataLst>
              <p:tags r:id="rId11"/>
            </p:custDataLst>
          </p:nvPr>
        </p:nvSpPr>
        <p:spPr bwMode="auto">
          <a:xfrm>
            <a:off x="5853112"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894CF8C-5E82-4D08-B14D-C8B0ED7E7AC0}" type="datetime'''''''''''''''''''''''''''''''''''''''1''5'''">
              <a:rPr kumimoji="1" lang="zh-CN" altLang="en-US" sz="1400" smtClean="0">
                <a:latin typeface="HarmonyOS Sans SC" pitchFamily="2" charset="-122"/>
                <a:ea typeface="HarmonyOS Sans SC" pitchFamily="2" charset="-122"/>
                <a:sym typeface="HarmonyOS Sans SC" pitchFamily="2" charset="-122"/>
              </a:rPr>
              <a:pPr/>
              <a:t>15</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8" name="文本占位符 2">
            <a:extLst>
              <a:ext uri="{FF2B5EF4-FFF2-40B4-BE49-F238E27FC236}">
                <a16:creationId xmlns:a16="http://schemas.microsoft.com/office/drawing/2014/main" id="{B221CA5F-F1D2-9B73-3B4B-628DEF5EA076}"/>
              </a:ext>
            </a:extLst>
          </p:cNvPr>
          <p:cNvSpPr txBox="1">
            <a:spLocks/>
          </p:cNvSpPr>
          <p:nvPr>
            <p:custDataLst>
              <p:tags r:id="rId12"/>
            </p:custDataLst>
          </p:nvPr>
        </p:nvSpPr>
        <p:spPr bwMode="auto">
          <a:xfrm>
            <a:off x="6856412"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BF7D4DE-28F2-428D-8943-C5D5590B358E}" type="datetime'''''''''''''''''''''''''''1''''''''''''''''''''6'''''''''''''">
              <a:rPr kumimoji="1" lang="zh-CN" altLang="en-US" sz="1400" smtClean="0">
                <a:latin typeface="HarmonyOS Sans SC" pitchFamily="2" charset="-122"/>
                <a:ea typeface="HarmonyOS Sans SC" pitchFamily="2" charset="-122"/>
                <a:sym typeface="HarmonyOS Sans SC" pitchFamily="2" charset="-122"/>
              </a:rPr>
              <a:pPr/>
              <a:t>16</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6" name="文本占位符 2">
            <a:extLst>
              <a:ext uri="{FF2B5EF4-FFF2-40B4-BE49-F238E27FC236}">
                <a16:creationId xmlns:a16="http://schemas.microsoft.com/office/drawing/2014/main" id="{14B9228B-04A2-CC32-743D-8DC963E3446B}"/>
              </a:ext>
            </a:extLst>
          </p:cNvPr>
          <p:cNvSpPr txBox="1">
            <a:spLocks/>
          </p:cNvSpPr>
          <p:nvPr>
            <p:custDataLst>
              <p:tags r:id="rId13"/>
            </p:custDataLst>
          </p:nvPr>
        </p:nvSpPr>
        <p:spPr bwMode="auto">
          <a:xfrm>
            <a:off x="4849812"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AE004A9-EB69-49D1-BCEE-093323E943D7}" type="datetime'''''''''''1''4'''''''''''''''''''''''">
              <a:rPr kumimoji="1" lang="zh-CN" altLang="en-US" sz="1400" smtClean="0">
                <a:latin typeface="HarmonyOS Sans SC" pitchFamily="2" charset="-122"/>
                <a:ea typeface="HarmonyOS Sans SC" pitchFamily="2" charset="-122"/>
                <a:sym typeface="HarmonyOS Sans SC" pitchFamily="2" charset="-122"/>
              </a:rPr>
              <a:pPr/>
              <a:t>14</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5" name="文本占位符 2">
            <a:extLst>
              <a:ext uri="{FF2B5EF4-FFF2-40B4-BE49-F238E27FC236}">
                <a16:creationId xmlns:a16="http://schemas.microsoft.com/office/drawing/2014/main" id="{12AD517A-A42D-0160-B7DC-3FFCF7E5DE7B}"/>
              </a:ext>
            </a:extLst>
          </p:cNvPr>
          <p:cNvSpPr txBox="1">
            <a:spLocks/>
          </p:cNvSpPr>
          <p:nvPr>
            <p:custDataLst>
              <p:tags r:id="rId14"/>
            </p:custDataLst>
          </p:nvPr>
        </p:nvSpPr>
        <p:spPr bwMode="auto">
          <a:xfrm>
            <a:off x="3844924"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773BABF-79EC-418F-B6B6-DCB276C83722}" type="datetime'''''''''''1''''''''''''''3'''''">
              <a:rPr kumimoji="1" lang="zh-CN" altLang="en-US" sz="1400" smtClean="0">
                <a:latin typeface="HarmonyOS Sans SC" pitchFamily="2" charset="-122"/>
                <a:ea typeface="HarmonyOS Sans SC" pitchFamily="2" charset="-122"/>
                <a:sym typeface="HarmonyOS Sans SC" pitchFamily="2" charset="-122"/>
              </a:rPr>
              <a:pPr/>
              <a:t>13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4" name="文本占位符 2">
            <a:extLst>
              <a:ext uri="{FF2B5EF4-FFF2-40B4-BE49-F238E27FC236}">
                <a16:creationId xmlns:a16="http://schemas.microsoft.com/office/drawing/2014/main" id="{EB51ADCC-A668-1A65-6723-58CAA17BA174}"/>
              </a:ext>
            </a:extLst>
          </p:cNvPr>
          <p:cNvSpPr txBox="1">
            <a:spLocks/>
          </p:cNvSpPr>
          <p:nvPr>
            <p:custDataLst>
              <p:tags r:id="rId15"/>
            </p:custDataLst>
          </p:nvPr>
        </p:nvSpPr>
        <p:spPr bwMode="auto">
          <a:xfrm>
            <a:off x="2841624"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B2E8813-C1C2-4259-AA6B-F2A1CC22E293}" type="datetime'''''''''''''''''''''''''1''2'''''''''''''">
              <a:rPr kumimoji="1" lang="zh-CN" altLang="en-US" sz="1400" smtClean="0">
                <a:latin typeface="HarmonyOS Sans SC" pitchFamily="2" charset="-122"/>
                <a:ea typeface="HarmonyOS Sans SC" pitchFamily="2" charset="-122"/>
                <a:sym typeface="HarmonyOS Sans SC" pitchFamily="2" charset="-122"/>
              </a:rPr>
              <a:pPr/>
              <a:t>12</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3" name="文本占位符 2">
            <a:extLst>
              <a:ext uri="{FF2B5EF4-FFF2-40B4-BE49-F238E27FC236}">
                <a16:creationId xmlns:a16="http://schemas.microsoft.com/office/drawing/2014/main" id="{B8F9A3DD-83D0-D3A6-1FF6-E7BE0EC1E27D}"/>
              </a:ext>
            </a:extLst>
          </p:cNvPr>
          <p:cNvSpPr txBox="1">
            <a:spLocks/>
          </p:cNvSpPr>
          <p:nvPr>
            <p:custDataLst>
              <p:tags r:id="rId16"/>
            </p:custDataLst>
          </p:nvPr>
        </p:nvSpPr>
        <p:spPr bwMode="auto">
          <a:xfrm>
            <a:off x="1836737" y="6051550"/>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C4357FA-5A75-4665-8B7E-D167660275A2}" type="datetime'''''''''''''''''''''''''''''''''''''1''1'''''''''">
              <a:rPr kumimoji="1" lang="zh-CN" altLang="en-US" sz="1400" smtClean="0">
                <a:latin typeface="HarmonyOS Sans SC" pitchFamily="2" charset="-122"/>
                <a:ea typeface="HarmonyOS Sans SC" pitchFamily="2" charset="-122"/>
                <a:sym typeface="HarmonyOS Sans SC" pitchFamily="2" charset="-122"/>
              </a:rPr>
              <a:pPr/>
              <a:t>11</a:t>
            </a:fld>
            <a:endParaRPr kumimoji="1" lang="zh-CN" altLang="en-US" sz="1400" dirty="0">
              <a:latin typeface="HarmonyOS Sans SC" pitchFamily="2" charset="-122"/>
              <a:ea typeface="HarmonyOS Sans SC" pitchFamily="2" charset="-122"/>
              <a:sym typeface="HarmonyOS Sans SC" pitchFamily="2" charset="-122"/>
            </a:endParaRPr>
          </a:p>
        </p:txBody>
      </p:sp>
      <p:sp useBgFill="1">
        <p:nvSpPr>
          <p:cNvPr id="141" name="文本占位符 2">
            <a:extLst>
              <a:ext uri="{FF2B5EF4-FFF2-40B4-BE49-F238E27FC236}">
                <a16:creationId xmlns:a16="http://schemas.microsoft.com/office/drawing/2014/main" id="{0A4407E4-AA6A-5CD6-8AA7-BF3EB63E254C}"/>
              </a:ext>
            </a:extLst>
          </p:cNvPr>
          <p:cNvSpPr txBox="1">
            <a:spLocks/>
          </p:cNvSpPr>
          <p:nvPr>
            <p:custDataLst>
              <p:tags r:id="rId17"/>
            </p:custDataLst>
          </p:nvPr>
        </p:nvSpPr>
        <p:spPr bwMode="gray">
          <a:xfrm>
            <a:off x="1817688" y="4746625"/>
            <a:ext cx="254000" cy="192088"/>
          </a:xfrm>
          <a:prstGeom prst="rect">
            <a:avLst/>
          </a:prstGeom>
          <a:ln>
            <a:noFill/>
          </a:ln>
          <a:effec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651466D-149A-4DBD-B763-453C2B465B30}" type="datetime'''''''''''''''''''''1''''''''''''''''''''''''''''''''7'">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17</a:t>
            </a:fld>
            <a:endParaRPr kumimoji="1" lang="zh-CN" altLang="en-US" sz="1400" dirty="0">
              <a:latin typeface="HarmonyOS Sans SC" pitchFamily="2" charset="-122"/>
              <a:ea typeface="HarmonyOS Sans SC" pitchFamily="2" charset="-122"/>
              <a:sym typeface="HarmonyOS Sans SC" pitchFamily="2" charset="-122"/>
            </a:endParaRPr>
          </a:p>
        </p:txBody>
      </p:sp>
      <p:sp useBgFill="1">
        <p:nvSpPr>
          <p:cNvPr id="142" name="文本占位符 2">
            <a:extLst>
              <a:ext uri="{FF2B5EF4-FFF2-40B4-BE49-F238E27FC236}">
                <a16:creationId xmlns:a16="http://schemas.microsoft.com/office/drawing/2014/main" id="{3E9A046D-05AA-F29B-0848-D9FFED90FEFD}"/>
              </a:ext>
            </a:extLst>
          </p:cNvPr>
          <p:cNvSpPr txBox="1">
            <a:spLocks/>
          </p:cNvSpPr>
          <p:nvPr>
            <p:custDataLst>
              <p:tags r:id="rId18"/>
            </p:custDataLst>
          </p:nvPr>
        </p:nvSpPr>
        <p:spPr bwMode="gray">
          <a:xfrm>
            <a:off x="2822575" y="4189413"/>
            <a:ext cx="254000" cy="192088"/>
          </a:xfrm>
          <a:prstGeom prst="rect">
            <a:avLst/>
          </a:prstGeom>
          <a:ln>
            <a:noFill/>
          </a:ln>
          <a:effec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2DF1ACE-1B9B-4EFD-9337-3493CED39EE0}" type="datetime'2''7'''''''''''''''''''''''''''''''''''''''">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27</a:t>
            </a:fld>
            <a:endParaRPr kumimoji="1" lang="zh-CN" altLang="en-US" sz="1400" dirty="0">
              <a:latin typeface="HarmonyOS Sans SC" pitchFamily="2" charset="-122"/>
              <a:ea typeface="HarmonyOS Sans SC" pitchFamily="2" charset="-122"/>
              <a:sym typeface="HarmonyOS Sans SC" pitchFamily="2" charset="-122"/>
            </a:endParaRPr>
          </a:p>
        </p:txBody>
      </p:sp>
      <p:sp useBgFill="1">
        <p:nvSpPr>
          <p:cNvPr id="143" name="文本占位符 2">
            <a:extLst>
              <a:ext uri="{FF2B5EF4-FFF2-40B4-BE49-F238E27FC236}">
                <a16:creationId xmlns:a16="http://schemas.microsoft.com/office/drawing/2014/main" id="{D9418724-5F46-5A24-8D29-0BC00187CEBE}"/>
              </a:ext>
            </a:extLst>
          </p:cNvPr>
          <p:cNvSpPr txBox="1">
            <a:spLocks/>
          </p:cNvSpPr>
          <p:nvPr>
            <p:custDataLst>
              <p:tags r:id="rId19"/>
            </p:custDataLst>
          </p:nvPr>
        </p:nvSpPr>
        <p:spPr bwMode="gray">
          <a:xfrm>
            <a:off x="3825875" y="3687763"/>
            <a:ext cx="254000" cy="192088"/>
          </a:xfrm>
          <a:prstGeom prst="rect">
            <a:avLst/>
          </a:prstGeom>
          <a:ln>
            <a:noFill/>
          </a:ln>
          <a:effec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73AF983-0149-4491-B717-EA7419B57440}" type="datetime'''''''3''''''''''6'''''''''''''''''''''''''''''''''''''">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36</a:t>
            </a:fld>
            <a:endParaRPr kumimoji="1" lang="zh-CN" altLang="en-US" sz="1400" dirty="0">
              <a:latin typeface="HarmonyOS Sans SC" pitchFamily="2" charset="-122"/>
              <a:ea typeface="HarmonyOS Sans SC" pitchFamily="2" charset="-122"/>
              <a:sym typeface="HarmonyOS Sans SC" pitchFamily="2" charset="-122"/>
            </a:endParaRPr>
          </a:p>
        </p:txBody>
      </p:sp>
      <p:sp useBgFill="1">
        <p:nvSpPr>
          <p:cNvPr id="146" name="文本占位符 2">
            <a:extLst>
              <a:ext uri="{FF2B5EF4-FFF2-40B4-BE49-F238E27FC236}">
                <a16:creationId xmlns:a16="http://schemas.microsoft.com/office/drawing/2014/main" id="{517C8AF3-60CA-CA0F-DA12-C7AF8B4DDB90}"/>
              </a:ext>
            </a:extLst>
          </p:cNvPr>
          <p:cNvSpPr txBox="1">
            <a:spLocks/>
          </p:cNvSpPr>
          <p:nvPr>
            <p:custDataLst>
              <p:tags r:id="rId20"/>
            </p:custDataLst>
          </p:nvPr>
        </p:nvSpPr>
        <p:spPr bwMode="gray">
          <a:xfrm>
            <a:off x="2873375" y="5302250"/>
            <a:ext cx="152400" cy="192088"/>
          </a:xfrm>
          <a:prstGeom prst="rect">
            <a:avLst/>
          </a:prstGeom>
          <a:ln>
            <a:noFill/>
          </a:ln>
          <a:effec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EF1AB5A-83D3-4452-893C-A0F269BABFE9}" type="datetime'''''''''''''''''''''7'''''">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7</a:t>
            </a:fld>
            <a:endParaRPr kumimoji="1" lang="zh-CN" altLang="en-US" sz="1400" dirty="0">
              <a:latin typeface="HarmonyOS Sans SC" pitchFamily="2" charset="-122"/>
              <a:ea typeface="HarmonyOS Sans SC" pitchFamily="2" charset="-122"/>
              <a:sym typeface="HarmonyOS Sans SC" pitchFamily="2" charset="-122"/>
            </a:endParaRPr>
          </a:p>
        </p:txBody>
      </p:sp>
      <p:sp>
        <p:nvSpPr>
          <p:cNvPr id="82" name="文本占位符 2">
            <a:extLst>
              <a:ext uri="{FF2B5EF4-FFF2-40B4-BE49-F238E27FC236}">
                <a16:creationId xmlns:a16="http://schemas.microsoft.com/office/drawing/2014/main" id="{854A7D20-F929-3DEA-0F3A-23A4D04B5190}"/>
              </a:ext>
            </a:extLst>
          </p:cNvPr>
          <p:cNvSpPr txBox="1">
            <a:spLocks/>
          </p:cNvSpPr>
          <p:nvPr>
            <p:custDataLst>
              <p:tags r:id="rId21"/>
            </p:custDataLst>
          </p:nvPr>
        </p:nvSpPr>
        <p:spPr bwMode="auto">
          <a:xfrm>
            <a:off x="731838" y="6051550"/>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189BA17-8BE3-4791-B796-CDFBC0C7A963}" type="datetime'''''''''''''''''''''''''''''2''''''''''0''''''1''''''''0'''''">
              <a:rPr kumimoji="1" lang="zh-CN" altLang="en-US" sz="1400" smtClean="0">
                <a:effectLst/>
                <a:latin typeface="HarmonyOS Sans SC" pitchFamily="2" charset="-122"/>
                <a:ea typeface="HarmonyOS Sans SC" pitchFamily="2" charset="-122"/>
                <a:sym typeface="HarmonyOS Sans SC" pitchFamily="2" charset="-122"/>
              </a:rPr>
              <a:pPr>
                <a:spcBef>
                  <a:spcPct val="0"/>
                </a:spcBef>
                <a:spcAft>
                  <a:spcPct val="0"/>
                </a:spcAft>
              </a:pPr>
              <a:t>2010</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60" name="椭圆 159">
            <a:extLst>
              <a:ext uri="{FF2B5EF4-FFF2-40B4-BE49-F238E27FC236}">
                <a16:creationId xmlns:a16="http://schemas.microsoft.com/office/drawing/2014/main" id="{77D77224-B07C-AEF3-0D5C-41306D32C163}"/>
              </a:ext>
            </a:extLst>
          </p:cNvPr>
          <p:cNvSpPr/>
          <p:nvPr/>
        </p:nvSpPr>
        <p:spPr>
          <a:xfrm>
            <a:off x="6378633" y="4043363"/>
            <a:ext cx="73839" cy="73025"/>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62" name="直线连接符 161">
            <a:extLst>
              <a:ext uri="{FF2B5EF4-FFF2-40B4-BE49-F238E27FC236}">
                <a16:creationId xmlns:a16="http://schemas.microsoft.com/office/drawing/2014/main" id="{5F9BEC5C-527B-C4AE-C4D5-3A3472C76E22}"/>
              </a:ext>
            </a:extLst>
          </p:cNvPr>
          <p:cNvCxnSpPr/>
          <p:nvPr/>
        </p:nvCxnSpPr>
        <p:spPr>
          <a:xfrm flipV="1">
            <a:off x="6415552" y="2451100"/>
            <a:ext cx="0" cy="1592263"/>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直线连接符 163">
            <a:extLst>
              <a:ext uri="{FF2B5EF4-FFF2-40B4-BE49-F238E27FC236}">
                <a16:creationId xmlns:a16="http://schemas.microsoft.com/office/drawing/2014/main" id="{3E80FECB-893A-C197-2042-C0A3A5010848}"/>
              </a:ext>
            </a:extLst>
          </p:cNvPr>
          <p:cNvCxnSpPr/>
          <p:nvPr/>
        </p:nvCxnSpPr>
        <p:spPr>
          <a:xfrm>
            <a:off x="4754620" y="2451100"/>
            <a:ext cx="32480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65" name="文本框 164">
            <a:extLst>
              <a:ext uri="{FF2B5EF4-FFF2-40B4-BE49-F238E27FC236}">
                <a16:creationId xmlns:a16="http://schemas.microsoft.com/office/drawing/2014/main" id="{6C42DFDC-53EE-5BC0-BCCC-3F54C4CF896C}"/>
              </a:ext>
            </a:extLst>
          </p:cNvPr>
          <p:cNvSpPr txBox="1"/>
          <p:nvPr/>
        </p:nvSpPr>
        <p:spPr>
          <a:xfrm>
            <a:off x="4803521" y="1630363"/>
            <a:ext cx="3150221" cy="830263"/>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 of upper aspirant and mass affluent</a:t>
            </a:r>
          </a:p>
          <a:p>
            <a:r>
              <a:rPr kumimoji="1" lang="en-US" altLang="zh-CN" sz="1200" dirty="0">
                <a:latin typeface="HarmonyOS Sans SC" pitchFamily="2" charset="-122"/>
                <a:ea typeface="HarmonyOS Sans SC" pitchFamily="2" charset="-122"/>
              </a:rPr>
              <a:t>households in lower tier cities now in line</a:t>
            </a:r>
          </a:p>
          <a:p>
            <a:r>
              <a:rPr kumimoji="1" lang="en-US" altLang="zh-CN" sz="1200" dirty="0">
                <a:latin typeface="HarmonyOS Sans SC" pitchFamily="2" charset="-122"/>
                <a:ea typeface="HarmonyOS Sans SC" pitchFamily="2" charset="-122"/>
              </a:rPr>
              <a:t>with what the proportion in high tier cities</a:t>
            </a:r>
          </a:p>
          <a:p>
            <a:r>
              <a:rPr kumimoji="1" lang="en-US" altLang="zh-CN" sz="1200" dirty="0">
                <a:latin typeface="HarmonyOS Sans SC" pitchFamily="2" charset="-122"/>
                <a:ea typeface="HarmonyOS Sans SC" pitchFamily="2" charset="-122"/>
              </a:rPr>
              <a:t>was 5 years ago</a:t>
            </a:r>
            <a:endParaRPr kumimoji="1" lang="zh-CN" altLang="en-US" sz="1200" dirty="0">
              <a:latin typeface="HarmonyOS Sans SC" pitchFamily="2" charset="-122"/>
              <a:ea typeface="HarmonyOS Sans SC" pitchFamily="2" charset="-122"/>
            </a:endParaRPr>
          </a:p>
        </p:txBody>
      </p:sp>
      <p:sp>
        <p:nvSpPr>
          <p:cNvPr id="169" name="文本框 168">
            <a:extLst>
              <a:ext uri="{FF2B5EF4-FFF2-40B4-BE49-F238E27FC236}">
                <a16:creationId xmlns:a16="http://schemas.microsoft.com/office/drawing/2014/main" id="{89C642DA-6EC0-35A5-C39F-18DDE721F280}"/>
              </a:ext>
            </a:extLst>
          </p:cNvPr>
          <p:cNvSpPr txBox="1"/>
          <p:nvPr/>
        </p:nvSpPr>
        <p:spPr>
          <a:xfrm>
            <a:off x="9486900" y="731450"/>
            <a:ext cx="2209259" cy="954107"/>
          </a:xfrm>
          <a:prstGeom prst="rect">
            <a:avLst/>
          </a:prstGeom>
          <a:noFill/>
        </p:spPr>
        <p:txBody>
          <a:bodyPr wrap="none" rtlCol="0">
            <a:spAutoFit/>
          </a:bodyPr>
          <a:lstStyle>
            <a:defPPr>
              <a:defRPr lang="zh-CN"/>
            </a:defPPr>
            <a:lvl1pPr>
              <a:defRPr kumimoji="1" sz="1400">
                <a:latin typeface="HarmonyOS Sans SC" pitchFamily="2" charset="-122"/>
                <a:ea typeface="HarmonyOS Sans SC" pitchFamily="2" charset="-122"/>
              </a:defRPr>
            </a:lvl1pPr>
          </a:lstStyle>
          <a:p>
            <a:r>
              <a:rPr lang="en-US" altLang="zh-CN" dirty="0"/>
              <a:t>CAGR of number of</a:t>
            </a:r>
          </a:p>
          <a:p>
            <a:r>
              <a:rPr lang="en-US" altLang="zh-CN" dirty="0"/>
              <a:t>upper aspirant and mass</a:t>
            </a:r>
          </a:p>
          <a:p>
            <a:r>
              <a:rPr lang="en-US" altLang="zh-CN" dirty="0"/>
              <a:t>affluent households</a:t>
            </a:r>
          </a:p>
          <a:p>
            <a:r>
              <a:rPr lang="en-US" altLang="zh-CN" dirty="0">
                <a:latin typeface="HarmonyOS Sans SC Light" pitchFamily="2" charset="-122"/>
                <a:ea typeface="HarmonyOS Sans SC Light" pitchFamily="2" charset="-122"/>
              </a:rPr>
              <a:t>2010-2018</a:t>
            </a:r>
            <a:endParaRPr lang="zh-CN" altLang="en-US" dirty="0">
              <a:latin typeface="HarmonyOS Sans SC Light" pitchFamily="2" charset="-122"/>
              <a:ea typeface="HarmonyOS Sans SC Light" pitchFamily="2" charset="-122"/>
            </a:endParaRPr>
          </a:p>
        </p:txBody>
      </p:sp>
      <p:sp>
        <p:nvSpPr>
          <p:cNvPr id="170" name="文本框 169">
            <a:extLst>
              <a:ext uri="{FF2B5EF4-FFF2-40B4-BE49-F238E27FC236}">
                <a16:creationId xmlns:a16="http://schemas.microsoft.com/office/drawing/2014/main" id="{BAE41A5E-6A72-91E2-67F2-EECA2E9ED197}"/>
              </a:ext>
            </a:extLst>
          </p:cNvPr>
          <p:cNvSpPr txBox="1"/>
          <p:nvPr/>
        </p:nvSpPr>
        <p:spPr>
          <a:xfrm>
            <a:off x="9672257" y="2354004"/>
            <a:ext cx="1164101" cy="646331"/>
          </a:xfrm>
          <a:prstGeom prst="rect">
            <a:avLst/>
          </a:prstGeom>
          <a:noFill/>
        </p:spPr>
        <p:txBody>
          <a:bodyPr wrap="none" rtlCol="0">
            <a:spAutoFit/>
          </a:bodyPr>
          <a:lstStyle/>
          <a:p>
            <a:r>
              <a:rPr kumimoji="1" lang="en-US" altLang="zh-CN" sz="3600" b="1" i="1" dirty="0">
                <a:latin typeface="HarmonyOS Sans SC Black" pitchFamily="2" charset="-122"/>
                <a:ea typeface="HarmonyOS Sans SC Black" pitchFamily="2" charset="-122"/>
              </a:rPr>
              <a:t>23%</a:t>
            </a:r>
            <a:endParaRPr kumimoji="1" lang="zh-CN" altLang="en-US" sz="3600" b="1" i="1" dirty="0">
              <a:latin typeface="HarmonyOS Sans SC Black" pitchFamily="2" charset="-122"/>
              <a:ea typeface="HarmonyOS Sans SC Black" pitchFamily="2" charset="-122"/>
            </a:endParaRPr>
          </a:p>
        </p:txBody>
      </p:sp>
      <p:sp>
        <p:nvSpPr>
          <p:cNvPr id="171" name="文本框 170">
            <a:extLst>
              <a:ext uri="{FF2B5EF4-FFF2-40B4-BE49-F238E27FC236}">
                <a16:creationId xmlns:a16="http://schemas.microsoft.com/office/drawing/2014/main" id="{2C1A8EF9-5D2C-9D2E-E81F-4A86418AE457}"/>
              </a:ext>
            </a:extLst>
          </p:cNvPr>
          <p:cNvSpPr txBox="1"/>
          <p:nvPr/>
        </p:nvSpPr>
        <p:spPr>
          <a:xfrm>
            <a:off x="9672256" y="3721169"/>
            <a:ext cx="1164101" cy="646331"/>
          </a:xfrm>
          <a:prstGeom prst="rect">
            <a:avLst/>
          </a:prstGeom>
          <a:noFill/>
        </p:spPr>
        <p:txBody>
          <a:bodyPr wrap="none" rtlCol="0">
            <a:spAutoFit/>
          </a:bodyPr>
          <a:lstStyle/>
          <a:p>
            <a:r>
              <a:rPr kumimoji="1" lang="en-US" altLang="zh-CN" sz="3600" b="1" i="1" dirty="0">
                <a:solidFill>
                  <a:srgbClr val="00B0F0"/>
                </a:solidFill>
                <a:latin typeface="HarmonyOS Sans SC Black" pitchFamily="2" charset="-122"/>
                <a:ea typeface="HarmonyOS Sans SC Black" pitchFamily="2" charset="-122"/>
              </a:rPr>
              <a:t>38%</a:t>
            </a:r>
            <a:endParaRPr kumimoji="1" lang="zh-CN" altLang="en-US" sz="3600" b="1" i="1" dirty="0">
              <a:solidFill>
                <a:srgbClr val="00B0F0"/>
              </a:solidFill>
              <a:latin typeface="HarmonyOS Sans SC Black" pitchFamily="2" charset="-122"/>
              <a:ea typeface="HarmonyOS Sans SC Black" pitchFamily="2" charset="-122"/>
            </a:endParaRPr>
          </a:p>
        </p:txBody>
      </p:sp>
      <p:sp>
        <p:nvSpPr>
          <p:cNvPr id="174" name="文本框 173">
            <a:extLst>
              <a:ext uri="{FF2B5EF4-FFF2-40B4-BE49-F238E27FC236}">
                <a16:creationId xmlns:a16="http://schemas.microsoft.com/office/drawing/2014/main" id="{010C5E43-9EF2-008D-B0CE-BA443BD2A949}"/>
              </a:ext>
            </a:extLst>
          </p:cNvPr>
          <p:cNvSpPr txBox="1"/>
          <p:nvPr/>
        </p:nvSpPr>
        <p:spPr>
          <a:xfrm>
            <a:off x="438150" y="6405419"/>
            <a:ext cx="2101857"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Source: McKinsey Global Institute</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2519140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7025C-1360-6FB5-8F3A-AD789DD106E0}"/>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617425F-04FD-703F-998E-3A836CF443A5}"/>
              </a:ext>
            </a:extLst>
          </p:cNvPr>
          <p:cNvGraphicFramePr>
            <a:graphicFrameLocks noChangeAspect="1"/>
          </p:cNvGraphicFramePr>
          <p:nvPr>
            <p:custDataLst>
              <p:tags r:id="rId1"/>
            </p:custDataLst>
            <p:extLst>
              <p:ext uri="{D42A27DB-BD31-4B8C-83A1-F6EECF244321}">
                <p14:modId xmlns:p14="http://schemas.microsoft.com/office/powerpoint/2010/main" val="23657660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3" imgW="7772400" imgH="10058400" progId="TCLayout.ActiveDocument.1">
                  <p:embed/>
                </p:oleObj>
              </mc:Choice>
              <mc:Fallback>
                <p:oleObj name="think-cell 幻灯片" r:id="rId13" imgW="7772400" imgH="10058400" progId="TCLayout.ActiveDocument.1">
                  <p:embed/>
                  <p:pic>
                    <p:nvPicPr>
                      <p:cNvPr id="4" name="think-cell data - do not delete" hidden="1">
                        <a:extLst>
                          <a:ext uri="{FF2B5EF4-FFF2-40B4-BE49-F238E27FC236}">
                            <a16:creationId xmlns:a16="http://schemas.microsoft.com/office/drawing/2014/main" id="{F750537C-130E-C08C-F5CE-03AE4D91F899}"/>
                          </a:ext>
                        </a:extLst>
                      </p:cNvPr>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4A7980EC-F82C-510A-F8C9-3FF96EC6C270}"/>
              </a:ext>
            </a:extLst>
          </p:cNvPr>
          <p:cNvSpPr txBox="1"/>
          <p:nvPr/>
        </p:nvSpPr>
        <p:spPr>
          <a:xfrm>
            <a:off x="488437" y="295334"/>
            <a:ext cx="11215126" cy="369332"/>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Consumers want to save more and prepare for the future, especially those in higher tier cities</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4FC28D3F-407D-550B-08D1-14CFF0DBFE83}"/>
              </a:ext>
            </a:extLst>
          </p:cNvPr>
          <p:cNvSpPr txBox="1"/>
          <p:nvPr/>
        </p:nvSpPr>
        <p:spPr>
          <a:xfrm>
            <a:off x="488437" y="856517"/>
            <a:ext cx="7739619" cy="701859"/>
          </a:xfrm>
          <a:prstGeom prst="rect">
            <a:avLst/>
          </a:prstGeom>
          <a:noFill/>
        </p:spPr>
        <p:txBody>
          <a:bodyPr wrap="none" rtlCol="0">
            <a:spAutoFit/>
          </a:bodyPr>
          <a:lstStyle/>
          <a:p>
            <a:pPr>
              <a:lnSpc>
                <a:spcPct val="150000"/>
              </a:lnSpc>
            </a:pPr>
            <a:r>
              <a:rPr kumimoji="1" lang="en-US" altLang="zh-CN" sz="1400" dirty="0">
                <a:latin typeface="HarmonyOS Sans SC" pitchFamily="2" charset="-122"/>
                <a:ea typeface="HarmonyOS Sans SC" pitchFamily="2" charset="-122"/>
              </a:rPr>
              <a:t>"Even when l am rich, I won't consume rashly. I should always prepare for future uncertainty"</a:t>
            </a:r>
          </a:p>
          <a:p>
            <a:pPr>
              <a:lnSpc>
                <a:spcPct val="150000"/>
              </a:lnSpc>
            </a:pPr>
            <a:r>
              <a:rPr kumimoji="1" lang="en-US" altLang="zh-CN" sz="1400" dirty="0">
                <a:latin typeface="HarmonyOS Sans SC" pitchFamily="2" charset="-122"/>
                <a:ea typeface="HarmonyOS Sans SC" pitchFamily="2" charset="-122"/>
              </a:rPr>
              <a:t>% of respondents</a:t>
            </a:r>
            <a:r>
              <a:rPr kumimoji="1" lang="zh-CN" altLang="en-US" sz="1400" dirty="0">
                <a:latin typeface="HarmonyOS Sans SC" pitchFamily="2" charset="-122"/>
                <a:ea typeface="HarmonyOS Sans SC" pitchFamily="2" charset="-122"/>
              </a:rPr>
              <a:t>（</a:t>
            </a:r>
            <a:r>
              <a:rPr kumimoji="1" lang="en-US" altLang="zh-CN" sz="1400" dirty="0">
                <a:latin typeface="HarmonyOS Sans SC" pitchFamily="2" charset="-122"/>
                <a:ea typeface="HarmonyOS Sans SC" pitchFamily="2" charset="-122"/>
              </a:rPr>
              <a:t>N=5,355</a:t>
            </a:r>
            <a:r>
              <a:rPr kumimoji="1" lang="zh-CN" altLang="en-US" sz="1400" dirty="0">
                <a:latin typeface="HarmonyOS Sans SC" pitchFamily="2" charset="-122"/>
                <a:ea typeface="HarmonyOS Sans SC" pitchFamily="2" charset="-122"/>
              </a:rPr>
              <a:t>）</a:t>
            </a:r>
          </a:p>
        </p:txBody>
      </p:sp>
      <p:sp>
        <p:nvSpPr>
          <p:cNvPr id="174" name="文本框 173">
            <a:extLst>
              <a:ext uri="{FF2B5EF4-FFF2-40B4-BE49-F238E27FC236}">
                <a16:creationId xmlns:a16="http://schemas.microsoft.com/office/drawing/2014/main" id="{0CDF851D-A5BE-4428-A4CF-965E14964E76}"/>
              </a:ext>
            </a:extLst>
          </p:cNvPr>
          <p:cNvSpPr txBox="1"/>
          <p:nvPr/>
        </p:nvSpPr>
        <p:spPr>
          <a:xfrm>
            <a:off x="488437" y="6169515"/>
            <a:ext cx="821731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 2017 numbers are based on online/mobile respondents only </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a subset of total respondents</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to ensure compatibility with 2019 numbers</a:t>
            </a:r>
          </a:p>
        </p:txBody>
      </p:sp>
      <p:graphicFrame>
        <p:nvGraphicFramePr>
          <p:cNvPr id="74" name="Chart 3">
            <a:extLst>
              <a:ext uri="{FF2B5EF4-FFF2-40B4-BE49-F238E27FC236}">
                <a16:creationId xmlns:a16="http://schemas.microsoft.com/office/drawing/2014/main" id="{78EF0C7A-E2C8-4B5E-62CF-08B2FE7A0E72}"/>
              </a:ext>
            </a:extLst>
          </p:cNvPr>
          <p:cNvGraphicFramePr/>
          <p:nvPr>
            <p:custDataLst>
              <p:tags r:id="rId2"/>
            </p:custDataLst>
            <p:extLst>
              <p:ext uri="{D42A27DB-BD31-4B8C-83A1-F6EECF244321}">
                <p14:modId xmlns:p14="http://schemas.microsoft.com/office/powerpoint/2010/main" val="1392398790"/>
              </p:ext>
            </p:extLst>
          </p:nvPr>
        </p:nvGraphicFramePr>
        <p:xfrm>
          <a:off x="406400" y="2265363"/>
          <a:ext cx="11512550" cy="3597275"/>
        </p:xfrm>
        <a:graphic>
          <a:graphicData uri="http://schemas.openxmlformats.org/drawingml/2006/chart">
            <c:chart xmlns:c="http://schemas.openxmlformats.org/drawingml/2006/chart" xmlns:r="http://schemas.openxmlformats.org/officeDocument/2006/relationships" r:id="rId15"/>
          </a:graphicData>
        </a:graphic>
      </p:graphicFrame>
      <p:sp>
        <p:nvSpPr>
          <p:cNvPr id="13" name="文本占位符 2">
            <a:extLst>
              <a:ext uri="{FF2B5EF4-FFF2-40B4-BE49-F238E27FC236}">
                <a16:creationId xmlns:a16="http://schemas.microsoft.com/office/drawing/2014/main" id="{908BA956-12BC-2279-1FB6-166CD282EECF}"/>
              </a:ext>
            </a:extLst>
          </p:cNvPr>
          <p:cNvSpPr txBox="1">
            <a:spLocks/>
          </p:cNvSpPr>
          <p:nvPr>
            <p:custDataLst>
              <p:tags r:id="rId3"/>
            </p:custDataLst>
          </p:nvPr>
        </p:nvSpPr>
        <p:spPr bwMode="auto">
          <a:xfrm>
            <a:off x="1331913" y="5614988"/>
            <a:ext cx="58578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5310DD3-0C74-43A0-8DBF-505CC33622F2}" type="datetime'''''''O''''v''''''''e''r''''''''''a''''l''l'''''''''''">
              <a:rPr kumimoji="1" lang="en-US" altLang="en-US" sz="1400" smtClean="0">
                <a:latin typeface="HarmonyOS Sans SC" pitchFamily="2" charset="-122"/>
                <a:ea typeface="HarmonyOS Sans SC" pitchFamily="2" charset="-122"/>
                <a:sym typeface="HarmonyOS Sans SC" pitchFamily="2" charset="-122"/>
              </a:rPr>
              <a:pPr/>
              <a:t>Overall</a:t>
            </a:fld>
            <a:endParaRPr kumimoji="1" lang="zh-CN" altLang="en-US" sz="1400" dirty="0">
              <a:latin typeface="HarmonyOS Sans SC" pitchFamily="2" charset="-122"/>
              <a:ea typeface="HarmonyOS Sans SC" pitchFamily="2" charset="-122"/>
              <a:sym typeface="HarmonyOS Sans SC" pitchFamily="2" charset="-122"/>
            </a:endParaRPr>
          </a:p>
        </p:txBody>
      </p:sp>
      <p:sp>
        <p:nvSpPr>
          <p:cNvPr id="45" name="文本占位符 2">
            <a:extLst>
              <a:ext uri="{FF2B5EF4-FFF2-40B4-BE49-F238E27FC236}">
                <a16:creationId xmlns:a16="http://schemas.microsoft.com/office/drawing/2014/main" id="{ED0BA366-60B8-13BB-D03D-B04E495D35D1}"/>
              </a:ext>
            </a:extLst>
          </p:cNvPr>
          <p:cNvSpPr txBox="1">
            <a:spLocks/>
          </p:cNvSpPr>
          <p:nvPr>
            <p:custDataLst>
              <p:tags r:id="rId4"/>
            </p:custDataLst>
          </p:nvPr>
        </p:nvSpPr>
        <p:spPr bwMode="auto">
          <a:xfrm>
            <a:off x="3657600" y="5614988"/>
            <a:ext cx="469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C190810-D47E-4234-ABBE-6A6D609CE4EF}" type="datetime'''''''''T''''''''ie''''''''''''''''''''''''''''r'' ''''''1'">
              <a:rPr kumimoji="1" lang="en-US" altLang="en-US" sz="1400" smtClean="0">
                <a:latin typeface="HarmonyOS Sans SC" pitchFamily="2" charset="-122"/>
                <a:ea typeface="HarmonyOS Sans SC" pitchFamily="2" charset="-122"/>
                <a:sym typeface="HarmonyOS Sans SC" pitchFamily="2" charset="-122"/>
              </a:rPr>
              <a:pPr/>
              <a:t>Tier 1</a:t>
            </a:fld>
            <a:endParaRPr kumimoji="1" lang="zh-CN" altLang="en-US" sz="1400" dirty="0">
              <a:latin typeface="HarmonyOS Sans SC" pitchFamily="2" charset="-122"/>
              <a:ea typeface="HarmonyOS Sans SC" pitchFamily="2" charset="-122"/>
              <a:sym typeface="HarmonyOS Sans SC" pitchFamily="2" charset="-122"/>
            </a:endParaRPr>
          </a:p>
        </p:txBody>
      </p:sp>
      <p:sp>
        <p:nvSpPr>
          <p:cNvPr id="48" name="文本占位符 2">
            <a:extLst>
              <a:ext uri="{FF2B5EF4-FFF2-40B4-BE49-F238E27FC236}">
                <a16:creationId xmlns:a16="http://schemas.microsoft.com/office/drawing/2014/main" id="{891E30B2-74D6-A7BE-13B7-1F7A81C32EAB}"/>
              </a:ext>
            </a:extLst>
          </p:cNvPr>
          <p:cNvSpPr txBox="1">
            <a:spLocks/>
          </p:cNvSpPr>
          <p:nvPr>
            <p:custDataLst>
              <p:tags r:id="rId5"/>
            </p:custDataLst>
          </p:nvPr>
        </p:nvSpPr>
        <p:spPr bwMode="auto">
          <a:xfrm>
            <a:off x="5927725" y="5614988"/>
            <a:ext cx="469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E143AE0-9B1F-4AFD-B1ED-A9F0BCD591EB}" type="datetime'''''''''''''''''''''''''''Ti''''''e''''''''r'' ''2'''''''''''">
              <a:rPr kumimoji="1" lang="en-US" altLang="en-US" sz="1400" smtClean="0">
                <a:latin typeface="HarmonyOS Sans SC" pitchFamily="2" charset="-122"/>
                <a:ea typeface="HarmonyOS Sans SC" pitchFamily="2" charset="-122"/>
                <a:sym typeface="HarmonyOS Sans SC" pitchFamily="2" charset="-122"/>
              </a:rPr>
              <a:pPr/>
              <a:t>Tier 2</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1" name="文本占位符 2">
            <a:extLst>
              <a:ext uri="{FF2B5EF4-FFF2-40B4-BE49-F238E27FC236}">
                <a16:creationId xmlns:a16="http://schemas.microsoft.com/office/drawing/2014/main" id="{DADB807B-7162-C24D-59F6-EDF336C11A86}"/>
              </a:ext>
            </a:extLst>
          </p:cNvPr>
          <p:cNvSpPr txBox="1">
            <a:spLocks/>
          </p:cNvSpPr>
          <p:nvPr>
            <p:custDataLst>
              <p:tags r:id="rId6"/>
            </p:custDataLst>
          </p:nvPr>
        </p:nvSpPr>
        <p:spPr bwMode="auto">
          <a:xfrm>
            <a:off x="8196263" y="5614988"/>
            <a:ext cx="469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128763D-FD72-49AE-8A62-FD8E82845323}" type="datetime'''''''T''i''''''''''''''''''er'''''''''''''''''''''''' ''''3'">
              <a:rPr kumimoji="1" lang="en-US" altLang="en-US" sz="1400" smtClean="0">
                <a:latin typeface="HarmonyOS Sans SC" pitchFamily="2" charset="-122"/>
                <a:ea typeface="HarmonyOS Sans SC" pitchFamily="2" charset="-122"/>
                <a:sym typeface="HarmonyOS Sans SC" pitchFamily="2" charset="-122"/>
              </a:rPr>
              <a:pPr/>
              <a:t>Tier 3</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4" name="文本占位符 2">
            <a:extLst>
              <a:ext uri="{FF2B5EF4-FFF2-40B4-BE49-F238E27FC236}">
                <a16:creationId xmlns:a16="http://schemas.microsoft.com/office/drawing/2014/main" id="{5C12F4FE-694C-FE06-C2F7-89C77FB7F56C}"/>
              </a:ext>
            </a:extLst>
          </p:cNvPr>
          <p:cNvSpPr txBox="1">
            <a:spLocks/>
          </p:cNvSpPr>
          <p:nvPr>
            <p:custDataLst>
              <p:tags r:id="rId7"/>
            </p:custDataLst>
          </p:nvPr>
        </p:nvSpPr>
        <p:spPr bwMode="auto">
          <a:xfrm>
            <a:off x="10466388" y="5614988"/>
            <a:ext cx="469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4947F85-E640-423F-9A4D-23F88D2AE711}" type="datetime'''Ti''''''''''''e''r'''''''''''''''''''''''' 4'''''">
              <a:rPr kumimoji="1" lang="en-US" altLang="en-US" sz="1400" smtClean="0">
                <a:latin typeface="HarmonyOS Sans SC" pitchFamily="2" charset="-122"/>
                <a:ea typeface="HarmonyOS Sans SC" pitchFamily="2" charset="-122"/>
                <a:sym typeface="HarmonyOS Sans SC" pitchFamily="2" charset="-122"/>
              </a:rPr>
              <a:pPr/>
              <a:t>Tier 4</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9" name="矩形 18">
            <a:extLst>
              <a:ext uri="{FF2B5EF4-FFF2-40B4-BE49-F238E27FC236}">
                <a16:creationId xmlns:a16="http://schemas.microsoft.com/office/drawing/2014/main" id="{11E02585-6265-4EE2-C595-765E126FAE58}"/>
              </a:ext>
            </a:extLst>
          </p:cNvPr>
          <p:cNvSpPr/>
          <p:nvPr>
            <p:custDataLst>
              <p:tags r:id="rId8"/>
            </p:custDataLst>
          </p:nvPr>
        </p:nvSpPr>
        <p:spPr bwMode="auto">
          <a:xfrm>
            <a:off x="10145713" y="2063750"/>
            <a:ext cx="214313" cy="160338"/>
          </a:xfrm>
          <a:prstGeom prst="rect">
            <a:avLst/>
          </a:prstGeom>
          <a:solidFill>
            <a:schemeClr val="tx1"/>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51843204-B2E9-2647-FECB-A9726822AC76}"/>
              </a:ext>
            </a:extLst>
          </p:cNvPr>
          <p:cNvSpPr/>
          <p:nvPr>
            <p:custDataLst>
              <p:tags r:id="rId9"/>
            </p:custDataLst>
          </p:nvPr>
        </p:nvSpPr>
        <p:spPr bwMode="auto">
          <a:xfrm>
            <a:off x="10861675" y="2063750"/>
            <a:ext cx="214313" cy="160338"/>
          </a:xfrm>
          <a:prstGeom prst="rect">
            <a:avLst/>
          </a:prstGeom>
          <a:solidFill>
            <a:srgbClr val="00ADFF"/>
          </a:solidFill>
          <a:ln w="1905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占位符 2">
            <a:extLst>
              <a:ext uri="{FF2B5EF4-FFF2-40B4-BE49-F238E27FC236}">
                <a16:creationId xmlns:a16="http://schemas.microsoft.com/office/drawing/2014/main" id="{82FB6CE9-8D21-73E2-C854-F912D38963DA}"/>
              </a:ext>
            </a:extLst>
          </p:cNvPr>
          <p:cNvSpPr txBox="1">
            <a:spLocks/>
          </p:cNvSpPr>
          <p:nvPr>
            <p:custDataLst>
              <p:tags r:id="rId10"/>
            </p:custDataLst>
          </p:nvPr>
        </p:nvSpPr>
        <p:spPr bwMode="auto">
          <a:xfrm>
            <a:off x="10410825" y="2071688"/>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8AACED3D-074F-4604-876C-07EA91E0B9CA}" type="datetime'''''''2''''''''''0''1''''''''''''7'''''''''">
              <a:rPr kumimoji="1" lang="zh-CN" altLang="en-US" sz="1200" smtClean="0">
                <a:latin typeface="HarmonyOS Sans SC" pitchFamily="2" charset="-122"/>
                <a:ea typeface="HarmonyOS Sans SC" pitchFamily="2" charset="-122"/>
                <a:sym typeface="HarmonyOS Sans SC" pitchFamily="2" charset="-122"/>
              </a:rPr>
              <a:pPr/>
              <a:t>2017</a:t>
            </a:fld>
            <a:endParaRPr kumimoji="1" lang="zh-CN" altLang="en-US" sz="1200" dirty="0">
              <a:latin typeface="HarmonyOS Sans SC" pitchFamily="2" charset="-122"/>
              <a:ea typeface="HarmonyOS Sans SC" pitchFamily="2" charset="-122"/>
              <a:sym typeface="HarmonyOS Sans SC" pitchFamily="2" charset="-122"/>
            </a:endParaRPr>
          </a:p>
        </p:txBody>
      </p:sp>
      <p:sp>
        <p:nvSpPr>
          <p:cNvPr id="8" name="文本占位符 2">
            <a:extLst>
              <a:ext uri="{FF2B5EF4-FFF2-40B4-BE49-F238E27FC236}">
                <a16:creationId xmlns:a16="http://schemas.microsoft.com/office/drawing/2014/main" id="{62666A60-B6C0-D6B3-DEAA-3AB67B64A81D}"/>
              </a:ext>
            </a:extLst>
          </p:cNvPr>
          <p:cNvSpPr txBox="1">
            <a:spLocks/>
          </p:cNvSpPr>
          <p:nvPr>
            <p:custDataLst>
              <p:tags r:id="rId11"/>
            </p:custDataLst>
          </p:nvPr>
        </p:nvSpPr>
        <p:spPr bwMode="auto">
          <a:xfrm>
            <a:off x="11126788" y="2071688"/>
            <a:ext cx="3492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F35AD16F-EEEF-4553-A8E6-96CBD22B9651}" type="datetime'2''''''''0''''1''9'''''''''''''''''''''''''''''">
              <a:rPr kumimoji="1" lang="zh-CN" altLang="en-US" sz="1200" smtClean="0">
                <a:latin typeface="HarmonyOS Sans SC" pitchFamily="2" charset="-122"/>
                <a:ea typeface="HarmonyOS Sans SC" pitchFamily="2" charset="-122"/>
                <a:sym typeface="HarmonyOS Sans SC" pitchFamily="2" charset="-122"/>
              </a:rPr>
              <a:pPr/>
              <a:t>2019</a:t>
            </a:fld>
            <a:endParaRPr kumimoji="1" lang="zh-CN" altLang="en-US" sz="1200" dirty="0">
              <a:latin typeface="HarmonyOS Sans SC" pitchFamily="2" charset="-122"/>
              <a:ea typeface="HarmonyOS Sans SC" pitchFamily="2" charset="-122"/>
              <a:sym typeface="HarmonyOS Sans SC" pitchFamily="2" charset="-122"/>
            </a:endParaRPr>
          </a:p>
        </p:txBody>
      </p:sp>
      <p:sp>
        <p:nvSpPr>
          <p:cNvPr id="75" name="文本框 74">
            <a:extLst>
              <a:ext uri="{FF2B5EF4-FFF2-40B4-BE49-F238E27FC236}">
                <a16:creationId xmlns:a16="http://schemas.microsoft.com/office/drawing/2014/main" id="{98867751-D6E9-9AEE-B18C-CD4802ABE7AC}"/>
              </a:ext>
            </a:extLst>
          </p:cNvPr>
          <p:cNvSpPr txBox="1"/>
          <p:nvPr/>
        </p:nvSpPr>
        <p:spPr>
          <a:xfrm>
            <a:off x="488437" y="6415736"/>
            <a:ext cx="2597186"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en-US" altLang="zh-CN" dirty="0"/>
              <a:t>Source: McKinsey China Consumer Survey</a:t>
            </a:r>
            <a:endParaRPr lang="zh-CN" altLang="en-US" dirty="0"/>
          </a:p>
        </p:txBody>
      </p:sp>
    </p:spTree>
    <p:extLst>
      <p:ext uri="{BB962C8B-B14F-4D97-AF65-F5344CB8AC3E}">
        <p14:creationId xmlns:p14="http://schemas.microsoft.com/office/powerpoint/2010/main" val="981061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2477E-DB7B-0A59-2D09-4C13F72DB55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15C0E39-063C-C08B-C2D7-23E235FDF05B}"/>
              </a:ext>
            </a:extLst>
          </p:cNvPr>
          <p:cNvGraphicFramePr>
            <a:graphicFrameLocks noChangeAspect="1"/>
          </p:cNvGraphicFramePr>
          <p:nvPr>
            <p:custDataLst>
              <p:tags r:id="rId1"/>
            </p:custDataLst>
            <p:extLst>
              <p:ext uri="{D42A27DB-BD31-4B8C-83A1-F6EECF244321}">
                <p14:modId xmlns:p14="http://schemas.microsoft.com/office/powerpoint/2010/main" val="19480154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22" imgW="7772400" imgH="10058400" progId="TCLayout.ActiveDocument.1">
                  <p:embed/>
                </p:oleObj>
              </mc:Choice>
              <mc:Fallback>
                <p:oleObj name="think-cell 幻灯片" r:id="rId22" imgW="7772400" imgH="10058400" progId="TCLayout.ActiveDocument.1">
                  <p:embed/>
                  <p:pic>
                    <p:nvPicPr>
                      <p:cNvPr id="4" name="think-cell data - do not delete" hidden="1">
                        <a:extLst>
                          <a:ext uri="{FF2B5EF4-FFF2-40B4-BE49-F238E27FC236}">
                            <a16:creationId xmlns:a16="http://schemas.microsoft.com/office/drawing/2014/main" id="{8617425F-04FD-703F-998E-3A836CF443A5}"/>
                          </a:ext>
                        </a:extLst>
                      </p:cNvPr>
                      <p:cNvPicPr/>
                      <p:nvPr/>
                    </p:nvPicPr>
                    <p:blipFill>
                      <a:blip r:embed="rId23"/>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E991E8AF-268B-8BE6-A670-9340911D8BD8}"/>
              </a:ext>
            </a:extLst>
          </p:cNvPr>
          <p:cNvSpPr txBox="1"/>
          <p:nvPr/>
        </p:nvSpPr>
        <p:spPr>
          <a:xfrm>
            <a:off x="488437" y="295334"/>
            <a:ext cx="11215126" cy="369332"/>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High growth for domestic and outbound travel from 2014 to 2018</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BDC28873-3B5D-1C79-7F3A-7698BC01C6D1}"/>
              </a:ext>
            </a:extLst>
          </p:cNvPr>
          <p:cNvSpPr txBox="1"/>
          <p:nvPr/>
        </p:nvSpPr>
        <p:spPr>
          <a:xfrm>
            <a:off x="488437" y="752885"/>
            <a:ext cx="4160113" cy="701859"/>
          </a:xfrm>
          <a:prstGeom prst="rect">
            <a:avLst/>
          </a:prstGeom>
          <a:noFill/>
        </p:spPr>
        <p:txBody>
          <a:bodyPr wrap="none" rtlCol="0">
            <a:spAutoFit/>
          </a:bodyPr>
          <a:lstStyle/>
          <a:p>
            <a:pPr>
              <a:lnSpc>
                <a:spcPct val="150000"/>
              </a:lnSpc>
            </a:pPr>
            <a:r>
              <a:rPr kumimoji="1" lang="en-US" altLang="zh-CN" sz="1400" dirty="0">
                <a:latin typeface="HarmonyOS Sans SC" pitchFamily="2" charset="-122"/>
                <a:ea typeface="HarmonyOS Sans SC" pitchFamily="2" charset="-122"/>
              </a:rPr>
              <a:t>Spending on China domestic and outbound trips</a:t>
            </a:r>
          </a:p>
          <a:p>
            <a:pPr>
              <a:lnSpc>
                <a:spcPct val="150000"/>
              </a:lnSpc>
            </a:pPr>
            <a:r>
              <a:rPr kumimoji="1" lang="en-US" altLang="zh-CN" sz="1400" dirty="0">
                <a:latin typeface="HarmonyOS Sans SC" pitchFamily="2" charset="-122"/>
                <a:ea typeface="HarmonyOS Sans SC" pitchFamily="2" charset="-122"/>
              </a:rPr>
              <a:t>Trillion RMB</a:t>
            </a:r>
            <a:endParaRPr kumimoji="1" lang="zh-CN" altLang="en-US" sz="1400" dirty="0">
              <a:latin typeface="HarmonyOS Sans SC" pitchFamily="2" charset="-122"/>
              <a:ea typeface="HarmonyOS Sans SC" pitchFamily="2" charset="-122"/>
            </a:endParaRPr>
          </a:p>
        </p:txBody>
      </p:sp>
      <p:sp>
        <p:nvSpPr>
          <p:cNvPr id="174" name="文本框 173">
            <a:extLst>
              <a:ext uri="{FF2B5EF4-FFF2-40B4-BE49-F238E27FC236}">
                <a16:creationId xmlns:a16="http://schemas.microsoft.com/office/drawing/2014/main" id="{78B92BCB-B25E-3EF9-05FA-6CE93B2C28C3}"/>
              </a:ext>
            </a:extLst>
          </p:cNvPr>
          <p:cNvSpPr txBox="1"/>
          <p:nvPr/>
        </p:nvSpPr>
        <p:spPr>
          <a:xfrm>
            <a:off x="488437" y="6192085"/>
            <a:ext cx="2735044"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Source: Local tourism statistics; Press search</a:t>
            </a:r>
          </a:p>
        </p:txBody>
      </p:sp>
      <p:graphicFrame>
        <p:nvGraphicFramePr>
          <p:cNvPr id="8" name="Chart 3">
            <a:extLst>
              <a:ext uri="{FF2B5EF4-FFF2-40B4-BE49-F238E27FC236}">
                <a16:creationId xmlns:a16="http://schemas.microsoft.com/office/drawing/2014/main" id="{EDFFC0B0-EFA7-F30B-359C-12BB110FC478}"/>
              </a:ext>
            </a:extLst>
          </p:cNvPr>
          <p:cNvGraphicFramePr/>
          <p:nvPr>
            <p:custDataLst>
              <p:tags r:id="rId2"/>
            </p:custDataLst>
            <p:extLst>
              <p:ext uri="{D42A27DB-BD31-4B8C-83A1-F6EECF244321}">
                <p14:modId xmlns:p14="http://schemas.microsoft.com/office/powerpoint/2010/main" val="4213067428"/>
              </p:ext>
            </p:extLst>
          </p:nvPr>
        </p:nvGraphicFramePr>
        <p:xfrm>
          <a:off x="1352550" y="2435225"/>
          <a:ext cx="8743950" cy="3022600"/>
        </p:xfrm>
        <a:graphic>
          <a:graphicData uri="http://schemas.openxmlformats.org/drawingml/2006/chart">
            <c:chart xmlns:c="http://schemas.openxmlformats.org/drawingml/2006/chart" xmlns:r="http://schemas.openxmlformats.org/officeDocument/2006/relationships" r:id="rId24"/>
          </a:graphicData>
        </a:graphic>
      </p:graphicFrame>
      <p:cxnSp>
        <p:nvCxnSpPr>
          <p:cNvPr id="67" name="直线连接符 66">
            <a:extLst>
              <a:ext uri="{FF2B5EF4-FFF2-40B4-BE49-F238E27FC236}">
                <a16:creationId xmlns:a16="http://schemas.microsoft.com/office/drawing/2014/main" id="{ABD5EB01-57B8-E549-603C-C2C11A362AE4}"/>
              </a:ext>
            </a:extLst>
          </p:cNvPr>
          <p:cNvCxnSpPr/>
          <p:nvPr>
            <p:custDataLst>
              <p:tags r:id="rId3"/>
            </p:custDataLst>
          </p:nvPr>
        </p:nvCxnSpPr>
        <p:spPr bwMode="auto">
          <a:xfrm>
            <a:off x="8583613" y="2109788"/>
            <a:ext cx="0" cy="1524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66" name="直线连接符 65">
            <a:extLst>
              <a:ext uri="{FF2B5EF4-FFF2-40B4-BE49-F238E27FC236}">
                <a16:creationId xmlns:a16="http://schemas.microsoft.com/office/drawing/2014/main" id="{C5A3B161-53AE-BB79-2515-56269609917D}"/>
              </a:ext>
            </a:extLst>
          </p:cNvPr>
          <p:cNvCxnSpPr/>
          <p:nvPr>
            <p:custDataLst>
              <p:tags r:id="rId4"/>
            </p:custDataLst>
          </p:nvPr>
        </p:nvCxnSpPr>
        <p:spPr bwMode="auto">
          <a:xfrm>
            <a:off x="2863850" y="2109788"/>
            <a:ext cx="5719763"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直线连接符 64">
            <a:extLst>
              <a:ext uri="{FF2B5EF4-FFF2-40B4-BE49-F238E27FC236}">
                <a16:creationId xmlns:a16="http://schemas.microsoft.com/office/drawing/2014/main" id="{8CB834D9-3D22-68D1-03E5-623A5F925B51}"/>
              </a:ext>
            </a:extLst>
          </p:cNvPr>
          <p:cNvCxnSpPr/>
          <p:nvPr>
            <p:custDataLst>
              <p:tags r:id="rId5"/>
            </p:custDataLst>
          </p:nvPr>
        </p:nvCxnSpPr>
        <p:spPr bwMode="auto">
          <a:xfrm flipV="1">
            <a:off x="2863850" y="2109788"/>
            <a:ext cx="0" cy="1266825"/>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9" name="文本占位符 2">
            <a:extLst>
              <a:ext uri="{FF2B5EF4-FFF2-40B4-BE49-F238E27FC236}">
                <a16:creationId xmlns:a16="http://schemas.microsoft.com/office/drawing/2014/main" id="{BFE724B3-292D-5C47-4060-3B5D3EABC324}"/>
              </a:ext>
            </a:extLst>
          </p:cNvPr>
          <p:cNvSpPr txBox="1">
            <a:spLocks/>
          </p:cNvSpPr>
          <p:nvPr>
            <p:custDataLst>
              <p:tags r:id="rId6"/>
            </p:custDataLst>
          </p:nvPr>
        </p:nvSpPr>
        <p:spPr bwMode="gray">
          <a:xfrm>
            <a:off x="5576888" y="4335463"/>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60B3EBE-FE7D-446B-8171-4C5474BEE0FE}" type="datetime'''''''''''''''''3,''''''''''''''''''''''''''''''''9'">
              <a:rPr kumimoji="1" lang="zh-CN" altLang="en-US" sz="14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3,9</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9" name="文本占位符 2">
            <a:extLst>
              <a:ext uri="{FF2B5EF4-FFF2-40B4-BE49-F238E27FC236}">
                <a16:creationId xmlns:a16="http://schemas.microsoft.com/office/drawing/2014/main" id="{44D84F22-83B3-7AB1-2431-6297ED60922C}"/>
              </a:ext>
            </a:extLst>
          </p:cNvPr>
          <p:cNvSpPr txBox="1">
            <a:spLocks/>
          </p:cNvSpPr>
          <p:nvPr>
            <p:custDataLst>
              <p:tags r:id="rId7"/>
            </p:custDataLst>
          </p:nvPr>
        </p:nvSpPr>
        <p:spPr bwMode="auto">
          <a:xfrm>
            <a:off x="5616575" y="5434013"/>
            <a:ext cx="2159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349E9B4-B59C-4720-94F6-EABADB526FC4}" type="datetime'''''''''''''''''''''''1''''''''''''''''''''''6'''''''''''''''">
              <a:rPr kumimoji="1" lang="zh-CN" altLang="en-US" sz="1400" smtClean="0">
                <a:latin typeface="HarmonyOS Sans SC" pitchFamily="2" charset="-122"/>
                <a:ea typeface="HarmonyOS Sans SC" pitchFamily="2" charset="-122"/>
              </a:rPr>
              <a:pPr/>
              <a:t>16</a:t>
            </a:fld>
            <a:endParaRPr kumimoji="1" lang="zh-CN" altLang="en-US" sz="1400" dirty="0">
              <a:latin typeface="HarmonyOS Sans SC" pitchFamily="2" charset="-122"/>
              <a:ea typeface="HarmonyOS Sans SC" pitchFamily="2" charset="-122"/>
              <a:sym typeface="HarmonyOS Sans SC" pitchFamily="2" charset="-122"/>
            </a:endParaRPr>
          </a:p>
        </p:txBody>
      </p:sp>
      <p:sp>
        <p:nvSpPr>
          <p:cNvPr id="60" name="文本占位符 2">
            <a:extLst>
              <a:ext uri="{FF2B5EF4-FFF2-40B4-BE49-F238E27FC236}">
                <a16:creationId xmlns:a16="http://schemas.microsoft.com/office/drawing/2014/main" id="{A6E7B243-D793-5260-9E70-DB81ED8D1BF7}"/>
              </a:ext>
            </a:extLst>
          </p:cNvPr>
          <p:cNvSpPr txBox="1">
            <a:spLocks/>
          </p:cNvSpPr>
          <p:nvPr>
            <p:custDataLst>
              <p:tags r:id="rId8"/>
            </p:custDataLst>
          </p:nvPr>
        </p:nvSpPr>
        <p:spPr bwMode="gray">
          <a:xfrm>
            <a:off x="8435975" y="2616200"/>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7B53146-A72E-4E72-88F6-8D9C43D2926D}" type="datetime'''0'''''''''''',8'''''''''''''''">
              <a:rPr kumimoji="1" lang="zh-CN" altLang="en-US" sz="14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0,8</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61" name="文本占位符 2">
            <a:extLst>
              <a:ext uri="{FF2B5EF4-FFF2-40B4-BE49-F238E27FC236}">
                <a16:creationId xmlns:a16="http://schemas.microsoft.com/office/drawing/2014/main" id="{CFA4A4BA-D551-CDC5-B8F7-8BBDBEDA0A46}"/>
              </a:ext>
            </a:extLst>
          </p:cNvPr>
          <p:cNvSpPr txBox="1">
            <a:spLocks/>
          </p:cNvSpPr>
          <p:nvPr>
            <p:custDataLst>
              <p:tags r:id="rId9"/>
            </p:custDataLst>
          </p:nvPr>
        </p:nvSpPr>
        <p:spPr bwMode="gray">
          <a:xfrm>
            <a:off x="8435975" y="4044950"/>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087BBE0-7314-4B4D-850D-05570060D42A}" type="datetime'''''''''5'''''''''''''''''''''''''''''''''''''''''''''',''''1'">
              <a:rPr kumimoji="1" lang="zh-CN" altLang="en-US" sz="14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5,1</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10" name="文本占位符 2">
            <a:extLst>
              <a:ext uri="{FF2B5EF4-FFF2-40B4-BE49-F238E27FC236}">
                <a16:creationId xmlns:a16="http://schemas.microsoft.com/office/drawing/2014/main" id="{A1A113D3-3403-35CF-532E-A4BE6C090454}"/>
              </a:ext>
            </a:extLst>
          </p:cNvPr>
          <p:cNvSpPr txBox="1">
            <a:spLocks/>
          </p:cNvSpPr>
          <p:nvPr>
            <p:custDataLst>
              <p:tags r:id="rId10"/>
            </p:custDataLst>
          </p:nvPr>
        </p:nvSpPr>
        <p:spPr bwMode="auto">
          <a:xfrm>
            <a:off x="8374063" y="54340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CDF44DB-9CC2-4910-BAB4-45AB83470F2C}" type="datetime'2''''''''''''0''''''''''''''1''8'''''''''''''''''''''''">
              <a:rPr kumimoji="1" lang="zh-CN" altLang="en-US" sz="1400" smtClean="0">
                <a:latin typeface="HarmonyOS Sans SC" pitchFamily="2" charset="-122"/>
                <a:ea typeface="HarmonyOS Sans SC" pitchFamily="2" charset="-122"/>
              </a:rPr>
              <a:pPr/>
              <a:t>2018</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6" name="文本占位符 2">
            <a:extLst>
              <a:ext uri="{FF2B5EF4-FFF2-40B4-BE49-F238E27FC236}">
                <a16:creationId xmlns:a16="http://schemas.microsoft.com/office/drawing/2014/main" id="{C97F5071-EF04-AA62-1D59-1877E5BD4329}"/>
              </a:ext>
            </a:extLst>
          </p:cNvPr>
          <p:cNvSpPr txBox="1">
            <a:spLocks/>
          </p:cNvSpPr>
          <p:nvPr>
            <p:custDataLst>
              <p:tags r:id="rId11"/>
            </p:custDataLst>
          </p:nvPr>
        </p:nvSpPr>
        <p:spPr bwMode="gray">
          <a:xfrm>
            <a:off x="2716213" y="3681413"/>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CB59D57-2312-49E4-8825-EF9FB36F8840}" type="datetime'''''''''''''''''''''''0'''''''',''''''''''''''''''6'''''">
              <a:rPr kumimoji="1" lang="zh-CN" altLang="en-US" sz="14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0,6</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12" name="文本占位符 2">
            <a:extLst>
              <a:ext uri="{FF2B5EF4-FFF2-40B4-BE49-F238E27FC236}">
                <a16:creationId xmlns:a16="http://schemas.microsoft.com/office/drawing/2014/main" id="{E4D993DC-3655-8A9E-95E3-858AA0EF6473}"/>
              </a:ext>
            </a:extLst>
          </p:cNvPr>
          <p:cNvSpPr txBox="1">
            <a:spLocks/>
          </p:cNvSpPr>
          <p:nvPr>
            <p:custDataLst>
              <p:tags r:id="rId12"/>
            </p:custDataLst>
          </p:nvPr>
        </p:nvSpPr>
        <p:spPr bwMode="auto">
          <a:xfrm>
            <a:off x="1169988" y="4552950"/>
            <a:ext cx="757238"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828480C7-3AE4-4969-A4EB-82A60E72C442}" type="datetime'''''D''''o''''m''''e''''''''st''''i''''''''''c'''''''''''''">
              <a:rPr kumimoji="1" lang="en-US" altLang="en-US" sz="1400" smtClean="0">
                <a:latin typeface="HarmonyOS Sans SC" pitchFamily="2" charset="-122"/>
                <a:ea typeface="HarmonyOS Sans SC" pitchFamily="2" charset="-122"/>
              </a:rPr>
              <a:pPr/>
              <a:t>Domestic</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1" name="文本占位符 2">
            <a:extLst>
              <a:ext uri="{FF2B5EF4-FFF2-40B4-BE49-F238E27FC236}">
                <a16:creationId xmlns:a16="http://schemas.microsoft.com/office/drawing/2014/main" id="{95CE409F-A627-026B-0B96-5552FCB094BE}"/>
              </a:ext>
            </a:extLst>
          </p:cNvPr>
          <p:cNvSpPr txBox="1">
            <a:spLocks/>
          </p:cNvSpPr>
          <p:nvPr>
            <p:custDataLst>
              <p:tags r:id="rId13"/>
            </p:custDataLst>
          </p:nvPr>
        </p:nvSpPr>
        <p:spPr bwMode="auto">
          <a:xfrm>
            <a:off x="1096963" y="3681413"/>
            <a:ext cx="8302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E0E102DE-2520-4C32-96FA-6E12D72351AC}" type="datetime'O''''''''''ut''b''''o''''''u''''''''''''''''''nd'''''''''''''">
              <a:rPr kumimoji="1" lang="en-US" altLang="en-US" sz="1400" smtClean="0">
                <a:latin typeface="HarmonyOS Sans SC" pitchFamily="2" charset="-122"/>
                <a:ea typeface="HarmonyOS Sans SC" pitchFamily="2" charset="-122"/>
              </a:rPr>
              <a:pPr/>
              <a:t>Outbound</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8" name="文本占位符 2">
            <a:extLst>
              <a:ext uri="{FF2B5EF4-FFF2-40B4-BE49-F238E27FC236}">
                <a16:creationId xmlns:a16="http://schemas.microsoft.com/office/drawing/2014/main" id="{D7515F11-740F-A6C4-BF3D-C64D007397F7}"/>
              </a:ext>
            </a:extLst>
          </p:cNvPr>
          <p:cNvSpPr txBox="1">
            <a:spLocks/>
          </p:cNvSpPr>
          <p:nvPr>
            <p:custDataLst>
              <p:tags r:id="rId14"/>
            </p:custDataLst>
          </p:nvPr>
        </p:nvSpPr>
        <p:spPr bwMode="gray">
          <a:xfrm>
            <a:off x="5576888" y="3221038"/>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183D420-210C-481B-A274-9FF51080A1FB}" type="datetime'0'''''''''''''',''''''''''7'''''''''''''">
              <a:rPr kumimoji="1" lang="zh-CN" altLang="en-US" sz="14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0,7</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3" name="文本占位符 2">
            <a:extLst>
              <a:ext uri="{FF2B5EF4-FFF2-40B4-BE49-F238E27FC236}">
                <a16:creationId xmlns:a16="http://schemas.microsoft.com/office/drawing/2014/main" id="{8FDDECF9-06E5-E950-4DB5-53CE3743115F}"/>
              </a:ext>
            </a:extLst>
          </p:cNvPr>
          <p:cNvSpPr txBox="1">
            <a:spLocks/>
          </p:cNvSpPr>
          <p:nvPr>
            <p:custDataLst>
              <p:tags r:id="rId15"/>
            </p:custDataLst>
          </p:nvPr>
        </p:nvSpPr>
        <p:spPr bwMode="auto">
          <a:xfrm>
            <a:off x="2654300" y="5434013"/>
            <a:ext cx="419100"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3906A84-9592-4EC5-8950-8D5CF3588B11}" type="datetime'2''''''''''''0''''''''''1''''''''''''''4'''''''''''''">
              <a:rPr kumimoji="1" lang="zh-CN" altLang="en-US" sz="1400" smtClean="0">
                <a:latin typeface="HarmonyOS Sans SC" pitchFamily="2" charset="-122"/>
                <a:ea typeface="HarmonyOS Sans SC" pitchFamily="2" charset="-122"/>
              </a:rPr>
              <a:pPr/>
              <a:t>2014</a:t>
            </a:fld>
            <a:endParaRPr kumimoji="1" lang="zh-CN" altLang="en-US" sz="1400" dirty="0">
              <a:latin typeface="HarmonyOS Sans SC" pitchFamily="2" charset="-122"/>
              <a:ea typeface="HarmonyOS Sans SC" pitchFamily="2" charset="-122"/>
              <a:sym typeface="HarmonyOS Sans SC" pitchFamily="2" charset="-122"/>
            </a:endParaRPr>
          </a:p>
        </p:txBody>
      </p:sp>
      <p:sp>
        <p:nvSpPr>
          <p:cNvPr id="57" name="文本占位符 2">
            <a:extLst>
              <a:ext uri="{FF2B5EF4-FFF2-40B4-BE49-F238E27FC236}">
                <a16:creationId xmlns:a16="http://schemas.microsoft.com/office/drawing/2014/main" id="{F3F2C3F0-69BB-C4B8-3553-3525024B41EE}"/>
              </a:ext>
            </a:extLst>
          </p:cNvPr>
          <p:cNvSpPr txBox="1">
            <a:spLocks/>
          </p:cNvSpPr>
          <p:nvPr>
            <p:custDataLst>
              <p:tags r:id="rId16"/>
            </p:custDataLst>
          </p:nvPr>
        </p:nvSpPr>
        <p:spPr bwMode="gray">
          <a:xfrm>
            <a:off x="2716213" y="4552950"/>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C143CFE-D91E-4C82-AA0D-9645C63CF7B9}" type="datetime'''''''''''''''3'''''''''''''''''''''''''''',''0'''''''">
              <a:rPr kumimoji="1" lang="zh-CN" altLang="en-US" sz="14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3,0</a:t>
            </a:fld>
            <a:endParaRPr kumimoji="1" lang="zh-CN" altLang="en-US" sz="1400" dirty="0">
              <a:solidFill>
                <a:schemeClr val="bg1"/>
              </a:solidFill>
              <a:latin typeface="HarmonyOS Sans SC" pitchFamily="2" charset="-122"/>
              <a:ea typeface="HarmonyOS Sans SC" pitchFamily="2" charset="-122"/>
              <a:sym typeface="HarmonyOS Sans SC" pitchFamily="2" charset="-122"/>
            </a:endParaRPr>
          </a:p>
        </p:txBody>
      </p:sp>
      <p:sp>
        <p:nvSpPr>
          <p:cNvPr id="15" name="文本占位符 2">
            <a:extLst>
              <a:ext uri="{FF2B5EF4-FFF2-40B4-BE49-F238E27FC236}">
                <a16:creationId xmlns:a16="http://schemas.microsoft.com/office/drawing/2014/main" id="{EB982855-07E5-FE7E-4BC5-F1634A0AD1BC}"/>
              </a:ext>
            </a:extLst>
          </p:cNvPr>
          <p:cNvSpPr txBox="1">
            <a:spLocks/>
          </p:cNvSpPr>
          <p:nvPr>
            <p:custDataLst>
              <p:tags r:id="rId17"/>
            </p:custDataLst>
          </p:nvPr>
        </p:nvSpPr>
        <p:spPr bwMode="gray">
          <a:xfrm>
            <a:off x="2716213" y="3414713"/>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ED958DA-DAB6-421D-94B3-4466742CDBB1}" type="datetime'3'''''''''''''''''''''''''''''''''''''''',6'''''''">
              <a:rPr kumimoji="1" lang="zh-CN" altLang="en-US" sz="1400" smtClean="0">
                <a:latin typeface="HarmonyOS Sans SC" pitchFamily="2" charset="-122"/>
                <a:ea typeface="HarmonyOS Sans SC" pitchFamily="2" charset="-122"/>
              </a:rPr>
              <a:pPr/>
              <a:t>3,6</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6" name="文本占位符 2">
            <a:extLst>
              <a:ext uri="{FF2B5EF4-FFF2-40B4-BE49-F238E27FC236}">
                <a16:creationId xmlns:a16="http://schemas.microsoft.com/office/drawing/2014/main" id="{99A81E67-0632-0515-C226-B9F16F0F8152}"/>
              </a:ext>
            </a:extLst>
          </p:cNvPr>
          <p:cNvSpPr txBox="1">
            <a:spLocks/>
          </p:cNvSpPr>
          <p:nvPr>
            <p:custDataLst>
              <p:tags r:id="rId18"/>
            </p:custDataLst>
          </p:nvPr>
        </p:nvSpPr>
        <p:spPr bwMode="gray">
          <a:xfrm>
            <a:off x="5576888" y="2930525"/>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3B444FA-E424-4D26-9AB7-8CCB1616CAB0}" type="datetime'''''''''''''''4'''''''''''''''''''',''''''''6'''''">
              <a:rPr kumimoji="1" lang="zh-CN" altLang="en-US" sz="1400" smtClean="0">
                <a:latin typeface="HarmonyOS Sans SC" pitchFamily="2" charset="-122"/>
                <a:ea typeface="HarmonyOS Sans SC" pitchFamily="2" charset="-122"/>
              </a:rPr>
              <a:pPr/>
              <a:t>4,6</a:t>
            </a:fld>
            <a:endParaRPr kumimoji="1" lang="zh-CN" altLang="en-US" sz="1400" dirty="0">
              <a:latin typeface="HarmonyOS Sans SC" pitchFamily="2" charset="-122"/>
              <a:ea typeface="HarmonyOS Sans SC" pitchFamily="2" charset="-122"/>
              <a:sym typeface="HarmonyOS Sans SC" pitchFamily="2" charset="-122"/>
            </a:endParaRPr>
          </a:p>
        </p:txBody>
      </p:sp>
      <p:sp>
        <p:nvSpPr>
          <p:cNvPr id="17" name="文本占位符 2">
            <a:extLst>
              <a:ext uri="{FF2B5EF4-FFF2-40B4-BE49-F238E27FC236}">
                <a16:creationId xmlns:a16="http://schemas.microsoft.com/office/drawing/2014/main" id="{8B339E29-E817-A572-E906-DA0AB40541D6}"/>
              </a:ext>
            </a:extLst>
          </p:cNvPr>
          <p:cNvSpPr txBox="1">
            <a:spLocks/>
          </p:cNvSpPr>
          <p:nvPr>
            <p:custDataLst>
              <p:tags r:id="rId19"/>
            </p:custDataLst>
          </p:nvPr>
        </p:nvSpPr>
        <p:spPr bwMode="gray">
          <a:xfrm>
            <a:off x="8435975" y="2300288"/>
            <a:ext cx="296863" cy="19208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468CEB6-0B60-4947-B590-A6C519E88FE2}" type="datetime'''''''''''''''''''''''5'''''''''''''''',''''''''''''''''9'''''">
              <a:rPr kumimoji="1" lang="zh-CN" altLang="en-US" sz="1400" smtClean="0">
                <a:latin typeface="HarmonyOS Sans SC" pitchFamily="2" charset="-122"/>
                <a:ea typeface="HarmonyOS Sans SC" pitchFamily="2" charset="-122"/>
              </a:rPr>
              <a:pPr/>
              <a:t>5,9</a:t>
            </a:fld>
            <a:endParaRPr kumimoji="1" lang="zh-CN" altLang="en-US" sz="1400" dirty="0">
              <a:latin typeface="HarmonyOS Sans SC" pitchFamily="2" charset="-122"/>
              <a:ea typeface="HarmonyOS Sans SC" pitchFamily="2" charset="-122"/>
              <a:sym typeface="HarmonyOS Sans SC" pitchFamily="2" charset="-122"/>
            </a:endParaRPr>
          </a:p>
        </p:txBody>
      </p:sp>
      <p:sp>
        <p:nvSpPr>
          <p:cNvPr id="63" name="文本占位符 2">
            <a:extLst>
              <a:ext uri="{FF2B5EF4-FFF2-40B4-BE49-F238E27FC236}">
                <a16:creationId xmlns:a16="http://schemas.microsoft.com/office/drawing/2014/main" id="{8B443480-DC06-C176-7F27-BE186FDD2E67}"/>
              </a:ext>
            </a:extLst>
          </p:cNvPr>
          <p:cNvSpPr txBox="1">
            <a:spLocks/>
          </p:cNvSpPr>
          <p:nvPr>
            <p:custDataLst>
              <p:tags r:id="rId20"/>
            </p:custDataLst>
          </p:nvPr>
        </p:nvSpPr>
        <p:spPr bwMode="auto">
          <a:xfrm>
            <a:off x="5140325" y="1973263"/>
            <a:ext cx="1165225" cy="273050"/>
          </a:xfrm>
          <a:prstGeom prst="ellipse">
            <a:avLst/>
          </a:prstGeom>
          <a:solidFill>
            <a:schemeClr val="bg1"/>
          </a:solidFill>
          <a:ln w="9525" cmpd="sng">
            <a:noFill/>
          </a:ln>
          <a:effectLst/>
          <a:extLst>
            <a:ext uri="{91240B29-F687-4F45-9708-019B960494DF}">
              <a14:hiddenLine xmlns:a14="http://schemas.microsoft.com/office/drawing/2010/main" w="9525" cmpd="sng">
                <a:solidFill>
                  <a:schemeClr val="tx1"/>
                </a:solidFill>
              </a14:hiddenLine>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r>
              <a:rPr kumimoji="1" lang="en-US" altLang="en-US" sz="1400" b="1" dirty="0">
                <a:effectLst/>
                <a:latin typeface="HarmonyOS Sans SC" pitchFamily="2" charset="-122"/>
                <a:ea typeface="HarmonyOS Sans SC" pitchFamily="2" charset="-122"/>
              </a:rPr>
              <a:t>+14% p.a.</a:t>
            </a:r>
            <a:endParaRPr kumimoji="1" lang="zh-CN" altLang="en-US" sz="1400" b="1" dirty="0">
              <a:latin typeface="HarmonyOS Sans SC" pitchFamily="2" charset="-122"/>
              <a:ea typeface="HarmonyOS Sans SC" pitchFamily="2" charset="-122"/>
              <a:sym typeface="HarmonyOS Sans SC" pitchFamily="2" charset="-122"/>
            </a:endParaRPr>
          </a:p>
        </p:txBody>
      </p:sp>
      <p:sp>
        <p:nvSpPr>
          <p:cNvPr id="80" name="文本框 79">
            <a:extLst>
              <a:ext uri="{FF2B5EF4-FFF2-40B4-BE49-F238E27FC236}">
                <a16:creationId xmlns:a16="http://schemas.microsoft.com/office/drawing/2014/main" id="{E0935ACB-7020-3769-F82C-9E40A367CF73}"/>
              </a:ext>
            </a:extLst>
          </p:cNvPr>
          <p:cNvSpPr txBox="1"/>
          <p:nvPr/>
        </p:nvSpPr>
        <p:spPr>
          <a:xfrm>
            <a:off x="10014145" y="2527578"/>
            <a:ext cx="673582" cy="369332"/>
          </a:xfrm>
          <a:prstGeom prst="rect">
            <a:avLst/>
          </a:prstGeom>
          <a:noFill/>
        </p:spPr>
        <p:txBody>
          <a:bodyPr wrap="none" rtlCol="0">
            <a:spAutoFit/>
          </a:bodyPr>
          <a:lstStyle/>
          <a:p>
            <a:r>
              <a:rPr kumimoji="1" lang="en-US" altLang="zh-CN" b="1" i="1" dirty="0">
                <a:solidFill>
                  <a:srgbClr val="00B0F0"/>
                </a:solidFill>
                <a:latin typeface="HarmonyOS Sans SC Black" pitchFamily="2" charset="-122"/>
                <a:ea typeface="HarmonyOS Sans SC Black" pitchFamily="2" charset="-122"/>
              </a:rPr>
              <a:t>11%</a:t>
            </a:r>
            <a:endParaRPr kumimoji="1" lang="zh-CN" altLang="en-US" b="1" i="1" dirty="0">
              <a:solidFill>
                <a:srgbClr val="00B0F0"/>
              </a:solidFill>
              <a:latin typeface="HarmonyOS Sans SC Black" pitchFamily="2" charset="-122"/>
              <a:ea typeface="HarmonyOS Sans SC Black" pitchFamily="2" charset="-122"/>
            </a:endParaRPr>
          </a:p>
        </p:txBody>
      </p:sp>
      <p:sp>
        <p:nvSpPr>
          <p:cNvPr id="81" name="文本框 80">
            <a:extLst>
              <a:ext uri="{FF2B5EF4-FFF2-40B4-BE49-F238E27FC236}">
                <a16:creationId xmlns:a16="http://schemas.microsoft.com/office/drawing/2014/main" id="{EEE89C30-7ECA-A5B5-0C7F-24B590E30017}"/>
              </a:ext>
            </a:extLst>
          </p:cNvPr>
          <p:cNvSpPr txBox="1"/>
          <p:nvPr/>
        </p:nvSpPr>
        <p:spPr>
          <a:xfrm>
            <a:off x="10014145" y="4017423"/>
            <a:ext cx="673582" cy="369332"/>
          </a:xfrm>
          <a:prstGeom prst="rect">
            <a:avLst/>
          </a:prstGeom>
          <a:noFill/>
        </p:spPr>
        <p:txBody>
          <a:bodyPr wrap="none" rtlCol="0">
            <a:spAutoFit/>
          </a:bodyPr>
          <a:lstStyle/>
          <a:p>
            <a:r>
              <a:rPr kumimoji="1" lang="en-US" altLang="zh-CN" b="1" i="1" dirty="0">
                <a:solidFill>
                  <a:srgbClr val="00B0F0"/>
                </a:solidFill>
                <a:latin typeface="HarmonyOS Sans SC Black" pitchFamily="2" charset="-122"/>
                <a:ea typeface="HarmonyOS Sans SC Black" pitchFamily="2" charset="-122"/>
              </a:rPr>
              <a:t>14%</a:t>
            </a:r>
            <a:endParaRPr kumimoji="1" lang="zh-CN" altLang="en-US" b="1" i="1" dirty="0">
              <a:solidFill>
                <a:srgbClr val="00B0F0"/>
              </a:solidFill>
              <a:latin typeface="HarmonyOS Sans SC Black" pitchFamily="2" charset="-122"/>
              <a:ea typeface="HarmonyOS Sans SC Black" pitchFamily="2" charset="-122"/>
            </a:endParaRPr>
          </a:p>
        </p:txBody>
      </p:sp>
    </p:spTree>
    <p:extLst>
      <p:ext uri="{BB962C8B-B14F-4D97-AF65-F5344CB8AC3E}">
        <p14:creationId xmlns:p14="http://schemas.microsoft.com/office/powerpoint/2010/main" val="2638974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06F5E-2C5A-36C7-3854-6213E47DF156}"/>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8D91406-DD78-1803-8113-6D44F3299C8A}"/>
              </a:ext>
            </a:extLst>
          </p:cNvPr>
          <p:cNvGraphicFramePr>
            <a:graphicFrameLocks noChangeAspect="1"/>
          </p:cNvGraphicFramePr>
          <p:nvPr>
            <p:custDataLst>
              <p:tags r:id="rId1"/>
            </p:custDataLst>
            <p:extLst>
              <p:ext uri="{D42A27DB-BD31-4B8C-83A1-F6EECF244321}">
                <p14:modId xmlns:p14="http://schemas.microsoft.com/office/powerpoint/2010/main" val="269930823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6" imgW="7772400" imgH="10058400" progId="TCLayout.ActiveDocument.1">
                  <p:embed/>
                </p:oleObj>
              </mc:Choice>
              <mc:Fallback>
                <p:oleObj name="think-cell 幻灯片" r:id="rId6" imgW="7772400" imgH="10058400" progId="TCLayout.ActiveDocument.1">
                  <p:embed/>
                  <p:pic>
                    <p:nvPicPr>
                      <p:cNvPr id="4" name="think-cell data - do not delete" hidden="1">
                        <a:extLst>
                          <a:ext uri="{FF2B5EF4-FFF2-40B4-BE49-F238E27FC236}">
                            <a16:creationId xmlns:a16="http://schemas.microsoft.com/office/drawing/2014/main" id="{C15C0E39-063C-C08B-C2D7-23E235FDF05B}"/>
                          </a:ext>
                        </a:extLst>
                      </p:cNvPr>
                      <p:cNvPicPr/>
                      <p:nvPr/>
                    </p:nvPicPr>
                    <p:blipFill>
                      <a:blip r:embed="rId7"/>
                      <a:stretch>
                        <a:fillRect/>
                      </a:stretch>
                    </p:blipFill>
                    <p:spPr>
                      <a:xfrm>
                        <a:off x="1588" y="1588"/>
                        <a:ext cx="1227" cy="1588"/>
                      </a:xfrm>
                      <a:prstGeom prst="rect">
                        <a:avLst/>
                      </a:prstGeom>
                    </p:spPr>
                  </p:pic>
                </p:oleObj>
              </mc:Fallback>
            </mc:AlternateContent>
          </a:graphicData>
        </a:graphic>
      </p:graphicFrame>
      <p:sp>
        <p:nvSpPr>
          <p:cNvPr id="115" name="矩形 114">
            <a:extLst>
              <a:ext uri="{FF2B5EF4-FFF2-40B4-BE49-F238E27FC236}">
                <a16:creationId xmlns:a16="http://schemas.microsoft.com/office/drawing/2014/main" id="{433C4CEF-2106-CC65-98F4-877A96966B8A}"/>
              </a:ext>
            </a:extLst>
          </p:cNvPr>
          <p:cNvSpPr/>
          <p:nvPr/>
        </p:nvSpPr>
        <p:spPr>
          <a:xfrm>
            <a:off x="5388256" y="4886053"/>
            <a:ext cx="6232244" cy="111584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矩形 113">
            <a:extLst>
              <a:ext uri="{FF2B5EF4-FFF2-40B4-BE49-F238E27FC236}">
                <a16:creationId xmlns:a16="http://schemas.microsoft.com/office/drawing/2014/main" id="{CED69E9D-9D2C-2140-7072-5AB20A6A9092}"/>
              </a:ext>
            </a:extLst>
          </p:cNvPr>
          <p:cNvSpPr/>
          <p:nvPr/>
        </p:nvSpPr>
        <p:spPr>
          <a:xfrm>
            <a:off x="5388256" y="2257918"/>
            <a:ext cx="6199223" cy="717057"/>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72D02724-607C-199F-8CDB-53F5A0A0F5B5}"/>
              </a:ext>
            </a:extLst>
          </p:cNvPr>
          <p:cNvSpPr txBox="1"/>
          <p:nvPr/>
        </p:nvSpPr>
        <p:spPr>
          <a:xfrm>
            <a:off x="488437" y="295334"/>
            <a:ext cx="11215126" cy="369332"/>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Chinese travelers prefer self-guided excursions and small-sized premium tours</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93FA1B81-3226-B330-AE48-DDA9EC245572}"/>
              </a:ext>
            </a:extLst>
          </p:cNvPr>
          <p:cNvSpPr txBox="1"/>
          <p:nvPr/>
        </p:nvSpPr>
        <p:spPr>
          <a:xfrm>
            <a:off x="488437" y="752885"/>
            <a:ext cx="6417141" cy="701859"/>
          </a:xfrm>
          <a:prstGeom prst="rect">
            <a:avLst/>
          </a:prstGeom>
          <a:noFill/>
        </p:spPr>
        <p:txBody>
          <a:bodyPr wrap="none" rtlCol="0">
            <a:spAutoFit/>
          </a:bodyPr>
          <a:lstStyle/>
          <a:p>
            <a:pPr>
              <a:lnSpc>
                <a:spcPct val="150000"/>
              </a:lnSpc>
            </a:pPr>
            <a:r>
              <a:rPr kumimoji="1" lang="en-US" altLang="zh-CN" sz="1400" dirty="0">
                <a:latin typeface="HarmonyOS Sans SC" pitchFamily="2" charset="-122"/>
                <a:ea typeface="HarmonyOS Sans SC" pitchFamily="2" charset="-122"/>
              </a:rPr>
              <a:t>Type of trip for the most recent domestic trip and average spending per trip</a:t>
            </a:r>
          </a:p>
          <a:p>
            <a:pPr>
              <a:lnSpc>
                <a:spcPct val="150000"/>
              </a:lnSpc>
            </a:pPr>
            <a:r>
              <a:rPr kumimoji="1" lang="en-US" altLang="zh-CN" sz="1400" dirty="0">
                <a:latin typeface="HarmonyOS Sans SC" pitchFamily="2" charset="-122"/>
                <a:ea typeface="HarmonyOS Sans SC" pitchFamily="2" charset="-122"/>
              </a:rPr>
              <a:t>% of survey respondents</a:t>
            </a:r>
            <a:r>
              <a:rPr kumimoji="1" lang="zh-CN" altLang="en-US" sz="1400" dirty="0">
                <a:latin typeface="HarmonyOS Sans SC" pitchFamily="2" charset="-122"/>
                <a:ea typeface="HarmonyOS Sans SC" pitchFamily="2" charset="-122"/>
              </a:rPr>
              <a:t>（</a:t>
            </a:r>
            <a:r>
              <a:rPr kumimoji="1" lang="en-US" altLang="zh-CN" sz="1400" dirty="0">
                <a:latin typeface="HarmonyOS Sans SC" pitchFamily="2" charset="-122"/>
                <a:ea typeface="HarmonyOS Sans SC" pitchFamily="2" charset="-122"/>
              </a:rPr>
              <a:t>N=1,058</a:t>
            </a:r>
            <a:r>
              <a:rPr kumimoji="1" lang="zh-CN" altLang="en-US" sz="1400" dirty="0">
                <a:latin typeface="HarmonyOS Sans SC" pitchFamily="2" charset="-122"/>
                <a:ea typeface="HarmonyOS Sans SC" pitchFamily="2" charset="-122"/>
              </a:rPr>
              <a:t>）</a:t>
            </a:r>
          </a:p>
        </p:txBody>
      </p:sp>
      <p:sp>
        <p:nvSpPr>
          <p:cNvPr id="174" name="文本框 173">
            <a:extLst>
              <a:ext uri="{FF2B5EF4-FFF2-40B4-BE49-F238E27FC236}">
                <a16:creationId xmlns:a16="http://schemas.microsoft.com/office/drawing/2014/main" id="{1456B806-A887-78A5-CF99-F134C729CD94}"/>
              </a:ext>
            </a:extLst>
          </p:cNvPr>
          <p:cNvSpPr txBox="1"/>
          <p:nvPr/>
        </p:nvSpPr>
        <p:spPr>
          <a:xfrm>
            <a:off x="488437" y="6209355"/>
            <a:ext cx="2419252" cy="246221"/>
          </a:xfrm>
          <a:prstGeom prst="rect">
            <a:avLst/>
          </a:prstGeom>
          <a:noFill/>
        </p:spPr>
        <p:txBody>
          <a:bodyPr wrap="none" rtlCol="0">
            <a:spAutoFit/>
          </a:bodyPr>
          <a:lstStyle/>
          <a:p>
            <a:r>
              <a:rPr kumimoji="1" lang="en-US" altLang="zh-CN" sz="1000" dirty="0">
                <a:latin typeface="HarmonyOS Sans SC Light" pitchFamily="2" charset="-122"/>
                <a:ea typeface="HarmonyOS Sans SC Light" pitchFamily="2" charset="-122"/>
              </a:rPr>
              <a:t>1 including river cruise and other types</a:t>
            </a:r>
          </a:p>
        </p:txBody>
      </p:sp>
      <p:graphicFrame>
        <p:nvGraphicFramePr>
          <p:cNvPr id="75" name="Chart 3">
            <a:extLst>
              <a:ext uri="{FF2B5EF4-FFF2-40B4-BE49-F238E27FC236}">
                <a16:creationId xmlns:a16="http://schemas.microsoft.com/office/drawing/2014/main" id="{A25C54FA-9465-0E78-5BA1-5758972441E2}"/>
              </a:ext>
            </a:extLst>
          </p:cNvPr>
          <p:cNvGraphicFramePr/>
          <p:nvPr>
            <p:custDataLst>
              <p:tags r:id="rId2"/>
            </p:custDataLst>
            <p:extLst>
              <p:ext uri="{D42A27DB-BD31-4B8C-83A1-F6EECF244321}">
                <p14:modId xmlns:p14="http://schemas.microsoft.com/office/powerpoint/2010/main" val="214629485"/>
              </p:ext>
            </p:extLst>
          </p:nvPr>
        </p:nvGraphicFramePr>
        <p:xfrm>
          <a:off x="2674938" y="1652588"/>
          <a:ext cx="2627312" cy="4613275"/>
        </p:xfrm>
        <a:graphic>
          <a:graphicData uri="http://schemas.openxmlformats.org/drawingml/2006/chart">
            <c:chart xmlns:c="http://schemas.openxmlformats.org/drawingml/2006/chart" xmlns:r="http://schemas.openxmlformats.org/officeDocument/2006/relationships" r:id="rId8"/>
          </a:graphicData>
        </a:graphic>
      </p:graphicFrame>
      <p:sp>
        <p:nvSpPr>
          <p:cNvPr id="28" name="文本占位符 2">
            <a:extLst>
              <a:ext uri="{FF2B5EF4-FFF2-40B4-BE49-F238E27FC236}">
                <a16:creationId xmlns:a16="http://schemas.microsoft.com/office/drawing/2014/main" id="{62B11759-E95F-726D-B302-56629FDA2442}"/>
              </a:ext>
            </a:extLst>
          </p:cNvPr>
          <p:cNvSpPr txBox="1">
            <a:spLocks/>
          </p:cNvSpPr>
          <p:nvPr>
            <p:custDataLst>
              <p:tags r:id="rId3"/>
            </p:custDataLst>
          </p:nvPr>
        </p:nvSpPr>
        <p:spPr bwMode="gray">
          <a:xfrm>
            <a:off x="3922713" y="1876425"/>
            <a:ext cx="131763" cy="165100"/>
          </a:xfrm>
          <a:prstGeom prst="rect">
            <a:avLst/>
          </a:prstGeom>
          <a:solidFill>
            <a:srgbClr val="4D4D4D"/>
          </a:solidFill>
          <a:ln>
            <a:noFill/>
          </a:ln>
          <a:effec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C1F281C-F3E1-46CF-B590-D9A24A469E33}" type="datetime'''''2'''''''''''''''''''''''''''''''''''''''''''''''''">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2</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76" name="矩形 75">
            <a:extLst>
              <a:ext uri="{FF2B5EF4-FFF2-40B4-BE49-F238E27FC236}">
                <a16:creationId xmlns:a16="http://schemas.microsoft.com/office/drawing/2014/main" id="{0E4A7FD2-56FB-2D31-6407-59A744AC71F9}"/>
              </a:ext>
            </a:extLst>
          </p:cNvPr>
          <p:cNvSpPr/>
          <p:nvPr/>
        </p:nvSpPr>
        <p:spPr>
          <a:xfrm>
            <a:off x="571500" y="1920876"/>
            <a:ext cx="2651981" cy="248285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7" name="矩形 76">
            <a:extLst>
              <a:ext uri="{FF2B5EF4-FFF2-40B4-BE49-F238E27FC236}">
                <a16:creationId xmlns:a16="http://schemas.microsoft.com/office/drawing/2014/main" id="{D86AC1C1-5A5F-36C9-CB69-84E51C5150FB}"/>
              </a:ext>
            </a:extLst>
          </p:cNvPr>
          <p:cNvSpPr/>
          <p:nvPr/>
        </p:nvSpPr>
        <p:spPr>
          <a:xfrm>
            <a:off x="571500" y="4413251"/>
            <a:ext cx="2651981" cy="1581149"/>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8" name="文本框 77">
            <a:extLst>
              <a:ext uri="{FF2B5EF4-FFF2-40B4-BE49-F238E27FC236}">
                <a16:creationId xmlns:a16="http://schemas.microsoft.com/office/drawing/2014/main" id="{2DB85DAE-25F6-7E91-D73D-5F8BE14BA635}"/>
              </a:ext>
            </a:extLst>
          </p:cNvPr>
          <p:cNvSpPr txBox="1"/>
          <p:nvPr/>
        </p:nvSpPr>
        <p:spPr>
          <a:xfrm>
            <a:off x="729542" y="2869913"/>
            <a:ext cx="2335896" cy="584775"/>
          </a:xfrm>
          <a:prstGeom prst="rect">
            <a:avLst/>
          </a:prstGeom>
          <a:noFill/>
        </p:spPr>
        <p:txBody>
          <a:bodyPr wrap="none" rtlCol="0">
            <a:spAutoFit/>
          </a:bodyPr>
          <a:lstStyle/>
          <a:p>
            <a:r>
              <a:rPr kumimoji="1" lang="en-US" altLang="zh-CN" sz="1600" dirty="0">
                <a:solidFill>
                  <a:schemeClr val="bg1"/>
                </a:solidFill>
                <a:latin typeface="HarmonyOS Sans SC" pitchFamily="2" charset="-122"/>
                <a:ea typeface="HarmonyOS Sans SC" pitchFamily="2" charset="-122"/>
              </a:rPr>
              <a:t>Self-/ semi-self guided</a:t>
            </a:r>
          </a:p>
          <a:p>
            <a:r>
              <a:rPr kumimoji="1" lang="en-US" altLang="zh-CN" sz="1600" dirty="0">
                <a:solidFill>
                  <a:schemeClr val="bg1"/>
                </a:solidFill>
                <a:latin typeface="HarmonyOS Sans SC" pitchFamily="2" charset="-122"/>
                <a:ea typeface="HarmonyOS Sans SC" pitchFamily="2" charset="-122"/>
              </a:rPr>
              <a:t>tour</a:t>
            </a:r>
            <a:endParaRPr kumimoji="1" lang="zh-CN" altLang="en-US" sz="1600" dirty="0">
              <a:solidFill>
                <a:schemeClr val="bg1"/>
              </a:solidFill>
              <a:latin typeface="HarmonyOS Sans SC" pitchFamily="2" charset="-122"/>
              <a:ea typeface="HarmonyOS Sans SC" pitchFamily="2" charset="-122"/>
            </a:endParaRPr>
          </a:p>
        </p:txBody>
      </p:sp>
      <p:sp>
        <p:nvSpPr>
          <p:cNvPr id="82" name="文本框 81">
            <a:extLst>
              <a:ext uri="{FF2B5EF4-FFF2-40B4-BE49-F238E27FC236}">
                <a16:creationId xmlns:a16="http://schemas.microsoft.com/office/drawing/2014/main" id="{AB9AC49D-B988-5FFB-710A-0D9E2B051651}"/>
              </a:ext>
            </a:extLst>
          </p:cNvPr>
          <p:cNvSpPr txBox="1"/>
          <p:nvPr/>
        </p:nvSpPr>
        <p:spPr>
          <a:xfrm>
            <a:off x="729542" y="5034548"/>
            <a:ext cx="1425390" cy="338554"/>
          </a:xfrm>
          <a:prstGeom prst="rect">
            <a:avLst/>
          </a:prstGeom>
          <a:noFill/>
        </p:spPr>
        <p:txBody>
          <a:bodyPr wrap="none" rtlCol="0">
            <a:spAutoFit/>
          </a:bodyPr>
          <a:lstStyle/>
          <a:p>
            <a:r>
              <a:rPr kumimoji="1" lang="en-US" altLang="zh-CN" sz="1600" dirty="0">
                <a:solidFill>
                  <a:schemeClr val="bg1"/>
                </a:solidFill>
                <a:latin typeface="HarmonyOS Sans SC" pitchFamily="2" charset="-122"/>
                <a:ea typeface="HarmonyOS Sans SC" pitchFamily="2" charset="-122"/>
              </a:rPr>
              <a:t>Package tour</a:t>
            </a:r>
            <a:endParaRPr kumimoji="1" lang="zh-CN" altLang="en-US" sz="1600" dirty="0">
              <a:solidFill>
                <a:schemeClr val="bg1"/>
              </a:solidFill>
              <a:latin typeface="HarmonyOS Sans SC" pitchFamily="2" charset="-122"/>
              <a:ea typeface="HarmonyOS Sans SC" pitchFamily="2" charset="-122"/>
            </a:endParaRPr>
          </a:p>
        </p:txBody>
      </p:sp>
      <p:sp>
        <p:nvSpPr>
          <p:cNvPr id="83" name="文本框 82">
            <a:extLst>
              <a:ext uri="{FF2B5EF4-FFF2-40B4-BE49-F238E27FC236}">
                <a16:creationId xmlns:a16="http://schemas.microsoft.com/office/drawing/2014/main" id="{9F4A03FA-F5D6-FB50-709D-A291750768DF}"/>
              </a:ext>
            </a:extLst>
          </p:cNvPr>
          <p:cNvSpPr txBox="1"/>
          <p:nvPr/>
        </p:nvSpPr>
        <p:spPr>
          <a:xfrm>
            <a:off x="5563471" y="1805086"/>
            <a:ext cx="806631"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Others</a:t>
            </a:r>
            <a:r>
              <a:rPr kumimoji="1" lang="en-US" altLang="zh-CN" sz="1400" baseline="30000" dirty="0">
                <a:latin typeface="HarmonyOS Sans SC" pitchFamily="2" charset="-122"/>
                <a:ea typeface="HarmonyOS Sans SC" pitchFamily="2" charset="-122"/>
              </a:rPr>
              <a:t>1</a:t>
            </a:r>
            <a:endParaRPr kumimoji="1" lang="zh-CN" altLang="en-US" sz="1400" baseline="30000" dirty="0">
              <a:latin typeface="HarmonyOS Sans SC" pitchFamily="2" charset="-122"/>
              <a:ea typeface="HarmonyOS Sans SC" pitchFamily="2" charset="-122"/>
            </a:endParaRPr>
          </a:p>
        </p:txBody>
      </p:sp>
      <p:sp>
        <p:nvSpPr>
          <p:cNvPr id="84" name="文本框 83">
            <a:extLst>
              <a:ext uri="{FF2B5EF4-FFF2-40B4-BE49-F238E27FC236}">
                <a16:creationId xmlns:a16="http://schemas.microsoft.com/office/drawing/2014/main" id="{6DEAD251-8305-1643-6901-224EA55F21A6}"/>
              </a:ext>
            </a:extLst>
          </p:cNvPr>
          <p:cNvSpPr txBox="1"/>
          <p:nvPr/>
        </p:nvSpPr>
        <p:spPr>
          <a:xfrm>
            <a:off x="5563471" y="2486238"/>
            <a:ext cx="1604927"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Self-guided tour</a:t>
            </a:r>
            <a:endParaRPr kumimoji="1" lang="zh-CN" altLang="en-US" sz="1400" b="1" baseline="30000" dirty="0">
              <a:latin typeface="HarmonyOS Sans SC" pitchFamily="2" charset="-122"/>
              <a:ea typeface="HarmonyOS Sans SC" pitchFamily="2" charset="-122"/>
            </a:endParaRPr>
          </a:p>
        </p:txBody>
      </p:sp>
      <p:sp>
        <p:nvSpPr>
          <p:cNvPr id="85" name="文本框 84">
            <a:extLst>
              <a:ext uri="{FF2B5EF4-FFF2-40B4-BE49-F238E27FC236}">
                <a16:creationId xmlns:a16="http://schemas.microsoft.com/office/drawing/2014/main" id="{2B5349E9-263E-5F1B-F465-D750AD853A8E}"/>
              </a:ext>
            </a:extLst>
          </p:cNvPr>
          <p:cNvSpPr txBox="1"/>
          <p:nvPr/>
        </p:nvSpPr>
        <p:spPr>
          <a:xfrm>
            <a:off x="5563471" y="3167390"/>
            <a:ext cx="4924746"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Joined a local short-haul package tour at destination on a</a:t>
            </a:r>
          </a:p>
          <a:p>
            <a:r>
              <a:rPr kumimoji="1" lang="en-US" altLang="zh-CN" sz="1400" dirty="0">
                <a:latin typeface="HarmonyOS Sans SC" pitchFamily="2" charset="-122"/>
                <a:ea typeface="HarmonyOS Sans SC" pitchFamily="2" charset="-122"/>
              </a:rPr>
              <a:t>self-guided/semi-self-guided tour</a:t>
            </a:r>
            <a:endParaRPr kumimoji="1" lang="zh-CN" altLang="en-US" sz="1400" baseline="30000" dirty="0">
              <a:latin typeface="HarmonyOS Sans SC" pitchFamily="2" charset="-122"/>
              <a:ea typeface="HarmonyOS Sans SC" pitchFamily="2" charset="-122"/>
            </a:endParaRPr>
          </a:p>
        </p:txBody>
      </p:sp>
      <p:cxnSp>
        <p:nvCxnSpPr>
          <p:cNvPr id="87" name="直线连接符 86">
            <a:extLst>
              <a:ext uri="{FF2B5EF4-FFF2-40B4-BE49-F238E27FC236}">
                <a16:creationId xmlns:a16="http://schemas.microsoft.com/office/drawing/2014/main" id="{4927FFCA-B6D5-A581-1C9C-279AA49A8AA7}"/>
              </a:ext>
            </a:extLst>
          </p:cNvPr>
          <p:cNvCxnSpPr>
            <a:cxnSpLocks/>
          </p:cNvCxnSpPr>
          <p:nvPr/>
        </p:nvCxnSpPr>
        <p:spPr>
          <a:xfrm>
            <a:off x="4678680" y="1996440"/>
            <a:ext cx="709577" cy="261478"/>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88" name="直线连接符 87">
            <a:extLst>
              <a:ext uri="{FF2B5EF4-FFF2-40B4-BE49-F238E27FC236}">
                <a16:creationId xmlns:a16="http://schemas.microsoft.com/office/drawing/2014/main" id="{6300C786-D16B-4500-4E6C-2476C3EB5A75}"/>
              </a:ext>
            </a:extLst>
          </p:cNvPr>
          <p:cNvCxnSpPr>
            <a:cxnSpLocks/>
          </p:cNvCxnSpPr>
          <p:nvPr/>
        </p:nvCxnSpPr>
        <p:spPr>
          <a:xfrm>
            <a:off x="5388257" y="2260600"/>
            <a:ext cx="6199223"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94" name="直线连接符 93">
            <a:extLst>
              <a:ext uri="{FF2B5EF4-FFF2-40B4-BE49-F238E27FC236}">
                <a16:creationId xmlns:a16="http://schemas.microsoft.com/office/drawing/2014/main" id="{C717081F-76AC-8A2C-2743-1DB3F4F697D8}"/>
              </a:ext>
            </a:extLst>
          </p:cNvPr>
          <p:cNvCxnSpPr>
            <a:cxnSpLocks/>
          </p:cNvCxnSpPr>
          <p:nvPr/>
        </p:nvCxnSpPr>
        <p:spPr>
          <a:xfrm>
            <a:off x="5393161" y="2974975"/>
            <a:ext cx="6199223"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95" name="直线连接符 94">
            <a:extLst>
              <a:ext uri="{FF2B5EF4-FFF2-40B4-BE49-F238E27FC236}">
                <a16:creationId xmlns:a16="http://schemas.microsoft.com/office/drawing/2014/main" id="{510CD86A-1DF5-D872-4368-46094D214A06}"/>
              </a:ext>
            </a:extLst>
          </p:cNvPr>
          <p:cNvCxnSpPr>
            <a:cxnSpLocks/>
          </p:cNvCxnSpPr>
          <p:nvPr/>
        </p:nvCxnSpPr>
        <p:spPr>
          <a:xfrm flipV="1">
            <a:off x="4678679" y="2974975"/>
            <a:ext cx="709578" cy="533414"/>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0" name="直线连接符 99">
            <a:extLst>
              <a:ext uri="{FF2B5EF4-FFF2-40B4-BE49-F238E27FC236}">
                <a16:creationId xmlns:a16="http://schemas.microsoft.com/office/drawing/2014/main" id="{5769AE01-E208-996D-CDA9-17F09225F317}"/>
              </a:ext>
            </a:extLst>
          </p:cNvPr>
          <p:cNvCxnSpPr>
            <a:cxnSpLocks/>
          </p:cNvCxnSpPr>
          <p:nvPr/>
        </p:nvCxnSpPr>
        <p:spPr>
          <a:xfrm>
            <a:off x="5388256" y="3816350"/>
            <a:ext cx="6199223"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1" name="直线连接符 100">
            <a:extLst>
              <a:ext uri="{FF2B5EF4-FFF2-40B4-BE49-F238E27FC236}">
                <a16:creationId xmlns:a16="http://schemas.microsoft.com/office/drawing/2014/main" id="{8E10A372-FEBD-75B3-0241-ACCB043A566A}"/>
              </a:ext>
            </a:extLst>
          </p:cNvPr>
          <p:cNvCxnSpPr>
            <a:cxnSpLocks/>
          </p:cNvCxnSpPr>
          <p:nvPr/>
        </p:nvCxnSpPr>
        <p:spPr>
          <a:xfrm flipV="1">
            <a:off x="4673774" y="3816350"/>
            <a:ext cx="719387" cy="65414"/>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3" name="文本框 102">
            <a:extLst>
              <a:ext uri="{FF2B5EF4-FFF2-40B4-BE49-F238E27FC236}">
                <a16:creationId xmlns:a16="http://schemas.microsoft.com/office/drawing/2014/main" id="{620CDAF5-7F25-C006-7208-F0AD0813A655}"/>
              </a:ext>
            </a:extLst>
          </p:cNvPr>
          <p:cNvSpPr txBox="1"/>
          <p:nvPr/>
        </p:nvSpPr>
        <p:spPr>
          <a:xfrm>
            <a:off x="5563471" y="3928115"/>
            <a:ext cx="2007281"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Semi-self-guided tour</a:t>
            </a:r>
            <a:endParaRPr kumimoji="1" lang="zh-CN" altLang="en-US" sz="1400" baseline="30000" dirty="0">
              <a:latin typeface="HarmonyOS Sans SC" pitchFamily="2" charset="-122"/>
              <a:ea typeface="HarmonyOS Sans SC" pitchFamily="2" charset="-122"/>
            </a:endParaRPr>
          </a:p>
        </p:txBody>
      </p:sp>
      <p:cxnSp>
        <p:nvCxnSpPr>
          <p:cNvPr id="104" name="直线连接符 103">
            <a:extLst>
              <a:ext uri="{FF2B5EF4-FFF2-40B4-BE49-F238E27FC236}">
                <a16:creationId xmlns:a16="http://schemas.microsoft.com/office/drawing/2014/main" id="{DA218435-CD4A-4341-A65D-E31A55C1063C}"/>
              </a:ext>
            </a:extLst>
          </p:cNvPr>
          <p:cNvCxnSpPr>
            <a:cxnSpLocks/>
          </p:cNvCxnSpPr>
          <p:nvPr/>
        </p:nvCxnSpPr>
        <p:spPr>
          <a:xfrm flipV="1">
            <a:off x="4673774" y="4338312"/>
            <a:ext cx="719387" cy="65414"/>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5" name="直线连接符 104">
            <a:extLst>
              <a:ext uri="{FF2B5EF4-FFF2-40B4-BE49-F238E27FC236}">
                <a16:creationId xmlns:a16="http://schemas.microsoft.com/office/drawing/2014/main" id="{9CDA580F-6A9D-1DB0-049E-839E48E9BEA5}"/>
              </a:ext>
            </a:extLst>
          </p:cNvPr>
          <p:cNvCxnSpPr>
            <a:cxnSpLocks/>
          </p:cNvCxnSpPr>
          <p:nvPr/>
        </p:nvCxnSpPr>
        <p:spPr>
          <a:xfrm>
            <a:off x="5388256" y="4338312"/>
            <a:ext cx="6199223"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6" name="文本框 105">
            <a:extLst>
              <a:ext uri="{FF2B5EF4-FFF2-40B4-BE49-F238E27FC236}">
                <a16:creationId xmlns:a16="http://schemas.microsoft.com/office/drawing/2014/main" id="{17DAF1F1-5C8B-30D3-0454-61BE66C84922}"/>
              </a:ext>
            </a:extLst>
          </p:cNvPr>
          <p:cNvSpPr txBox="1"/>
          <p:nvPr/>
        </p:nvSpPr>
        <p:spPr>
          <a:xfrm>
            <a:off x="5563471" y="4483666"/>
            <a:ext cx="3892412"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Package tour with travel in bus </a:t>
            </a:r>
            <a:r>
              <a:rPr kumimoji="1" lang="zh-CN" altLang="en-US" sz="1400" dirty="0">
                <a:latin typeface="HarmonyOS Sans SC" pitchFamily="2" charset="-122"/>
                <a:ea typeface="HarmonyOS Sans SC" pitchFamily="2" charset="-122"/>
              </a:rPr>
              <a:t>（</a:t>
            </a:r>
            <a:r>
              <a:rPr kumimoji="1" lang="en-US" altLang="zh-CN" sz="1400" dirty="0">
                <a:latin typeface="HarmonyOS Sans SC" pitchFamily="2" charset="-122"/>
                <a:ea typeface="HarmonyOS Sans SC" pitchFamily="2" charset="-122"/>
              </a:rPr>
              <a:t>21-50 pp</a:t>
            </a:r>
            <a:r>
              <a:rPr kumimoji="1" lang="zh-CN" altLang="en-US" sz="1400" dirty="0">
                <a:latin typeface="HarmonyOS Sans SC" pitchFamily="2" charset="-122"/>
                <a:ea typeface="HarmonyOS Sans SC" pitchFamily="2" charset="-122"/>
              </a:rPr>
              <a:t>）</a:t>
            </a:r>
            <a:endParaRPr kumimoji="1" lang="zh-CN" altLang="en-US" sz="1400" baseline="30000" dirty="0">
              <a:latin typeface="HarmonyOS Sans SC" pitchFamily="2" charset="-122"/>
              <a:ea typeface="HarmonyOS Sans SC" pitchFamily="2" charset="-122"/>
            </a:endParaRPr>
          </a:p>
        </p:txBody>
      </p:sp>
      <p:cxnSp>
        <p:nvCxnSpPr>
          <p:cNvPr id="107" name="直线连接符 106">
            <a:extLst>
              <a:ext uri="{FF2B5EF4-FFF2-40B4-BE49-F238E27FC236}">
                <a16:creationId xmlns:a16="http://schemas.microsoft.com/office/drawing/2014/main" id="{B6B5E21C-870D-BE3A-D027-105E6D21C6C1}"/>
              </a:ext>
            </a:extLst>
          </p:cNvPr>
          <p:cNvCxnSpPr>
            <a:cxnSpLocks/>
          </p:cNvCxnSpPr>
          <p:nvPr/>
        </p:nvCxnSpPr>
        <p:spPr>
          <a:xfrm flipV="1">
            <a:off x="4673774" y="4878554"/>
            <a:ext cx="719387" cy="65414"/>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8" name="直线连接符 107">
            <a:extLst>
              <a:ext uri="{FF2B5EF4-FFF2-40B4-BE49-F238E27FC236}">
                <a16:creationId xmlns:a16="http://schemas.microsoft.com/office/drawing/2014/main" id="{6D9F646F-8096-C62B-6835-BBBE06D5DAA2}"/>
              </a:ext>
            </a:extLst>
          </p:cNvPr>
          <p:cNvCxnSpPr>
            <a:cxnSpLocks/>
          </p:cNvCxnSpPr>
          <p:nvPr/>
        </p:nvCxnSpPr>
        <p:spPr>
          <a:xfrm>
            <a:off x="5388256" y="4879816"/>
            <a:ext cx="6232244"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9" name="文本框 108">
            <a:extLst>
              <a:ext uri="{FF2B5EF4-FFF2-40B4-BE49-F238E27FC236}">
                <a16:creationId xmlns:a16="http://schemas.microsoft.com/office/drawing/2014/main" id="{EE0EA4DF-C925-5CCF-AC92-C3AF3F3A8328}"/>
              </a:ext>
            </a:extLst>
          </p:cNvPr>
          <p:cNvSpPr txBox="1"/>
          <p:nvPr/>
        </p:nvSpPr>
        <p:spPr>
          <a:xfrm>
            <a:off x="5563471" y="5066821"/>
            <a:ext cx="3985386"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Mid-end/high-end coach tour </a:t>
            </a:r>
            <a:r>
              <a:rPr kumimoji="1" lang="zh-CN" altLang="en-US" sz="1400" b="1" dirty="0">
                <a:latin typeface="HarmonyOS Sans SC" pitchFamily="2" charset="-122"/>
                <a:ea typeface="HarmonyOS Sans SC" pitchFamily="2" charset="-122"/>
              </a:rPr>
              <a:t>（</a:t>
            </a:r>
            <a:r>
              <a:rPr kumimoji="1" lang="en-US" altLang="zh-CN" sz="1400" b="1" dirty="0">
                <a:latin typeface="HarmonyOS Sans SC" pitchFamily="2" charset="-122"/>
                <a:ea typeface="HarmonyOS Sans SC" pitchFamily="2" charset="-122"/>
              </a:rPr>
              <a:t>10-20 ppl</a:t>
            </a:r>
            <a:r>
              <a:rPr kumimoji="1" lang="zh-CN" altLang="en-US" sz="1400" b="1" dirty="0">
                <a:latin typeface="HarmonyOS Sans SC" pitchFamily="2" charset="-122"/>
                <a:ea typeface="HarmonyOS Sans SC" pitchFamily="2" charset="-122"/>
              </a:rPr>
              <a:t>）</a:t>
            </a:r>
            <a:endParaRPr kumimoji="1" lang="zh-CN" altLang="en-US" sz="1400" b="1" baseline="30000" dirty="0">
              <a:latin typeface="HarmonyOS Sans SC" pitchFamily="2" charset="-122"/>
              <a:ea typeface="HarmonyOS Sans SC" pitchFamily="2" charset="-122"/>
            </a:endParaRPr>
          </a:p>
        </p:txBody>
      </p:sp>
      <p:cxnSp>
        <p:nvCxnSpPr>
          <p:cNvPr id="110" name="直线连接符 109">
            <a:extLst>
              <a:ext uri="{FF2B5EF4-FFF2-40B4-BE49-F238E27FC236}">
                <a16:creationId xmlns:a16="http://schemas.microsoft.com/office/drawing/2014/main" id="{86662A45-81BA-4DAE-F61D-63927DA2B556}"/>
              </a:ext>
            </a:extLst>
          </p:cNvPr>
          <p:cNvCxnSpPr>
            <a:cxnSpLocks/>
          </p:cNvCxnSpPr>
          <p:nvPr/>
        </p:nvCxnSpPr>
        <p:spPr>
          <a:xfrm flipV="1">
            <a:off x="4673774" y="5485471"/>
            <a:ext cx="714482" cy="108838"/>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2" name="直线连接符 111">
            <a:extLst>
              <a:ext uri="{FF2B5EF4-FFF2-40B4-BE49-F238E27FC236}">
                <a16:creationId xmlns:a16="http://schemas.microsoft.com/office/drawing/2014/main" id="{584612DB-4FF5-0CAE-DE5E-E92118DE3B5C}"/>
              </a:ext>
            </a:extLst>
          </p:cNvPr>
          <p:cNvCxnSpPr>
            <a:cxnSpLocks/>
          </p:cNvCxnSpPr>
          <p:nvPr/>
        </p:nvCxnSpPr>
        <p:spPr>
          <a:xfrm>
            <a:off x="5388256" y="5485471"/>
            <a:ext cx="6232244"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13" name="文本框 112">
            <a:extLst>
              <a:ext uri="{FF2B5EF4-FFF2-40B4-BE49-F238E27FC236}">
                <a16:creationId xmlns:a16="http://schemas.microsoft.com/office/drawing/2014/main" id="{16E863CF-EB88-1675-3A89-2EC010D31D45}"/>
              </a:ext>
            </a:extLst>
          </p:cNvPr>
          <p:cNvSpPr txBox="1"/>
          <p:nvPr/>
        </p:nvSpPr>
        <p:spPr>
          <a:xfrm>
            <a:off x="5563471" y="5622308"/>
            <a:ext cx="4378122" cy="307777"/>
          </a:xfrm>
          <a:prstGeom prst="rect">
            <a:avLst/>
          </a:prstGeom>
          <a:noFill/>
        </p:spPr>
        <p:txBody>
          <a:bodyPr wrap="none" rtlCol="0">
            <a:spAutoFit/>
          </a:bodyPr>
          <a:lstStyle/>
          <a:p>
            <a:r>
              <a:rPr kumimoji="1" lang="en-US" altLang="zh-CN" sz="1400" b="1" dirty="0">
                <a:latin typeface="HarmonyOS Sans SC" pitchFamily="2" charset="-122"/>
                <a:ea typeface="HarmonyOS Sans SC" pitchFamily="2" charset="-122"/>
              </a:rPr>
              <a:t>Private and customized package tour </a:t>
            </a:r>
            <a:r>
              <a:rPr kumimoji="1" lang="zh-CN" altLang="en-US" sz="1400" b="1" dirty="0">
                <a:latin typeface="HarmonyOS Sans SC" pitchFamily="2" charset="-122"/>
                <a:ea typeface="HarmonyOS Sans SC" pitchFamily="2" charset="-122"/>
              </a:rPr>
              <a:t>（</a:t>
            </a:r>
            <a:r>
              <a:rPr kumimoji="1" lang="en-US" altLang="zh-CN" sz="1400" b="1" dirty="0">
                <a:latin typeface="HarmonyOS Sans SC" pitchFamily="2" charset="-122"/>
                <a:ea typeface="HarmonyOS Sans SC" pitchFamily="2" charset="-122"/>
              </a:rPr>
              <a:t>&lt;10ppl</a:t>
            </a:r>
            <a:r>
              <a:rPr kumimoji="1" lang="zh-CN" altLang="en-US" sz="1400" b="1" dirty="0">
                <a:latin typeface="HarmonyOS Sans SC" pitchFamily="2" charset="-122"/>
                <a:ea typeface="HarmonyOS Sans SC" pitchFamily="2" charset="-122"/>
              </a:rPr>
              <a:t>）</a:t>
            </a:r>
            <a:endParaRPr kumimoji="1" lang="zh-CN" altLang="en-US" sz="1400" b="1" baseline="30000" dirty="0">
              <a:latin typeface="HarmonyOS Sans SC" pitchFamily="2" charset="-122"/>
              <a:ea typeface="HarmonyOS Sans SC" pitchFamily="2" charset="-122"/>
            </a:endParaRPr>
          </a:p>
        </p:txBody>
      </p:sp>
      <p:sp>
        <p:nvSpPr>
          <p:cNvPr id="116" name="文本框 115">
            <a:extLst>
              <a:ext uri="{FF2B5EF4-FFF2-40B4-BE49-F238E27FC236}">
                <a16:creationId xmlns:a16="http://schemas.microsoft.com/office/drawing/2014/main" id="{60C8DDA1-58B6-DF06-6AD8-D58A570C07BE}"/>
              </a:ext>
            </a:extLst>
          </p:cNvPr>
          <p:cNvSpPr txBox="1"/>
          <p:nvPr/>
        </p:nvSpPr>
        <p:spPr>
          <a:xfrm>
            <a:off x="10878631" y="1770425"/>
            <a:ext cx="708848"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9.8K</a:t>
            </a:r>
            <a:endParaRPr kumimoji="1" lang="zh-CN" altLang="en-US" b="1" i="1" dirty="0">
              <a:solidFill>
                <a:srgbClr val="0352FF"/>
              </a:solidFill>
              <a:latin typeface="HarmonyOS Sans SC Black" pitchFamily="2" charset="-122"/>
              <a:ea typeface="HarmonyOS Sans SC Black" pitchFamily="2" charset="-122"/>
            </a:endParaRPr>
          </a:p>
        </p:txBody>
      </p:sp>
      <p:sp>
        <p:nvSpPr>
          <p:cNvPr id="117" name="文本框 116">
            <a:extLst>
              <a:ext uri="{FF2B5EF4-FFF2-40B4-BE49-F238E27FC236}">
                <a16:creationId xmlns:a16="http://schemas.microsoft.com/office/drawing/2014/main" id="{7D0957A5-2E43-8802-8D2C-9A8D572816EB}"/>
              </a:ext>
            </a:extLst>
          </p:cNvPr>
          <p:cNvSpPr txBox="1"/>
          <p:nvPr/>
        </p:nvSpPr>
        <p:spPr>
          <a:xfrm>
            <a:off x="10878631" y="2431181"/>
            <a:ext cx="708848"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9.5K</a:t>
            </a:r>
            <a:endParaRPr kumimoji="1" lang="zh-CN" altLang="en-US" b="1" i="1" dirty="0">
              <a:solidFill>
                <a:srgbClr val="0352FF"/>
              </a:solidFill>
              <a:latin typeface="HarmonyOS Sans SC Black" pitchFamily="2" charset="-122"/>
              <a:ea typeface="HarmonyOS Sans SC Black" pitchFamily="2" charset="-122"/>
            </a:endParaRPr>
          </a:p>
        </p:txBody>
      </p:sp>
      <p:sp>
        <p:nvSpPr>
          <p:cNvPr id="118" name="文本框 117">
            <a:extLst>
              <a:ext uri="{FF2B5EF4-FFF2-40B4-BE49-F238E27FC236}">
                <a16:creationId xmlns:a16="http://schemas.microsoft.com/office/drawing/2014/main" id="{D8E14246-0DF5-F28B-E689-5166F77FE93F}"/>
              </a:ext>
            </a:extLst>
          </p:cNvPr>
          <p:cNvSpPr txBox="1"/>
          <p:nvPr/>
        </p:nvSpPr>
        <p:spPr>
          <a:xfrm>
            <a:off x="10878631" y="3247786"/>
            <a:ext cx="708848"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9.9K</a:t>
            </a:r>
            <a:endParaRPr kumimoji="1" lang="zh-CN" altLang="en-US" b="1" i="1" dirty="0">
              <a:solidFill>
                <a:srgbClr val="0352FF"/>
              </a:solidFill>
              <a:latin typeface="HarmonyOS Sans SC Black" pitchFamily="2" charset="-122"/>
              <a:ea typeface="HarmonyOS Sans SC Black" pitchFamily="2" charset="-122"/>
            </a:endParaRPr>
          </a:p>
        </p:txBody>
      </p:sp>
      <p:sp>
        <p:nvSpPr>
          <p:cNvPr id="119" name="文本框 118">
            <a:extLst>
              <a:ext uri="{FF2B5EF4-FFF2-40B4-BE49-F238E27FC236}">
                <a16:creationId xmlns:a16="http://schemas.microsoft.com/office/drawing/2014/main" id="{BA206915-10DF-8A7E-1A30-CF43B7C8DCC5}"/>
              </a:ext>
            </a:extLst>
          </p:cNvPr>
          <p:cNvSpPr txBox="1"/>
          <p:nvPr/>
        </p:nvSpPr>
        <p:spPr>
          <a:xfrm>
            <a:off x="10737566" y="3897337"/>
            <a:ext cx="849913"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13.8K</a:t>
            </a:r>
            <a:endParaRPr kumimoji="1" lang="zh-CN" altLang="en-US" b="1" i="1" dirty="0">
              <a:solidFill>
                <a:srgbClr val="0352FF"/>
              </a:solidFill>
              <a:latin typeface="HarmonyOS Sans SC Black" pitchFamily="2" charset="-122"/>
              <a:ea typeface="HarmonyOS Sans SC Black" pitchFamily="2" charset="-122"/>
            </a:endParaRPr>
          </a:p>
        </p:txBody>
      </p:sp>
      <p:sp>
        <p:nvSpPr>
          <p:cNvPr id="120" name="文本框 119">
            <a:extLst>
              <a:ext uri="{FF2B5EF4-FFF2-40B4-BE49-F238E27FC236}">
                <a16:creationId xmlns:a16="http://schemas.microsoft.com/office/drawing/2014/main" id="{1172A512-C0B4-304E-3287-9052D1BAA37F}"/>
              </a:ext>
            </a:extLst>
          </p:cNvPr>
          <p:cNvSpPr txBox="1"/>
          <p:nvPr/>
        </p:nvSpPr>
        <p:spPr>
          <a:xfrm>
            <a:off x="10737566" y="4455843"/>
            <a:ext cx="849913"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10.9K</a:t>
            </a:r>
            <a:endParaRPr kumimoji="1" lang="zh-CN" altLang="en-US" b="1" i="1" dirty="0">
              <a:solidFill>
                <a:srgbClr val="0352FF"/>
              </a:solidFill>
              <a:latin typeface="HarmonyOS Sans SC Black" pitchFamily="2" charset="-122"/>
              <a:ea typeface="HarmonyOS Sans SC Black" pitchFamily="2" charset="-122"/>
            </a:endParaRPr>
          </a:p>
        </p:txBody>
      </p:sp>
      <p:sp>
        <p:nvSpPr>
          <p:cNvPr id="121" name="文本框 120">
            <a:extLst>
              <a:ext uri="{FF2B5EF4-FFF2-40B4-BE49-F238E27FC236}">
                <a16:creationId xmlns:a16="http://schemas.microsoft.com/office/drawing/2014/main" id="{7E80E3E6-3CC0-A9E7-749A-DD49E060D797}"/>
              </a:ext>
            </a:extLst>
          </p:cNvPr>
          <p:cNvSpPr txBox="1"/>
          <p:nvPr/>
        </p:nvSpPr>
        <p:spPr>
          <a:xfrm>
            <a:off x="10737566" y="5019159"/>
            <a:ext cx="849913"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15.4K</a:t>
            </a:r>
            <a:endParaRPr kumimoji="1" lang="zh-CN" altLang="en-US" b="1" i="1" dirty="0">
              <a:solidFill>
                <a:srgbClr val="0352FF"/>
              </a:solidFill>
              <a:latin typeface="HarmonyOS Sans SC Black" pitchFamily="2" charset="-122"/>
              <a:ea typeface="HarmonyOS Sans SC Black" pitchFamily="2" charset="-122"/>
            </a:endParaRPr>
          </a:p>
        </p:txBody>
      </p:sp>
      <p:sp>
        <p:nvSpPr>
          <p:cNvPr id="122" name="文本框 121">
            <a:extLst>
              <a:ext uri="{FF2B5EF4-FFF2-40B4-BE49-F238E27FC236}">
                <a16:creationId xmlns:a16="http://schemas.microsoft.com/office/drawing/2014/main" id="{03BABCC1-3575-9389-B38A-E6DA343316E2}"/>
              </a:ext>
            </a:extLst>
          </p:cNvPr>
          <p:cNvSpPr txBox="1"/>
          <p:nvPr/>
        </p:nvSpPr>
        <p:spPr>
          <a:xfrm>
            <a:off x="10737565" y="5573347"/>
            <a:ext cx="849913" cy="369332"/>
          </a:xfrm>
          <a:prstGeom prst="rect">
            <a:avLst/>
          </a:prstGeom>
          <a:noFill/>
        </p:spPr>
        <p:txBody>
          <a:bodyPr wrap="none" rtlCol="0">
            <a:spAutoFit/>
          </a:bodyPr>
          <a:lstStyle/>
          <a:p>
            <a:r>
              <a:rPr kumimoji="1" lang="en-US" altLang="zh-CN" b="1" i="1" dirty="0">
                <a:solidFill>
                  <a:srgbClr val="0352FF"/>
                </a:solidFill>
                <a:latin typeface="HarmonyOS Sans SC Black" pitchFamily="2" charset="-122"/>
                <a:ea typeface="HarmonyOS Sans SC Black" pitchFamily="2" charset="-122"/>
              </a:rPr>
              <a:t>14.1K</a:t>
            </a:r>
            <a:endParaRPr kumimoji="1" lang="zh-CN" altLang="en-US" b="1" i="1" dirty="0">
              <a:solidFill>
                <a:srgbClr val="0352FF"/>
              </a:solidFill>
              <a:latin typeface="HarmonyOS Sans SC Black" pitchFamily="2" charset="-122"/>
              <a:ea typeface="HarmonyOS Sans SC Black" pitchFamily="2" charset="-122"/>
            </a:endParaRPr>
          </a:p>
        </p:txBody>
      </p:sp>
      <p:sp>
        <p:nvSpPr>
          <p:cNvPr id="140" name="文本框 139">
            <a:extLst>
              <a:ext uri="{FF2B5EF4-FFF2-40B4-BE49-F238E27FC236}">
                <a16:creationId xmlns:a16="http://schemas.microsoft.com/office/drawing/2014/main" id="{03B4FBAE-924C-6D42-BFC9-315F1766495F}"/>
              </a:ext>
            </a:extLst>
          </p:cNvPr>
          <p:cNvSpPr txBox="1"/>
          <p:nvPr/>
        </p:nvSpPr>
        <p:spPr>
          <a:xfrm>
            <a:off x="488437" y="6411040"/>
            <a:ext cx="2597186"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en-US" altLang="zh-CN" dirty="0"/>
              <a:t>Source: McKinsey China Consumer Survey</a:t>
            </a:r>
          </a:p>
        </p:txBody>
      </p:sp>
    </p:spTree>
    <p:extLst>
      <p:ext uri="{BB962C8B-B14F-4D97-AF65-F5344CB8AC3E}">
        <p14:creationId xmlns:p14="http://schemas.microsoft.com/office/powerpoint/2010/main" val="191912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73996-7335-0951-FD9C-5AA7534DF3C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0817A63-FDA6-41B9-A0A4-B722458C0A60}"/>
              </a:ext>
            </a:extLst>
          </p:cNvPr>
          <p:cNvGraphicFramePr>
            <a:graphicFrameLocks noChangeAspect="1"/>
          </p:cNvGraphicFramePr>
          <p:nvPr>
            <p:custDataLst>
              <p:tags r:id="rId1"/>
            </p:custDataLst>
            <p:extLst>
              <p:ext uri="{D42A27DB-BD31-4B8C-83A1-F6EECF244321}">
                <p14:modId xmlns:p14="http://schemas.microsoft.com/office/powerpoint/2010/main" val="16274571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54" imgW="7772400" imgH="10058400" progId="TCLayout.ActiveDocument.1">
                  <p:embed/>
                </p:oleObj>
              </mc:Choice>
              <mc:Fallback>
                <p:oleObj name="think-cell 幻灯片" r:id="rId54" imgW="7772400" imgH="10058400" progId="TCLayout.ActiveDocument.1">
                  <p:embed/>
                  <p:pic>
                    <p:nvPicPr>
                      <p:cNvPr id="4" name="think-cell data - do not delete" hidden="1">
                        <a:extLst>
                          <a:ext uri="{FF2B5EF4-FFF2-40B4-BE49-F238E27FC236}">
                            <a16:creationId xmlns:a16="http://schemas.microsoft.com/office/drawing/2014/main" id="{E8D91406-DD78-1803-8113-6D44F3299C8A}"/>
                          </a:ext>
                        </a:extLst>
                      </p:cNvPr>
                      <p:cNvPicPr/>
                      <p:nvPr/>
                    </p:nvPicPr>
                    <p:blipFill>
                      <a:blip r:embed="rId55"/>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B4FDC89E-11FB-7621-CFC9-5A26A39C314E}"/>
              </a:ext>
            </a:extLst>
          </p:cNvPr>
          <p:cNvSpPr txBox="1"/>
          <p:nvPr/>
        </p:nvSpPr>
        <p:spPr>
          <a:xfrm>
            <a:off x="488437" y="295334"/>
            <a:ext cx="11215126" cy="369332"/>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Top 3 countries of origin that consumers most likely buy when purchasing premium</a:t>
            </a:r>
            <a:r>
              <a:rPr kumimoji="1" lang="en-US" altLang="zh-CN" baseline="30000" dirty="0">
                <a:latin typeface="HarmonyOS Sans SC Medium" pitchFamily="2" charset="-122"/>
                <a:ea typeface="HarmonyOS Sans SC Medium" pitchFamily="2" charset="-122"/>
              </a:rPr>
              <a:t>1</a:t>
            </a:r>
            <a:r>
              <a:rPr kumimoji="1" lang="en-US" altLang="zh-CN" dirty="0">
                <a:latin typeface="HarmonyOS Sans SC Medium" pitchFamily="2" charset="-122"/>
                <a:ea typeface="HarmonyOS Sans SC Medium" pitchFamily="2" charset="-122"/>
              </a:rPr>
              <a:t> products</a:t>
            </a:r>
            <a:endParaRPr kumimoji="1" lang="zh-CN" altLang="en-US"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3A023BCC-8B67-EA4D-144A-FA8C749B4264}"/>
              </a:ext>
            </a:extLst>
          </p:cNvPr>
          <p:cNvSpPr txBox="1"/>
          <p:nvPr/>
        </p:nvSpPr>
        <p:spPr>
          <a:xfrm>
            <a:off x="488437" y="752885"/>
            <a:ext cx="5205271" cy="378693"/>
          </a:xfrm>
          <a:prstGeom prst="rect">
            <a:avLst/>
          </a:prstGeom>
          <a:noFill/>
        </p:spPr>
        <p:txBody>
          <a:bodyPr wrap="none" rtlCol="0">
            <a:spAutoFit/>
          </a:bodyPr>
          <a:lstStyle/>
          <a:p>
            <a:pPr>
              <a:lnSpc>
                <a:spcPct val="150000"/>
              </a:lnSpc>
            </a:pPr>
            <a:r>
              <a:rPr kumimoji="1" lang="en-US" altLang="zh-CN" sz="1400" dirty="0">
                <a:latin typeface="HarmonyOS Sans SC" pitchFamily="2" charset="-122"/>
                <a:ea typeface="HarmonyOS Sans SC" pitchFamily="2" charset="-122"/>
              </a:rPr>
              <a:t>% of respondents in tier 1and 2;tier 3 and 4 cities, N=745/580</a:t>
            </a:r>
            <a:endParaRPr kumimoji="1" lang="zh-CN" altLang="en-US" sz="1400" dirty="0">
              <a:latin typeface="HarmonyOS Sans SC" pitchFamily="2" charset="-122"/>
              <a:ea typeface="HarmonyOS Sans SC" pitchFamily="2" charset="-122"/>
            </a:endParaRPr>
          </a:p>
        </p:txBody>
      </p:sp>
      <p:sp>
        <p:nvSpPr>
          <p:cNvPr id="174" name="文本框 173">
            <a:extLst>
              <a:ext uri="{FF2B5EF4-FFF2-40B4-BE49-F238E27FC236}">
                <a16:creationId xmlns:a16="http://schemas.microsoft.com/office/drawing/2014/main" id="{3A9ADE49-3157-07B0-4A70-5DC2105FF931}"/>
              </a:ext>
            </a:extLst>
          </p:cNvPr>
          <p:cNvSpPr txBox="1"/>
          <p:nvPr/>
        </p:nvSpPr>
        <p:spPr>
          <a:xfrm>
            <a:off x="485738" y="6043965"/>
            <a:ext cx="11079200" cy="400110"/>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1 Premium definition varies by price tier across categories. For a 1 liter bottle of dairy beverage, RMB 60-100; for personal digital gadgets, RMB 5,000-12,000 for a smartphone</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for skincare, RMB 1,500-5,000 for 50ml</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for casual wear, RMB 8,000-20,000 for a</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jacket; for a bottle of red wine, RMB 2,000-5,000; for cosmetics, RMB 300-500 for lipstick.</a:t>
            </a:r>
          </a:p>
        </p:txBody>
      </p:sp>
      <p:sp>
        <p:nvSpPr>
          <p:cNvPr id="140" name="文本框 139">
            <a:extLst>
              <a:ext uri="{FF2B5EF4-FFF2-40B4-BE49-F238E27FC236}">
                <a16:creationId xmlns:a16="http://schemas.microsoft.com/office/drawing/2014/main" id="{25EF7584-CD82-28ED-9C54-701D0DF16983}"/>
              </a:ext>
            </a:extLst>
          </p:cNvPr>
          <p:cNvSpPr txBox="1"/>
          <p:nvPr/>
        </p:nvSpPr>
        <p:spPr>
          <a:xfrm>
            <a:off x="488437" y="6411040"/>
            <a:ext cx="2597186" cy="246221"/>
          </a:xfrm>
          <a:prstGeom prst="rect">
            <a:avLst/>
          </a:prstGeom>
          <a:noFill/>
        </p:spPr>
        <p:txBody>
          <a:bodyPr wrap="none" rtlCol="0">
            <a:spAutoFit/>
          </a:bodyPr>
          <a:lstStyle>
            <a:defPPr>
              <a:defRPr lang="zh-CN"/>
            </a:defPPr>
            <a:lvl1pPr>
              <a:defRPr kumimoji="1" sz="1000">
                <a:latin typeface="HarmonyOS Sans SC Light" pitchFamily="2" charset="-122"/>
                <a:ea typeface="HarmonyOS Sans SC Light" pitchFamily="2" charset="-122"/>
              </a:defRPr>
            </a:lvl1pPr>
          </a:lstStyle>
          <a:p>
            <a:r>
              <a:rPr lang="en-US" altLang="zh-CN" dirty="0"/>
              <a:t>Source: McKinsey China Consumer Survey</a:t>
            </a:r>
          </a:p>
        </p:txBody>
      </p:sp>
      <p:graphicFrame>
        <p:nvGraphicFramePr>
          <p:cNvPr id="366" name="Chart 3">
            <a:extLst>
              <a:ext uri="{FF2B5EF4-FFF2-40B4-BE49-F238E27FC236}">
                <a16:creationId xmlns:a16="http://schemas.microsoft.com/office/drawing/2014/main" id="{80BAE4C4-09C1-656D-6CBC-99B2B14D90B1}"/>
              </a:ext>
            </a:extLst>
          </p:cNvPr>
          <p:cNvGraphicFramePr/>
          <p:nvPr>
            <p:custDataLst>
              <p:tags r:id="rId2"/>
            </p:custDataLst>
            <p:extLst>
              <p:ext uri="{D42A27DB-BD31-4B8C-83A1-F6EECF244321}">
                <p14:modId xmlns:p14="http://schemas.microsoft.com/office/powerpoint/2010/main" val="4054120083"/>
              </p:ext>
            </p:extLst>
          </p:nvPr>
        </p:nvGraphicFramePr>
        <p:xfrm>
          <a:off x="925513" y="2112963"/>
          <a:ext cx="1701800" cy="1558925"/>
        </p:xfrm>
        <a:graphic>
          <a:graphicData uri="http://schemas.openxmlformats.org/drawingml/2006/chart">
            <c:chart xmlns:c="http://schemas.openxmlformats.org/drawingml/2006/chart" xmlns:r="http://schemas.openxmlformats.org/officeDocument/2006/relationships" r:id="rId56"/>
          </a:graphicData>
        </a:graphic>
      </p:graphicFrame>
      <p:sp>
        <p:nvSpPr>
          <p:cNvPr id="2" name="文本占位符 2">
            <a:extLst>
              <a:ext uri="{FF2B5EF4-FFF2-40B4-BE49-F238E27FC236}">
                <a16:creationId xmlns:a16="http://schemas.microsoft.com/office/drawing/2014/main" id="{2D3929CC-2987-FF14-5AB3-6E89866BC6EC}"/>
              </a:ext>
            </a:extLst>
          </p:cNvPr>
          <p:cNvSpPr txBox="1">
            <a:spLocks/>
          </p:cNvSpPr>
          <p:nvPr>
            <p:custDataLst>
              <p:tags r:id="rId3"/>
            </p:custDataLst>
          </p:nvPr>
        </p:nvSpPr>
        <p:spPr bwMode="auto">
          <a:xfrm>
            <a:off x="1095375" y="3489325"/>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8F6071B-B70A-49DF-9C63-C89DE518F3CA}" type="datetime'''''C''''''h''''''''''''''''''''''i''n''''''''a'''''">
              <a:rPr kumimoji="1" lang="en-US" altLang="en-US" sz="1000" smtClean="0">
                <a:latin typeface="HarmonyOS Sans SC Light" pitchFamily="2" charset="-122"/>
                <a:ea typeface="HarmonyOS Sans SC Light" pitchFamily="2" charset="-122"/>
                <a:sym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9" name="文本占位符 2">
            <a:extLst>
              <a:ext uri="{FF2B5EF4-FFF2-40B4-BE49-F238E27FC236}">
                <a16:creationId xmlns:a16="http://schemas.microsoft.com/office/drawing/2014/main" id="{EFA9CB0E-DB62-03C3-896F-3ADF8BAEE538}"/>
              </a:ext>
            </a:extLst>
          </p:cNvPr>
          <p:cNvSpPr txBox="1">
            <a:spLocks/>
          </p:cNvSpPr>
          <p:nvPr>
            <p:custDataLst>
              <p:tags r:id="rId4"/>
            </p:custDataLst>
          </p:nvPr>
        </p:nvSpPr>
        <p:spPr bwMode="auto">
          <a:xfrm>
            <a:off x="600075" y="2805113"/>
            <a:ext cx="347663" cy="273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25AACEC5-A797-444D-9E12-3F1FCA6C8F54}" type="datetime'''''''Tier ''''''''1&#10;''''''a''''''''nd ''2'''''''''''''''''''">
              <a:rPr kumimoji="1" lang="en-US" altLang="en-US" sz="1000" b="1" smtClean="0">
                <a:latin typeface="HarmonyOS Sans SC" pitchFamily="2" charset="-122"/>
                <a:ea typeface="HarmonyOS Sans SC" pitchFamily="2" charset="-122"/>
                <a:sym typeface="HarmonyOS Sans SC" pitchFamily="2" charset="-122"/>
              </a:rPr>
              <a:pPr/>
              <a:t>Tier 1
and 2</a:t>
            </a:fld>
            <a:endParaRPr kumimoji="1" lang="zh-CN" altLang="en-US" sz="1000" b="1" dirty="0">
              <a:latin typeface="HarmonyOS Sans SC" pitchFamily="2" charset="-122"/>
              <a:ea typeface="HarmonyOS Sans SC" pitchFamily="2" charset="-122"/>
              <a:sym typeface="HarmonyOS Sans SC" pitchFamily="2" charset="-122"/>
            </a:endParaRPr>
          </a:p>
        </p:txBody>
      </p:sp>
      <p:sp>
        <p:nvSpPr>
          <p:cNvPr id="26" name="文本占位符 2">
            <a:extLst>
              <a:ext uri="{FF2B5EF4-FFF2-40B4-BE49-F238E27FC236}">
                <a16:creationId xmlns:a16="http://schemas.microsoft.com/office/drawing/2014/main" id="{249D24B1-4E4A-BFE6-9317-1FFE44F98F39}"/>
              </a:ext>
            </a:extLst>
          </p:cNvPr>
          <p:cNvSpPr txBox="1">
            <a:spLocks/>
          </p:cNvSpPr>
          <p:nvPr>
            <p:custDataLst>
              <p:tags r:id="rId5"/>
            </p:custDataLst>
          </p:nvPr>
        </p:nvSpPr>
        <p:spPr bwMode="auto">
          <a:xfrm>
            <a:off x="1520825" y="3489325"/>
            <a:ext cx="5080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B698447-7ED5-40F1-B018-226FBA7A944B}" type="datetime'A''''''u''''''s''''''''''tr''''''''''a''''''l''''ia'''''''">
              <a:rPr kumimoji="1" lang="en-US" altLang="en-US" sz="1000" smtClean="0">
                <a:latin typeface="HarmonyOS Sans SC Light" pitchFamily="2" charset="-122"/>
                <a:ea typeface="HarmonyOS Sans SC Light" pitchFamily="2" charset="-122"/>
                <a:sym typeface="HarmonyOS Sans SC Light" pitchFamily="2" charset="-122"/>
              </a:rPr>
              <a:pPr/>
              <a:t>Australia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30" name="文本占位符 2">
            <a:extLst>
              <a:ext uri="{FF2B5EF4-FFF2-40B4-BE49-F238E27FC236}">
                <a16:creationId xmlns:a16="http://schemas.microsoft.com/office/drawing/2014/main" id="{0D81EFF0-96C1-B016-52FF-A48BB1698213}"/>
              </a:ext>
            </a:extLst>
          </p:cNvPr>
          <p:cNvSpPr txBox="1">
            <a:spLocks/>
          </p:cNvSpPr>
          <p:nvPr>
            <p:custDataLst>
              <p:tags r:id="rId6"/>
            </p:custDataLst>
          </p:nvPr>
        </p:nvSpPr>
        <p:spPr bwMode="auto">
          <a:xfrm>
            <a:off x="2160588" y="3489325"/>
            <a:ext cx="2555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8035F3A-983E-494B-8F70-730B1A6BE03A}" type="datetime'''''''''''US''''''''''''''''''''A'''''''''''''''''''''">
              <a:rPr kumimoji="1" lang="en-US" altLang="en-US" sz="1000" smtClean="0">
                <a:latin typeface="HarmonyOS Sans SC Light" pitchFamily="2" charset="-122"/>
                <a:ea typeface="HarmonyOS Sans SC Light" pitchFamily="2" charset="-122"/>
                <a:sym typeface="HarmonyOS Sans SC Light" pitchFamily="2" charset="-122"/>
              </a:rPr>
              <a:pPr/>
              <a:t>USA</a:t>
            </a:fld>
            <a:endParaRPr kumimoji="1" lang="zh-CN" altLang="en-US" sz="1000" dirty="0">
              <a:latin typeface="HarmonyOS Sans SC Light" pitchFamily="2" charset="-122"/>
              <a:ea typeface="HarmonyOS Sans SC Light" pitchFamily="2" charset="-122"/>
              <a:sym typeface="HarmonyOS Sans SC Light" pitchFamily="2" charset="-122"/>
            </a:endParaRPr>
          </a:p>
        </p:txBody>
      </p:sp>
      <p:cxnSp>
        <p:nvCxnSpPr>
          <p:cNvPr id="55" name="直线连接符 54">
            <a:extLst>
              <a:ext uri="{FF2B5EF4-FFF2-40B4-BE49-F238E27FC236}">
                <a16:creationId xmlns:a16="http://schemas.microsoft.com/office/drawing/2014/main" id="{7C4B8B29-69AE-1C7E-9BB9-1C6492947078}"/>
              </a:ext>
            </a:extLst>
          </p:cNvPr>
          <p:cNvCxnSpPr/>
          <p:nvPr/>
        </p:nvCxnSpPr>
        <p:spPr>
          <a:xfrm>
            <a:off x="569586" y="3998259"/>
            <a:ext cx="10843465" cy="0"/>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57" name="直线连接符 56">
            <a:extLst>
              <a:ext uri="{FF2B5EF4-FFF2-40B4-BE49-F238E27FC236}">
                <a16:creationId xmlns:a16="http://schemas.microsoft.com/office/drawing/2014/main" id="{35BBF3E1-0FC3-5753-9C69-247110B619CA}"/>
              </a:ext>
            </a:extLst>
          </p:cNvPr>
          <p:cNvCxnSpPr>
            <a:cxnSpLocks/>
          </p:cNvCxnSpPr>
          <p:nvPr/>
        </p:nvCxnSpPr>
        <p:spPr>
          <a:xfrm>
            <a:off x="1045929" y="1792941"/>
            <a:ext cx="152993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8" name="文本框 57">
            <a:extLst>
              <a:ext uri="{FF2B5EF4-FFF2-40B4-BE49-F238E27FC236}">
                <a16:creationId xmlns:a16="http://schemas.microsoft.com/office/drawing/2014/main" id="{1EFB2844-74AE-CAA3-103D-9EA95E2D07E1}"/>
              </a:ext>
            </a:extLst>
          </p:cNvPr>
          <p:cNvSpPr txBox="1"/>
          <p:nvPr/>
        </p:nvSpPr>
        <p:spPr>
          <a:xfrm>
            <a:off x="941479" y="1433238"/>
            <a:ext cx="614271"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Dairy</a:t>
            </a:r>
            <a:endParaRPr kumimoji="1" lang="zh-CN" altLang="en-US" sz="1400" dirty="0">
              <a:latin typeface="HarmonyOS Sans SC" pitchFamily="2" charset="-122"/>
              <a:ea typeface="HarmonyOS Sans SC" pitchFamily="2" charset="-122"/>
            </a:endParaRPr>
          </a:p>
        </p:txBody>
      </p:sp>
      <p:graphicFrame>
        <p:nvGraphicFramePr>
          <p:cNvPr id="367" name="Chart 3">
            <a:extLst>
              <a:ext uri="{FF2B5EF4-FFF2-40B4-BE49-F238E27FC236}">
                <a16:creationId xmlns:a16="http://schemas.microsoft.com/office/drawing/2014/main" id="{D6A55932-53FB-45E8-CF70-E4016A6A1844}"/>
              </a:ext>
            </a:extLst>
          </p:cNvPr>
          <p:cNvGraphicFramePr/>
          <p:nvPr>
            <p:custDataLst>
              <p:tags r:id="rId7"/>
            </p:custDataLst>
            <p:extLst>
              <p:ext uri="{D42A27DB-BD31-4B8C-83A1-F6EECF244321}">
                <p14:modId xmlns:p14="http://schemas.microsoft.com/office/powerpoint/2010/main" val="3215542158"/>
              </p:ext>
            </p:extLst>
          </p:nvPr>
        </p:nvGraphicFramePr>
        <p:xfrm>
          <a:off x="2705100" y="2036763"/>
          <a:ext cx="1701800" cy="1635125"/>
        </p:xfrm>
        <a:graphic>
          <a:graphicData uri="http://schemas.openxmlformats.org/drawingml/2006/chart">
            <c:chart xmlns:c="http://schemas.openxmlformats.org/drawingml/2006/chart" xmlns:r="http://schemas.openxmlformats.org/officeDocument/2006/relationships" r:id="rId57"/>
          </a:graphicData>
        </a:graphic>
      </p:graphicFrame>
      <p:sp>
        <p:nvSpPr>
          <p:cNvPr id="99" name="文本占位符 2">
            <a:extLst>
              <a:ext uri="{FF2B5EF4-FFF2-40B4-BE49-F238E27FC236}">
                <a16:creationId xmlns:a16="http://schemas.microsoft.com/office/drawing/2014/main" id="{886AC18D-8A18-1A8A-52E7-C49DBDE35154}"/>
              </a:ext>
            </a:extLst>
          </p:cNvPr>
          <p:cNvSpPr txBox="1">
            <a:spLocks/>
          </p:cNvSpPr>
          <p:nvPr>
            <p:custDataLst>
              <p:tags r:id="rId8"/>
            </p:custDataLst>
          </p:nvPr>
        </p:nvSpPr>
        <p:spPr bwMode="auto">
          <a:xfrm>
            <a:off x="2874963" y="3489325"/>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EA08CFD-3A4B-4403-8E1F-3054937FEB2B}"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11" name="文本占位符 2">
            <a:extLst>
              <a:ext uri="{FF2B5EF4-FFF2-40B4-BE49-F238E27FC236}">
                <a16:creationId xmlns:a16="http://schemas.microsoft.com/office/drawing/2014/main" id="{A4CBEC01-C575-662B-0810-A3CBB3B27655}"/>
              </a:ext>
            </a:extLst>
          </p:cNvPr>
          <p:cNvSpPr txBox="1">
            <a:spLocks/>
          </p:cNvSpPr>
          <p:nvPr>
            <p:custDataLst>
              <p:tags r:id="rId9"/>
            </p:custDataLst>
          </p:nvPr>
        </p:nvSpPr>
        <p:spPr bwMode="auto">
          <a:xfrm>
            <a:off x="3427413" y="3489325"/>
            <a:ext cx="2555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D60D9E9-5AFC-40CD-9C45-2331AE473BC8}" type="datetime'''''''''''''''''''''U''''''S''''''''''''''''''''A'''''''''''">
              <a:rPr kumimoji="1" lang="en-US" altLang="en-US" sz="1000" smtClean="0">
                <a:latin typeface="HarmonyOS Sans SC Light" pitchFamily="2" charset="-122"/>
                <a:ea typeface="HarmonyOS Sans SC Light" pitchFamily="2" charset="-122"/>
              </a:rPr>
              <a:pPr/>
              <a:t>USA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23" name="文本占位符 2">
            <a:extLst>
              <a:ext uri="{FF2B5EF4-FFF2-40B4-BE49-F238E27FC236}">
                <a16:creationId xmlns:a16="http://schemas.microsoft.com/office/drawing/2014/main" id="{96DB682A-71ED-2598-3CA8-4BD6C89BA99A}"/>
              </a:ext>
            </a:extLst>
          </p:cNvPr>
          <p:cNvSpPr txBox="1">
            <a:spLocks/>
          </p:cNvSpPr>
          <p:nvPr>
            <p:custDataLst>
              <p:tags r:id="rId10"/>
            </p:custDataLst>
          </p:nvPr>
        </p:nvSpPr>
        <p:spPr bwMode="auto">
          <a:xfrm>
            <a:off x="3805239" y="3489325"/>
            <a:ext cx="52387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2E0D8AC-B730-47D6-BA16-406D09BA0BEB}" type="datetime'G''''''''''''''''''e''''''r''''''ma''''n''''''''''''''''''y'''">
              <a:rPr kumimoji="1" lang="en-US" altLang="en-US" sz="1000" smtClean="0">
                <a:latin typeface="HarmonyOS Sans SC Light" pitchFamily="2" charset="-122"/>
                <a:ea typeface="HarmonyOS Sans SC Light" pitchFamily="2" charset="-122"/>
              </a:rPr>
              <a:pPr/>
              <a:t>Germany</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68" name="Chart 3">
            <a:extLst>
              <a:ext uri="{FF2B5EF4-FFF2-40B4-BE49-F238E27FC236}">
                <a16:creationId xmlns:a16="http://schemas.microsoft.com/office/drawing/2014/main" id="{2E03818B-3976-D22B-B90A-6D717A88C4A6}"/>
              </a:ext>
            </a:extLst>
          </p:cNvPr>
          <p:cNvGraphicFramePr/>
          <p:nvPr>
            <p:custDataLst>
              <p:tags r:id="rId11"/>
            </p:custDataLst>
            <p:extLst>
              <p:ext uri="{D42A27DB-BD31-4B8C-83A1-F6EECF244321}">
                <p14:modId xmlns:p14="http://schemas.microsoft.com/office/powerpoint/2010/main" val="2094752418"/>
              </p:ext>
            </p:extLst>
          </p:nvPr>
        </p:nvGraphicFramePr>
        <p:xfrm>
          <a:off x="4484688" y="2501900"/>
          <a:ext cx="1701800" cy="1169988"/>
        </p:xfrm>
        <a:graphic>
          <a:graphicData uri="http://schemas.openxmlformats.org/drawingml/2006/chart">
            <c:chart xmlns:c="http://schemas.openxmlformats.org/drawingml/2006/chart" xmlns:r="http://schemas.openxmlformats.org/officeDocument/2006/relationships" r:id="rId58"/>
          </a:graphicData>
        </a:graphic>
      </p:graphicFrame>
      <p:sp>
        <p:nvSpPr>
          <p:cNvPr id="128" name="文本占位符 2">
            <a:extLst>
              <a:ext uri="{FF2B5EF4-FFF2-40B4-BE49-F238E27FC236}">
                <a16:creationId xmlns:a16="http://schemas.microsoft.com/office/drawing/2014/main" id="{A7CDDF30-4BA6-154D-0BC3-D0A5753C4E89}"/>
              </a:ext>
            </a:extLst>
          </p:cNvPr>
          <p:cNvSpPr txBox="1">
            <a:spLocks/>
          </p:cNvSpPr>
          <p:nvPr>
            <p:custDataLst>
              <p:tags r:id="rId12"/>
            </p:custDataLst>
          </p:nvPr>
        </p:nvSpPr>
        <p:spPr bwMode="auto">
          <a:xfrm>
            <a:off x="4624389" y="3489325"/>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FDD0263-2B96-43DE-9575-AF680FF8CD09}"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29" name="文本占位符 2">
            <a:extLst>
              <a:ext uri="{FF2B5EF4-FFF2-40B4-BE49-F238E27FC236}">
                <a16:creationId xmlns:a16="http://schemas.microsoft.com/office/drawing/2014/main" id="{A9CF18C8-33F5-25F1-3EDC-10165AA5CF0F}"/>
              </a:ext>
            </a:extLst>
          </p:cNvPr>
          <p:cNvSpPr txBox="1">
            <a:spLocks/>
          </p:cNvSpPr>
          <p:nvPr>
            <p:custDataLst>
              <p:tags r:id="rId13"/>
            </p:custDataLst>
          </p:nvPr>
        </p:nvSpPr>
        <p:spPr bwMode="auto">
          <a:xfrm>
            <a:off x="5165725" y="3489325"/>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7C007E5-9FF2-486E-86AE-33A0103AFCED}"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0" name="文本占位符 2">
            <a:extLst>
              <a:ext uri="{FF2B5EF4-FFF2-40B4-BE49-F238E27FC236}">
                <a16:creationId xmlns:a16="http://schemas.microsoft.com/office/drawing/2014/main" id="{FC668864-127E-342A-F8C1-0EEF46A47751}"/>
              </a:ext>
            </a:extLst>
          </p:cNvPr>
          <p:cNvSpPr txBox="1">
            <a:spLocks/>
          </p:cNvSpPr>
          <p:nvPr>
            <p:custDataLst>
              <p:tags r:id="rId14"/>
            </p:custDataLst>
          </p:nvPr>
        </p:nvSpPr>
        <p:spPr bwMode="auto">
          <a:xfrm>
            <a:off x="5672138" y="3489325"/>
            <a:ext cx="350838" cy="273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7BD4D3B-A8E6-4E13-AD47-2CB3AF1BBDE2}" type="datetime'S''''''''o''''u''''t''h&#10;''''''K''''o''r''''''''''''''''''''ea'">
              <a:rPr kumimoji="1" lang="en-US" altLang="en-US" sz="1000" smtClean="0">
                <a:latin typeface="HarmonyOS Sans SC Light" pitchFamily="2" charset="-122"/>
                <a:ea typeface="HarmonyOS Sans SC Light" pitchFamily="2" charset="-122"/>
              </a:rPr>
              <a:pPr/>
              <a:t>South
Korea</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69" name="Chart 3">
            <a:extLst>
              <a:ext uri="{FF2B5EF4-FFF2-40B4-BE49-F238E27FC236}">
                <a16:creationId xmlns:a16="http://schemas.microsoft.com/office/drawing/2014/main" id="{BB3799A9-10F4-F4FF-DE61-25784C2A4A19}"/>
              </a:ext>
            </a:extLst>
          </p:cNvPr>
          <p:cNvGraphicFramePr/>
          <p:nvPr>
            <p:custDataLst>
              <p:tags r:id="rId15"/>
            </p:custDataLst>
            <p:extLst>
              <p:ext uri="{D42A27DB-BD31-4B8C-83A1-F6EECF244321}">
                <p14:modId xmlns:p14="http://schemas.microsoft.com/office/powerpoint/2010/main" val="2339072539"/>
              </p:ext>
            </p:extLst>
          </p:nvPr>
        </p:nvGraphicFramePr>
        <p:xfrm>
          <a:off x="6265863" y="2657475"/>
          <a:ext cx="1701800" cy="1014413"/>
        </p:xfrm>
        <a:graphic>
          <a:graphicData uri="http://schemas.openxmlformats.org/drawingml/2006/chart">
            <c:chart xmlns:c="http://schemas.openxmlformats.org/drawingml/2006/chart" xmlns:r="http://schemas.openxmlformats.org/officeDocument/2006/relationships" r:id="rId59"/>
          </a:graphicData>
        </a:graphic>
      </p:graphicFrame>
      <p:sp>
        <p:nvSpPr>
          <p:cNvPr id="134" name="文本占位符 2">
            <a:extLst>
              <a:ext uri="{FF2B5EF4-FFF2-40B4-BE49-F238E27FC236}">
                <a16:creationId xmlns:a16="http://schemas.microsoft.com/office/drawing/2014/main" id="{EE3F4F2F-9AE1-A4A4-A240-661E007733DC}"/>
              </a:ext>
            </a:extLst>
          </p:cNvPr>
          <p:cNvSpPr txBox="1">
            <a:spLocks/>
          </p:cNvSpPr>
          <p:nvPr>
            <p:custDataLst>
              <p:tags r:id="rId16"/>
            </p:custDataLst>
          </p:nvPr>
        </p:nvSpPr>
        <p:spPr bwMode="auto">
          <a:xfrm>
            <a:off x="6405564" y="3489325"/>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0F0A837-4BD2-4637-81D9-74BF8C54B222}"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5" name="文本占位符 2">
            <a:extLst>
              <a:ext uri="{FF2B5EF4-FFF2-40B4-BE49-F238E27FC236}">
                <a16:creationId xmlns:a16="http://schemas.microsoft.com/office/drawing/2014/main" id="{C767EC62-8BAD-C53C-5C71-7B2D9255B0DE}"/>
              </a:ext>
            </a:extLst>
          </p:cNvPr>
          <p:cNvSpPr txBox="1">
            <a:spLocks/>
          </p:cNvSpPr>
          <p:nvPr>
            <p:custDataLst>
              <p:tags r:id="rId17"/>
            </p:custDataLst>
          </p:nvPr>
        </p:nvSpPr>
        <p:spPr bwMode="auto">
          <a:xfrm>
            <a:off x="6988175" y="3489325"/>
            <a:ext cx="2555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406D102-1DF1-4990-8750-4BFD2DCD67B4}" type="datetime'U''''''''S''''''''''''''''''''''''''''''''''A'''''">
              <a:rPr kumimoji="1" lang="en-US" altLang="en-US" sz="1000" smtClean="0">
                <a:latin typeface="HarmonyOS Sans SC Light" pitchFamily="2" charset="-122"/>
                <a:ea typeface="HarmonyOS Sans SC Light" pitchFamily="2" charset="-122"/>
              </a:rPr>
              <a:pPr/>
              <a:t>USA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6" name="文本占位符 2">
            <a:extLst>
              <a:ext uri="{FF2B5EF4-FFF2-40B4-BE49-F238E27FC236}">
                <a16:creationId xmlns:a16="http://schemas.microsoft.com/office/drawing/2014/main" id="{4092B16E-0807-2D1B-1291-9F7BDF1BFAD6}"/>
              </a:ext>
            </a:extLst>
          </p:cNvPr>
          <p:cNvSpPr txBox="1">
            <a:spLocks/>
          </p:cNvSpPr>
          <p:nvPr>
            <p:custDataLst>
              <p:tags r:id="rId18"/>
            </p:custDataLst>
          </p:nvPr>
        </p:nvSpPr>
        <p:spPr bwMode="auto">
          <a:xfrm>
            <a:off x="7459663" y="3489325"/>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0B87199-2E8B-4480-97DD-F25CA48A2930}"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70" name="Chart 3">
            <a:extLst>
              <a:ext uri="{FF2B5EF4-FFF2-40B4-BE49-F238E27FC236}">
                <a16:creationId xmlns:a16="http://schemas.microsoft.com/office/drawing/2014/main" id="{E3A46EA2-31C3-6CAC-40C9-58B6EBB281A2}"/>
              </a:ext>
            </a:extLst>
          </p:cNvPr>
          <p:cNvGraphicFramePr/>
          <p:nvPr>
            <p:custDataLst>
              <p:tags r:id="rId19"/>
            </p:custDataLst>
            <p:extLst>
              <p:ext uri="{D42A27DB-BD31-4B8C-83A1-F6EECF244321}">
                <p14:modId xmlns:p14="http://schemas.microsoft.com/office/powerpoint/2010/main" val="249496114"/>
              </p:ext>
            </p:extLst>
          </p:nvPr>
        </p:nvGraphicFramePr>
        <p:xfrm>
          <a:off x="8045450" y="1733550"/>
          <a:ext cx="1701800" cy="1979613"/>
        </p:xfrm>
        <a:graphic>
          <a:graphicData uri="http://schemas.openxmlformats.org/drawingml/2006/chart">
            <c:chart xmlns:c="http://schemas.openxmlformats.org/drawingml/2006/chart" xmlns:r="http://schemas.openxmlformats.org/officeDocument/2006/relationships" r:id="rId60"/>
          </a:graphicData>
        </a:graphic>
      </p:graphicFrame>
      <p:sp>
        <p:nvSpPr>
          <p:cNvPr id="141" name="文本占位符 2">
            <a:extLst>
              <a:ext uri="{FF2B5EF4-FFF2-40B4-BE49-F238E27FC236}">
                <a16:creationId xmlns:a16="http://schemas.microsoft.com/office/drawing/2014/main" id="{02CD7343-8CAF-74C6-814A-215D6C6EF30B}"/>
              </a:ext>
            </a:extLst>
          </p:cNvPr>
          <p:cNvSpPr txBox="1">
            <a:spLocks/>
          </p:cNvSpPr>
          <p:nvPr>
            <p:custDataLst>
              <p:tags r:id="rId20"/>
            </p:custDataLst>
          </p:nvPr>
        </p:nvSpPr>
        <p:spPr bwMode="auto">
          <a:xfrm>
            <a:off x="8145463" y="3497263"/>
            <a:ext cx="4778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3302228-1A39-443D-9B38-1044794FBE9D}" type="datetime'''''F''''''''''''''''r''''a''''''''''''nce'''''''">
              <a:rPr kumimoji="1" lang="en-US" altLang="en-US" sz="1200" smtClean="0">
                <a:latin typeface="HarmonyOS Sans SC Light" pitchFamily="2" charset="-122"/>
                <a:ea typeface="HarmonyOS Sans SC Light" pitchFamily="2" charset="-122"/>
              </a:rPr>
              <a:pPr/>
              <a:t>France</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42" name="文本占位符 2">
            <a:extLst>
              <a:ext uri="{FF2B5EF4-FFF2-40B4-BE49-F238E27FC236}">
                <a16:creationId xmlns:a16="http://schemas.microsoft.com/office/drawing/2014/main" id="{C9A769B7-FCDF-61F6-D4BD-223567C2ABBC}"/>
              </a:ext>
            </a:extLst>
          </p:cNvPr>
          <p:cNvSpPr txBox="1">
            <a:spLocks/>
          </p:cNvSpPr>
          <p:nvPr>
            <p:custDataLst>
              <p:tags r:id="rId21"/>
            </p:custDataLst>
          </p:nvPr>
        </p:nvSpPr>
        <p:spPr bwMode="auto">
          <a:xfrm>
            <a:off x="8694738" y="3497263"/>
            <a:ext cx="4016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7983105-AE75-4930-A895-073C1C563B94}" type="datetime'''''''''''''C''''h''''''''''''''''''''''''i''''''na'''''">
              <a:rPr kumimoji="1" lang="en-US" altLang="en-US" sz="1200" smtClean="0">
                <a:latin typeface="HarmonyOS Sans SC Light" pitchFamily="2" charset="-122"/>
                <a:ea typeface="HarmonyOS Sans SC Light" pitchFamily="2" charset="-122"/>
              </a:rPr>
              <a:pPr/>
              <a:t>China</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43" name="文本占位符 2">
            <a:extLst>
              <a:ext uri="{FF2B5EF4-FFF2-40B4-BE49-F238E27FC236}">
                <a16:creationId xmlns:a16="http://schemas.microsoft.com/office/drawing/2014/main" id="{0C6AD602-0E51-F9B2-2670-A3D73C63EB47}"/>
              </a:ext>
            </a:extLst>
          </p:cNvPr>
          <p:cNvSpPr txBox="1">
            <a:spLocks/>
          </p:cNvSpPr>
          <p:nvPr>
            <p:custDataLst>
              <p:tags r:id="rId22"/>
            </p:custDataLst>
          </p:nvPr>
        </p:nvSpPr>
        <p:spPr bwMode="auto">
          <a:xfrm>
            <a:off x="9259888" y="3497263"/>
            <a:ext cx="2968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E352C07-A6FE-4A45-9F10-61CB65293089}" type="datetime'''''It''a''''''l''''y'''''''''">
              <a:rPr kumimoji="1" lang="en-US" altLang="en-US" sz="1200" smtClean="0">
                <a:latin typeface="HarmonyOS Sans SC Light" pitchFamily="2" charset="-122"/>
                <a:ea typeface="HarmonyOS Sans SC Light" pitchFamily="2" charset="-122"/>
              </a:rPr>
              <a:pPr/>
              <a:t>Italy</a:t>
            </a:fld>
            <a:endParaRPr kumimoji="1" lang="zh-CN" altLang="en-US" sz="1200" dirty="0">
              <a:latin typeface="HarmonyOS Sans SC Light" pitchFamily="2" charset="-122"/>
              <a:ea typeface="HarmonyOS Sans SC Light" pitchFamily="2" charset="-122"/>
              <a:sym typeface="HarmonyOS Sans SC Light" pitchFamily="2" charset="-122"/>
            </a:endParaRPr>
          </a:p>
        </p:txBody>
      </p:sp>
      <p:graphicFrame>
        <p:nvGraphicFramePr>
          <p:cNvPr id="371" name="Chart 3">
            <a:extLst>
              <a:ext uri="{FF2B5EF4-FFF2-40B4-BE49-F238E27FC236}">
                <a16:creationId xmlns:a16="http://schemas.microsoft.com/office/drawing/2014/main" id="{0F6CE232-51A5-DD51-148F-83A1E9D4AD45}"/>
              </a:ext>
            </a:extLst>
          </p:cNvPr>
          <p:cNvGraphicFramePr/>
          <p:nvPr>
            <p:custDataLst>
              <p:tags r:id="rId23"/>
            </p:custDataLst>
            <p:extLst>
              <p:ext uri="{D42A27DB-BD31-4B8C-83A1-F6EECF244321}">
                <p14:modId xmlns:p14="http://schemas.microsoft.com/office/powerpoint/2010/main" val="2687698308"/>
              </p:ext>
            </p:extLst>
          </p:nvPr>
        </p:nvGraphicFramePr>
        <p:xfrm>
          <a:off x="9825038" y="2546350"/>
          <a:ext cx="1701800" cy="1125538"/>
        </p:xfrm>
        <a:graphic>
          <a:graphicData uri="http://schemas.openxmlformats.org/drawingml/2006/chart">
            <c:chart xmlns:c="http://schemas.openxmlformats.org/drawingml/2006/chart" xmlns:r="http://schemas.openxmlformats.org/officeDocument/2006/relationships" r:id="rId61"/>
          </a:graphicData>
        </a:graphic>
      </p:graphicFrame>
      <p:sp>
        <p:nvSpPr>
          <p:cNvPr id="147" name="文本占位符 2">
            <a:extLst>
              <a:ext uri="{FF2B5EF4-FFF2-40B4-BE49-F238E27FC236}">
                <a16:creationId xmlns:a16="http://schemas.microsoft.com/office/drawing/2014/main" id="{929EFCC8-241F-9518-F71C-7627B91AF8FA}"/>
              </a:ext>
            </a:extLst>
          </p:cNvPr>
          <p:cNvSpPr txBox="1">
            <a:spLocks/>
          </p:cNvSpPr>
          <p:nvPr>
            <p:custDataLst>
              <p:tags r:id="rId24"/>
            </p:custDataLst>
          </p:nvPr>
        </p:nvSpPr>
        <p:spPr bwMode="auto">
          <a:xfrm>
            <a:off x="9964739" y="3489325"/>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F1941E4-843C-47E5-8F9F-5118BCAD4120}"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48" name="文本占位符 2">
            <a:extLst>
              <a:ext uri="{FF2B5EF4-FFF2-40B4-BE49-F238E27FC236}">
                <a16:creationId xmlns:a16="http://schemas.microsoft.com/office/drawing/2014/main" id="{9B2A44B0-1780-80D3-C553-BFFED239918E}"/>
              </a:ext>
            </a:extLst>
          </p:cNvPr>
          <p:cNvSpPr txBox="1">
            <a:spLocks/>
          </p:cNvSpPr>
          <p:nvPr>
            <p:custDataLst>
              <p:tags r:id="rId25"/>
            </p:custDataLst>
          </p:nvPr>
        </p:nvSpPr>
        <p:spPr bwMode="auto">
          <a:xfrm>
            <a:off x="10547350" y="3489325"/>
            <a:ext cx="2555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1769A76-0DAF-444A-9BD9-18831C089716}" type="datetime'U''S''''''''A'''''''''''''''''''''''''''''''''''''''''">
              <a:rPr kumimoji="1" lang="en-US" altLang="en-US" sz="1000" smtClean="0">
                <a:latin typeface="HarmonyOS Sans SC Light" pitchFamily="2" charset="-122"/>
                <a:ea typeface="HarmonyOS Sans SC Light" pitchFamily="2" charset="-122"/>
              </a:rPr>
              <a:pPr/>
              <a:t>USA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49" name="文本占位符 2">
            <a:extLst>
              <a:ext uri="{FF2B5EF4-FFF2-40B4-BE49-F238E27FC236}">
                <a16:creationId xmlns:a16="http://schemas.microsoft.com/office/drawing/2014/main" id="{4CAEF3B9-5580-D495-9620-6DDB66AE7AE6}"/>
              </a:ext>
            </a:extLst>
          </p:cNvPr>
          <p:cNvSpPr txBox="1">
            <a:spLocks/>
          </p:cNvSpPr>
          <p:nvPr>
            <p:custDataLst>
              <p:tags r:id="rId26"/>
            </p:custDataLst>
          </p:nvPr>
        </p:nvSpPr>
        <p:spPr bwMode="auto">
          <a:xfrm>
            <a:off x="11063288" y="3489325"/>
            <a:ext cx="249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36300DC-C4B5-4310-AB78-DD1C3FA8274A}" type="datetime'I''t''''''''''''''''''''''''''a''''''''''''l''''''''y'''''''''">
              <a:rPr kumimoji="1" lang="en-US" altLang="en-US" sz="1000" smtClean="0">
                <a:latin typeface="HarmonyOS Sans SC Light" pitchFamily="2" charset="-122"/>
                <a:ea typeface="HarmonyOS Sans SC Light" pitchFamily="2" charset="-122"/>
              </a:rPr>
              <a:pPr/>
              <a:t>Italy</a:t>
            </a:fld>
            <a:endParaRPr kumimoji="1" lang="zh-CN" altLang="en-US" sz="1000" dirty="0">
              <a:latin typeface="HarmonyOS Sans SC Light" pitchFamily="2" charset="-122"/>
              <a:ea typeface="HarmonyOS Sans SC Light" pitchFamily="2" charset="-122"/>
              <a:sym typeface="HarmonyOS Sans SC Light" pitchFamily="2" charset="-122"/>
            </a:endParaRPr>
          </a:p>
        </p:txBody>
      </p:sp>
      <p:cxnSp>
        <p:nvCxnSpPr>
          <p:cNvPr id="156" name="直线连接符 155">
            <a:extLst>
              <a:ext uri="{FF2B5EF4-FFF2-40B4-BE49-F238E27FC236}">
                <a16:creationId xmlns:a16="http://schemas.microsoft.com/office/drawing/2014/main" id="{D0606D90-2AD3-5C36-918E-F7416A5DE442}"/>
              </a:ext>
            </a:extLst>
          </p:cNvPr>
          <p:cNvCxnSpPr>
            <a:cxnSpLocks/>
          </p:cNvCxnSpPr>
          <p:nvPr/>
        </p:nvCxnSpPr>
        <p:spPr>
          <a:xfrm>
            <a:off x="2809364" y="1788885"/>
            <a:ext cx="152993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57" name="文本框 156">
            <a:extLst>
              <a:ext uri="{FF2B5EF4-FFF2-40B4-BE49-F238E27FC236}">
                <a16:creationId xmlns:a16="http://schemas.microsoft.com/office/drawing/2014/main" id="{88AE924C-AD98-0BC0-A3A9-F5B619A7EC43}"/>
              </a:ext>
            </a:extLst>
          </p:cNvPr>
          <p:cNvSpPr txBox="1"/>
          <p:nvPr/>
        </p:nvSpPr>
        <p:spPr>
          <a:xfrm>
            <a:off x="2704914" y="1214865"/>
            <a:ext cx="1449436" cy="52322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Personal digital</a:t>
            </a:r>
          </a:p>
          <a:p>
            <a:r>
              <a:rPr kumimoji="1" lang="en-US" altLang="zh-CN" sz="1400" dirty="0">
                <a:latin typeface="HarmonyOS Sans SC" pitchFamily="2" charset="-122"/>
                <a:ea typeface="HarmonyOS Sans SC" pitchFamily="2" charset="-122"/>
              </a:rPr>
              <a:t>gadgets</a:t>
            </a:r>
            <a:endParaRPr kumimoji="1" lang="zh-CN" altLang="en-US" sz="1400" dirty="0">
              <a:latin typeface="HarmonyOS Sans SC" pitchFamily="2" charset="-122"/>
              <a:ea typeface="HarmonyOS Sans SC" pitchFamily="2" charset="-122"/>
            </a:endParaRPr>
          </a:p>
        </p:txBody>
      </p:sp>
      <p:cxnSp>
        <p:nvCxnSpPr>
          <p:cNvPr id="158" name="直线连接符 157">
            <a:extLst>
              <a:ext uri="{FF2B5EF4-FFF2-40B4-BE49-F238E27FC236}">
                <a16:creationId xmlns:a16="http://schemas.microsoft.com/office/drawing/2014/main" id="{98E01C32-821D-609E-FA3E-D9EAC5D910F9}"/>
              </a:ext>
            </a:extLst>
          </p:cNvPr>
          <p:cNvCxnSpPr>
            <a:cxnSpLocks/>
          </p:cNvCxnSpPr>
          <p:nvPr/>
        </p:nvCxnSpPr>
        <p:spPr>
          <a:xfrm>
            <a:off x="4592964" y="1790913"/>
            <a:ext cx="152993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59" name="文本框 158">
            <a:extLst>
              <a:ext uri="{FF2B5EF4-FFF2-40B4-BE49-F238E27FC236}">
                <a16:creationId xmlns:a16="http://schemas.microsoft.com/office/drawing/2014/main" id="{309C0C14-47FC-3808-913F-E831F4518114}"/>
              </a:ext>
            </a:extLst>
          </p:cNvPr>
          <p:cNvSpPr txBox="1"/>
          <p:nvPr/>
        </p:nvSpPr>
        <p:spPr>
          <a:xfrm>
            <a:off x="4488514" y="1431210"/>
            <a:ext cx="88036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Skincare</a:t>
            </a:r>
            <a:endParaRPr kumimoji="1" lang="zh-CN" altLang="en-US" sz="1400" dirty="0">
              <a:latin typeface="HarmonyOS Sans SC" pitchFamily="2" charset="-122"/>
              <a:ea typeface="HarmonyOS Sans SC" pitchFamily="2" charset="-122"/>
            </a:endParaRPr>
          </a:p>
        </p:txBody>
      </p:sp>
      <p:cxnSp>
        <p:nvCxnSpPr>
          <p:cNvPr id="160" name="直线连接符 159">
            <a:extLst>
              <a:ext uri="{FF2B5EF4-FFF2-40B4-BE49-F238E27FC236}">
                <a16:creationId xmlns:a16="http://schemas.microsoft.com/office/drawing/2014/main" id="{1DA3AD6B-E92A-86AF-4175-FA8B0BFAB3F0}"/>
              </a:ext>
            </a:extLst>
          </p:cNvPr>
          <p:cNvCxnSpPr>
            <a:cxnSpLocks/>
          </p:cNvCxnSpPr>
          <p:nvPr/>
        </p:nvCxnSpPr>
        <p:spPr>
          <a:xfrm>
            <a:off x="6356399" y="1786857"/>
            <a:ext cx="152993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61" name="文本框 160">
            <a:extLst>
              <a:ext uri="{FF2B5EF4-FFF2-40B4-BE49-F238E27FC236}">
                <a16:creationId xmlns:a16="http://schemas.microsoft.com/office/drawing/2014/main" id="{99D080DE-B793-D3A3-DFC4-12F16C608279}"/>
              </a:ext>
            </a:extLst>
          </p:cNvPr>
          <p:cNvSpPr txBox="1"/>
          <p:nvPr/>
        </p:nvSpPr>
        <p:spPr>
          <a:xfrm>
            <a:off x="6251949" y="1427154"/>
            <a:ext cx="1128835"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Casualwear</a:t>
            </a:r>
            <a:endParaRPr kumimoji="1" lang="zh-CN" altLang="en-US" sz="1400" dirty="0">
              <a:latin typeface="HarmonyOS Sans SC" pitchFamily="2" charset="-122"/>
              <a:ea typeface="HarmonyOS Sans SC" pitchFamily="2" charset="-122"/>
            </a:endParaRPr>
          </a:p>
        </p:txBody>
      </p:sp>
      <p:cxnSp>
        <p:nvCxnSpPr>
          <p:cNvPr id="162" name="直线连接符 161">
            <a:extLst>
              <a:ext uri="{FF2B5EF4-FFF2-40B4-BE49-F238E27FC236}">
                <a16:creationId xmlns:a16="http://schemas.microsoft.com/office/drawing/2014/main" id="{20541ACE-357C-BE34-FBCC-241656333855}"/>
              </a:ext>
            </a:extLst>
          </p:cNvPr>
          <p:cNvCxnSpPr>
            <a:cxnSpLocks/>
          </p:cNvCxnSpPr>
          <p:nvPr/>
        </p:nvCxnSpPr>
        <p:spPr>
          <a:xfrm>
            <a:off x="8151576" y="1786857"/>
            <a:ext cx="152993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63" name="文本框 162">
            <a:extLst>
              <a:ext uri="{FF2B5EF4-FFF2-40B4-BE49-F238E27FC236}">
                <a16:creationId xmlns:a16="http://schemas.microsoft.com/office/drawing/2014/main" id="{6B65C04A-90B8-A19F-69ED-95A91DC8F0DA}"/>
              </a:ext>
            </a:extLst>
          </p:cNvPr>
          <p:cNvSpPr txBox="1"/>
          <p:nvPr/>
        </p:nvSpPr>
        <p:spPr>
          <a:xfrm>
            <a:off x="8047126" y="1427154"/>
            <a:ext cx="939681"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Red wine</a:t>
            </a:r>
            <a:endParaRPr kumimoji="1" lang="zh-CN" altLang="en-US" sz="1400" dirty="0">
              <a:latin typeface="HarmonyOS Sans SC" pitchFamily="2" charset="-122"/>
              <a:ea typeface="HarmonyOS Sans SC" pitchFamily="2" charset="-122"/>
            </a:endParaRPr>
          </a:p>
        </p:txBody>
      </p:sp>
      <p:cxnSp>
        <p:nvCxnSpPr>
          <p:cNvPr id="164" name="直线连接符 163">
            <a:extLst>
              <a:ext uri="{FF2B5EF4-FFF2-40B4-BE49-F238E27FC236}">
                <a16:creationId xmlns:a16="http://schemas.microsoft.com/office/drawing/2014/main" id="{E338247A-8C98-505F-4C57-0B7B1182C309}"/>
              </a:ext>
            </a:extLst>
          </p:cNvPr>
          <p:cNvCxnSpPr>
            <a:cxnSpLocks/>
          </p:cNvCxnSpPr>
          <p:nvPr/>
        </p:nvCxnSpPr>
        <p:spPr>
          <a:xfrm>
            <a:off x="9915011" y="1782801"/>
            <a:ext cx="152993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65" name="文本框 164">
            <a:extLst>
              <a:ext uri="{FF2B5EF4-FFF2-40B4-BE49-F238E27FC236}">
                <a16:creationId xmlns:a16="http://schemas.microsoft.com/office/drawing/2014/main" id="{F468EF2B-3880-2587-B1E1-D621441CBD56}"/>
              </a:ext>
            </a:extLst>
          </p:cNvPr>
          <p:cNvSpPr txBox="1"/>
          <p:nvPr/>
        </p:nvSpPr>
        <p:spPr>
          <a:xfrm>
            <a:off x="9810561" y="1423098"/>
            <a:ext cx="1019831"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Cosmetics</a:t>
            </a:r>
            <a:endParaRPr kumimoji="1" lang="zh-CN" altLang="en-US" sz="1400" dirty="0">
              <a:latin typeface="HarmonyOS Sans SC" pitchFamily="2" charset="-122"/>
              <a:ea typeface="HarmonyOS Sans SC" pitchFamily="2" charset="-122"/>
            </a:endParaRPr>
          </a:p>
        </p:txBody>
      </p:sp>
      <p:graphicFrame>
        <p:nvGraphicFramePr>
          <p:cNvPr id="372" name="Chart 3">
            <a:extLst>
              <a:ext uri="{FF2B5EF4-FFF2-40B4-BE49-F238E27FC236}">
                <a16:creationId xmlns:a16="http://schemas.microsoft.com/office/drawing/2014/main" id="{1AE9E6ED-C308-41AE-0C31-0568B3ABA86C}"/>
              </a:ext>
            </a:extLst>
          </p:cNvPr>
          <p:cNvGraphicFramePr/>
          <p:nvPr>
            <p:custDataLst>
              <p:tags r:id="rId27"/>
            </p:custDataLst>
            <p:extLst>
              <p:ext uri="{D42A27DB-BD31-4B8C-83A1-F6EECF244321}">
                <p14:modId xmlns:p14="http://schemas.microsoft.com/office/powerpoint/2010/main" val="637501726"/>
              </p:ext>
            </p:extLst>
          </p:nvPr>
        </p:nvGraphicFramePr>
        <p:xfrm>
          <a:off x="963613" y="4235450"/>
          <a:ext cx="1701800" cy="1558925"/>
        </p:xfrm>
        <a:graphic>
          <a:graphicData uri="http://schemas.openxmlformats.org/drawingml/2006/chart">
            <c:chart xmlns:c="http://schemas.openxmlformats.org/drawingml/2006/chart" xmlns:r="http://schemas.openxmlformats.org/officeDocument/2006/relationships" r:id="rId62"/>
          </a:graphicData>
        </a:graphic>
      </p:graphicFrame>
      <p:sp>
        <p:nvSpPr>
          <p:cNvPr id="245" name="文本占位符 2">
            <a:extLst>
              <a:ext uri="{FF2B5EF4-FFF2-40B4-BE49-F238E27FC236}">
                <a16:creationId xmlns:a16="http://schemas.microsoft.com/office/drawing/2014/main" id="{0B85BDFD-8691-6ECB-7B60-E54880F821DF}"/>
              </a:ext>
            </a:extLst>
          </p:cNvPr>
          <p:cNvSpPr txBox="1">
            <a:spLocks/>
          </p:cNvSpPr>
          <p:nvPr>
            <p:custDataLst>
              <p:tags r:id="rId28"/>
            </p:custDataLst>
          </p:nvPr>
        </p:nvSpPr>
        <p:spPr bwMode="auto">
          <a:xfrm>
            <a:off x="1133475" y="5611813"/>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FED5D6D-9F09-4BEE-AD3D-353207D5149F}"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47" name="文本占位符 2">
            <a:extLst>
              <a:ext uri="{FF2B5EF4-FFF2-40B4-BE49-F238E27FC236}">
                <a16:creationId xmlns:a16="http://schemas.microsoft.com/office/drawing/2014/main" id="{AAFD09DF-5710-8A72-AFC1-437508C7BA8D}"/>
              </a:ext>
            </a:extLst>
          </p:cNvPr>
          <p:cNvSpPr txBox="1">
            <a:spLocks/>
          </p:cNvSpPr>
          <p:nvPr>
            <p:custDataLst>
              <p:tags r:id="rId29"/>
            </p:custDataLst>
          </p:nvPr>
        </p:nvSpPr>
        <p:spPr bwMode="auto">
          <a:xfrm>
            <a:off x="1558925" y="5611813"/>
            <a:ext cx="5080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85B6211-4346-49DD-AD9B-770EFCC75B43}" type="datetime'Au''''''s''''''''''''''''t''''''r''''al''i''''''''''''''''a'''">
              <a:rPr kumimoji="1" lang="en-US" altLang="en-US" sz="1000" smtClean="0">
                <a:latin typeface="HarmonyOS Sans SC Light" pitchFamily="2" charset="-122"/>
                <a:ea typeface="HarmonyOS Sans SC Light" pitchFamily="2" charset="-122"/>
              </a:rPr>
              <a:pPr/>
              <a:t>Australia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48" name="文本占位符 2">
            <a:extLst>
              <a:ext uri="{FF2B5EF4-FFF2-40B4-BE49-F238E27FC236}">
                <a16:creationId xmlns:a16="http://schemas.microsoft.com/office/drawing/2014/main" id="{7BB75614-31D0-9803-2189-8A79F43A4663}"/>
              </a:ext>
            </a:extLst>
          </p:cNvPr>
          <p:cNvSpPr txBox="1">
            <a:spLocks/>
          </p:cNvSpPr>
          <p:nvPr>
            <p:custDataLst>
              <p:tags r:id="rId30"/>
            </p:custDataLst>
          </p:nvPr>
        </p:nvSpPr>
        <p:spPr bwMode="auto">
          <a:xfrm>
            <a:off x="2233613" y="5611813"/>
            <a:ext cx="1857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9DBCCB7-D56E-45A5-A9D6-6BDB833CCC0A}" type="datetime'''''U''''''K'''''''''">
              <a:rPr kumimoji="1" lang="en-US" altLang="en-US" sz="1000" smtClean="0">
                <a:latin typeface="HarmonyOS Sans SC Light" pitchFamily="2" charset="-122"/>
                <a:ea typeface="HarmonyOS Sans SC Light" pitchFamily="2" charset="-122"/>
              </a:rPr>
              <a:pPr/>
              <a:t>UK</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46" name="文本占位符 2">
            <a:extLst>
              <a:ext uri="{FF2B5EF4-FFF2-40B4-BE49-F238E27FC236}">
                <a16:creationId xmlns:a16="http://schemas.microsoft.com/office/drawing/2014/main" id="{2A9BD49D-32D6-CEC8-F06C-91A9293ABB94}"/>
              </a:ext>
            </a:extLst>
          </p:cNvPr>
          <p:cNvSpPr txBox="1">
            <a:spLocks/>
          </p:cNvSpPr>
          <p:nvPr>
            <p:custDataLst>
              <p:tags r:id="rId31"/>
            </p:custDataLst>
          </p:nvPr>
        </p:nvSpPr>
        <p:spPr bwMode="auto">
          <a:xfrm>
            <a:off x="638175" y="4927600"/>
            <a:ext cx="347663" cy="273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85B7B507-D3F7-48C7-8357-7824668FD13D}" type="datetime'T''ie''''r'''''''''' ''3''&#10;''''''a''''''n''''''d ''''''''''4'">
              <a:rPr kumimoji="1" lang="en-US" altLang="en-US" sz="1000" b="1" smtClean="0">
                <a:latin typeface="HarmonyOS Sans SC" pitchFamily="2" charset="-122"/>
                <a:ea typeface="HarmonyOS Sans SC" pitchFamily="2" charset="-122"/>
              </a:rPr>
              <a:pPr/>
              <a:t>Tier 3
and 4</a:t>
            </a:fld>
            <a:endParaRPr kumimoji="1" lang="zh-CN" altLang="en-US" sz="1000" b="1" dirty="0">
              <a:latin typeface="HarmonyOS Sans SC" pitchFamily="2" charset="-122"/>
              <a:ea typeface="HarmonyOS Sans SC" pitchFamily="2" charset="-122"/>
              <a:sym typeface="HarmonyOS Sans SC" pitchFamily="2" charset="-122"/>
            </a:endParaRPr>
          </a:p>
        </p:txBody>
      </p:sp>
      <p:graphicFrame>
        <p:nvGraphicFramePr>
          <p:cNvPr id="373" name="Chart 3">
            <a:extLst>
              <a:ext uri="{FF2B5EF4-FFF2-40B4-BE49-F238E27FC236}">
                <a16:creationId xmlns:a16="http://schemas.microsoft.com/office/drawing/2014/main" id="{A3CD5FBD-4020-A5DD-11F4-B8CBF34F5D3D}"/>
              </a:ext>
            </a:extLst>
          </p:cNvPr>
          <p:cNvGraphicFramePr/>
          <p:nvPr>
            <p:custDataLst>
              <p:tags r:id="rId32"/>
            </p:custDataLst>
            <p:extLst>
              <p:ext uri="{D42A27DB-BD31-4B8C-83A1-F6EECF244321}">
                <p14:modId xmlns:p14="http://schemas.microsoft.com/office/powerpoint/2010/main" val="2020246018"/>
              </p:ext>
            </p:extLst>
          </p:nvPr>
        </p:nvGraphicFramePr>
        <p:xfrm>
          <a:off x="2743200" y="4308475"/>
          <a:ext cx="1701800" cy="1485900"/>
        </p:xfrm>
        <a:graphic>
          <a:graphicData uri="http://schemas.openxmlformats.org/drawingml/2006/chart">
            <c:chart xmlns:c="http://schemas.openxmlformats.org/drawingml/2006/chart" xmlns:r="http://schemas.openxmlformats.org/officeDocument/2006/relationships" r:id="rId63"/>
          </a:graphicData>
        </a:graphic>
      </p:graphicFrame>
      <p:sp>
        <p:nvSpPr>
          <p:cNvPr id="250" name="文本占位符 2">
            <a:extLst>
              <a:ext uri="{FF2B5EF4-FFF2-40B4-BE49-F238E27FC236}">
                <a16:creationId xmlns:a16="http://schemas.microsoft.com/office/drawing/2014/main" id="{0461F251-1084-6CA7-4500-329F31C7D57E}"/>
              </a:ext>
            </a:extLst>
          </p:cNvPr>
          <p:cNvSpPr txBox="1">
            <a:spLocks/>
          </p:cNvSpPr>
          <p:nvPr>
            <p:custDataLst>
              <p:tags r:id="rId33"/>
            </p:custDataLst>
          </p:nvPr>
        </p:nvSpPr>
        <p:spPr bwMode="auto">
          <a:xfrm>
            <a:off x="2954338" y="5611813"/>
            <a:ext cx="25558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7FCA769-E5A4-488E-ADFD-0BA2F613427E}" type="datetime'''''''''''''''''U''''''''''''''''''''''''''''SA'''''''">
              <a:rPr kumimoji="1" lang="en-US" altLang="en-US" sz="1000" smtClean="0">
                <a:latin typeface="HarmonyOS Sans SC Light" pitchFamily="2" charset="-122"/>
                <a:ea typeface="HarmonyOS Sans SC Light" pitchFamily="2" charset="-122"/>
              </a:rPr>
              <a:pPr/>
              <a:t>USA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1" name="文本占位符 2">
            <a:extLst>
              <a:ext uri="{FF2B5EF4-FFF2-40B4-BE49-F238E27FC236}">
                <a16:creationId xmlns:a16="http://schemas.microsoft.com/office/drawing/2014/main" id="{80F760B3-1CF7-5101-4068-8A35FB633ACE}"/>
              </a:ext>
            </a:extLst>
          </p:cNvPr>
          <p:cNvSpPr txBox="1">
            <a:spLocks/>
          </p:cNvSpPr>
          <p:nvPr>
            <p:custDataLst>
              <p:tags r:id="rId34"/>
            </p:custDataLst>
          </p:nvPr>
        </p:nvSpPr>
        <p:spPr bwMode="auto">
          <a:xfrm>
            <a:off x="3424238" y="5611813"/>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CE2C48F-049D-49AD-B6FA-F9FADD7AB6FB}"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2" name="文本占位符 2">
            <a:extLst>
              <a:ext uri="{FF2B5EF4-FFF2-40B4-BE49-F238E27FC236}">
                <a16:creationId xmlns:a16="http://schemas.microsoft.com/office/drawing/2014/main" id="{14D6825E-9950-A7DF-A13B-15904105C7D1}"/>
              </a:ext>
            </a:extLst>
          </p:cNvPr>
          <p:cNvSpPr txBox="1">
            <a:spLocks/>
          </p:cNvSpPr>
          <p:nvPr>
            <p:custDataLst>
              <p:tags r:id="rId35"/>
            </p:custDataLst>
          </p:nvPr>
        </p:nvSpPr>
        <p:spPr bwMode="auto">
          <a:xfrm>
            <a:off x="3924300" y="5611813"/>
            <a:ext cx="3619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85C1E60-0B49-41CE-9437-D74AA0C8F7D6}" type="datetime'va''''p''''''''''''''''''''''''''''''''''''''''''''''''''an'''">
              <a:rPr kumimoji="1" lang="en-US" altLang="en-US" sz="1000" smtClean="0">
                <a:latin typeface="HarmonyOS Sans SC Light" pitchFamily="2" charset="-122"/>
                <a:ea typeface="HarmonyOS Sans SC Light" pitchFamily="2" charset="-122"/>
              </a:rPr>
              <a:pPr/>
              <a:t>vapan</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74" name="Chart 3">
            <a:extLst>
              <a:ext uri="{FF2B5EF4-FFF2-40B4-BE49-F238E27FC236}">
                <a16:creationId xmlns:a16="http://schemas.microsoft.com/office/drawing/2014/main" id="{B8D999D8-D066-BC1C-ADC8-FC842A671E7B}"/>
              </a:ext>
            </a:extLst>
          </p:cNvPr>
          <p:cNvGraphicFramePr/>
          <p:nvPr>
            <p:custDataLst>
              <p:tags r:id="rId36"/>
            </p:custDataLst>
            <p:extLst>
              <p:ext uri="{D42A27DB-BD31-4B8C-83A1-F6EECF244321}">
                <p14:modId xmlns:p14="http://schemas.microsoft.com/office/powerpoint/2010/main" val="1637050124"/>
              </p:ext>
            </p:extLst>
          </p:nvPr>
        </p:nvGraphicFramePr>
        <p:xfrm>
          <a:off x="4522788" y="4703763"/>
          <a:ext cx="1701800" cy="1090612"/>
        </p:xfrm>
        <a:graphic>
          <a:graphicData uri="http://schemas.openxmlformats.org/drawingml/2006/chart">
            <c:chart xmlns:c="http://schemas.openxmlformats.org/drawingml/2006/chart" xmlns:r="http://schemas.openxmlformats.org/officeDocument/2006/relationships" r:id="rId64"/>
          </a:graphicData>
        </a:graphic>
      </p:graphicFrame>
      <p:sp>
        <p:nvSpPr>
          <p:cNvPr id="254" name="文本占位符 2">
            <a:extLst>
              <a:ext uri="{FF2B5EF4-FFF2-40B4-BE49-F238E27FC236}">
                <a16:creationId xmlns:a16="http://schemas.microsoft.com/office/drawing/2014/main" id="{98D7D612-4B16-7A95-7708-FAC9F9DE026C}"/>
              </a:ext>
            </a:extLst>
          </p:cNvPr>
          <p:cNvSpPr txBox="1">
            <a:spLocks/>
          </p:cNvSpPr>
          <p:nvPr>
            <p:custDataLst>
              <p:tags r:id="rId37"/>
            </p:custDataLst>
          </p:nvPr>
        </p:nvSpPr>
        <p:spPr bwMode="auto">
          <a:xfrm>
            <a:off x="4692650" y="5611813"/>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7DBCC35-4ABC-409E-B671-E81E5DAE05FE}"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5" name="文本占位符 2">
            <a:extLst>
              <a:ext uri="{FF2B5EF4-FFF2-40B4-BE49-F238E27FC236}">
                <a16:creationId xmlns:a16="http://schemas.microsoft.com/office/drawing/2014/main" id="{D64A2FBC-C359-796E-9737-F57E531C5FDE}"/>
              </a:ext>
            </a:extLst>
          </p:cNvPr>
          <p:cNvSpPr txBox="1">
            <a:spLocks/>
          </p:cNvSpPr>
          <p:nvPr>
            <p:custDataLst>
              <p:tags r:id="rId38"/>
            </p:custDataLst>
          </p:nvPr>
        </p:nvSpPr>
        <p:spPr bwMode="auto">
          <a:xfrm>
            <a:off x="5173664" y="5611813"/>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EC5C7AB-05E3-4EB8-B519-AB38E5F18A2B}"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6" name="文本占位符 2">
            <a:extLst>
              <a:ext uri="{FF2B5EF4-FFF2-40B4-BE49-F238E27FC236}">
                <a16:creationId xmlns:a16="http://schemas.microsoft.com/office/drawing/2014/main" id="{BB58013A-E5B9-1E8B-506C-8013E0D76CEC}"/>
              </a:ext>
            </a:extLst>
          </p:cNvPr>
          <p:cNvSpPr txBox="1">
            <a:spLocks/>
          </p:cNvSpPr>
          <p:nvPr>
            <p:custDataLst>
              <p:tags r:id="rId39"/>
            </p:custDataLst>
          </p:nvPr>
        </p:nvSpPr>
        <p:spPr bwMode="auto">
          <a:xfrm>
            <a:off x="5710238" y="5611813"/>
            <a:ext cx="350838" cy="2730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F6025A9-2966-4D7C-B596-B2C88011CCC8}" type="datetime'South''''''''&#10;''''''''''''''''''K''''''o''''''''re''a'''">
              <a:rPr kumimoji="1" lang="en-US" altLang="en-US" sz="1000" smtClean="0">
                <a:latin typeface="HarmonyOS Sans SC Light" pitchFamily="2" charset="-122"/>
                <a:ea typeface="HarmonyOS Sans SC Light" pitchFamily="2" charset="-122"/>
              </a:rPr>
              <a:pPr/>
              <a:t>South
Korea</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75" name="Chart 3">
            <a:extLst>
              <a:ext uri="{FF2B5EF4-FFF2-40B4-BE49-F238E27FC236}">
                <a16:creationId xmlns:a16="http://schemas.microsoft.com/office/drawing/2014/main" id="{34157FCE-30A6-BE54-03D7-503F60346060}"/>
              </a:ext>
            </a:extLst>
          </p:cNvPr>
          <p:cNvGraphicFramePr/>
          <p:nvPr>
            <p:custDataLst>
              <p:tags r:id="rId40"/>
            </p:custDataLst>
            <p:extLst>
              <p:ext uri="{D42A27DB-BD31-4B8C-83A1-F6EECF244321}">
                <p14:modId xmlns:p14="http://schemas.microsoft.com/office/powerpoint/2010/main" val="369698694"/>
              </p:ext>
            </p:extLst>
          </p:nvPr>
        </p:nvGraphicFramePr>
        <p:xfrm>
          <a:off x="6303963" y="4668838"/>
          <a:ext cx="1701800" cy="1125537"/>
        </p:xfrm>
        <a:graphic>
          <a:graphicData uri="http://schemas.openxmlformats.org/drawingml/2006/chart">
            <c:chart xmlns:c="http://schemas.openxmlformats.org/drawingml/2006/chart" xmlns:r="http://schemas.openxmlformats.org/officeDocument/2006/relationships" r:id="rId65"/>
          </a:graphicData>
        </a:graphic>
      </p:graphicFrame>
      <p:sp>
        <p:nvSpPr>
          <p:cNvPr id="258" name="文本占位符 2">
            <a:extLst>
              <a:ext uri="{FF2B5EF4-FFF2-40B4-BE49-F238E27FC236}">
                <a16:creationId xmlns:a16="http://schemas.microsoft.com/office/drawing/2014/main" id="{572F17B6-2651-FE2E-86F7-2FB6504574B9}"/>
              </a:ext>
            </a:extLst>
          </p:cNvPr>
          <p:cNvSpPr txBox="1">
            <a:spLocks/>
          </p:cNvSpPr>
          <p:nvPr>
            <p:custDataLst>
              <p:tags r:id="rId41"/>
            </p:custDataLst>
          </p:nvPr>
        </p:nvSpPr>
        <p:spPr bwMode="auto">
          <a:xfrm>
            <a:off x="6473825" y="5611813"/>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0414E4C-1582-478C-9A9E-6D798F7A80E0}"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9" name="文本占位符 2">
            <a:extLst>
              <a:ext uri="{FF2B5EF4-FFF2-40B4-BE49-F238E27FC236}">
                <a16:creationId xmlns:a16="http://schemas.microsoft.com/office/drawing/2014/main" id="{E1A6B837-D9A7-6D27-B2FA-A9984B6B16D7}"/>
              </a:ext>
            </a:extLst>
          </p:cNvPr>
          <p:cNvSpPr txBox="1">
            <a:spLocks/>
          </p:cNvSpPr>
          <p:nvPr>
            <p:custDataLst>
              <p:tags r:id="rId42"/>
            </p:custDataLst>
          </p:nvPr>
        </p:nvSpPr>
        <p:spPr bwMode="auto">
          <a:xfrm>
            <a:off x="6954839" y="5611813"/>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0784C9C-B7D5-4160-A79A-AFF6EDCF09BB}"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60" name="文本占位符 2">
            <a:extLst>
              <a:ext uri="{FF2B5EF4-FFF2-40B4-BE49-F238E27FC236}">
                <a16:creationId xmlns:a16="http://schemas.microsoft.com/office/drawing/2014/main" id="{DEE147EE-5475-B46A-BEF8-91465D1D47DC}"/>
              </a:ext>
            </a:extLst>
          </p:cNvPr>
          <p:cNvSpPr txBox="1">
            <a:spLocks/>
          </p:cNvSpPr>
          <p:nvPr>
            <p:custDataLst>
              <p:tags r:id="rId43"/>
            </p:custDataLst>
          </p:nvPr>
        </p:nvSpPr>
        <p:spPr bwMode="auto">
          <a:xfrm>
            <a:off x="7542213" y="5611813"/>
            <a:ext cx="249238"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3E8B705-AB97-491B-8F6C-AC5EFB647E65}" type="datetime'It''''''''a''''''l''''''''''''''''''''''''''''y'''''''''''">
              <a:rPr kumimoji="1" lang="en-US" altLang="en-US" sz="1000" smtClean="0">
                <a:latin typeface="HarmonyOS Sans SC Light" pitchFamily="2" charset="-122"/>
                <a:ea typeface="HarmonyOS Sans SC Light" pitchFamily="2" charset="-122"/>
              </a:rPr>
              <a:pPr/>
              <a:t>Italy</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76" name="Chart 3">
            <a:extLst>
              <a:ext uri="{FF2B5EF4-FFF2-40B4-BE49-F238E27FC236}">
                <a16:creationId xmlns:a16="http://schemas.microsoft.com/office/drawing/2014/main" id="{6B30F441-6F36-82BB-4A9B-C6CFD3BD7EFF}"/>
              </a:ext>
            </a:extLst>
          </p:cNvPr>
          <p:cNvGraphicFramePr/>
          <p:nvPr>
            <p:custDataLst>
              <p:tags r:id="rId44"/>
            </p:custDataLst>
            <p:extLst>
              <p:ext uri="{D42A27DB-BD31-4B8C-83A1-F6EECF244321}">
                <p14:modId xmlns:p14="http://schemas.microsoft.com/office/powerpoint/2010/main" val="4229255570"/>
              </p:ext>
            </p:extLst>
          </p:nvPr>
        </p:nvGraphicFramePr>
        <p:xfrm>
          <a:off x="9863138" y="4600575"/>
          <a:ext cx="1701800" cy="1193800"/>
        </p:xfrm>
        <a:graphic>
          <a:graphicData uri="http://schemas.openxmlformats.org/drawingml/2006/chart">
            <c:chart xmlns:c="http://schemas.openxmlformats.org/drawingml/2006/chart" xmlns:r="http://schemas.openxmlformats.org/officeDocument/2006/relationships" r:id="rId66"/>
          </a:graphicData>
        </a:graphic>
      </p:graphicFrame>
      <p:sp>
        <p:nvSpPr>
          <p:cNvPr id="262" name="文本占位符 2">
            <a:extLst>
              <a:ext uri="{FF2B5EF4-FFF2-40B4-BE49-F238E27FC236}">
                <a16:creationId xmlns:a16="http://schemas.microsoft.com/office/drawing/2014/main" id="{90D8518E-61EF-AE5A-BD69-E3258C02EE61}"/>
              </a:ext>
            </a:extLst>
          </p:cNvPr>
          <p:cNvSpPr txBox="1">
            <a:spLocks/>
          </p:cNvSpPr>
          <p:nvPr>
            <p:custDataLst>
              <p:tags r:id="rId45"/>
            </p:custDataLst>
          </p:nvPr>
        </p:nvSpPr>
        <p:spPr bwMode="auto">
          <a:xfrm>
            <a:off x="10002839" y="5611813"/>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37CC1A3-BCE3-484E-B754-ACD58712E069}"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63" name="文本占位符 2">
            <a:extLst>
              <a:ext uri="{FF2B5EF4-FFF2-40B4-BE49-F238E27FC236}">
                <a16:creationId xmlns:a16="http://schemas.microsoft.com/office/drawing/2014/main" id="{EAF8AC1A-E2C2-DF70-BA60-FC2808F3F72B}"/>
              </a:ext>
            </a:extLst>
          </p:cNvPr>
          <p:cNvSpPr txBox="1">
            <a:spLocks/>
          </p:cNvSpPr>
          <p:nvPr>
            <p:custDataLst>
              <p:tags r:id="rId46"/>
            </p:custDataLst>
          </p:nvPr>
        </p:nvSpPr>
        <p:spPr bwMode="auto">
          <a:xfrm>
            <a:off x="10536238" y="5611813"/>
            <a:ext cx="3540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03FAF33-1190-4D8A-A427-8D6999AA7AF9}" type="datetime'J''''''''''a''p''an'">
              <a:rPr kumimoji="1" lang="en-US" altLang="en-US" sz="1000" smtClean="0">
                <a:latin typeface="HarmonyOS Sans SC Light" pitchFamily="2" charset="-122"/>
                <a:ea typeface="HarmonyOS Sans SC Light" pitchFamily="2" charset="-122"/>
              </a:rPr>
              <a:pPr/>
              <a:t>Japan</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64" name="文本占位符 2">
            <a:extLst>
              <a:ext uri="{FF2B5EF4-FFF2-40B4-BE49-F238E27FC236}">
                <a16:creationId xmlns:a16="http://schemas.microsoft.com/office/drawing/2014/main" id="{F62E613B-B8A6-069B-058A-B1B53711A647}"/>
              </a:ext>
            </a:extLst>
          </p:cNvPr>
          <p:cNvSpPr txBox="1">
            <a:spLocks/>
          </p:cNvSpPr>
          <p:nvPr>
            <p:custDataLst>
              <p:tags r:id="rId47"/>
            </p:custDataLst>
          </p:nvPr>
        </p:nvSpPr>
        <p:spPr bwMode="auto">
          <a:xfrm>
            <a:off x="11056938" y="5611813"/>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CCBC4B6-8C9D-4EB0-9063-2D5BDC56AFA5}"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77" name="Chart 3">
            <a:extLst>
              <a:ext uri="{FF2B5EF4-FFF2-40B4-BE49-F238E27FC236}">
                <a16:creationId xmlns:a16="http://schemas.microsoft.com/office/drawing/2014/main" id="{B6986489-18C1-C52A-254A-E857A5F1D0A5}"/>
              </a:ext>
            </a:extLst>
          </p:cNvPr>
          <p:cNvGraphicFramePr/>
          <p:nvPr>
            <p:custDataLst>
              <p:tags r:id="rId48"/>
            </p:custDataLst>
            <p:extLst>
              <p:ext uri="{D42A27DB-BD31-4B8C-83A1-F6EECF244321}">
                <p14:modId xmlns:p14="http://schemas.microsoft.com/office/powerpoint/2010/main" val="2753750323"/>
              </p:ext>
            </p:extLst>
          </p:nvPr>
        </p:nvGraphicFramePr>
        <p:xfrm>
          <a:off x="8069263" y="4467225"/>
          <a:ext cx="1701800" cy="1327150"/>
        </p:xfrm>
        <a:graphic>
          <a:graphicData uri="http://schemas.openxmlformats.org/drawingml/2006/chart">
            <c:chart xmlns:c="http://schemas.openxmlformats.org/drawingml/2006/chart" xmlns:r="http://schemas.openxmlformats.org/officeDocument/2006/relationships" r:id="rId67"/>
          </a:graphicData>
        </a:graphic>
      </p:graphicFrame>
      <p:sp>
        <p:nvSpPr>
          <p:cNvPr id="272" name="文本占位符 2">
            <a:extLst>
              <a:ext uri="{FF2B5EF4-FFF2-40B4-BE49-F238E27FC236}">
                <a16:creationId xmlns:a16="http://schemas.microsoft.com/office/drawing/2014/main" id="{0A4EEB94-CBC5-E5DA-2877-EFFBFA43E1F6}"/>
              </a:ext>
            </a:extLst>
          </p:cNvPr>
          <p:cNvSpPr txBox="1">
            <a:spLocks/>
          </p:cNvSpPr>
          <p:nvPr>
            <p:custDataLst>
              <p:tags r:id="rId49"/>
            </p:custDataLst>
          </p:nvPr>
        </p:nvSpPr>
        <p:spPr bwMode="auto">
          <a:xfrm>
            <a:off x="8208964" y="5611813"/>
            <a:ext cx="3984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BC24A2A-81FA-4DE7-BE72-8208A0DF5638}" type="datetime'Fr''a''''''''''n''''c''''e'''''''''''''''''''''''''">
              <a:rPr kumimoji="1" lang="en-US" altLang="en-US" sz="1000" smtClean="0">
                <a:latin typeface="HarmonyOS Sans SC Light" pitchFamily="2" charset="-122"/>
                <a:ea typeface="HarmonyOS Sans SC Light" pitchFamily="2" charset="-122"/>
              </a:rPr>
              <a:pPr/>
              <a:t>France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73" name="文本占位符 2">
            <a:extLst>
              <a:ext uri="{FF2B5EF4-FFF2-40B4-BE49-F238E27FC236}">
                <a16:creationId xmlns:a16="http://schemas.microsoft.com/office/drawing/2014/main" id="{6326386C-018F-D9B3-57FB-613E009ECA5F}"/>
              </a:ext>
            </a:extLst>
          </p:cNvPr>
          <p:cNvSpPr txBox="1">
            <a:spLocks/>
          </p:cNvSpPr>
          <p:nvPr>
            <p:custDataLst>
              <p:tags r:id="rId50"/>
            </p:custDataLst>
          </p:nvPr>
        </p:nvSpPr>
        <p:spPr bwMode="auto">
          <a:xfrm>
            <a:off x="8750300" y="5611813"/>
            <a:ext cx="3365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42CC55F-DC47-44FD-947F-6B61FEC0F7DA}" type="datetime'''''''Ch''''''''''''''''''''''''''''''''i''''''n''a'''''">
              <a:rPr kumimoji="1" lang="en-US" altLang="en-US" sz="1000" smtClean="0">
                <a:latin typeface="HarmonyOS Sans SC Light" pitchFamily="2" charset="-122"/>
                <a:ea typeface="HarmonyOS Sans SC Light" pitchFamily="2" charset="-122"/>
              </a:rPr>
              <a:pPr/>
              <a:t>China</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74" name="文本占位符 2">
            <a:extLst>
              <a:ext uri="{FF2B5EF4-FFF2-40B4-BE49-F238E27FC236}">
                <a16:creationId xmlns:a16="http://schemas.microsoft.com/office/drawing/2014/main" id="{B31A7856-225E-B925-6206-6F87D08D2B32}"/>
              </a:ext>
            </a:extLst>
          </p:cNvPr>
          <p:cNvSpPr txBox="1">
            <a:spLocks/>
          </p:cNvSpPr>
          <p:nvPr>
            <p:custDataLst>
              <p:tags r:id="rId51"/>
            </p:custDataLst>
          </p:nvPr>
        </p:nvSpPr>
        <p:spPr bwMode="auto">
          <a:xfrm>
            <a:off x="9096375" y="5611813"/>
            <a:ext cx="6699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E21D021-5099-4725-AD74-0C0ACE24E7B5}" type="datetime'''''''''''''''''Switz''er''''l''an''''d'''">
              <a:rPr kumimoji="1" lang="en-US" altLang="en-US" sz="1000" smtClean="0">
                <a:latin typeface="HarmonyOS Sans SC Light" pitchFamily="2" charset="-122"/>
                <a:ea typeface="HarmonyOS Sans SC Light" pitchFamily="2" charset="-122"/>
              </a:rPr>
              <a:pPr/>
              <a:t>Switzerland</a:t>
            </a:fld>
            <a:endParaRPr kumimoji="1" lang="zh-CN" altLang="en-US" sz="1000" dirty="0">
              <a:latin typeface="HarmonyOS Sans SC Light" pitchFamily="2" charset="-122"/>
              <a:ea typeface="HarmonyOS Sans SC Light" pitchFamily="2" charset="-122"/>
              <a:sym typeface="HarmonyOS Sans SC Light" pitchFamily="2" charset="-122"/>
            </a:endParaRPr>
          </a:p>
        </p:txBody>
      </p:sp>
    </p:spTree>
    <p:extLst>
      <p:ext uri="{BB962C8B-B14F-4D97-AF65-F5344CB8AC3E}">
        <p14:creationId xmlns:p14="http://schemas.microsoft.com/office/powerpoint/2010/main" val="1822558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E858C9A-690F-54FC-75C9-1CB541AEFA4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0E858C9A-690F-54FC-75C9-1CB541AEFA4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9" name="任意形状 8">
            <a:extLst>
              <a:ext uri="{FF2B5EF4-FFF2-40B4-BE49-F238E27FC236}">
                <a16:creationId xmlns:a16="http://schemas.microsoft.com/office/drawing/2014/main" id="{15902901-B8B2-6CE7-6073-B5005E1513BB}"/>
              </a:ext>
            </a:extLst>
          </p:cNvPr>
          <p:cNvSpPr/>
          <p:nvPr/>
        </p:nvSpPr>
        <p:spPr>
          <a:xfrm>
            <a:off x="3416196" y="2193286"/>
            <a:ext cx="2694924" cy="2953342"/>
          </a:xfrm>
          <a:custGeom>
            <a:avLst/>
            <a:gdLst>
              <a:gd name="connsiteX0" fmla="*/ 1218253 w 2694924"/>
              <a:gd name="connsiteY0" fmla="*/ 0 h 2953342"/>
              <a:gd name="connsiteX1" fmla="*/ 2694924 w 2694924"/>
              <a:gd name="connsiteY1" fmla="*/ 1476671 h 2953342"/>
              <a:gd name="connsiteX2" fmla="*/ 1218253 w 2694924"/>
              <a:gd name="connsiteY2" fmla="*/ 2953342 h 2953342"/>
              <a:gd name="connsiteX3" fmla="*/ 643466 w 2694924"/>
              <a:gd name="connsiteY3" fmla="*/ 2837298 h 2953342"/>
              <a:gd name="connsiteX4" fmla="*/ 521287 w 2694924"/>
              <a:gd name="connsiteY4" fmla="*/ 2778442 h 2953342"/>
              <a:gd name="connsiteX5" fmla="*/ 395344 w 2694924"/>
              <a:gd name="connsiteY5" fmla="*/ 2610019 h 2953342"/>
              <a:gd name="connsiteX6" fmla="*/ 0 w 2694924"/>
              <a:gd name="connsiteY6" fmla="*/ 1315753 h 2953342"/>
              <a:gd name="connsiteX7" fmla="*/ 104072 w 2694924"/>
              <a:gd name="connsiteY7" fmla="*/ 627381 h 2953342"/>
              <a:gd name="connsiteX8" fmla="*/ 176049 w 2694924"/>
              <a:gd name="connsiteY8" fmla="*/ 430726 h 2953342"/>
              <a:gd name="connsiteX9" fmla="*/ 278953 w 2694924"/>
              <a:gd name="connsiteY9" fmla="*/ 337200 h 2953342"/>
              <a:gd name="connsiteX10" fmla="*/ 1218253 w 2694924"/>
              <a:gd name="connsiteY10" fmla="*/ 0 h 295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94924" h="2953342">
                <a:moveTo>
                  <a:pt x="1218253" y="0"/>
                </a:moveTo>
                <a:cubicBezTo>
                  <a:pt x="2033796" y="0"/>
                  <a:pt x="2694924" y="661128"/>
                  <a:pt x="2694924" y="1476671"/>
                </a:cubicBezTo>
                <a:cubicBezTo>
                  <a:pt x="2694924" y="2292214"/>
                  <a:pt x="2033796" y="2953342"/>
                  <a:pt x="1218253" y="2953342"/>
                </a:cubicBezTo>
                <a:cubicBezTo>
                  <a:pt x="1014367" y="2953342"/>
                  <a:pt x="820133" y="2912022"/>
                  <a:pt x="643466" y="2837298"/>
                </a:cubicBezTo>
                <a:lnTo>
                  <a:pt x="521287" y="2778442"/>
                </a:lnTo>
                <a:lnTo>
                  <a:pt x="395344" y="2610019"/>
                </a:lnTo>
                <a:cubicBezTo>
                  <a:pt x="145744" y="2240564"/>
                  <a:pt x="0" y="1795179"/>
                  <a:pt x="0" y="1315753"/>
                </a:cubicBezTo>
                <a:cubicBezTo>
                  <a:pt x="0" y="1076040"/>
                  <a:pt x="36436" y="844838"/>
                  <a:pt x="104072" y="627381"/>
                </a:cubicBezTo>
                <a:lnTo>
                  <a:pt x="176049" y="430726"/>
                </a:lnTo>
                <a:lnTo>
                  <a:pt x="278953" y="337200"/>
                </a:lnTo>
                <a:cubicBezTo>
                  <a:pt x="534209" y="126544"/>
                  <a:pt x="861453" y="0"/>
                  <a:pt x="1218253" y="0"/>
                </a:cubicBezTo>
                <a:close/>
              </a:path>
            </a:pathLst>
          </a:custGeom>
          <a:solidFill>
            <a:srgbClr val="001F7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8" name="任意形状 7">
            <a:extLst>
              <a:ext uri="{FF2B5EF4-FFF2-40B4-BE49-F238E27FC236}">
                <a16:creationId xmlns:a16="http://schemas.microsoft.com/office/drawing/2014/main" id="{4FE722A7-CF24-81CA-2DAC-3739617C1482}"/>
              </a:ext>
            </a:extLst>
          </p:cNvPr>
          <p:cNvSpPr/>
          <p:nvPr/>
        </p:nvSpPr>
        <p:spPr>
          <a:xfrm>
            <a:off x="3592245" y="1194168"/>
            <a:ext cx="4453693" cy="4629742"/>
          </a:xfrm>
          <a:custGeom>
            <a:avLst/>
            <a:gdLst>
              <a:gd name="connsiteX0" fmla="*/ 2138822 w 4453693"/>
              <a:gd name="connsiteY0" fmla="*/ 0 h 4629742"/>
              <a:gd name="connsiteX1" fmla="*/ 4453693 w 4453693"/>
              <a:gd name="connsiteY1" fmla="*/ 2314871 h 4629742"/>
              <a:gd name="connsiteX2" fmla="*/ 2138822 w 4453693"/>
              <a:gd name="connsiteY2" fmla="*/ 4629742 h 4629742"/>
              <a:gd name="connsiteX3" fmla="*/ 352555 w 4453693"/>
              <a:gd name="connsiteY3" fmla="*/ 3787344 h 4629742"/>
              <a:gd name="connsiteX4" fmla="*/ 345238 w 4453693"/>
              <a:gd name="connsiteY4" fmla="*/ 3777560 h 4629742"/>
              <a:gd name="connsiteX5" fmla="*/ 467417 w 4453693"/>
              <a:gd name="connsiteY5" fmla="*/ 3836416 h 4629742"/>
              <a:gd name="connsiteX6" fmla="*/ 1042204 w 4453693"/>
              <a:gd name="connsiteY6" fmla="*/ 3952460 h 4629742"/>
              <a:gd name="connsiteX7" fmla="*/ 2518875 w 4453693"/>
              <a:gd name="connsiteY7" fmla="*/ 2475789 h 4629742"/>
              <a:gd name="connsiteX8" fmla="*/ 1042204 w 4453693"/>
              <a:gd name="connsiteY8" fmla="*/ 999118 h 4629742"/>
              <a:gd name="connsiteX9" fmla="*/ 102904 w 4453693"/>
              <a:gd name="connsiteY9" fmla="*/ 1336318 h 4629742"/>
              <a:gd name="connsiteX10" fmla="*/ 0 w 4453693"/>
              <a:gd name="connsiteY10" fmla="*/ 1429844 h 4629742"/>
              <a:gd name="connsiteX11" fmla="*/ 5865 w 4453693"/>
              <a:gd name="connsiteY11" fmla="*/ 1413819 h 4629742"/>
              <a:gd name="connsiteX12" fmla="*/ 2138822 w 4453693"/>
              <a:gd name="connsiteY12" fmla="*/ 0 h 4629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53693" h="4629742">
                <a:moveTo>
                  <a:pt x="2138822" y="0"/>
                </a:moveTo>
                <a:cubicBezTo>
                  <a:pt x="3417290" y="0"/>
                  <a:pt x="4453693" y="1036403"/>
                  <a:pt x="4453693" y="2314871"/>
                </a:cubicBezTo>
                <a:cubicBezTo>
                  <a:pt x="4453693" y="3593339"/>
                  <a:pt x="3417290" y="4629742"/>
                  <a:pt x="2138822" y="4629742"/>
                </a:cubicBezTo>
                <a:cubicBezTo>
                  <a:pt x="1419684" y="4629742"/>
                  <a:pt x="777137" y="4301818"/>
                  <a:pt x="352555" y="3787344"/>
                </a:cubicBezTo>
                <a:lnTo>
                  <a:pt x="345238" y="3777560"/>
                </a:lnTo>
                <a:lnTo>
                  <a:pt x="467417" y="3836416"/>
                </a:lnTo>
                <a:cubicBezTo>
                  <a:pt x="644084" y="3911140"/>
                  <a:pt x="838318" y="3952460"/>
                  <a:pt x="1042204" y="3952460"/>
                </a:cubicBezTo>
                <a:cubicBezTo>
                  <a:pt x="1857747" y="3952460"/>
                  <a:pt x="2518875" y="3291332"/>
                  <a:pt x="2518875" y="2475789"/>
                </a:cubicBezTo>
                <a:cubicBezTo>
                  <a:pt x="2518875" y="1660246"/>
                  <a:pt x="1857747" y="999118"/>
                  <a:pt x="1042204" y="999118"/>
                </a:cubicBezTo>
                <a:cubicBezTo>
                  <a:pt x="685404" y="999118"/>
                  <a:pt x="358160" y="1125662"/>
                  <a:pt x="102904" y="1336318"/>
                </a:cubicBezTo>
                <a:lnTo>
                  <a:pt x="0" y="1429844"/>
                </a:lnTo>
                <a:lnTo>
                  <a:pt x="5865" y="1413819"/>
                </a:lnTo>
                <a:cubicBezTo>
                  <a:pt x="357282" y="582977"/>
                  <a:pt x="1179971" y="0"/>
                  <a:pt x="2138822" y="0"/>
                </a:cubicBezTo>
                <a:close/>
              </a:path>
            </a:pathLst>
          </a:custGeom>
          <a:solidFill>
            <a:srgbClr val="8DC6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7" name="任意形状 6">
            <a:extLst>
              <a:ext uri="{FF2B5EF4-FFF2-40B4-BE49-F238E27FC236}">
                <a16:creationId xmlns:a16="http://schemas.microsoft.com/office/drawing/2014/main" id="{F9A03E9C-F594-0C70-4653-1A9E50BCA0D1}"/>
              </a:ext>
            </a:extLst>
          </p:cNvPr>
          <p:cNvSpPr/>
          <p:nvPr/>
        </p:nvSpPr>
        <p:spPr>
          <a:xfrm>
            <a:off x="3157779" y="2624012"/>
            <a:ext cx="779705" cy="2347716"/>
          </a:xfrm>
          <a:custGeom>
            <a:avLst/>
            <a:gdLst>
              <a:gd name="connsiteX0" fmla="*/ 434467 w 779705"/>
              <a:gd name="connsiteY0" fmla="*/ 0 h 2347716"/>
              <a:gd name="connsiteX1" fmla="*/ 362490 w 779705"/>
              <a:gd name="connsiteY1" fmla="*/ 196655 h 2347716"/>
              <a:gd name="connsiteX2" fmla="*/ 258418 w 779705"/>
              <a:gd name="connsiteY2" fmla="*/ 885027 h 2347716"/>
              <a:gd name="connsiteX3" fmla="*/ 653762 w 779705"/>
              <a:gd name="connsiteY3" fmla="*/ 2179293 h 2347716"/>
              <a:gd name="connsiteX4" fmla="*/ 779705 w 779705"/>
              <a:gd name="connsiteY4" fmla="*/ 2347716 h 2347716"/>
              <a:gd name="connsiteX5" fmla="*/ 772802 w 779705"/>
              <a:gd name="connsiteY5" fmla="*/ 2344390 h 2347716"/>
              <a:gd name="connsiteX6" fmla="*/ 0 w 779705"/>
              <a:gd name="connsiteY6" fmla="*/ 1045945 h 2347716"/>
              <a:gd name="connsiteX7" fmla="*/ 432507 w 779705"/>
              <a:gd name="connsiteY7" fmla="*/ 1781 h 2347716"/>
              <a:gd name="connsiteX8" fmla="*/ 434467 w 779705"/>
              <a:gd name="connsiteY8" fmla="*/ 0 h 234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9705" h="2347716">
                <a:moveTo>
                  <a:pt x="434467" y="0"/>
                </a:moveTo>
                <a:lnTo>
                  <a:pt x="362490" y="196655"/>
                </a:lnTo>
                <a:cubicBezTo>
                  <a:pt x="294854" y="414112"/>
                  <a:pt x="258418" y="645314"/>
                  <a:pt x="258418" y="885027"/>
                </a:cubicBezTo>
                <a:cubicBezTo>
                  <a:pt x="258418" y="1364453"/>
                  <a:pt x="404162" y="1809838"/>
                  <a:pt x="653762" y="2179293"/>
                </a:cubicBezTo>
                <a:lnTo>
                  <a:pt x="779705" y="2347716"/>
                </a:lnTo>
                <a:lnTo>
                  <a:pt x="772802" y="2344390"/>
                </a:lnTo>
                <a:cubicBezTo>
                  <a:pt x="312486" y="2094332"/>
                  <a:pt x="0" y="1606631"/>
                  <a:pt x="0" y="1045945"/>
                </a:cubicBezTo>
                <a:cubicBezTo>
                  <a:pt x="0" y="638174"/>
                  <a:pt x="165282" y="269006"/>
                  <a:pt x="432507" y="1781"/>
                </a:cubicBezTo>
                <a:lnTo>
                  <a:pt x="434467" y="0"/>
                </a:lnTo>
                <a:close/>
              </a:path>
            </a:pathLst>
          </a:custGeom>
          <a:solidFill>
            <a:srgbClr val="0138C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0" name="文本框 9">
            <a:extLst>
              <a:ext uri="{FF2B5EF4-FFF2-40B4-BE49-F238E27FC236}">
                <a16:creationId xmlns:a16="http://schemas.microsoft.com/office/drawing/2014/main" id="{6F6A30CE-A917-B4BD-2D48-8E2E82E3C98B}"/>
              </a:ext>
            </a:extLst>
          </p:cNvPr>
          <p:cNvSpPr txBox="1"/>
          <p:nvPr/>
        </p:nvSpPr>
        <p:spPr>
          <a:xfrm>
            <a:off x="407931" y="254218"/>
            <a:ext cx="8231741" cy="369332"/>
          </a:xfrm>
          <a:prstGeom prst="rect">
            <a:avLst/>
          </a:prstGeom>
          <a:noFill/>
        </p:spPr>
        <p:txBody>
          <a:bodyPr wrap="none" rtlCol="0">
            <a:spAutoFit/>
          </a:bodyPr>
          <a:lstStyle/>
          <a:p>
            <a:r>
              <a:rPr kumimoji="1" lang="en-US" altLang="zh-CN" dirty="0">
                <a:latin typeface="HarmonyOS Sans SC Medium" pitchFamily="2" charset="-122"/>
                <a:ea typeface="HarmonyOS Sans SC Medium" pitchFamily="2" charset="-122"/>
              </a:rPr>
              <a:t>The potential impact of generative Al can be evaluated through two lenses.</a:t>
            </a:r>
            <a:endParaRPr kumimoji="1" lang="zh-CN" altLang="en-US" dirty="0">
              <a:latin typeface="HarmonyOS Sans SC Medium" pitchFamily="2" charset="-122"/>
              <a:ea typeface="HarmonyOS Sans SC Medium" pitchFamily="2" charset="-122"/>
            </a:endParaRPr>
          </a:p>
        </p:txBody>
      </p:sp>
      <p:sp>
        <p:nvSpPr>
          <p:cNvPr id="11" name="弧 10">
            <a:extLst>
              <a:ext uri="{FF2B5EF4-FFF2-40B4-BE49-F238E27FC236}">
                <a16:creationId xmlns:a16="http://schemas.microsoft.com/office/drawing/2014/main" id="{DFF8C9E1-C961-4661-3A8F-1A53AE3B9BA8}"/>
              </a:ext>
            </a:extLst>
          </p:cNvPr>
          <p:cNvSpPr/>
          <p:nvPr/>
        </p:nvSpPr>
        <p:spPr>
          <a:xfrm rot="3662425">
            <a:off x="4408086" y="1580530"/>
            <a:ext cx="3758165" cy="3758165"/>
          </a:xfrm>
          <a:prstGeom prst="arc">
            <a:avLst>
              <a:gd name="adj1" fmla="val 16482802"/>
              <a:gd name="adj2" fmla="val 18943571"/>
            </a:avLst>
          </a:prstGeom>
          <a:ln w="12700">
            <a:solidFill>
              <a:schemeClr val="bg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dirty="0"/>
          </a:p>
        </p:txBody>
      </p:sp>
      <p:cxnSp>
        <p:nvCxnSpPr>
          <p:cNvPr id="13" name="直线连接符 12">
            <a:extLst>
              <a:ext uri="{FF2B5EF4-FFF2-40B4-BE49-F238E27FC236}">
                <a16:creationId xmlns:a16="http://schemas.microsoft.com/office/drawing/2014/main" id="{D3C2AEA6-D007-4B99-7AB3-1ACD3C27B6B6}"/>
              </a:ext>
            </a:extLst>
          </p:cNvPr>
          <p:cNvCxnSpPr/>
          <p:nvPr/>
        </p:nvCxnSpPr>
        <p:spPr>
          <a:xfrm flipV="1">
            <a:off x="8161638" y="2372497"/>
            <a:ext cx="889686" cy="1000898"/>
          </a:xfrm>
          <a:prstGeom prst="line">
            <a:avLst/>
          </a:prstGeom>
          <a:ln w="1270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直线连接符 13">
            <a:extLst>
              <a:ext uri="{FF2B5EF4-FFF2-40B4-BE49-F238E27FC236}">
                <a16:creationId xmlns:a16="http://schemas.microsoft.com/office/drawing/2014/main" id="{F723DCA5-F7E8-4E56-A5F1-CFFE42F412D3}"/>
              </a:ext>
            </a:extLst>
          </p:cNvPr>
          <p:cNvCxnSpPr>
            <a:cxnSpLocks/>
          </p:cNvCxnSpPr>
          <p:nvPr/>
        </p:nvCxnSpPr>
        <p:spPr>
          <a:xfrm>
            <a:off x="8233719" y="2372497"/>
            <a:ext cx="1435443" cy="0"/>
          </a:xfrm>
          <a:prstGeom prst="line">
            <a:avLst/>
          </a:prstGeom>
          <a:ln w="1270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11FDB900-91E2-AFD5-6B99-3BE36481DF2E}"/>
              </a:ext>
            </a:extLst>
          </p:cNvPr>
          <p:cNvSpPr txBox="1"/>
          <p:nvPr/>
        </p:nvSpPr>
        <p:spPr>
          <a:xfrm>
            <a:off x="8161638" y="1244293"/>
            <a:ext cx="2109873" cy="104644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Lens 2</a:t>
            </a:r>
          </a:p>
          <a:p>
            <a:r>
              <a:rPr kumimoji="1" lang="en-US" altLang="zh-CN" sz="1200" i="1" dirty="0">
                <a:latin typeface="HarmonyOS Sans SC Light" pitchFamily="2" charset="-122"/>
                <a:ea typeface="HarmonyOS Sans SC Light" pitchFamily="2" charset="-122"/>
              </a:rPr>
              <a:t>Labor productivity potential</a:t>
            </a:r>
          </a:p>
          <a:p>
            <a:r>
              <a:rPr kumimoji="1" lang="en-US" altLang="zh-CN" sz="1200" i="1" dirty="0">
                <a:latin typeface="HarmonyOS Sans SC Light" pitchFamily="2" charset="-122"/>
                <a:ea typeface="HarmonyOS Sans SC Light" pitchFamily="2" charset="-122"/>
              </a:rPr>
              <a:t>across ~2,100 detailed work</a:t>
            </a:r>
          </a:p>
          <a:p>
            <a:r>
              <a:rPr kumimoji="1" lang="en-US" altLang="zh-CN" sz="1200" i="1" dirty="0">
                <a:latin typeface="HarmonyOS Sans SC Light" pitchFamily="2" charset="-122"/>
                <a:ea typeface="HarmonyOS Sans SC Light" pitchFamily="2" charset="-122"/>
              </a:rPr>
              <a:t>activities performed by</a:t>
            </a:r>
          </a:p>
          <a:p>
            <a:r>
              <a:rPr kumimoji="1" lang="en-US" altLang="zh-CN" sz="1200" i="1" dirty="0">
                <a:latin typeface="HarmonyOS Sans SC Light" pitchFamily="2" charset="-122"/>
                <a:ea typeface="HarmonyOS Sans SC Light" pitchFamily="2" charset="-122"/>
              </a:rPr>
              <a:t>global workforce</a:t>
            </a:r>
            <a:endParaRPr kumimoji="1" lang="zh-CN" altLang="en-US" sz="1200" i="1" dirty="0">
              <a:latin typeface="HarmonyOS Sans SC Light" pitchFamily="2" charset="-122"/>
              <a:ea typeface="HarmonyOS Sans SC Light" pitchFamily="2" charset="-122"/>
            </a:endParaRPr>
          </a:p>
        </p:txBody>
      </p:sp>
      <p:sp>
        <p:nvSpPr>
          <p:cNvPr id="18" name="弧 17">
            <a:extLst>
              <a:ext uri="{FF2B5EF4-FFF2-40B4-BE49-F238E27FC236}">
                <a16:creationId xmlns:a16="http://schemas.microsoft.com/office/drawing/2014/main" id="{CF6DF2B3-9804-0B66-6E98-145F0561DE73}"/>
              </a:ext>
            </a:extLst>
          </p:cNvPr>
          <p:cNvSpPr/>
          <p:nvPr/>
        </p:nvSpPr>
        <p:spPr>
          <a:xfrm rot="15937436">
            <a:off x="3050200" y="1907864"/>
            <a:ext cx="3758165" cy="3758165"/>
          </a:xfrm>
          <a:prstGeom prst="arc">
            <a:avLst>
              <a:gd name="adj1" fmla="val 17047002"/>
              <a:gd name="adj2" fmla="val 18559999"/>
            </a:avLst>
          </a:prstGeom>
          <a:ln w="12700">
            <a:solidFill>
              <a:schemeClr val="bg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dirty="0"/>
          </a:p>
        </p:txBody>
      </p:sp>
      <p:cxnSp>
        <p:nvCxnSpPr>
          <p:cNvPr id="19" name="直线连接符 18">
            <a:extLst>
              <a:ext uri="{FF2B5EF4-FFF2-40B4-BE49-F238E27FC236}">
                <a16:creationId xmlns:a16="http://schemas.microsoft.com/office/drawing/2014/main" id="{688A6206-6564-63D5-C5F6-3082CB7D55C4}"/>
              </a:ext>
            </a:extLst>
          </p:cNvPr>
          <p:cNvCxnSpPr>
            <a:cxnSpLocks/>
          </p:cNvCxnSpPr>
          <p:nvPr/>
        </p:nvCxnSpPr>
        <p:spPr>
          <a:xfrm flipH="1" flipV="1">
            <a:off x="2474981" y="2159396"/>
            <a:ext cx="706276" cy="929231"/>
          </a:xfrm>
          <a:prstGeom prst="line">
            <a:avLst/>
          </a:prstGeom>
          <a:ln w="1270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22" name="直线连接符 21">
            <a:extLst>
              <a:ext uri="{FF2B5EF4-FFF2-40B4-BE49-F238E27FC236}">
                <a16:creationId xmlns:a16="http://schemas.microsoft.com/office/drawing/2014/main" id="{9CFADDE1-2623-0E77-EB26-CA8A2002BEB1}"/>
              </a:ext>
            </a:extLst>
          </p:cNvPr>
          <p:cNvCxnSpPr>
            <a:cxnSpLocks/>
          </p:cNvCxnSpPr>
          <p:nvPr/>
        </p:nvCxnSpPr>
        <p:spPr>
          <a:xfrm>
            <a:off x="1270610" y="2159396"/>
            <a:ext cx="1887169" cy="0"/>
          </a:xfrm>
          <a:prstGeom prst="line">
            <a:avLst/>
          </a:prstGeom>
          <a:ln w="12700">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sp>
        <p:nvSpPr>
          <p:cNvPr id="23" name="文本框 22">
            <a:extLst>
              <a:ext uri="{FF2B5EF4-FFF2-40B4-BE49-F238E27FC236}">
                <a16:creationId xmlns:a16="http://schemas.microsoft.com/office/drawing/2014/main" id="{F14DCF79-CAFB-FEF8-6851-6C5D2D1199A7}"/>
              </a:ext>
            </a:extLst>
          </p:cNvPr>
          <p:cNvSpPr txBox="1"/>
          <p:nvPr/>
        </p:nvSpPr>
        <p:spPr>
          <a:xfrm>
            <a:off x="1270610" y="1092976"/>
            <a:ext cx="1552028" cy="1046440"/>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Lens 1</a:t>
            </a:r>
          </a:p>
          <a:p>
            <a:r>
              <a:rPr kumimoji="1" lang="en-US" altLang="zh-CN" sz="1200" i="1" dirty="0">
                <a:latin typeface="HarmonyOS Sans SC Light" pitchFamily="2" charset="-122"/>
                <a:ea typeface="HarmonyOS Sans SC Light" pitchFamily="2" charset="-122"/>
              </a:rPr>
              <a:t>Total economic</a:t>
            </a:r>
          </a:p>
          <a:p>
            <a:r>
              <a:rPr kumimoji="1" lang="en-US" altLang="zh-CN" sz="1200" i="1" dirty="0">
                <a:latin typeface="HarmonyOS Sans SC Light" pitchFamily="2" charset="-122"/>
                <a:ea typeface="HarmonyOS Sans SC Light" pitchFamily="2" charset="-122"/>
              </a:rPr>
              <a:t>potential of 60-plus</a:t>
            </a:r>
          </a:p>
          <a:p>
            <a:r>
              <a:rPr kumimoji="1" lang="en-US" altLang="zh-CN" sz="1200" i="1" dirty="0">
                <a:latin typeface="HarmonyOS Sans SC Light" pitchFamily="2" charset="-122"/>
                <a:ea typeface="HarmonyOS Sans SC Light" pitchFamily="2" charset="-122"/>
              </a:rPr>
              <a:t>organizational use</a:t>
            </a:r>
          </a:p>
          <a:p>
            <a:r>
              <a:rPr kumimoji="1" lang="en-US" altLang="zh-CN" sz="1200" i="1" dirty="0">
                <a:latin typeface="HarmonyOS Sans SC Light" pitchFamily="2" charset="-122"/>
                <a:ea typeface="HarmonyOS Sans SC Light" pitchFamily="2" charset="-122"/>
              </a:rPr>
              <a:t>cases</a:t>
            </a:r>
            <a:r>
              <a:rPr kumimoji="1" lang="zh-CN" altLang="en-US" sz="1200" i="1" dirty="0">
                <a:latin typeface="HarmonyOS Sans SC Light" pitchFamily="2" charset="-122"/>
                <a:ea typeface="HarmonyOS Sans SC Light" pitchFamily="2" charset="-122"/>
              </a:rPr>
              <a:t> </a:t>
            </a:r>
            <a:r>
              <a:rPr kumimoji="1" lang="en-US" altLang="zh-CN" sz="1200" i="1" baseline="30000" dirty="0">
                <a:latin typeface="HarmonyOS Sans SC Light" pitchFamily="2" charset="-122"/>
                <a:ea typeface="HarmonyOS Sans SC Light" pitchFamily="2" charset="-122"/>
              </a:rPr>
              <a:t>1</a:t>
            </a:r>
            <a:endParaRPr kumimoji="1" lang="zh-CN" altLang="en-US" sz="1200" i="1" baseline="30000" dirty="0">
              <a:latin typeface="HarmonyOS Sans SC Light" pitchFamily="2" charset="-122"/>
              <a:ea typeface="HarmonyOS Sans SC Light" pitchFamily="2" charset="-122"/>
            </a:endParaRPr>
          </a:p>
        </p:txBody>
      </p:sp>
      <p:cxnSp>
        <p:nvCxnSpPr>
          <p:cNvPr id="25" name="直线连接符 24">
            <a:extLst>
              <a:ext uri="{FF2B5EF4-FFF2-40B4-BE49-F238E27FC236}">
                <a16:creationId xmlns:a16="http://schemas.microsoft.com/office/drawing/2014/main" id="{E532CBEB-DDB8-39F3-C928-2F971235DA25}"/>
              </a:ext>
            </a:extLst>
          </p:cNvPr>
          <p:cNvCxnSpPr>
            <a:cxnSpLocks/>
          </p:cNvCxnSpPr>
          <p:nvPr/>
        </p:nvCxnSpPr>
        <p:spPr>
          <a:xfrm flipH="1">
            <a:off x="2604562" y="3998702"/>
            <a:ext cx="677684" cy="655344"/>
          </a:xfrm>
          <a:prstGeom prst="line">
            <a:avLst/>
          </a:prstGeom>
          <a:ln w="12700">
            <a:solidFill>
              <a:srgbClr val="8DC6FF"/>
            </a:solidFill>
          </a:ln>
        </p:spPr>
        <p:style>
          <a:lnRef idx="2">
            <a:schemeClr val="accent1"/>
          </a:lnRef>
          <a:fillRef idx="0">
            <a:schemeClr val="accent1"/>
          </a:fillRef>
          <a:effectRef idx="1">
            <a:schemeClr val="accent1"/>
          </a:effectRef>
          <a:fontRef idx="minor">
            <a:schemeClr val="tx1"/>
          </a:fontRef>
        </p:style>
      </p:cxnSp>
      <p:sp>
        <p:nvSpPr>
          <p:cNvPr id="28" name="椭圆 27">
            <a:extLst>
              <a:ext uri="{FF2B5EF4-FFF2-40B4-BE49-F238E27FC236}">
                <a16:creationId xmlns:a16="http://schemas.microsoft.com/office/drawing/2014/main" id="{E6F0C9F9-6224-93B2-FA21-E107229C7863}"/>
              </a:ext>
            </a:extLst>
          </p:cNvPr>
          <p:cNvSpPr/>
          <p:nvPr/>
        </p:nvSpPr>
        <p:spPr>
          <a:xfrm>
            <a:off x="3238860" y="3952565"/>
            <a:ext cx="92273" cy="92273"/>
          </a:xfrm>
          <a:prstGeom prst="ellipse">
            <a:avLst/>
          </a:prstGeom>
          <a:solidFill>
            <a:srgbClr val="8DC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CC4244CD-2713-9D9B-9CF3-3534E78431C7}"/>
              </a:ext>
            </a:extLst>
          </p:cNvPr>
          <p:cNvSpPr txBox="1"/>
          <p:nvPr/>
        </p:nvSpPr>
        <p:spPr>
          <a:xfrm>
            <a:off x="1717750" y="4582656"/>
            <a:ext cx="931665" cy="646331"/>
          </a:xfrm>
          <a:prstGeom prst="rect">
            <a:avLst/>
          </a:prstGeom>
          <a:noFill/>
        </p:spPr>
        <p:txBody>
          <a:bodyPr wrap="none" rtlCol="0">
            <a:spAutoFit/>
          </a:bodyPr>
          <a:lstStyle/>
          <a:p>
            <a:r>
              <a:rPr kumimoji="1" lang="en-US" altLang="zh-CN" sz="1200" dirty="0">
                <a:latin typeface="HarmonyOS Sans SC Light" pitchFamily="2" charset="-122"/>
                <a:ea typeface="HarmonyOS Sans SC Light" pitchFamily="2" charset="-122"/>
              </a:rPr>
              <a:t>Revenue</a:t>
            </a:r>
          </a:p>
          <a:p>
            <a:r>
              <a:rPr kumimoji="1" lang="en-US" altLang="zh-CN" sz="1200" dirty="0">
                <a:latin typeface="HarmonyOS Sans SC Light" pitchFamily="2" charset="-122"/>
                <a:ea typeface="HarmonyOS Sans SC Light" pitchFamily="2" charset="-122"/>
              </a:rPr>
              <a:t>impacts of</a:t>
            </a:r>
          </a:p>
          <a:p>
            <a:r>
              <a:rPr kumimoji="1" lang="en-US" altLang="zh-CN" sz="1200" dirty="0">
                <a:latin typeface="HarmonyOS Sans SC Light" pitchFamily="2" charset="-122"/>
                <a:ea typeface="HarmonyOS Sans SC Light" pitchFamily="2" charset="-122"/>
              </a:rPr>
              <a:t>use cases</a:t>
            </a:r>
            <a:r>
              <a:rPr kumimoji="1" lang="en-US" altLang="zh-CN" sz="1200" baseline="30000" dirty="0">
                <a:latin typeface="HarmonyOS Sans SC Light" pitchFamily="2" charset="-122"/>
                <a:ea typeface="HarmonyOS Sans SC Light" pitchFamily="2" charset="-122"/>
              </a:rPr>
              <a:t>1</a:t>
            </a:r>
            <a:endParaRPr kumimoji="1" lang="zh-CN" altLang="en-US" sz="1200" baseline="30000" dirty="0">
              <a:latin typeface="HarmonyOS Sans SC Light" pitchFamily="2" charset="-122"/>
              <a:ea typeface="HarmonyOS Sans SC Light" pitchFamily="2" charset="-122"/>
            </a:endParaRPr>
          </a:p>
        </p:txBody>
      </p:sp>
      <p:sp>
        <p:nvSpPr>
          <p:cNvPr id="30" name="文本框 29">
            <a:extLst>
              <a:ext uri="{FF2B5EF4-FFF2-40B4-BE49-F238E27FC236}">
                <a16:creationId xmlns:a16="http://schemas.microsoft.com/office/drawing/2014/main" id="{E66D7E70-360E-CD67-C88A-AC308A8A30D8}"/>
              </a:ext>
            </a:extLst>
          </p:cNvPr>
          <p:cNvSpPr txBox="1"/>
          <p:nvPr/>
        </p:nvSpPr>
        <p:spPr>
          <a:xfrm>
            <a:off x="407930" y="6159635"/>
            <a:ext cx="11263369" cy="400110"/>
          </a:xfrm>
          <a:prstGeom prst="rect">
            <a:avLst/>
          </a:prstGeom>
          <a:noFill/>
        </p:spPr>
        <p:txBody>
          <a:bodyPr wrap="square" rtlCol="0">
            <a:spAutoFit/>
          </a:bodyPr>
          <a:lstStyle/>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For quantitative analysis, revenue impacts were recast as productivity increases on the corresponding spend in order to maintain comparability with cost impacts and not to assume additional growth in any particular market.</a:t>
            </a:r>
            <a:endParaRPr kumimoji="1" lang="zh-CN" altLang="en-US" sz="1000" dirty="0">
              <a:latin typeface="HarmonyOS Sans SC Light" pitchFamily="2" charset="-122"/>
              <a:ea typeface="HarmonyOS Sans SC Light" pitchFamily="2" charset="-122"/>
            </a:endParaRPr>
          </a:p>
        </p:txBody>
      </p:sp>
      <p:sp>
        <p:nvSpPr>
          <p:cNvPr id="31" name="文本框 30">
            <a:extLst>
              <a:ext uri="{FF2B5EF4-FFF2-40B4-BE49-F238E27FC236}">
                <a16:creationId xmlns:a16="http://schemas.microsoft.com/office/drawing/2014/main" id="{5A93CF61-FED8-AAD2-A091-7A66B552BD57}"/>
              </a:ext>
            </a:extLst>
          </p:cNvPr>
          <p:cNvSpPr txBox="1"/>
          <p:nvPr/>
        </p:nvSpPr>
        <p:spPr>
          <a:xfrm>
            <a:off x="3902477" y="3536260"/>
            <a:ext cx="1242648" cy="523220"/>
          </a:xfrm>
          <a:prstGeom prst="rect">
            <a:avLst/>
          </a:prstGeom>
          <a:noFill/>
        </p:spPr>
        <p:txBody>
          <a:bodyPr wrap="none" rtlCol="0">
            <a:spAutoFit/>
          </a:bodyPr>
          <a:lstStyle/>
          <a:p>
            <a:r>
              <a:rPr kumimoji="1" lang="en-US" altLang="zh-CN" sz="1400" dirty="0">
                <a:solidFill>
                  <a:schemeClr val="bg1"/>
                </a:solidFill>
                <a:latin typeface="HarmonyOS Sans SC" pitchFamily="2" charset="-122"/>
                <a:ea typeface="HarmonyOS Sans SC" pitchFamily="2" charset="-122"/>
              </a:rPr>
              <a:t>Cost impacts</a:t>
            </a:r>
          </a:p>
          <a:p>
            <a:r>
              <a:rPr kumimoji="1" lang="en-US" altLang="zh-CN" sz="1400" dirty="0">
                <a:solidFill>
                  <a:schemeClr val="bg1"/>
                </a:solidFill>
                <a:latin typeface="HarmonyOS Sans SC" pitchFamily="2" charset="-122"/>
                <a:ea typeface="HarmonyOS Sans SC" pitchFamily="2" charset="-122"/>
              </a:rPr>
              <a:t>of use cases</a:t>
            </a:r>
            <a:endParaRPr kumimoji="1" lang="zh-CN" altLang="en-US" sz="1400" dirty="0">
              <a:solidFill>
                <a:schemeClr val="bg1"/>
              </a:solidFill>
              <a:latin typeface="HarmonyOS Sans SC" pitchFamily="2" charset="-122"/>
              <a:ea typeface="HarmonyOS Sans SC" pitchFamily="2" charset="-122"/>
            </a:endParaRPr>
          </a:p>
        </p:txBody>
      </p:sp>
    </p:spTree>
    <p:extLst>
      <p:ext uri="{BB962C8B-B14F-4D97-AF65-F5344CB8AC3E}">
        <p14:creationId xmlns:p14="http://schemas.microsoft.com/office/powerpoint/2010/main" val="133249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AA883BF-7ADB-9E39-4AD9-23FDAD8FC6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4" imgW="490" imgH="504" progId="TCLayout.ActiveDocument.1">
                  <p:embed/>
                </p:oleObj>
              </mc:Choice>
              <mc:Fallback>
                <p:oleObj name="think-cell 幻灯片" r:id="rId14" imgW="490" imgH="504" progId="TCLayout.ActiveDocument.1">
                  <p:embed/>
                  <p:pic>
                    <p:nvPicPr>
                      <p:cNvPr id="4" name="think-cell data - do not delete" hidden="1">
                        <a:extLst>
                          <a:ext uri="{FF2B5EF4-FFF2-40B4-BE49-F238E27FC236}">
                            <a16:creationId xmlns:a16="http://schemas.microsoft.com/office/drawing/2014/main" id="{0AA883BF-7ADB-9E39-4AD9-23FDAD8FC6F0}"/>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cxnSp>
        <p:nvCxnSpPr>
          <p:cNvPr id="20" name="直线连接符 19">
            <a:extLst>
              <a:ext uri="{FF2B5EF4-FFF2-40B4-BE49-F238E27FC236}">
                <a16:creationId xmlns:a16="http://schemas.microsoft.com/office/drawing/2014/main" id="{283E2E27-2847-782C-EF1D-29CD294C64E2}"/>
              </a:ext>
            </a:extLst>
          </p:cNvPr>
          <p:cNvCxnSpPr/>
          <p:nvPr>
            <p:custDataLst>
              <p:tags r:id="rId2"/>
            </p:custDataLst>
          </p:nvPr>
        </p:nvCxnSpPr>
        <p:spPr bwMode="auto">
          <a:xfrm>
            <a:off x="2246313" y="2835275"/>
            <a:ext cx="97948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直线连接符 58">
            <a:extLst>
              <a:ext uri="{FF2B5EF4-FFF2-40B4-BE49-F238E27FC236}">
                <a16:creationId xmlns:a16="http://schemas.microsoft.com/office/drawing/2014/main" id="{E3E84AFF-6220-B989-B841-1AD939DD24EE}"/>
              </a:ext>
            </a:extLst>
          </p:cNvPr>
          <p:cNvCxnSpPr/>
          <p:nvPr>
            <p:custDataLst>
              <p:tags r:id="rId3"/>
            </p:custDataLst>
          </p:nvPr>
        </p:nvCxnSpPr>
        <p:spPr bwMode="auto">
          <a:xfrm>
            <a:off x="8859838" y="1720850"/>
            <a:ext cx="9779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4" name="直线连接符 53">
            <a:extLst>
              <a:ext uri="{FF2B5EF4-FFF2-40B4-BE49-F238E27FC236}">
                <a16:creationId xmlns:a16="http://schemas.microsoft.com/office/drawing/2014/main" id="{9D57F615-A78A-6F39-FB06-B6B19263FD32}"/>
              </a:ext>
            </a:extLst>
          </p:cNvPr>
          <p:cNvCxnSpPr/>
          <p:nvPr>
            <p:custDataLst>
              <p:tags r:id="rId4"/>
            </p:custDataLst>
          </p:nvPr>
        </p:nvCxnSpPr>
        <p:spPr bwMode="auto">
          <a:xfrm>
            <a:off x="6654800" y="2835275"/>
            <a:ext cx="97948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直线连接符 20">
            <a:extLst>
              <a:ext uri="{FF2B5EF4-FFF2-40B4-BE49-F238E27FC236}">
                <a16:creationId xmlns:a16="http://schemas.microsoft.com/office/drawing/2014/main" id="{15F68CC5-BC1E-117D-D919-BE77B4D20634}"/>
              </a:ext>
            </a:extLst>
          </p:cNvPr>
          <p:cNvCxnSpPr/>
          <p:nvPr>
            <p:custDataLst>
              <p:tags r:id="rId5"/>
            </p:custDataLst>
          </p:nvPr>
        </p:nvCxnSpPr>
        <p:spPr bwMode="auto">
          <a:xfrm>
            <a:off x="4451350" y="2835275"/>
            <a:ext cx="9779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39" name="Chart 3">
            <a:extLst>
              <a:ext uri="{FF2B5EF4-FFF2-40B4-BE49-F238E27FC236}">
                <a16:creationId xmlns:a16="http://schemas.microsoft.com/office/drawing/2014/main" id="{E00B6FD6-E2B3-C0C0-806A-B0BEDE23D310}"/>
              </a:ext>
            </a:extLst>
          </p:cNvPr>
          <p:cNvGraphicFramePr/>
          <p:nvPr>
            <p:custDataLst>
              <p:tags r:id="rId6"/>
            </p:custDataLst>
          </p:nvPr>
        </p:nvGraphicFramePr>
        <p:xfrm>
          <a:off x="449263" y="1638300"/>
          <a:ext cx="11187112" cy="3775075"/>
        </p:xfrm>
        <a:graphic>
          <a:graphicData uri="http://schemas.openxmlformats.org/drawingml/2006/chart">
            <c:chart xmlns:c="http://schemas.openxmlformats.org/drawingml/2006/chart" xmlns:r="http://schemas.openxmlformats.org/officeDocument/2006/relationships" r:id="rId16"/>
          </a:graphicData>
        </a:graphic>
      </p:graphicFrame>
      <p:sp>
        <p:nvSpPr>
          <p:cNvPr id="56" name="文本占位符 2">
            <a:extLst>
              <a:ext uri="{FF2B5EF4-FFF2-40B4-BE49-F238E27FC236}">
                <a16:creationId xmlns:a16="http://schemas.microsoft.com/office/drawing/2014/main" id="{EF4AA601-8B95-FF73-BD83-6EC11A076CA8}"/>
              </a:ext>
            </a:extLst>
          </p:cNvPr>
          <p:cNvSpPr txBox="1">
            <a:spLocks/>
          </p:cNvSpPr>
          <p:nvPr>
            <p:custDataLst>
              <p:tags r:id="rId7"/>
            </p:custDataLst>
          </p:nvPr>
        </p:nvSpPr>
        <p:spPr bwMode="auto">
          <a:xfrm>
            <a:off x="10098088" y="5381625"/>
            <a:ext cx="706438" cy="4953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8D17AF7-33B4-45A9-BEB1-0869A2E514B3}" type="datetime'To''tal'' AI&#10;e''''''cono''miC''''&#10;p''''oten''''ti''al'''''''''">
              <a:rPr lang="en-US" altLang="en-US" sz="1200" smtClean="0">
                <a:latin typeface="HarmonyOS Sans SC" pitchFamily="2" charset="-122"/>
                <a:ea typeface="HarmonyOS Sans SC" pitchFamily="2" charset="-122"/>
                <a:sym typeface="HarmonyOS Sans SC" pitchFamily="2" charset="-122"/>
              </a:rPr>
              <a:pPr/>
              <a:t>Total AI
economiC
potential</a:t>
            </a:fld>
            <a:endParaRPr lang="zh-CN" altLang="en-US" sz="1200" dirty="0">
              <a:latin typeface="HarmonyOS Sans SC" pitchFamily="2" charset="-122"/>
              <a:ea typeface="HarmonyOS Sans SC" pitchFamily="2" charset="-122"/>
              <a:sym typeface="HarmonyOS Sans SC" pitchFamily="2" charset="-122"/>
            </a:endParaRPr>
          </a:p>
        </p:txBody>
      </p:sp>
      <p:sp>
        <p:nvSpPr>
          <p:cNvPr id="52" name="文本占位符 2">
            <a:extLst>
              <a:ext uri="{FF2B5EF4-FFF2-40B4-BE49-F238E27FC236}">
                <a16:creationId xmlns:a16="http://schemas.microsoft.com/office/drawing/2014/main" id="{161AEB75-CBE0-715F-2EA8-9BF418321F45}"/>
              </a:ext>
            </a:extLst>
          </p:cNvPr>
          <p:cNvSpPr txBox="1">
            <a:spLocks/>
          </p:cNvSpPr>
          <p:nvPr>
            <p:custDataLst>
              <p:tags r:id="rId8"/>
            </p:custDataLst>
          </p:nvPr>
        </p:nvSpPr>
        <p:spPr bwMode="auto">
          <a:xfrm>
            <a:off x="7450138" y="5381625"/>
            <a:ext cx="1593850" cy="660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EC93259-0DC8-4037-B24C-17C38C50AC55}" type="thinkcell&lt;?xml version=&quot;1.0&quot; encoding=&quot;UTF-16&quot; standalone=&quot;yes&quot;?&gt;&lt;root reqver=&quot;28224&quot;&gt;&lt;version val=&quot;35573&quot;/&gt;&lt;PersistentType&gt;&lt;m_guid val=&quot;9c2f85c1-9de4-4041-ac44-84331f0e5dc4&quot;/&gt;&lt;m_prec&gt;&lt;m_yearfmt&gt;&lt;begin val=&quot;0&quot;/&gt;&lt;end val=&quot;4&quot;/&gt;&lt;/m_yearfmt&gt;&lt;/m_prec&gt;&lt;m_bUseExcelFont val=&quot;0&quot;/&gt;&lt;m_bUseExcelFontColor val=&quot;0&quot;/&gt;&lt;/PersistentType&gt;&lt;/root&gt;">
              <a:rPr lang="en-US" altLang="en-US" sz="1200" smtClean="0">
                <a:latin typeface="HarmonyOS Sans SC" pitchFamily="2" charset="-122"/>
                <a:ea typeface="HarmonyOS Sans SC" pitchFamily="2" charset="-122"/>
                <a:sym typeface="HarmonyOS Sans SC" pitchFamily="2" charset="-122"/>
              </a:rPr>
              <a:pPr/>
              <a:t>All worker productivity
enabled by generative
Al, including in use
caseS</a:t>
            </a:fld>
            <a:endParaRPr lang="zh-CN" altLang="en-US" sz="1200" dirty="0">
              <a:latin typeface="HarmonyOS Sans SC" pitchFamily="2" charset="-122"/>
              <a:ea typeface="HarmonyOS Sans SC" pitchFamily="2" charset="-122"/>
              <a:sym typeface="HarmonyOS Sans SC" pitchFamily="2" charset="-122"/>
            </a:endParaRPr>
          </a:p>
        </p:txBody>
      </p:sp>
      <p:sp>
        <p:nvSpPr>
          <p:cNvPr id="19" name="文本占位符 2">
            <a:extLst>
              <a:ext uri="{FF2B5EF4-FFF2-40B4-BE49-F238E27FC236}">
                <a16:creationId xmlns:a16="http://schemas.microsoft.com/office/drawing/2014/main" id="{86C7633F-2303-5452-A8C9-696312FAB4C8}"/>
              </a:ext>
            </a:extLst>
          </p:cNvPr>
          <p:cNvSpPr txBox="1">
            <a:spLocks/>
          </p:cNvSpPr>
          <p:nvPr>
            <p:custDataLst>
              <p:tags r:id="rId9"/>
            </p:custDataLst>
          </p:nvPr>
        </p:nvSpPr>
        <p:spPr bwMode="auto">
          <a:xfrm>
            <a:off x="5624513" y="5381625"/>
            <a:ext cx="835025" cy="4953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9C9CD98-DCD0-4A8A-8168-0C73552F5F50}" type="datetime'''''''To''t''''''''al'' use&#10;c''ase-d''riven''&#10;''''potenti''al'">
              <a:rPr lang="en-US" altLang="en-US" sz="1200" smtClean="0">
                <a:latin typeface="HarmonyOS Sans SC" pitchFamily="2" charset="-122"/>
                <a:ea typeface="HarmonyOS Sans SC" pitchFamily="2" charset="-122"/>
                <a:sym typeface="HarmonyOS Sans SC" pitchFamily="2" charset="-122"/>
              </a:rPr>
              <a:pPr/>
              <a:t>Total use
case-driven
potential</a:t>
            </a:fld>
            <a:endParaRPr lang="zh-CN" altLang="en-US" sz="1200" dirty="0">
              <a:latin typeface="HarmonyOS Sans SC" pitchFamily="2" charset="-122"/>
              <a:ea typeface="HarmonyOS Sans SC" pitchFamily="2" charset="-122"/>
              <a:sym typeface="HarmonyOS Sans SC" pitchFamily="2" charset="-122"/>
            </a:endParaRPr>
          </a:p>
        </p:txBody>
      </p:sp>
      <p:sp>
        <p:nvSpPr>
          <p:cNvPr id="18" name="文本占位符 2">
            <a:extLst>
              <a:ext uri="{FF2B5EF4-FFF2-40B4-BE49-F238E27FC236}">
                <a16:creationId xmlns:a16="http://schemas.microsoft.com/office/drawing/2014/main" id="{19D59430-D794-24B4-9B2D-B144F7AC5E43}"/>
              </a:ext>
            </a:extLst>
          </p:cNvPr>
          <p:cNvSpPr txBox="1">
            <a:spLocks/>
          </p:cNvSpPr>
          <p:nvPr>
            <p:custDataLst>
              <p:tags r:id="rId10"/>
            </p:custDataLst>
          </p:nvPr>
        </p:nvSpPr>
        <p:spPr bwMode="auto">
          <a:xfrm>
            <a:off x="3282950" y="5381625"/>
            <a:ext cx="1112838"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F4FA51F-035D-402E-8DC6-B807A150AC60}" type="datetime'Ne''w ge''''nerat''''ive&#10;''''''''''Al ''use ''''ca''s''es'''''">
              <a:rPr lang="en-US" altLang="en-US" sz="1200" smtClean="0">
                <a:latin typeface="HarmonyOS Sans SC" pitchFamily="2" charset="-122"/>
                <a:ea typeface="HarmonyOS Sans SC" pitchFamily="2" charset="-122"/>
                <a:sym typeface="HarmonyOS Sans SC" pitchFamily="2" charset="-122"/>
              </a:rPr>
              <a:pPr/>
              <a:t>New generative
Al use cases</a:t>
            </a:fld>
            <a:endParaRPr lang="zh-CN" altLang="en-US" sz="1200" dirty="0">
              <a:latin typeface="HarmonyOS Sans SC" pitchFamily="2" charset="-122"/>
              <a:ea typeface="HarmonyOS Sans SC" pitchFamily="2" charset="-122"/>
              <a:sym typeface="HarmonyOS Sans SC" pitchFamily="2" charset="-122"/>
            </a:endParaRPr>
          </a:p>
        </p:txBody>
      </p:sp>
      <p:sp>
        <p:nvSpPr>
          <p:cNvPr id="16" name="文本占位符 2">
            <a:extLst>
              <a:ext uri="{FF2B5EF4-FFF2-40B4-BE49-F238E27FC236}">
                <a16:creationId xmlns:a16="http://schemas.microsoft.com/office/drawing/2014/main" id="{8F8B9E33-F463-1B8A-FA79-45D9B4DF8821}"/>
              </a:ext>
            </a:extLst>
          </p:cNvPr>
          <p:cNvSpPr txBox="1">
            <a:spLocks/>
          </p:cNvSpPr>
          <p:nvPr>
            <p:custDataLst>
              <p:tags r:id="rId11"/>
            </p:custDataLst>
          </p:nvPr>
        </p:nvSpPr>
        <p:spPr bwMode="auto">
          <a:xfrm>
            <a:off x="881063" y="5381625"/>
            <a:ext cx="1506538" cy="660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D0A9840-2458-424C-BA97-2A005C8E922E}" type="thinkcell&lt;?xml version=&quot;1.0&quot; encoding=&quot;UTF-16&quot; standalone=&quot;yes&quot;?&gt;&lt;root reqver=&quot;28224&quot;&gt;&lt;version val=&quot;35573&quot;/&gt;&lt;PersistentType&gt;&lt;m_guid val=&quot;26720f1e-9945-4629-ae6f-3330a9be5ee7&quot;/&gt;&lt;m_prec&gt;&lt;m_yearfmt&gt;&lt;begin val=&quot;0&quot;/&gt;&lt;end val=&quot;4&quot;/&gt;&lt;/m_yearfmt&gt;&lt;/m_prec&gt;&lt;m_bUseExcelFont val=&quot;0&quot;/&gt;&lt;m_bUseExcelFontColor val=&quot;0&quot;/&gt;&lt;/PersistentType&gt;&lt;/root&gt;">
              <a:rPr lang="en-US" altLang="en-US" sz="1200" smtClean="0">
                <a:latin typeface="HarmonyOS Sans SC" pitchFamily="2" charset="-122"/>
                <a:ea typeface="HarmonyOS Sans SC" pitchFamily="2" charset="-122"/>
                <a:sym typeface="HarmonyOS Sans SC" pitchFamily="2" charset="-122"/>
              </a:rPr>
              <a:pPr/>
              <a:t>Advanced analytics，
traditional machine
learning, and deep
learning</a:t>
            </a:fld>
            <a:endParaRPr lang="zh-CN" altLang="en-US" sz="1200" dirty="0">
              <a:latin typeface="HarmonyOS Sans SC" pitchFamily="2" charset="-122"/>
              <a:ea typeface="HarmonyOS Sans SC" pitchFamily="2" charset="-122"/>
              <a:sym typeface="HarmonyOS Sans SC" pitchFamily="2" charset="-122"/>
            </a:endParaRPr>
          </a:p>
        </p:txBody>
      </p:sp>
      <p:sp>
        <p:nvSpPr>
          <p:cNvPr id="77" name="文本框 76">
            <a:extLst>
              <a:ext uri="{FF2B5EF4-FFF2-40B4-BE49-F238E27FC236}">
                <a16:creationId xmlns:a16="http://schemas.microsoft.com/office/drawing/2014/main" id="{2BF288FE-6F8F-6283-5036-C42C03D29254}"/>
              </a:ext>
            </a:extLst>
          </p:cNvPr>
          <p:cNvSpPr txBox="1"/>
          <p:nvPr/>
        </p:nvSpPr>
        <p:spPr>
          <a:xfrm>
            <a:off x="1157278" y="2407678"/>
            <a:ext cx="859531"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cs typeface="Arial Black" panose="020B0604020202020204" pitchFamily="34" charset="0"/>
              </a:rPr>
              <a:t>11.0-17.7</a:t>
            </a:r>
            <a:endParaRPr kumimoji="1" lang="zh-CN" altLang="en-US" sz="1200" dirty="0">
              <a:latin typeface="HarmonyOS Sans SC" pitchFamily="2" charset="-122"/>
              <a:ea typeface="HarmonyOS Sans SC" pitchFamily="2" charset="-122"/>
              <a:cs typeface="Arial Black" panose="020B0604020202020204" pitchFamily="34" charset="0"/>
            </a:endParaRPr>
          </a:p>
        </p:txBody>
      </p:sp>
      <p:sp>
        <p:nvSpPr>
          <p:cNvPr id="78" name="文本框 77">
            <a:extLst>
              <a:ext uri="{FF2B5EF4-FFF2-40B4-BE49-F238E27FC236}">
                <a16:creationId xmlns:a16="http://schemas.microsoft.com/office/drawing/2014/main" id="{628ABFE4-5BB6-0FF6-01E1-F6D64323DFDB}"/>
              </a:ext>
            </a:extLst>
          </p:cNvPr>
          <p:cNvSpPr txBox="1"/>
          <p:nvPr/>
        </p:nvSpPr>
        <p:spPr>
          <a:xfrm>
            <a:off x="3464907" y="2407678"/>
            <a:ext cx="68320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cs typeface="Arial Black" panose="020B0604020202020204" pitchFamily="34" charset="0"/>
              </a:rPr>
              <a:t>2.6-4.4</a:t>
            </a:r>
            <a:endParaRPr kumimoji="1" lang="zh-CN" altLang="en-US" sz="1200" dirty="0">
              <a:latin typeface="HarmonyOS Sans SC" pitchFamily="2" charset="-122"/>
              <a:ea typeface="HarmonyOS Sans SC" pitchFamily="2" charset="-122"/>
              <a:cs typeface="Arial Black" panose="020B0604020202020204" pitchFamily="34" charset="0"/>
            </a:endParaRPr>
          </a:p>
        </p:txBody>
      </p:sp>
      <p:sp>
        <p:nvSpPr>
          <p:cNvPr id="79" name="文本框 78">
            <a:extLst>
              <a:ext uri="{FF2B5EF4-FFF2-40B4-BE49-F238E27FC236}">
                <a16:creationId xmlns:a16="http://schemas.microsoft.com/office/drawing/2014/main" id="{13753DF8-B00A-4184-38FE-100E4F019D70}"/>
              </a:ext>
            </a:extLst>
          </p:cNvPr>
          <p:cNvSpPr txBox="1"/>
          <p:nvPr/>
        </p:nvSpPr>
        <p:spPr>
          <a:xfrm>
            <a:off x="5564971" y="1918715"/>
            <a:ext cx="859531"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cs typeface="Arial Black" panose="020B0604020202020204" pitchFamily="34" charset="0"/>
              </a:rPr>
              <a:t>13.6-22.1</a:t>
            </a:r>
            <a:endParaRPr kumimoji="1" lang="zh-CN" altLang="en-US" sz="1200" dirty="0">
              <a:latin typeface="HarmonyOS Sans SC" pitchFamily="2" charset="-122"/>
              <a:ea typeface="HarmonyOS Sans SC" pitchFamily="2" charset="-122"/>
              <a:cs typeface="Arial Black" panose="020B0604020202020204" pitchFamily="34" charset="0"/>
            </a:endParaRPr>
          </a:p>
        </p:txBody>
      </p:sp>
      <p:sp>
        <p:nvSpPr>
          <p:cNvPr id="80" name="文本框 79">
            <a:extLst>
              <a:ext uri="{FF2B5EF4-FFF2-40B4-BE49-F238E27FC236}">
                <a16:creationId xmlns:a16="http://schemas.microsoft.com/office/drawing/2014/main" id="{33ACFD7D-14ED-06B0-428E-2F730DF6EC1F}"/>
              </a:ext>
            </a:extLst>
          </p:cNvPr>
          <p:cNvSpPr txBox="1"/>
          <p:nvPr/>
        </p:nvSpPr>
        <p:spPr>
          <a:xfrm>
            <a:off x="7872601" y="2144501"/>
            <a:ext cx="683200"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cs typeface="Arial Black" panose="020B0604020202020204" pitchFamily="34" charset="0"/>
              </a:rPr>
              <a:t>6.1-7.9</a:t>
            </a:r>
            <a:endParaRPr kumimoji="1" lang="zh-CN" altLang="en-US" sz="1200" dirty="0">
              <a:latin typeface="HarmonyOS Sans SC" pitchFamily="2" charset="-122"/>
              <a:ea typeface="HarmonyOS Sans SC" pitchFamily="2" charset="-122"/>
              <a:cs typeface="Arial Black" panose="020B0604020202020204" pitchFamily="34" charset="0"/>
            </a:endParaRPr>
          </a:p>
        </p:txBody>
      </p:sp>
      <p:sp>
        <p:nvSpPr>
          <p:cNvPr id="81" name="文本框 80">
            <a:extLst>
              <a:ext uri="{FF2B5EF4-FFF2-40B4-BE49-F238E27FC236}">
                <a16:creationId xmlns:a16="http://schemas.microsoft.com/office/drawing/2014/main" id="{3CF2B26D-5D93-53DD-6628-562A8439E419}"/>
              </a:ext>
            </a:extLst>
          </p:cNvPr>
          <p:cNvSpPr txBox="1"/>
          <p:nvPr/>
        </p:nvSpPr>
        <p:spPr>
          <a:xfrm>
            <a:off x="9974253" y="1305386"/>
            <a:ext cx="859531"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cs typeface="Arial Black" panose="020B0604020202020204" pitchFamily="34" charset="0"/>
              </a:rPr>
              <a:t>17.1-25.6</a:t>
            </a:r>
            <a:endParaRPr kumimoji="1" lang="zh-CN" altLang="en-US" sz="1200" dirty="0">
              <a:latin typeface="HarmonyOS Sans SC" pitchFamily="2" charset="-122"/>
              <a:ea typeface="HarmonyOS Sans SC" pitchFamily="2" charset="-122"/>
              <a:cs typeface="Arial Black" panose="020B0604020202020204" pitchFamily="34" charset="0"/>
            </a:endParaRPr>
          </a:p>
        </p:txBody>
      </p:sp>
      <p:sp>
        <p:nvSpPr>
          <p:cNvPr id="96" name="弧 95">
            <a:extLst>
              <a:ext uri="{FF2B5EF4-FFF2-40B4-BE49-F238E27FC236}">
                <a16:creationId xmlns:a16="http://schemas.microsoft.com/office/drawing/2014/main" id="{08D3B346-4655-35E3-FEAC-C33EF04C88ED}"/>
              </a:ext>
            </a:extLst>
          </p:cNvPr>
          <p:cNvSpPr/>
          <p:nvPr/>
        </p:nvSpPr>
        <p:spPr>
          <a:xfrm rot="13974681">
            <a:off x="2899557" y="2523444"/>
            <a:ext cx="1244440" cy="1065442"/>
          </a:xfrm>
          <a:prstGeom prst="arc">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7" name="文本框 96">
            <a:extLst>
              <a:ext uri="{FF2B5EF4-FFF2-40B4-BE49-F238E27FC236}">
                <a16:creationId xmlns:a16="http://schemas.microsoft.com/office/drawing/2014/main" id="{9C4BEFEA-0FF6-725A-CA1B-33C9FEB50C22}"/>
              </a:ext>
            </a:extLst>
          </p:cNvPr>
          <p:cNvSpPr txBox="1"/>
          <p:nvPr/>
        </p:nvSpPr>
        <p:spPr>
          <a:xfrm>
            <a:off x="3179680" y="2982724"/>
            <a:ext cx="1577676" cy="892552"/>
          </a:xfrm>
          <a:prstGeom prst="rect">
            <a:avLst/>
          </a:prstGeom>
          <a:noFill/>
        </p:spPr>
        <p:txBody>
          <a:bodyPr wrap="none" rtlCol="0">
            <a:spAutoFit/>
          </a:bodyPr>
          <a:lstStyle/>
          <a:p>
            <a:r>
              <a:rPr kumimoji="1" lang="en-US" altLang="zh-CN" sz="2400" b="1" dirty="0">
                <a:latin typeface="HarmonyOS Sans SC" pitchFamily="2" charset="-122"/>
                <a:ea typeface="HarmonyOS Sans SC" pitchFamily="2" charset="-122"/>
                <a:cs typeface="Arial Black" panose="020B0604020202020204" pitchFamily="34" charset="0"/>
              </a:rPr>
              <a:t>~15-40%</a:t>
            </a:r>
          </a:p>
          <a:p>
            <a:r>
              <a:rPr kumimoji="1" lang="en-US" altLang="zh-CN" sz="1400" dirty="0">
                <a:latin typeface="HarmonyOS Sans SC Light" pitchFamily="2" charset="-122"/>
                <a:ea typeface="HarmonyOS Sans SC Light" pitchFamily="2" charset="-122"/>
              </a:rPr>
              <a:t>incremental</a:t>
            </a:r>
          </a:p>
          <a:p>
            <a:r>
              <a:rPr kumimoji="1" lang="en-US" altLang="zh-CN" sz="1400" dirty="0">
                <a:latin typeface="HarmonyOS Sans SC Light" pitchFamily="2" charset="-122"/>
                <a:ea typeface="HarmonyOS Sans SC Light" pitchFamily="2" charset="-122"/>
              </a:rPr>
              <a:t>economic impact</a:t>
            </a:r>
            <a:endParaRPr kumimoji="1" lang="zh-CN" altLang="en-US" sz="1400" dirty="0">
              <a:latin typeface="HarmonyOS Sans SC Light" pitchFamily="2" charset="-122"/>
              <a:ea typeface="HarmonyOS Sans SC Light" pitchFamily="2" charset="-122"/>
            </a:endParaRPr>
          </a:p>
        </p:txBody>
      </p:sp>
      <p:sp>
        <p:nvSpPr>
          <p:cNvPr id="98" name="弧 97">
            <a:extLst>
              <a:ext uri="{FF2B5EF4-FFF2-40B4-BE49-F238E27FC236}">
                <a16:creationId xmlns:a16="http://schemas.microsoft.com/office/drawing/2014/main" id="{CE4807F0-8F5D-9F19-F28A-2DE94B2FB515}"/>
              </a:ext>
            </a:extLst>
          </p:cNvPr>
          <p:cNvSpPr/>
          <p:nvPr/>
        </p:nvSpPr>
        <p:spPr>
          <a:xfrm rot="13974681">
            <a:off x="7317158" y="2342099"/>
            <a:ext cx="1244440" cy="1065442"/>
          </a:xfrm>
          <a:prstGeom prst="arc">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99" name="文本框 98">
            <a:extLst>
              <a:ext uri="{FF2B5EF4-FFF2-40B4-BE49-F238E27FC236}">
                <a16:creationId xmlns:a16="http://schemas.microsoft.com/office/drawing/2014/main" id="{2CC4D61D-30B3-1DC7-BDEF-F791CC561263}"/>
              </a:ext>
            </a:extLst>
          </p:cNvPr>
          <p:cNvSpPr txBox="1"/>
          <p:nvPr/>
        </p:nvSpPr>
        <p:spPr>
          <a:xfrm>
            <a:off x="7606873" y="2952845"/>
            <a:ext cx="1558440" cy="892552"/>
          </a:xfrm>
          <a:prstGeom prst="rect">
            <a:avLst/>
          </a:prstGeom>
          <a:noFill/>
        </p:spPr>
        <p:txBody>
          <a:bodyPr wrap="none" rtlCol="0">
            <a:spAutoFit/>
          </a:bodyPr>
          <a:lstStyle/>
          <a:p>
            <a:r>
              <a:rPr kumimoji="1" lang="en-US" altLang="zh-CN" sz="2400" b="1" dirty="0">
                <a:latin typeface="HarmonyOS Sans SC" pitchFamily="2" charset="-122"/>
                <a:ea typeface="HarmonyOS Sans SC" pitchFamily="2" charset="-122"/>
                <a:cs typeface="Arial Black" panose="020B0604020202020204" pitchFamily="34" charset="0"/>
              </a:rPr>
              <a:t>~35-70%</a:t>
            </a:r>
          </a:p>
          <a:p>
            <a:r>
              <a:rPr kumimoji="1" lang="en-US" altLang="zh-CN" sz="1400" dirty="0">
                <a:latin typeface="HarmonyOS Sans SC Light" pitchFamily="2" charset="-122"/>
                <a:ea typeface="HarmonyOS Sans SC Light" pitchFamily="2" charset="-122"/>
              </a:rPr>
              <a:t>incremental</a:t>
            </a:r>
          </a:p>
          <a:p>
            <a:r>
              <a:rPr kumimoji="1" lang="en-US" altLang="zh-CN" sz="1400" dirty="0">
                <a:latin typeface="HarmonyOS Sans SC Light" pitchFamily="2" charset="-122"/>
                <a:ea typeface="HarmonyOS Sans SC Light" pitchFamily="2" charset="-122"/>
              </a:rPr>
              <a:t>economic impact</a:t>
            </a:r>
            <a:endParaRPr kumimoji="1" lang="zh-CN" altLang="en-US" sz="1400" dirty="0">
              <a:latin typeface="HarmonyOS Sans SC Light" pitchFamily="2" charset="-122"/>
              <a:ea typeface="HarmonyOS Sans SC Light" pitchFamily="2" charset="-122"/>
            </a:endParaRPr>
          </a:p>
        </p:txBody>
      </p:sp>
      <p:sp>
        <p:nvSpPr>
          <p:cNvPr id="11" name="文本框 10">
            <a:extLst>
              <a:ext uri="{FF2B5EF4-FFF2-40B4-BE49-F238E27FC236}">
                <a16:creationId xmlns:a16="http://schemas.microsoft.com/office/drawing/2014/main" id="{1BAC43C8-ED58-D965-DA2B-E9D41B6A9830}"/>
              </a:ext>
            </a:extLst>
          </p:cNvPr>
          <p:cNvSpPr txBox="1"/>
          <p:nvPr/>
        </p:nvSpPr>
        <p:spPr>
          <a:xfrm>
            <a:off x="419101" y="264338"/>
            <a:ext cx="11283950"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Generative Al could create additional value potential above what could be unlocked by other Al and analytics.</a:t>
            </a:r>
            <a:endParaRPr kumimoji="1" lang="zh-CN" altLang="en-US" dirty="0">
              <a:latin typeface="HarmonyOS Sans SC Medium" pitchFamily="2" charset="-122"/>
              <a:ea typeface="HarmonyOS Sans SC Medium" pitchFamily="2" charset="-122"/>
            </a:endParaRPr>
          </a:p>
        </p:txBody>
      </p:sp>
      <p:sp>
        <p:nvSpPr>
          <p:cNvPr id="13" name="文本框 12">
            <a:extLst>
              <a:ext uri="{FF2B5EF4-FFF2-40B4-BE49-F238E27FC236}">
                <a16:creationId xmlns:a16="http://schemas.microsoft.com/office/drawing/2014/main" id="{20BCCE41-C8C5-4670-CC6D-0D2E27E63E68}"/>
              </a:ext>
            </a:extLst>
          </p:cNvPr>
          <p:cNvSpPr txBox="1"/>
          <p:nvPr/>
        </p:nvSpPr>
        <p:spPr>
          <a:xfrm>
            <a:off x="419101" y="1009451"/>
            <a:ext cx="4669868"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Al's potential impact on the global economy</a:t>
            </a:r>
            <a:r>
              <a:rPr kumimoji="1" lang="zh-CN" altLang="en-US"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 trillion</a:t>
            </a:r>
            <a:endParaRPr kumimoji="1" lang="zh-CN" altLang="en-US" sz="1400" dirty="0">
              <a:latin typeface="HarmonyOS Sans SC Light" pitchFamily="2" charset="-122"/>
              <a:ea typeface="HarmonyOS Sans SC Light" pitchFamily="2" charset="-122"/>
            </a:endParaRPr>
          </a:p>
        </p:txBody>
      </p:sp>
      <p:sp>
        <p:nvSpPr>
          <p:cNvPr id="40" name="文本框 39">
            <a:extLst>
              <a:ext uri="{FF2B5EF4-FFF2-40B4-BE49-F238E27FC236}">
                <a16:creationId xmlns:a16="http://schemas.microsoft.com/office/drawing/2014/main" id="{E7337306-65FD-443A-E811-EFC0150094FA}"/>
              </a:ext>
            </a:extLst>
          </p:cNvPr>
          <p:cNvSpPr txBox="1"/>
          <p:nvPr/>
        </p:nvSpPr>
        <p:spPr>
          <a:xfrm>
            <a:off x="419101" y="6281544"/>
            <a:ext cx="8521885" cy="246221"/>
          </a:xfrm>
          <a:prstGeom prst="rect">
            <a:avLst/>
          </a:prstGeom>
          <a:noFill/>
        </p:spPr>
        <p:txBody>
          <a:bodyPr wrap="none" rtlCol="0">
            <a:spAutoFit/>
          </a:bodyPr>
          <a:lstStyle/>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Updated use case estimates from "Notes from the Al frontier: Applications and value of deep learning.” McKinsey Global Institute, April 17, 2018.</a:t>
            </a:r>
            <a:endParaRPr kumimoji="1" lang="zh-CN" altLang="en-US" sz="1000" dirty="0">
              <a:latin typeface="HarmonyOS Sans SC Light" pitchFamily="2" charset="-122"/>
              <a:ea typeface="HarmonyOS Sans SC Light" pitchFamily="2" charset="-122"/>
            </a:endParaRPr>
          </a:p>
        </p:txBody>
      </p:sp>
    </p:spTree>
    <p:extLst>
      <p:ext uri="{BB962C8B-B14F-4D97-AF65-F5344CB8AC3E}">
        <p14:creationId xmlns:p14="http://schemas.microsoft.com/office/powerpoint/2010/main" val="134364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EC38-0F59-51AB-14B0-41A0355B9242}"/>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2DE2810-7428-114F-A379-4A6596470EE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11" imgW="7772400" imgH="10058400" progId="TCLayout.ActiveDocument.1">
                  <p:embed/>
                </p:oleObj>
              </mc:Choice>
              <mc:Fallback>
                <p:oleObj name="think-cell 幻灯片" r:id="rId11" imgW="7772400" imgH="10058400" progId="TCLayout.ActiveDocument.1">
                  <p:embed/>
                  <p:pic>
                    <p:nvPicPr>
                      <p:cNvPr id="4" name="think-cell data - do not delete" hidden="1">
                        <a:extLst>
                          <a:ext uri="{FF2B5EF4-FFF2-40B4-BE49-F238E27FC236}">
                            <a16:creationId xmlns:a16="http://schemas.microsoft.com/office/drawing/2014/main" id="{A2DE2810-7428-114F-A379-4A6596470EE9}"/>
                          </a:ext>
                        </a:extLst>
                      </p:cNvPr>
                      <p:cNvPicPr/>
                      <p:nvPr/>
                    </p:nvPicPr>
                    <p:blipFill>
                      <a:blip r:embed="rId12"/>
                      <a:stretch>
                        <a:fillRect/>
                      </a:stretch>
                    </p:blipFill>
                    <p:spPr>
                      <a:xfrm>
                        <a:off x="1588" y="1588"/>
                        <a:ext cx="1227" cy="1588"/>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9534D625-0861-B5B6-179C-E107401A210D}"/>
              </a:ext>
            </a:extLst>
          </p:cNvPr>
          <p:cNvSpPr txBox="1"/>
          <p:nvPr/>
        </p:nvSpPr>
        <p:spPr>
          <a:xfrm>
            <a:off x="407931" y="254218"/>
            <a:ext cx="11384019"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Generative Al could have the biggest impact on collaboration and the application of expertise, activities that previously had a lower potential for automation.</a:t>
            </a:r>
            <a:endParaRPr kumimoji="1" lang="zh-CN" altLang="en-US" dirty="0">
              <a:latin typeface="HarmonyOS Sans SC Medium" pitchFamily="2" charset="-122"/>
              <a:ea typeface="HarmonyOS Sans SC Medium" pitchFamily="2" charset="-122"/>
            </a:endParaRPr>
          </a:p>
        </p:txBody>
      </p:sp>
      <p:sp>
        <p:nvSpPr>
          <p:cNvPr id="30" name="文本框 29">
            <a:extLst>
              <a:ext uri="{FF2B5EF4-FFF2-40B4-BE49-F238E27FC236}">
                <a16:creationId xmlns:a16="http://schemas.microsoft.com/office/drawing/2014/main" id="{D6993116-6CAD-CC79-1F69-DD7C49EAB6E4}"/>
              </a:ext>
            </a:extLst>
          </p:cNvPr>
          <p:cNvSpPr txBox="1"/>
          <p:nvPr/>
        </p:nvSpPr>
        <p:spPr>
          <a:xfrm>
            <a:off x="407930" y="6116474"/>
            <a:ext cx="11263369" cy="707886"/>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Figures may not sum, because of rounding.</a:t>
            </a:r>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Previous assessment of work automation before the rise of generative Al.</a:t>
            </a:r>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Applying expertise to decision making, planning, and creative tasks.</a:t>
            </a:r>
          </a:p>
          <a:p>
            <a:r>
              <a:rPr kumimoji="1" lang="en-US" altLang="zh-CN" sz="1000" baseline="30000" dirty="0">
                <a:latin typeface="HarmonyOS Sans SC Light" pitchFamily="2" charset="-122"/>
                <a:ea typeface="HarmonyOS Sans SC Light" pitchFamily="2" charset="-122"/>
              </a:rPr>
              <a:t>3</a:t>
            </a:r>
            <a:r>
              <a:rPr kumimoji="1" lang="en-US" altLang="zh-CN" sz="1000" dirty="0">
                <a:latin typeface="HarmonyOS Sans SC Light" pitchFamily="2" charset="-122"/>
                <a:ea typeface="HarmonyOS Sans SC Light" pitchFamily="2" charset="-122"/>
              </a:rPr>
              <a:t>Managing and developing people.</a:t>
            </a:r>
            <a:r>
              <a:rPr kumimoji="1" lang="en-US" altLang="zh-CN" sz="1000" baseline="30000" dirty="0">
                <a:latin typeface="HarmonyOS Sans SC Light" pitchFamily="2" charset="-122"/>
                <a:ea typeface="HarmonyOS Sans SC Light" pitchFamily="2" charset="-122"/>
              </a:rPr>
              <a:t>4</a:t>
            </a:r>
            <a:r>
              <a:rPr kumimoji="1" lang="en-US" altLang="zh-CN" sz="1000" dirty="0">
                <a:latin typeface="HarmonyOS Sans SC Light" pitchFamily="2" charset="-122"/>
                <a:ea typeface="HarmonyOS Sans SC Light" pitchFamily="2" charset="-122"/>
              </a:rPr>
              <a:t>Performing physical activities and operating machinery in unpredictable environments.</a:t>
            </a:r>
            <a:r>
              <a:rPr kumimoji="1" lang="en-US" altLang="zh-CN" sz="1000" baseline="30000" dirty="0">
                <a:latin typeface="HarmonyOS Sans SC Light" pitchFamily="2" charset="-122"/>
                <a:ea typeface="HarmonyOS Sans SC Light" pitchFamily="2" charset="-122"/>
              </a:rPr>
              <a:t>5</a:t>
            </a:r>
            <a:r>
              <a:rPr kumimoji="1" lang="en-US" altLang="zh-CN" sz="1000" dirty="0">
                <a:latin typeface="HarmonyOS Sans SC Light" pitchFamily="2" charset="-122"/>
                <a:ea typeface="HarmonyOS Sans SC Light" pitchFamily="2" charset="-122"/>
              </a:rPr>
              <a:t>Performing physical activities and operating machinery in predictable environments.</a:t>
            </a:r>
          </a:p>
          <a:p>
            <a:r>
              <a:rPr kumimoji="1" lang="en-US" altLang="zh-CN" sz="1000" dirty="0">
                <a:latin typeface="HarmonyOS Sans SC Light" pitchFamily="2" charset="-122"/>
                <a:ea typeface="HarmonyOS Sans SC Light" pitchFamily="2" charset="-122"/>
              </a:rPr>
              <a:t>Source: McKinsey Global Institute analysis</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D77C766D-B84A-30D3-3772-62850752353A}"/>
              </a:ext>
            </a:extLst>
          </p:cNvPr>
          <p:cNvSpPr txBox="1"/>
          <p:nvPr/>
        </p:nvSpPr>
        <p:spPr>
          <a:xfrm>
            <a:off x="407930" y="957759"/>
            <a:ext cx="7178568"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Overall technical automation potential, comparison in midpoint scenarios</a:t>
            </a:r>
            <a:r>
              <a:rPr kumimoji="1" lang="zh-CN" altLang="en-US"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 in 2023</a:t>
            </a:r>
            <a:endParaRPr kumimoji="1" lang="zh-CN" altLang="en-US" sz="1400" dirty="0">
              <a:latin typeface="HarmonyOS Sans SC Light" pitchFamily="2" charset="-122"/>
              <a:ea typeface="HarmonyOS Sans SC Light" pitchFamily="2" charset="-122"/>
            </a:endParaRPr>
          </a:p>
        </p:txBody>
      </p:sp>
      <p:sp>
        <p:nvSpPr>
          <p:cNvPr id="3" name="矩形 2">
            <a:extLst>
              <a:ext uri="{FF2B5EF4-FFF2-40B4-BE49-F238E27FC236}">
                <a16:creationId xmlns:a16="http://schemas.microsoft.com/office/drawing/2014/main" id="{B0E083B3-2100-19E6-5AE3-C35A049079B8}"/>
              </a:ext>
            </a:extLst>
          </p:cNvPr>
          <p:cNvSpPr/>
          <p:nvPr/>
        </p:nvSpPr>
        <p:spPr>
          <a:xfrm>
            <a:off x="527050" y="1320800"/>
            <a:ext cx="190500" cy="190500"/>
          </a:xfrm>
          <a:prstGeom prst="rect">
            <a:avLst/>
          </a:prstGeom>
          <a:solidFill>
            <a:srgbClr val="8DC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8B6EDB2E-B404-BD3A-1242-E07E2A6DBA05}"/>
              </a:ext>
            </a:extLst>
          </p:cNvPr>
          <p:cNvSpPr/>
          <p:nvPr/>
        </p:nvSpPr>
        <p:spPr>
          <a:xfrm>
            <a:off x="527050" y="1566564"/>
            <a:ext cx="190500" cy="190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96980573-D6DB-1D60-1463-7FCA8E90D5DB}"/>
              </a:ext>
            </a:extLst>
          </p:cNvPr>
          <p:cNvSpPr txBox="1"/>
          <p:nvPr/>
        </p:nvSpPr>
        <p:spPr>
          <a:xfrm>
            <a:off x="717550" y="1292711"/>
            <a:ext cx="1350050"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With generative AI</a:t>
            </a:r>
            <a:endParaRPr kumimoji="1" lang="zh-CN" altLang="en-US" sz="1100" dirty="0">
              <a:latin typeface="HarmonyOS Sans SC Light" pitchFamily="2" charset="-122"/>
              <a:ea typeface="HarmonyOS Sans SC Light" pitchFamily="2" charset="-122"/>
            </a:endParaRPr>
          </a:p>
        </p:txBody>
      </p:sp>
      <p:sp>
        <p:nvSpPr>
          <p:cNvPr id="12" name="文本框 11">
            <a:extLst>
              <a:ext uri="{FF2B5EF4-FFF2-40B4-BE49-F238E27FC236}">
                <a16:creationId xmlns:a16="http://schemas.microsoft.com/office/drawing/2014/main" id="{F6E7747D-2D4E-C135-D2D0-9FD91BC531CD}"/>
              </a:ext>
            </a:extLst>
          </p:cNvPr>
          <p:cNvSpPr txBox="1"/>
          <p:nvPr/>
        </p:nvSpPr>
        <p:spPr>
          <a:xfrm>
            <a:off x="717550" y="1554321"/>
            <a:ext cx="1636987"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Without generative Al</a:t>
            </a:r>
            <a:r>
              <a:rPr kumimoji="1" lang="en-US" altLang="zh-CN" sz="1100" baseline="30000" dirty="0">
                <a:latin typeface="HarmonyOS Sans SC Light" pitchFamily="2" charset="-122"/>
                <a:ea typeface="HarmonyOS Sans SC Light" pitchFamily="2" charset="-122"/>
              </a:rPr>
              <a:t>1</a:t>
            </a:r>
            <a:endParaRPr kumimoji="1" lang="zh-CN" altLang="en-US" sz="1100" baseline="30000" dirty="0">
              <a:latin typeface="HarmonyOS Sans SC Light" pitchFamily="2" charset="-122"/>
              <a:ea typeface="HarmonyOS Sans SC Light" pitchFamily="2" charset="-122"/>
            </a:endParaRPr>
          </a:p>
        </p:txBody>
      </p:sp>
      <p:graphicFrame>
        <p:nvGraphicFramePr>
          <p:cNvPr id="100" name="Chart 3">
            <a:extLst>
              <a:ext uri="{FF2B5EF4-FFF2-40B4-BE49-F238E27FC236}">
                <a16:creationId xmlns:a16="http://schemas.microsoft.com/office/drawing/2014/main" id="{2064059B-8F61-860A-0C17-326F4F7333C2}"/>
              </a:ext>
            </a:extLst>
          </p:cNvPr>
          <p:cNvGraphicFramePr/>
          <p:nvPr>
            <p:custDataLst>
              <p:tags r:id="rId2"/>
            </p:custDataLst>
          </p:nvPr>
        </p:nvGraphicFramePr>
        <p:xfrm>
          <a:off x="4489450" y="1770063"/>
          <a:ext cx="6299200" cy="4548187"/>
        </p:xfrm>
        <a:graphic>
          <a:graphicData uri="http://schemas.openxmlformats.org/drawingml/2006/chart">
            <c:chart xmlns:c="http://schemas.openxmlformats.org/drawingml/2006/chart" xmlns:r="http://schemas.openxmlformats.org/officeDocument/2006/relationships" r:id="rId13"/>
          </a:graphicData>
        </a:graphic>
      </p:graphicFrame>
      <p:sp>
        <p:nvSpPr>
          <p:cNvPr id="20" name="文本占位符 2">
            <a:extLst>
              <a:ext uri="{FF2B5EF4-FFF2-40B4-BE49-F238E27FC236}">
                <a16:creationId xmlns:a16="http://schemas.microsoft.com/office/drawing/2014/main" id="{5E997938-61EA-ADBE-49F9-9416821FDA53}"/>
              </a:ext>
            </a:extLst>
          </p:cNvPr>
          <p:cNvSpPr txBox="1">
            <a:spLocks/>
          </p:cNvSpPr>
          <p:nvPr>
            <p:custDataLst>
              <p:tags r:id="rId3"/>
            </p:custDataLst>
          </p:nvPr>
        </p:nvSpPr>
        <p:spPr bwMode="auto">
          <a:xfrm>
            <a:off x="2684463" y="2813050"/>
            <a:ext cx="69532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BBF79BB-A01A-4AF7-B1DD-B8A144B07552}" type="datetime'''M''''''a''''''''''''''''''''''''na''''g''''i''''n''''g'''''">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Managing</a:t>
            </a:fld>
            <a:endParaRPr kumimoji="1" lang="zh-CN" altLang="en-US" sz="1200" dirty="0">
              <a:latin typeface="HarmonyOS Sans SC" pitchFamily="2" charset="-122"/>
              <a:ea typeface="HarmonyOS Sans SC" pitchFamily="2" charset="-122"/>
              <a:sym typeface="HarmonyOS Sans SC" pitchFamily="2" charset="-122"/>
            </a:endParaRPr>
          </a:p>
        </p:txBody>
      </p:sp>
      <p:sp>
        <p:nvSpPr>
          <p:cNvPr id="21" name="文本占位符 2">
            <a:extLst>
              <a:ext uri="{FF2B5EF4-FFF2-40B4-BE49-F238E27FC236}">
                <a16:creationId xmlns:a16="http://schemas.microsoft.com/office/drawing/2014/main" id="{384B46C8-C327-FF00-32BA-CD8642671A43}"/>
              </a:ext>
            </a:extLst>
          </p:cNvPr>
          <p:cNvSpPr txBox="1">
            <a:spLocks/>
          </p:cNvSpPr>
          <p:nvPr>
            <p:custDataLst>
              <p:tags r:id="rId4"/>
            </p:custDataLst>
          </p:nvPr>
        </p:nvSpPr>
        <p:spPr bwMode="auto">
          <a:xfrm>
            <a:off x="2684463" y="3305175"/>
            <a:ext cx="1093788"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C755FB65-87FB-4490-93F9-6903CC819072}" type="datetime'''I''n''terfacin''g ''wi''th''&#10;s''tak''''''e''''''holde''rs'''">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Interfacing with
stakeholders</a:t>
            </a:fld>
            <a:endParaRPr kumimoji="1" lang="zh-CN" altLang="en-US" sz="1200" dirty="0">
              <a:latin typeface="HarmonyOS Sans SC" pitchFamily="2" charset="-122"/>
              <a:ea typeface="HarmonyOS Sans SC" pitchFamily="2" charset="-122"/>
              <a:sym typeface="HarmonyOS Sans SC" pitchFamily="2" charset="-122"/>
            </a:endParaRPr>
          </a:p>
        </p:txBody>
      </p:sp>
      <p:sp>
        <p:nvSpPr>
          <p:cNvPr id="42" name="文本占位符 2">
            <a:extLst>
              <a:ext uri="{FF2B5EF4-FFF2-40B4-BE49-F238E27FC236}">
                <a16:creationId xmlns:a16="http://schemas.microsoft.com/office/drawing/2014/main" id="{C126C409-C145-87FF-B2BD-6009231CC668}"/>
              </a:ext>
            </a:extLst>
          </p:cNvPr>
          <p:cNvSpPr txBox="1">
            <a:spLocks/>
          </p:cNvSpPr>
          <p:nvPr>
            <p:custDataLst>
              <p:tags r:id="rId5"/>
            </p:custDataLst>
          </p:nvPr>
        </p:nvSpPr>
        <p:spPr bwMode="auto">
          <a:xfrm>
            <a:off x="2684463" y="3960813"/>
            <a:ext cx="110807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00CD6B06-F1ED-47A7-BE4F-568C81939034}" type="datetime'''P''''''r''''''''o''c''''''''''e''ss''i''n''g ''''data'''''''">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Processing data</a:t>
            </a:fld>
            <a:endParaRPr kumimoji="1" lang="zh-CN" altLang="en-US" sz="1200" dirty="0">
              <a:latin typeface="HarmonyOS Sans SC" pitchFamily="2" charset="-122"/>
              <a:ea typeface="HarmonyOS Sans SC" pitchFamily="2" charset="-122"/>
              <a:sym typeface="HarmonyOS Sans SC" pitchFamily="2" charset="-122"/>
            </a:endParaRPr>
          </a:p>
        </p:txBody>
      </p:sp>
      <p:sp>
        <p:nvSpPr>
          <p:cNvPr id="15" name="文本占位符 2">
            <a:extLst>
              <a:ext uri="{FF2B5EF4-FFF2-40B4-BE49-F238E27FC236}">
                <a16:creationId xmlns:a16="http://schemas.microsoft.com/office/drawing/2014/main" id="{9608BBC3-7B35-78AB-0AF0-889E0CFB533E}"/>
              </a:ext>
            </a:extLst>
          </p:cNvPr>
          <p:cNvSpPr txBox="1">
            <a:spLocks/>
          </p:cNvSpPr>
          <p:nvPr>
            <p:custDataLst>
              <p:tags r:id="rId6"/>
            </p:custDataLst>
          </p:nvPr>
        </p:nvSpPr>
        <p:spPr bwMode="auto">
          <a:xfrm>
            <a:off x="2684463" y="2239963"/>
            <a:ext cx="13001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617C04A9-FDE1-4BD5-A43A-52C6EFCC9ED8}" type="datetime'''''''''A''pply''''in''g'' exp''e''rt''''i''''''''se'">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Applying expertise</a:t>
            </a:fld>
            <a:endParaRPr kumimoji="1" lang="zh-CN" altLang="en-US" sz="1200" dirty="0">
              <a:latin typeface="HarmonyOS Sans SC" pitchFamily="2" charset="-122"/>
              <a:ea typeface="HarmonyOS Sans SC" pitchFamily="2" charset="-122"/>
              <a:sym typeface="HarmonyOS Sans SC" pitchFamily="2" charset="-122"/>
            </a:endParaRPr>
          </a:p>
        </p:txBody>
      </p:sp>
      <p:sp>
        <p:nvSpPr>
          <p:cNvPr id="52" name="文本占位符 2">
            <a:extLst>
              <a:ext uri="{FF2B5EF4-FFF2-40B4-BE49-F238E27FC236}">
                <a16:creationId xmlns:a16="http://schemas.microsoft.com/office/drawing/2014/main" id="{DC7FB612-AA6E-DE9D-E98C-3052300726DA}"/>
              </a:ext>
            </a:extLst>
          </p:cNvPr>
          <p:cNvSpPr txBox="1">
            <a:spLocks/>
          </p:cNvSpPr>
          <p:nvPr>
            <p:custDataLst>
              <p:tags r:id="rId7"/>
            </p:custDataLst>
          </p:nvPr>
        </p:nvSpPr>
        <p:spPr bwMode="auto">
          <a:xfrm>
            <a:off x="2684463" y="5024438"/>
            <a:ext cx="1785938"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FF6A4283-16EF-42DC-9924-70413FDE6D47}" type="datetime'Pe''rforming un''''predictable&#10;phy''''si''ca''l'' ''''work'">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Performing unpredictable
physical work</a:t>
            </a:fld>
            <a:endParaRPr kumimoji="1" lang="zh-CN" altLang="en-US" sz="1200" dirty="0">
              <a:latin typeface="HarmonyOS Sans SC" pitchFamily="2" charset="-122"/>
              <a:ea typeface="HarmonyOS Sans SC" pitchFamily="2" charset="-122"/>
              <a:sym typeface="HarmonyOS Sans SC" pitchFamily="2" charset="-122"/>
            </a:endParaRPr>
          </a:p>
        </p:txBody>
      </p:sp>
      <p:sp>
        <p:nvSpPr>
          <p:cNvPr id="57" name="文本占位符 2">
            <a:extLst>
              <a:ext uri="{FF2B5EF4-FFF2-40B4-BE49-F238E27FC236}">
                <a16:creationId xmlns:a16="http://schemas.microsoft.com/office/drawing/2014/main" id="{EA929662-23A2-A651-DF44-F8D750560D3C}"/>
              </a:ext>
            </a:extLst>
          </p:cNvPr>
          <p:cNvSpPr txBox="1">
            <a:spLocks/>
          </p:cNvSpPr>
          <p:nvPr>
            <p:custDataLst>
              <p:tags r:id="rId8"/>
            </p:custDataLst>
          </p:nvPr>
        </p:nvSpPr>
        <p:spPr bwMode="auto">
          <a:xfrm>
            <a:off x="2684463" y="5599113"/>
            <a:ext cx="1608138" cy="3302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71C3B022-F20C-4844-BC6F-293B219C2257}" type="datetime'''Performing'''' predic''tabl''''''e&#10;''phys''ica''l work'''''">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Performing predictable
physical work</a:t>
            </a:fld>
            <a:endParaRPr kumimoji="1" lang="zh-CN" altLang="en-US" sz="1200" dirty="0">
              <a:latin typeface="HarmonyOS Sans SC" pitchFamily="2" charset="-122"/>
              <a:ea typeface="HarmonyOS Sans SC" pitchFamily="2" charset="-122"/>
              <a:sym typeface="HarmonyOS Sans SC" pitchFamily="2" charset="-122"/>
            </a:endParaRPr>
          </a:p>
        </p:txBody>
      </p:sp>
      <p:sp>
        <p:nvSpPr>
          <p:cNvPr id="47" name="文本占位符 2">
            <a:extLst>
              <a:ext uri="{FF2B5EF4-FFF2-40B4-BE49-F238E27FC236}">
                <a16:creationId xmlns:a16="http://schemas.microsoft.com/office/drawing/2014/main" id="{59BEE563-FDA8-2564-FAD2-CAFC46257743}"/>
              </a:ext>
            </a:extLst>
          </p:cNvPr>
          <p:cNvSpPr txBox="1">
            <a:spLocks/>
          </p:cNvSpPr>
          <p:nvPr>
            <p:custDataLst>
              <p:tags r:id="rId9"/>
            </p:custDataLst>
          </p:nvPr>
        </p:nvSpPr>
        <p:spPr bwMode="auto">
          <a:xfrm>
            <a:off x="2684463" y="4533900"/>
            <a:ext cx="10477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BAC96197-B291-4FC7-80D9-8856A5EA0379}" type="datetime'C''''''o''''l''l''''''''''''e''c''t''''ing'''' da''ta'''''''">
              <a:rPr kumimoji="1" lang="en-US" altLang="en-US" sz="1200" smtClean="0">
                <a:latin typeface="HarmonyOS Sans SC" pitchFamily="2" charset="-122"/>
                <a:ea typeface="HarmonyOS Sans SC" pitchFamily="2" charset="-122"/>
                <a:sym typeface="HarmonyOS Sans SC" pitchFamily="2" charset="-122"/>
              </a:rPr>
              <a:pPr algn="l">
                <a:spcBef>
                  <a:spcPct val="0"/>
                </a:spcBef>
                <a:spcAft>
                  <a:spcPct val="0"/>
                </a:spcAft>
              </a:pPr>
              <a:t>Collecting data</a:t>
            </a:fld>
            <a:endParaRPr kumimoji="1" lang="zh-CN" altLang="en-US" sz="1200" dirty="0">
              <a:latin typeface="HarmonyOS Sans SC" pitchFamily="2" charset="-122"/>
              <a:ea typeface="HarmonyOS Sans SC" pitchFamily="2" charset="-122"/>
              <a:sym typeface="HarmonyOS Sans SC" pitchFamily="2" charset="-122"/>
            </a:endParaRPr>
          </a:p>
        </p:txBody>
      </p:sp>
      <p:cxnSp>
        <p:nvCxnSpPr>
          <p:cNvPr id="86" name="直线连接符 85">
            <a:extLst>
              <a:ext uri="{FF2B5EF4-FFF2-40B4-BE49-F238E27FC236}">
                <a16:creationId xmlns:a16="http://schemas.microsoft.com/office/drawing/2014/main" id="{F60D6DC0-BA5A-B2D6-BF17-4D82C4FC990C}"/>
              </a:ext>
            </a:extLst>
          </p:cNvPr>
          <p:cNvCxnSpPr>
            <a:cxnSpLocks/>
          </p:cNvCxnSpPr>
          <p:nvPr/>
        </p:nvCxnSpPr>
        <p:spPr>
          <a:xfrm>
            <a:off x="527050" y="1936750"/>
            <a:ext cx="11068050"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88" name="文本框 87">
            <a:extLst>
              <a:ext uri="{FF2B5EF4-FFF2-40B4-BE49-F238E27FC236}">
                <a16:creationId xmlns:a16="http://schemas.microsoft.com/office/drawing/2014/main" id="{6EA46A3D-1EB1-4005-56A6-B4E1F3C0041E}"/>
              </a:ext>
            </a:extLst>
          </p:cNvPr>
          <p:cNvSpPr txBox="1"/>
          <p:nvPr/>
        </p:nvSpPr>
        <p:spPr>
          <a:xfrm>
            <a:off x="443181" y="1947147"/>
            <a:ext cx="1107996" cy="646331"/>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Decision</a:t>
            </a:r>
          </a:p>
          <a:p>
            <a:r>
              <a:rPr kumimoji="1" lang="en-US" altLang="zh-CN" sz="1200" dirty="0">
                <a:latin typeface="HarmonyOS Sans SC" pitchFamily="2" charset="-122"/>
                <a:ea typeface="HarmonyOS Sans SC" pitchFamily="2" charset="-122"/>
              </a:rPr>
              <a:t>making and</a:t>
            </a:r>
          </a:p>
          <a:p>
            <a:r>
              <a:rPr kumimoji="1" lang="en-US" altLang="zh-CN" sz="1200" dirty="0">
                <a:latin typeface="HarmonyOS Sans SC" pitchFamily="2" charset="-122"/>
                <a:ea typeface="HarmonyOS Sans SC" pitchFamily="2" charset="-122"/>
              </a:rPr>
              <a:t>collaboration</a:t>
            </a:r>
            <a:endParaRPr kumimoji="1" lang="zh-CN" altLang="en-US" sz="1200" dirty="0">
              <a:latin typeface="HarmonyOS Sans SC" pitchFamily="2" charset="-122"/>
              <a:ea typeface="HarmonyOS Sans SC" pitchFamily="2" charset="-122"/>
            </a:endParaRPr>
          </a:p>
        </p:txBody>
      </p:sp>
      <p:cxnSp>
        <p:nvCxnSpPr>
          <p:cNvPr id="89" name="直线连接符 88">
            <a:extLst>
              <a:ext uri="{FF2B5EF4-FFF2-40B4-BE49-F238E27FC236}">
                <a16:creationId xmlns:a16="http://schemas.microsoft.com/office/drawing/2014/main" id="{2AC1270B-E52F-4D52-EF64-2B4C1237D3AB}"/>
              </a:ext>
            </a:extLst>
          </p:cNvPr>
          <p:cNvCxnSpPr>
            <a:cxnSpLocks/>
          </p:cNvCxnSpPr>
          <p:nvPr/>
        </p:nvCxnSpPr>
        <p:spPr>
          <a:xfrm>
            <a:off x="541338" y="3784600"/>
            <a:ext cx="3929063"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92" name="直线连接符 91">
            <a:extLst>
              <a:ext uri="{FF2B5EF4-FFF2-40B4-BE49-F238E27FC236}">
                <a16:creationId xmlns:a16="http://schemas.microsoft.com/office/drawing/2014/main" id="{1DCE4B8B-F871-0A4B-4FD2-4605DF69B743}"/>
              </a:ext>
            </a:extLst>
          </p:cNvPr>
          <p:cNvCxnSpPr>
            <a:cxnSpLocks/>
          </p:cNvCxnSpPr>
          <p:nvPr/>
        </p:nvCxnSpPr>
        <p:spPr>
          <a:xfrm>
            <a:off x="527050" y="4895850"/>
            <a:ext cx="3929063"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93" name="文本框 92">
            <a:extLst>
              <a:ext uri="{FF2B5EF4-FFF2-40B4-BE49-F238E27FC236}">
                <a16:creationId xmlns:a16="http://schemas.microsoft.com/office/drawing/2014/main" id="{C7168826-F0EE-472F-3BD3-2A056A47958C}"/>
              </a:ext>
            </a:extLst>
          </p:cNvPr>
          <p:cNvSpPr txBox="1"/>
          <p:nvPr/>
        </p:nvSpPr>
        <p:spPr>
          <a:xfrm>
            <a:off x="465490" y="3820375"/>
            <a:ext cx="1112805" cy="461665"/>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Data</a:t>
            </a:r>
          </a:p>
          <a:p>
            <a:r>
              <a:rPr kumimoji="1" lang="en-US" altLang="zh-CN" sz="1200" dirty="0">
                <a:latin typeface="HarmonyOS Sans SC" pitchFamily="2" charset="-122"/>
                <a:ea typeface="HarmonyOS Sans SC" pitchFamily="2" charset="-122"/>
              </a:rPr>
              <a:t>management</a:t>
            </a:r>
            <a:endParaRPr kumimoji="1" lang="zh-CN" altLang="en-US" sz="1200" dirty="0">
              <a:latin typeface="HarmonyOS Sans SC" pitchFamily="2" charset="-122"/>
              <a:ea typeface="HarmonyOS Sans SC" pitchFamily="2" charset="-122"/>
            </a:endParaRPr>
          </a:p>
        </p:txBody>
      </p:sp>
      <p:sp>
        <p:nvSpPr>
          <p:cNvPr id="94" name="文本框 93">
            <a:extLst>
              <a:ext uri="{FF2B5EF4-FFF2-40B4-BE49-F238E27FC236}">
                <a16:creationId xmlns:a16="http://schemas.microsoft.com/office/drawing/2014/main" id="{11472489-3508-4C4E-3373-07FAD6E6D796}"/>
              </a:ext>
            </a:extLst>
          </p:cNvPr>
          <p:cNvSpPr txBox="1"/>
          <p:nvPr/>
        </p:nvSpPr>
        <p:spPr>
          <a:xfrm>
            <a:off x="465490" y="4920477"/>
            <a:ext cx="748923"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Physical</a:t>
            </a:r>
            <a:endParaRPr kumimoji="1" lang="zh-CN" altLang="en-US" sz="1200" dirty="0">
              <a:latin typeface="HarmonyOS Sans SC" pitchFamily="2" charset="-122"/>
              <a:ea typeface="HarmonyOS Sans SC" pitchFamily="2" charset="-122"/>
            </a:endParaRPr>
          </a:p>
        </p:txBody>
      </p:sp>
      <p:sp>
        <p:nvSpPr>
          <p:cNvPr id="95" name="文本框 94">
            <a:extLst>
              <a:ext uri="{FF2B5EF4-FFF2-40B4-BE49-F238E27FC236}">
                <a16:creationId xmlns:a16="http://schemas.microsoft.com/office/drawing/2014/main" id="{AA0D03B1-EFE6-EFD3-BFE8-E35F00BE4248}"/>
              </a:ext>
            </a:extLst>
          </p:cNvPr>
          <p:cNvSpPr txBox="1"/>
          <p:nvPr/>
        </p:nvSpPr>
        <p:spPr>
          <a:xfrm>
            <a:off x="3898620" y="2214791"/>
            <a:ext cx="242374" cy="215444"/>
          </a:xfrm>
          <a:prstGeom prst="rect">
            <a:avLst/>
          </a:prstGeom>
          <a:noFill/>
        </p:spPr>
        <p:txBody>
          <a:bodyPr wrap="none" rtlCol="0">
            <a:spAutoFit/>
          </a:bodyPr>
          <a:lstStyle/>
          <a:p>
            <a:r>
              <a:rPr kumimoji="1" lang="en-US" altLang="zh-CN" sz="1200" baseline="30000" dirty="0">
                <a:latin typeface="HarmonyOS Sans SC" pitchFamily="2" charset="-122"/>
                <a:ea typeface="HarmonyOS Sans SC" pitchFamily="2" charset="-122"/>
              </a:rPr>
              <a:t>2</a:t>
            </a:r>
            <a:endParaRPr kumimoji="1" lang="zh-CN" altLang="en-US" sz="1200" baseline="30000" dirty="0">
              <a:latin typeface="HarmonyOS Sans SC" pitchFamily="2" charset="-122"/>
              <a:ea typeface="HarmonyOS Sans SC" pitchFamily="2" charset="-122"/>
            </a:endParaRPr>
          </a:p>
        </p:txBody>
      </p:sp>
      <p:sp>
        <p:nvSpPr>
          <p:cNvPr id="96" name="文本框 95">
            <a:extLst>
              <a:ext uri="{FF2B5EF4-FFF2-40B4-BE49-F238E27FC236}">
                <a16:creationId xmlns:a16="http://schemas.microsoft.com/office/drawing/2014/main" id="{F2ACF694-AAF5-3DC4-4232-FD2C1926D922}"/>
              </a:ext>
            </a:extLst>
          </p:cNvPr>
          <p:cNvSpPr txBox="1"/>
          <p:nvPr/>
        </p:nvSpPr>
        <p:spPr>
          <a:xfrm>
            <a:off x="3300807" y="2780694"/>
            <a:ext cx="242374" cy="215444"/>
          </a:xfrm>
          <a:prstGeom prst="rect">
            <a:avLst/>
          </a:prstGeom>
          <a:noFill/>
        </p:spPr>
        <p:txBody>
          <a:bodyPr wrap="none" rtlCol="0">
            <a:spAutoFit/>
          </a:bodyPr>
          <a:lstStyle/>
          <a:p>
            <a:r>
              <a:rPr kumimoji="1" lang="en-US" altLang="zh-CN" sz="1200" baseline="30000" dirty="0">
                <a:latin typeface="HarmonyOS Sans SC" pitchFamily="2" charset="-122"/>
                <a:ea typeface="HarmonyOS Sans SC" pitchFamily="2" charset="-122"/>
              </a:rPr>
              <a:t>3</a:t>
            </a:r>
            <a:endParaRPr kumimoji="1" lang="zh-CN" altLang="en-US" sz="1200" baseline="30000" dirty="0">
              <a:latin typeface="HarmonyOS Sans SC" pitchFamily="2" charset="-122"/>
              <a:ea typeface="HarmonyOS Sans SC" pitchFamily="2" charset="-122"/>
            </a:endParaRPr>
          </a:p>
        </p:txBody>
      </p:sp>
      <p:sp>
        <p:nvSpPr>
          <p:cNvPr id="97" name="文本框 96">
            <a:extLst>
              <a:ext uri="{FF2B5EF4-FFF2-40B4-BE49-F238E27FC236}">
                <a16:creationId xmlns:a16="http://schemas.microsoft.com/office/drawing/2014/main" id="{75373448-06E1-3374-707B-319A013E3436}"/>
              </a:ext>
            </a:extLst>
          </p:cNvPr>
          <p:cNvSpPr txBox="1"/>
          <p:nvPr/>
        </p:nvSpPr>
        <p:spPr>
          <a:xfrm>
            <a:off x="3543181" y="5174253"/>
            <a:ext cx="242374" cy="215444"/>
          </a:xfrm>
          <a:prstGeom prst="rect">
            <a:avLst/>
          </a:prstGeom>
          <a:noFill/>
        </p:spPr>
        <p:txBody>
          <a:bodyPr wrap="none" rtlCol="0">
            <a:spAutoFit/>
          </a:bodyPr>
          <a:lstStyle/>
          <a:p>
            <a:r>
              <a:rPr kumimoji="1" lang="en-US" altLang="zh-CN" sz="1200" baseline="30000" dirty="0">
                <a:latin typeface="HarmonyOS Sans SC" pitchFamily="2" charset="-122"/>
                <a:ea typeface="HarmonyOS Sans SC" pitchFamily="2" charset="-122"/>
              </a:rPr>
              <a:t>4</a:t>
            </a:r>
            <a:endParaRPr kumimoji="1" lang="zh-CN" altLang="en-US" sz="1200" baseline="30000" dirty="0">
              <a:latin typeface="HarmonyOS Sans SC" pitchFamily="2" charset="-122"/>
              <a:ea typeface="HarmonyOS Sans SC" pitchFamily="2" charset="-122"/>
            </a:endParaRPr>
          </a:p>
        </p:txBody>
      </p:sp>
      <p:sp>
        <p:nvSpPr>
          <p:cNvPr id="98" name="文本框 97">
            <a:extLst>
              <a:ext uri="{FF2B5EF4-FFF2-40B4-BE49-F238E27FC236}">
                <a16:creationId xmlns:a16="http://schemas.microsoft.com/office/drawing/2014/main" id="{16476C8A-A258-FDAF-1628-D6A934D6804C}"/>
              </a:ext>
            </a:extLst>
          </p:cNvPr>
          <p:cNvSpPr txBox="1"/>
          <p:nvPr/>
        </p:nvSpPr>
        <p:spPr>
          <a:xfrm>
            <a:off x="3550164" y="5737814"/>
            <a:ext cx="242374" cy="215444"/>
          </a:xfrm>
          <a:prstGeom prst="rect">
            <a:avLst/>
          </a:prstGeom>
          <a:noFill/>
        </p:spPr>
        <p:txBody>
          <a:bodyPr wrap="none" rtlCol="0">
            <a:spAutoFit/>
          </a:bodyPr>
          <a:lstStyle/>
          <a:p>
            <a:r>
              <a:rPr kumimoji="1" lang="en-US" altLang="zh-CN" sz="1200" baseline="30000" dirty="0">
                <a:latin typeface="HarmonyOS Sans SC" pitchFamily="2" charset="-122"/>
                <a:ea typeface="HarmonyOS Sans SC" pitchFamily="2" charset="-122"/>
              </a:rPr>
              <a:t>5</a:t>
            </a:r>
            <a:endParaRPr kumimoji="1" lang="zh-CN" altLang="en-US" sz="1200" baseline="30000" dirty="0">
              <a:latin typeface="HarmonyOS Sans SC" pitchFamily="2" charset="-122"/>
              <a:ea typeface="HarmonyOS Sans SC" pitchFamily="2" charset="-122"/>
            </a:endParaRPr>
          </a:p>
        </p:txBody>
      </p:sp>
    </p:spTree>
    <p:extLst>
      <p:ext uri="{BB962C8B-B14F-4D97-AF65-F5344CB8AC3E}">
        <p14:creationId xmlns:p14="http://schemas.microsoft.com/office/powerpoint/2010/main" val="1650532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DAE57-86F0-2D5E-9695-DA583F9D153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4A7A6ED-4814-EA18-0A13-2752F95D6E4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26" imgW="7772400" imgH="10058400" progId="TCLayout.ActiveDocument.1">
                  <p:embed/>
                </p:oleObj>
              </mc:Choice>
              <mc:Fallback>
                <p:oleObj name="think-cell 幻灯片" r:id="rId26" imgW="7772400" imgH="10058400" progId="TCLayout.ActiveDocument.1">
                  <p:embed/>
                  <p:pic>
                    <p:nvPicPr>
                      <p:cNvPr id="4" name="think-cell data - do not delete" hidden="1">
                        <a:extLst>
                          <a:ext uri="{FF2B5EF4-FFF2-40B4-BE49-F238E27FC236}">
                            <a16:creationId xmlns:a16="http://schemas.microsoft.com/office/drawing/2014/main" id="{A4A7A6ED-4814-EA18-0A13-2752F95D6E49}"/>
                          </a:ext>
                        </a:extLst>
                      </p:cNvPr>
                      <p:cNvPicPr/>
                      <p:nvPr/>
                    </p:nvPicPr>
                    <p:blipFill>
                      <a:blip r:embed="rId27"/>
                      <a:stretch>
                        <a:fillRect/>
                      </a:stretch>
                    </p:blipFill>
                    <p:spPr>
                      <a:xfrm>
                        <a:off x="1588" y="1588"/>
                        <a:ext cx="1227" cy="1588"/>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E6E9223E-AFEF-6160-E3FA-032E5757A355}"/>
              </a:ext>
            </a:extLst>
          </p:cNvPr>
          <p:cNvSpPr txBox="1"/>
          <p:nvPr/>
        </p:nvSpPr>
        <p:spPr>
          <a:xfrm>
            <a:off x="407931" y="254218"/>
            <a:ext cx="11384019"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Productivity growth, the main engine of GDP growth over the past 30 years</a:t>
            </a:r>
            <a:r>
              <a:rPr kumimoji="1" lang="zh-CN" altLang="en-US" dirty="0">
                <a:latin typeface="HarmonyOS Sans SC Medium" pitchFamily="2" charset="-122"/>
                <a:ea typeface="HarmonyOS Sans SC Medium" pitchFamily="2" charset="-122"/>
              </a:rPr>
              <a:t>，</a:t>
            </a:r>
            <a:r>
              <a:rPr kumimoji="1" lang="en-US" altLang="zh-CN" dirty="0">
                <a:latin typeface="HarmonyOS Sans SC Medium" pitchFamily="2" charset="-122"/>
                <a:ea typeface="HarmonyOS Sans SC Medium" pitchFamily="2" charset="-122"/>
              </a:rPr>
              <a:t>slowed down in the past decade.</a:t>
            </a:r>
            <a:endParaRPr kumimoji="1" lang="zh-CN" altLang="en-US" dirty="0">
              <a:latin typeface="HarmonyOS Sans SC Medium" pitchFamily="2" charset="-122"/>
              <a:ea typeface="HarmonyOS Sans SC Medium" pitchFamily="2" charset="-122"/>
            </a:endParaRPr>
          </a:p>
        </p:txBody>
      </p:sp>
      <p:sp>
        <p:nvSpPr>
          <p:cNvPr id="30" name="文本框 29">
            <a:extLst>
              <a:ext uri="{FF2B5EF4-FFF2-40B4-BE49-F238E27FC236}">
                <a16:creationId xmlns:a16="http://schemas.microsoft.com/office/drawing/2014/main" id="{5DD7AA20-F482-6680-6517-F9D34245E1F5}"/>
              </a:ext>
            </a:extLst>
          </p:cNvPr>
          <p:cNvSpPr txBox="1"/>
          <p:nvPr/>
        </p:nvSpPr>
        <p:spPr>
          <a:xfrm>
            <a:off x="407930" y="6242854"/>
            <a:ext cx="11263369" cy="246221"/>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Source: Conference Board Total Economy database; McKinsey Global Institute analysis</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2DD65719-DFBA-E521-BBC6-2A75E125976F}"/>
              </a:ext>
            </a:extLst>
          </p:cNvPr>
          <p:cNvSpPr txBox="1"/>
          <p:nvPr/>
        </p:nvSpPr>
        <p:spPr>
          <a:xfrm>
            <a:off x="407930" y="957759"/>
            <a:ext cx="11187170" cy="307777"/>
          </a:xfrm>
          <a:prstGeom prst="rect">
            <a:avLst/>
          </a:prstGeom>
          <a:noFill/>
        </p:spPr>
        <p:txBody>
          <a:bodyPr wrap="square" rtlCol="0">
            <a:spAutoFit/>
          </a:bodyPr>
          <a:lstStyle/>
          <a:p>
            <a:r>
              <a:rPr kumimoji="1" lang="en-US" altLang="zh-CN" sz="1400" dirty="0">
                <a:latin typeface="HarmonyOS Sans SC" pitchFamily="2" charset="-122"/>
                <a:ea typeface="HarmonyOS Sans SC" pitchFamily="2" charset="-122"/>
              </a:rPr>
              <a:t>Real GDP growth contribution of employment and productivity growth, 1972-2022</a:t>
            </a:r>
            <a:r>
              <a:rPr kumimoji="1" lang="zh-CN" altLang="en-US" sz="1400" dirty="0">
                <a:latin typeface="HarmonyOS Sans SC" pitchFamily="2" charset="-122"/>
                <a:ea typeface="HarmonyOS Sans SC" pitchFamily="2" charset="-122"/>
              </a:rPr>
              <a:t>，</a:t>
            </a:r>
            <a:r>
              <a:rPr kumimoji="1" lang="en-US" altLang="zh-CN" sz="1400" dirty="0">
                <a:latin typeface="HarmonyOS Sans SC Light" pitchFamily="2" charset="-122"/>
                <a:ea typeface="HarmonyOS Sans SC Light" pitchFamily="2" charset="-122"/>
              </a:rPr>
              <a:t>global GDP growth, CAGR</a:t>
            </a:r>
            <a:r>
              <a:rPr kumimoji="1" lang="zh-CN" altLang="en-US" sz="1400" dirty="0">
                <a:latin typeface="HarmonyOS Sans SC Light" pitchFamily="2" charset="-122"/>
                <a:ea typeface="HarmonyOS Sans SC Light" pitchFamily="2" charset="-122"/>
              </a:rPr>
              <a:t>，</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graphicFrame>
        <p:nvGraphicFramePr>
          <p:cNvPr id="127" name="Chart 3">
            <a:extLst>
              <a:ext uri="{FF2B5EF4-FFF2-40B4-BE49-F238E27FC236}">
                <a16:creationId xmlns:a16="http://schemas.microsoft.com/office/drawing/2014/main" id="{82C22EF0-F7BA-0FC1-D1E3-44CA2E40AE3D}"/>
              </a:ext>
            </a:extLst>
          </p:cNvPr>
          <p:cNvGraphicFramePr/>
          <p:nvPr>
            <p:custDataLst>
              <p:tags r:id="rId2"/>
            </p:custDataLst>
          </p:nvPr>
        </p:nvGraphicFramePr>
        <p:xfrm>
          <a:off x="1582738" y="2719388"/>
          <a:ext cx="9785350" cy="3022600"/>
        </p:xfrm>
        <a:graphic>
          <a:graphicData uri="http://schemas.openxmlformats.org/drawingml/2006/chart">
            <c:chart xmlns:c="http://schemas.openxmlformats.org/drawingml/2006/chart" xmlns:r="http://schemas.openxmlformats.org/officeDocument/2006/relationships" r:id="rId28"/>
          </a:graphicData>
        </a:graphic>
      </p:graphicFrame>
      <p:sp>
        <p:nvSpPr>
          <p:cNvPr id="13" name="文本占位符 2">
            <a:extLst>
              <a:ext uri="{FF2B5EF4-FFF2-40B4-BE49-F238E27FC236}">
                <a16:creationId xmlns:a16="http://schemas.microsoft.com/office/drawing/2014/main" id="{8D968917-F9AC-71A5-CBC7-1DF17A3D730E}"/>
              </a:ext>
            </a:extLst>
          </p:cNvPr>
          <p:cNvSpPr txBox="1">
            <a:spLocks/>
          </p:cNvSpPr>
          <p:nvPr>
            <p:custDataLst>
              <p:tags r:id="rId3"/>
            </p:custDataLst>
          </p:nvPr>
        </p:nvSpPr>
        <p:spPr bwMode="auto">
          <a:xfrm>
            <a:off x="547688" y="4110038"/>
            <a:ext cx="14224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7D52DF94-21E8-47BF-A00B-C1531C5145F9}" type="datetime'E''''''''m''''pl''o''y''''''m''e''nt'''''''' ''''grow''''t''h'">
              <a:rPr kumimoji="1" lang="en-US" altLang="en-US" sz="1200" smtClean="0">
                <a:latin typeface="HarmonyOS Sans SC" pitchFamily="2" charset="-122"/>
                <a:ea typeface="HarmonyOS Sans SC" pitchFamily="2" charset="-122"/>
                <a:sym typeface="HarmonyOS Sans SC" pitchFamily="2" charset="-122"/>
              </a:rPr>
              <a:pPr/>
              <a:t>Employment growth</a:t>
            </a:fld>
            <a:endParaRPr kumimoji="1" lang="zh-CN" altLang="en-US" sz="1200" dirty="0">
              <a:latin typeface="HarmonyOS Sans SC" pitchFamily="2" charset="-122"/>
              <a:ea typeface="HarmonyOS Sans SC" pitchFamily="2" charset="-122"/>
              <a:sym typeface="HarmonyOS Sans SC" pitchFamily="2" charset="-122"/>
            </a:endParaRPr>
          </a:p>
        </p:txBody>
      </p:sp>
      <p:sp>
        <p:nvSpPr>
          <p:cNvPr id="14" name="文本占位符 2">
            <a:extLst>
              <a:ext uri="{FF2B5EF4-FFF2-40B4-BE49-F238E27FC236}">
                <a16:creationId xmlns:a16="http://schemas.microsoft.com/office/drawing/2014/main" id="{00F028FA-F553-B6A9-5E11-B29E1BCD2140}"/>
              </a:ext>
            </a:extLst>
          </p:cNvPr>
          <p:cNvSpPr txBox="1">
            <a:spLocks/>
          </p:cNvSpPr>
          <p:nvPr>
            <p:custDataLst>
              <p:tags r:id="rId4"/>
            </p:custDataLst>
          </p:nvPr>
        </p:nvSpPr>
        <p:spPr bwMode="auto">
          <a:xfrm>
            <a:off x="590550" y="5313363"/>
            <a:ext cx="137953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spcBef>
                <a:spcPct val="0"/>
              </a:spcBef>
              <a:spcAft>
                <a:spcPct val="0"/>
              </a:spcAft>
            </a:pPr>
            <a:fld id="{739107CA-9F59-4CED-8728-1698460B336A}" type="datetime'''P''r''od''u''ctiv''''it''''y'' ''''gr''o''w''t''''''''''''h'">
              <a:rPr kumimoji="1" lang="en-US" altLang="en-US" sz="1200" smtClean="0">
                <a:latin typeface="HarmonyOS Sans SC" pitchFamily="2" charset="-122"/>
                <a:ea typeface="HarmonyOS Sans SC" pitchFamily="2" charset="-122"/>
                <a:sym typeface="HarmonyOS Sans SC" pitchFamily="2" charset="-122"/>
              </a:rPr>
              <a:pPr/>
              <a:t>Productivity growth</a:t>
            </a:fld>
            <a:endParaRPr kumimoji="1" lang="zh-CN" altLang="en-US" sz="1200" dirty="0">
              <a:latin typeface="HarmonyOS Sans SC" pitchFamily="2" charset="-122"/>
              <a:ea typeface="HarmonyOS Sans SC" pitchFamily="2" charset="-122"/>
              <a:sym typeface="HarmonyOS Sans SC" pitchFamily="2" charset="-122"/>
            </a:endParaRPr>
          </a:p>
        </p:txBody>
      </p:sp>
      <p:sp>
        <p:nvSpPr>
          <p:cNvPr id="17" name="文本占位符 2">
            <a:extLst>
              <a:ext uri="{FF2B5EF4-FFF2-40B4-BE49-F238E27FC236}">
                <a16:creationId xmlns:a16="http://schemas.microsoft.com/office/drawing/2014/main" id="{222BFFFE-B5C0-F97E-6B38-DE0A234ED7A6}"/>
              </a:ext>
            </a:extLst>
          </p:cNvPr>
          <p:cNvSpPr txBox="1">
            <a:spLocks/>
          </p:cNvSpPr>
          <p:nvPr>
            <p:custDataLst>
              <p:tags r:id="rId5"/>
            </p:custDataLst>
          </p:nvPr>
        </p:nvSpPr>
        <p:spPr bwMode="gray">
          <a:xfrm>
            <a:off x="2500313" y="3062288"/>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70243F0-DDF5-42BE-83A8-4269DEB7D03E}" type="datetime'''''''''''''''''''''''''''3,''''''''''''2'''''''">
              <a:rPr kumimoji="1" lang="zh-CN" altLang="en-US" sz="1200" smtClean="0">
                <a:latin typeface="HarmonyOS Sans SC" pitchFamily="2" charset="-122"/>
                <a:ea typeface="HarmonyOS Sans SC" pitchFamily="2" charset="-122"/>
                <a:sym typeface="HarmonyOS Sans SC" pitchFamily="2" charset="-122"/>
              </a:rPr>
              <a:pPr/>
              <a:t>3,2</a:t>
            </a:fld>
            <a:endParaRPr kumimoji="1" lang="zh-CN" altLang="en-US" sz="1200" dirty="0">
              <a:latin typeface="HarmonyOS Sans SC" pitchFamily="2" charset="-122"/>
              <a:ea typeface="HarmonyOS Sans SC" pitchFamily="2" charset="-122"/>
              <a:sym typeface="HarmonyOS Sans SC" pitchFamily="2" charset="-122"/>
            </a:endParaRPr>
          </a:p>
        </p:txBody>
      </p:sp>
      <p:sp>
        <p:nvSpPr>
          <p:cNvPr id="18" name="文本占位符 2">
            <a:extLst>
              <a:ext uri="{FF2B5EF4-FFF2-40B4-BE49-F238E27FC236}">
                <a16:creationId xmlns:a16="http://schemas.microsoft.com/office/drawing/2014/main" id="{257D8A36-E79E-8D14-3A10-FEB02EC01D36}"/>
              </a:ext>
            </a:extLst>
          </p:cNvPr>
          <p:cNvSpPr txBox="1">
            <a:spLocks/>
          </p:cNvSpPr>
          <p:nvPr>
            <p:custDataLst>
              <p:tags r:id="rId6"/>
            </p:custDataLst>
          </p:nvPr>
        </p:nvSpPr>
        <p:spPr bwMode="gray">
          <a:xfrm>
            <a:off x="4424363" y="3363913"/>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B3520B0-1823-41E6-9591-A3B06EDE64AF}" type="datetime'''''''''''''''''''''2'''''''''''''',''''''''''8'''">
              <a:rPr kumimoji="1" lang="zh-CN" altLang="en-US" sz="1200" smtClean="0">
                <a:latin typeface="HarmonyOS Sans SC" pitchFamily="2" charset="-122"/>
                <a:ea typeface="HarmonyOS Sans SC" pitchFamily="2" charset="-122"/>
                <a:sym typeface="HarmonyOS Sans SC" pitchFamily="2" charset="-122"/>
              </a:rPr>
              <a:pPr/>
              <a:t>2,8</a:t>
            </a:fld>
            <a:endParaRPr kumimoji="1" lang="zh-CN" altLang="en-US" sz="1200" dirty="0">
              <a:latin typeface="HarmonyOS Sans SC" pitchFamily="2" charset="-122"/>
              <a:ea typeface="HarmonyOS Sans SC" pitchFamily="2" charset="-122"/>
              <a:sym typeface="HarmonyOS Sans SC" pitchFamily="2" charset="-122"/>
            </a:endParaRPr>
          </a:p>
        </p:txBody>
      </p:sp>
      <p:sp>
        <p:nvSpPr>
          <p:cNvPr id="19" name="文本占位符 2">
            <a:extLst>
              <a:ext uri="{FF2B5EF4-FFF2-40B4-BE49-F238E27FC236}">
                <a16:creationId xmlns:a16="http://schemas.microsoft.com/office/drawing/2014/main" id="{0CDAB3AE-106E-9EAC-A153-505764207552}"/>
              </a:ext>
            </a:extLst>
          </p:cNvPr>
          <p:cNvSpPr txBox="1">
            <a:spLocks/>
          </p:cNvSpPr>
          <p:nvPr>
            <p:custDataLst>
              <p:tags r:id="rId7"/>
            </p:custDataLst>
          </p:nvPr>
        </p:nvSpPr>
        <p:spPr bwMode="gray">
          <a:xfrm>
            <a:off x="6348413" y="3138488"/>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CD8BC00-201E-442A-B669-8FEABB76EF1D}" type="datetime'''''''''''''''''''''''''''''''3'''''',''''''''''''''''''1'''">
              <a:rPr kumimoji="1" lang="zh-CN" altLang="en-US" sz="1200" smtClean="0">
                <a:latin typeface="HarmonyOS Sans SC" pitchFamily="2" charset="-122"/>
                <a:ea typeface="HarmonyOS Sans SC" pitchFamily="2" charset="-122"/>
                <a:sym typeface="HarmonyOS Sans SC" pitchFamily="2" charset="-122"/>
              </a:rPr>
              <a:pPr/>
              <a:t>3,1</a:t>
            </a:fld>
            <a:endParaRPr kumimoji="1" lang="zh-CN" altLang="en-US" sz="1200" dirty="0">
              <a:latin typeface="HarmonyOS Sans SC" pitchFamily="2" charset="-122"/>
              <a:ea typeface="HarmonyOS Sans SC" pitchFamily="2" charset="-122"/>
              <a:sym typeface="HarmonyOS Sans SC" pitchFamily="2" charset="-122"/>
            </a:endParaRPr>
          </a:p>
        </p:txBody>
      </p:sp>
      <p:sp>
        <p:nvSpPr>
          <p:cNvPr id="44" name="文本占位符 2">
            <a:extLst>
              <a:ext uri="{FF2B5EF4-FFF2-40B4-BE49-F238E27FC236}">
                <a16:creationId xmlns:a16="http://schemas.microsoft.com/office/drawing/2014/main" id="{92C6AFB5-177B-3C14-0D59-6E95B4C920C0}"/>
              </a:ext>
            </a:extLst>
          </p:cNvPr>
          <p:cNvSpPr txBox="1">
            <a:spLocks/>
          </p:cNvSpPr>
          <p:nvPr>
            <p:custDataLst>
              <p:tags r:id="rId8"/>
            </p:custDataLst>
          </p:nvPr>
        </p:nvSpPr>
        <p:spPr bwMode="gray">
          <a:xfrm>
            <a:off x="8272463" y="2611438"/>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39EBF0A-B91C-46A2-B61B-05862EB4BDDF}" type="datetime'''''''''''3'''''''''''''',''''''''''8'''">
              <a:rPr kumimoji="1" lang="zh-CN" altLang="en-US" sz="1200" smtClean="0">
                <a:latin typeface="HarmonyOS Sans SC" pitchFamily="2" charset="-122"/>
                <a:ea typeface="HarmonyOS Sans SC" pitchFamily="2" charset="-122"/>
                <a:sym typeface="HarmonyOS Sans SC" pitchFamily="2" charset="-122"/>
              </a:rPr>
              <a:pPr/>
              <a:t>3,8</a:t>
            </a:fld>
            <a:endParaRPr kumimoji="1" lang="zh-CN" altLang="en-US" sz="1200" dirty="0">
              <a:latin typeface="HarmonyOS Sans SC" pitchFamily="2" charset="-122"/>
              <a:ea typeface="HarmonyOS Sans SC" pitchFamily="2" charset="-122"/>
              <a:sym typeface="HarmonyOS Sans SC" pitchFamily="2" charset="-122"/>
            </a:endParaRPr>
          </a:p>
        </p:txBody>
      </p:sp>
      <p:sp>
        <p:nvSpPr>
          <p:cNvPr id="53" name="文本占位符 2">
            <a:extLst>
              <a:ext uri="{FF2B5EF4-FFF2-40B4-BE49-F238E27FC236}">
                <a16:creationId xmlns:a16="http://schemas.microsoft.com/office/drawing/2014/main" id="{A89B27A8-E98C-9FEB-F7D9-46C7A30CC899}"/>
              </a:ext>
            </a:extLst>
          </p:cNvPr>
          <p:cNvSpPr txBox="1">
            <a:spLocks/>
          </p:cNvSpPr>
          <p:nvPr>
            <p:custDataLst>
              <p:tags r:id="rId9"/>
            </p:custDataLst>
          </p:nvPr>
        </p:nvSpPr>
        <p:spPr bwMode="gray">
          <a:xfrm>
            <a:off x="10196513" y="3287713"/>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16D9EC8-E4CD-441F-8639-CB6F9AD867FC}" type="datetime'''2'''''''''',''''''''''''''''''''''''9'''''''''''''''''''">
              <a:rPr kumimoji="1" lang="zh-CN" altLang="en-US" sz="1200" smtClean="0">
                <a:latin typeface="HarmonyOS Sans SC" pitchFamily="2" charset="-122"/>
                <a:ea typeface="HarmonyOS Sans SC" pitchFamily="2" charset="-122"/>
                <a:sym typeface="HarmonyOS Sans SC" pitchFamily="2" charset="-122"/>
              </a:rPr>
              <a:pPr/>
              <a:t>2,9</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2" name="文本占位符 2">
            <a:extLst>
              <a:ext uri="{FF2B5EF4-FFF2-40B4-BE49-F238E27FC236}">
                <a16:creationId xmlns:a16="http://schemas.microsoft.com/office/drawing/2014/main" id="{DE024137-B1DC-867B-FD79-8C59237121F1}"/>
              </a:ext>
            </a:extLst>
          </p:cNvPr>
          <p:cNvSpPr txBox="1">
            <a:spLocks/>
          </p:cNvSpPr>
          <p:nvPr>
            <p:custDataLst>
              <p:tags r:id="rId10"/>
            </p:custDataLst>
          </p:nvPr>
        </p:nvSpPr>
        <p:spPr bwMode="auto">
          <a:xfrm>
            <a:off x="4246563" y="5710238"/>
            <a:ext cx="6111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8B7FF36-1B11-4890-954C-E6F83E858550}" type="datetime'''''19''''8''''2''''''-''''''''''''''9''2'''''">
              <a:rPr kumimoji="1" lang="zh-CN" altLang="en-US" sz="1200" smtClean="0">
                <a:latin typeface="HarmonyOS Sans SC" pitchFamily="2" charset="-122"/>
                <a:ea typeface="HarmonyOS Sans SC" pitchFamily="2" charset="-122"/>
                <a:sym typeface="HarmonyOS Sans SC" pitchFamily="2" charset="-122"/>
              </a:rPr>
              <a:pPr/>
              <a:t>1982-92</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5" name="文本占位符 2">
            <a:extLst>
              <a:ext uri="{FF2B5EF4-FFF2-40B4-BE49-F238E27FC236}">
                <a16:creationId xmlns:a16="http://schemas.microsoft.com/office/drawing/2014/main" id="{6FF926BE-775E-2B9F-DDA1-48762584559F}"/>
              </a:ext>
            </a:extLst>
          </p:cNvPr>
          <p:cNvSpPr txBox="1">
            <a:spLocks/>
          </p:cNvSpPr>
          <p:nvPr>
            <p:custDataLst>
              <p:tags r:id="rId11"/>
            </p:custDataLst>
          </p:nvPr>
        </p:nvSpPr>
        <p:spPr bwMode="auto">
          <a:xfrm>
            <a:off x="6083300" y="5710238"/>
            <a:ext cx="78581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30147B1-C238-4658-828D-41FADC0BF0C8}" type="datetime'19''''''9''''''''''2-2''''''''''''''0''''0''''2'''''">
              <a:rPr kumimoji="1" lang="zh-CN" altLang="en-US" sz="1200" smtClean="0">
                <a:latin typeface="HarmonyOS Sans SC" pitchFamily="2" charset="-122"/>
                <a:ea typeface="HarmonyOS Sans SC" pitchFamily="2" charset="-122"/>
                <a:sym typeface="HarmonyOS Sans SC" pitchFamily="2" charset="-122"/>
              </a:rPr>
              <a:pPr/>
              <a:t>1992-2002</a:t>
            </a:fld>
            <a:endParaRPr kumimoji="1" lang="zh-CN" altLang="en-US" sz="1200" dirty="0">
              <a:latin typeface="HarmonyOS Sans SC" pitchFamily="2" charset="-122"/>
              <a:ea typeface="HarmonyOS Sans SC" pitchFamily="2" charset="-122"/>
              <a:sym typeface="HarmonyOS Sans SC" pitchFamily="2" charset="-122"/>
            </a:endParaRPr>
          </a:p>
        </p:txBody>
      </p:sp>
      <p:sp>
        <p:nvSpPr>
          <p:cNvPr id="68" name="文本占位符 2">
            <a:extLst>
              <a:ext uri="{FF2B5EF4-FFF2-40B4-BE49-F238E27FC236}">
                <a16:creationId xmlns:a16="http://schemas.microsoft.com/office/drawing/2014/main" id="{81FC83CC-A448-5D9F-FA92-A330BC0932DB}"/>
              </a:ext>
            </a:extLst>
          </p:cNvPr>
          <p:cNvSpPr txBox="1">
            <a:spLocks/>
          </p:cNvSpPr>
          <p:nvPr>
            <p:custDataLst>
              <p:tags r:id="rId12"/>
            </p:custDataLst>
          </p:nvPr>
        </p:nvSpPr>
        <p:spPr bwMode="auto">
          <a:xfrm>
            <a:off x="8094663" y="5710238"/>
            <a:ext cx="6111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648524C-7B72-4842-A448-76D77A4F21EB}" type="datetime'2''''''''''0''''0''''''''''''''2''''-12'''''''''''''''''">
              <a:rPr kumimoji="1" lang="zh-CN" altLang="en-US" sz="1200" smtClean="0">
                <a:latin typeface="HarmonyOS Sans SC" pitchFamily="2" charset="-122"/>
                <a:ea typeface="HarmonyOS Sans SC" pitchFamily="2" charset="-122"/>
                <a:sym typeface="HarmonyOS Sans SC" pitchFamily="2" charset="-122"/>
              </a:rPr>
              <a:pPr/>
              <a:t>2002-12</a:t>
            </a:fld>
            <a:endParaRPr kumimoji="1" lang="zh-CN" altLang="en-US" sz="1200" dirty="0">
              <a:latin typeface="HarmonyOS Sans SC" pitchFamily="2" charset="-122"/>
              <a:ea typeface="HarmonyOS Sans SC" pitchFamily="2" charset="-122"/>
              <a:sym typeface="HarmonyOS Sans SC" pitchFamily="2" charset="-122"/>
            </a:endParaRPr>
          </a:p>
        </p:txBody>
      </p:sp>
      <p:sp>
        <p:nvSpPr>
          <p:cNvPr id="7" name="文本占位符 2">
            <a:extLst>
              <a:ext uri="{FF2B5EF4-FFF2-40B4-BE49-F238E27FC236}">
                <a16:creationId xmlns:a16="http://schemas.microsoft.com/office/drawing/2014/main" id="{02EA114C-E700-BE60-8768-0051EAB8DA67}"/>
              </a:ext>
            </a:extLst>
          </p:cNvPr>
          <p:cNvSpPr txBox="1">
            <a:spLocks/>
          </p:cNvSpPr>
          <p:nvPr>
            <p:custDataLst>
              <p:tags r:id="rId13"/>
            </p:custDataLst>
          </p:nvPr>
        </p:nvSpPr>
        <p:spPr bwMode="auto">
          <a:xfrm>
            <a:off x="2322513" y="5710238"/>
            <a:ext cx="6111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C230EBB-5DC8-4C18-BC68-01F7D3B1C8BC}" type="datetime'''1''''''''''''''''''''''''''''''''''''9''''''7''''''2-82'">
              <a:rPr kumimoji="1" lang="zh-CN" altLang="en-US" sz="1200" smtClean="0">
                <a:latin typeface="HarmonyOS Sans SC" pitchFamily="2" charset="-122"/>
                <a:ea typeface="HarmonyOS Sans SC" pitchFamily="2" charset="-122"/>
                <a:sym typeface="HarmonyOS Sans SC" pitchFamily="2" charset="-122"/>
              </a:rPr>
              <a:pPr/>
              <a:t>1972-82</a:t>
            </a:fld>
            <a:endParaRPr kumimoji="1" lang="zh-CN" altLang="en-US" sz="1200" dirty="0">
              <a:latin typeface="HarmonyOS Sans SC" pitchFamily="2" charset="-122"/>
              <a:ea typeface="HarmonyOS Sans SC" pitchFamily="2" charset="-122"/>
              <a:sym typeface="HarmonyOS Sans SC" pitchFamily="2" charset="-122"/>
            </a:endParaRPr>
          </a:p>
        </p:txBody>
      </p:sp>
      <p:sp>
        <p:nvSpPr>
          <p:cNvPr id="90" name="文本占位符 2">
            <a:extLst>
              <a:ext uri="{FF2B5EF4-FFF2-40B4-BE49-F238E27FC236}">
                <a16:creationId xmlns:a16="http://schemas.microsoft.com/office/drawing/2014/main" id="{9565F176-327A-FC81-A0C1-227CA00A9687}"/>
              </a:ext>
            </a:extLst>
          </p:cNvPr>
          <p:cNvSpPr txBox="1">
            <a:spLocks/>
          </p:cNvSpPr>
          <p:nvPr>
            <p:custDataLst>
              <p:tags r:id="rId14"/>
            </p:custDataLst>
          </p:nvPr>
        </p:nvSpPr>
        <p:spPr bwMode="gray">
          <a:xfrm>
            <a:off x="2500313" y="4110038"/>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5E9E9B9-1D35-4C1A-BA74-6768B93FF7F8}" type="datetime'''''''2'''''''''',''''''5'''''''''''''''">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2,5</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91" name="文本占位符 2">
            <a:extLst>
              <a:ext uri="{FF2B5EF4-FFF2-40B4-BE49-F238E27FC236}">
                <a16:creationId xmlns:a16="http://schemas.microsoft.com/office/drawing/2014/main" id="{4DE0158F-921D-DF8D-5F55-D525FD051CB1}"/>
              </a:ext>
            </a:extLst>
          </p:cNvPr>
          <p:cNvSpPr txBox="1">
            <a:spLocks/>
          </p:cNvSpPr>
          <p:nvPr>
            <p:custDataLst>
              <p:tags r:id="rId15"/>
            </p:custDataLst>
          </p:nvPr>
        </p:nvSpPr>
        <p:spPr bwMode="gray">
          <a:xfrm>
            <a:off x="2500313" y="5313363"/>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4FF9C5B-4C08-415C-9753-60175D26A028}" type="datetime'''''''''''''0'''''''''',''''7'''''">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0,7</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99" name="文本占位符 2">
            <a:extLst>
              <a:ext uri="{FF2B5EF4-FFF2-40B4-BE49-F238E27FC236}">
                <a16:creationId xmlns:a16="http://schemas.microsoft.com/office/drawing/2014/main" id="{078545D2-56F7-CC7F-B1AB-080DF3B6147B}"/>
              </a:ext>
            </a:extLst>
          </p:cNvPr>
          <p:cNvSpPr txBox="1">
            <a:spLocks/>
          </p:cNvSpPr>
          <p:nvPr>
            <p:custDataLst>
              <p:tags r:id="rId16"/>
            </p:custDataLst>
          </p:nvPr>
        </p:nvSpPr>
        <p:spPr bwMode="gray">
          <a:xfrm>
            <a:off x="4424363" y="4222750"/>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01D309A-8FCB-4283-957F-0D1593941AC3}" type="datetime'''''''''''''''2'''''''''''',''''''''''''''0'''''''''''">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2,0</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1" name="文本占位符 2">
            <a:extLst>
              <a:ext uri="{FF2B5EF4-FFF2-40B4-BE49-F238E27FC236}">
                <a16:creationId xmlns:a16="http://schemas.microsoft.com/office/drawing/2014/main" id="{5DA59FB8-5D9E-080D-7381-9785005AC17A}"/>
              </a:ext>
            </a:extLst>
          </p:cNvPr>
          <p:cNvSpPr txBox="1">
            <a:spLocks/>
          </p:cNvSpPr>
          <p:nvPr>
            <p:custDataLst>
              <p:tags r:id="rId17"/>
            </p:custDataLst>
          </p:nvPr>
        </p:nvSpPr>
        <p:spPr bwMode="gray">
          <a:xfrm>
            <a:off x="4424363" y="5275263"/>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52E5EC6-FF44-4251-AD56-662AC0346FE9}" type="datetime'''''0'''''''''''''''''',''''''8'''''''">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0,8</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2" name="文本占位符 2">
            <a:extLst>
              <a:ext uri="{FF2B5EF4-FFF2-40B4-BE49-F238E27FC236}">
                <a16:creationId xmlns:a16="http://schemas.microsoft.com/office/drawing/2014/main" id="{BEAF6D94-D953-11C2-DBB6-5D337D6D64A3}"/>
              </a:ext>
            </a:extLst>
          </p:cNvPr>
          <p:cNvSpPr txBox="1">
            <a:spLocks/>
          </p:cNvSpPr>
          <p:nvPr>
            <p:custDataLst>
              <p:tags r:id="rId18"/>
            </p:custDataLst>
          </p:nvPr>
        </p:nvSpPr>
        <p:spPr bwMode="gray">
          <a:xfrm>
            <a:off x="6348413" y="3771900"/>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BB422E1-AB68-4A59-854C-F9BC30524B40}" type="datetime'''''1,''''''''''''''''''4'''''''''''''''''''">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1,4</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3" name="文本占位符 2">
            <a:extLst>
              <a:ext uri="{FF2B5EF4-FFF2-40B4-BE49-F238E27FC236}">
                <a16:creationId xmlns:a16="http://schemas.microsoft.com/office/drawing/2014/main" id="{7BA20373-4533-4490-12CE-1385D0BF2375}"/>
              </a:ext>
            </a:extLst>
          </p:cNvPr>
          <p:cNvSpPr txBox="1">
            <a:spLocks/>
          </p:cNvSpPr>
          <p:nvPr>
            <p:custDataLst>
              <p:tags r:id="rId19"/>
            </p:custDataLst>
          </p:nvPr>
        </p:nvSpPr>
        <p:spPr bwMode="gray">
          <a:xfrm>
            <a:off x="6348413" y="4937125"/>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F2582DF-49A6-4BBE-834D-F97A6624B3F0}" type="datetime'1'''''',''''''''7'''''''''''">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1,7</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4" name="文本占位符 2">
            <a:extLst>
              <a:ext uri="{FF2B5EF4-FFF2-40B4-BE49-F238E27FC236}">
                <a16:creationId xmlns:a16="http://schemas.microsoft.com/office/drawing/2014/main" id="{CDD9C77D-2E0D-F766-2D4E-3DE36787A27D}"/>
              </a:ext>
            </a:extLst>
          </p:cNvPr>
          <p:cNvSpPr txBox="1">
            <a:spLocks/>
          </p:cNvSpPr>
          <p:nvPr>
            <p:custDataLst>
              <p:tags r:id="rId20"/>
            </p:custDataLst>
          </p:nvPr>
        </p:nvSpPr>
        <p:spPr bwMode="gray">
          <a:xfrm>
            <a:off x="8272463" y="3208338"/>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72D5E16-86E1-42F2-9DEB-8F8BA486716C}" type="datetime'''''''''''''''''''''''1'''''',''3'''''''''''''">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1,3</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5" name="文本占位符 2">
            <a:extLst>
              <a:ext uri="{FF2B5EF4-FFF2-40B4-BE49-F238E27FC236}">
                <a16:creationId xmlns:a16="http://schemas.microsoft.com/office/drawing/2014/main" id="{3D9A3670-8959-72EE-E8E0-B3F65A606375}"/>
              </a:ext>
            </a:extLst>
          </p:cNvPr>
          <p:cNvSpPr txBox="1">
            <a:spLocks/>
          </p:cNvSpPr>
          <p:nvPr>
            <p:custDataLst>
              <p:tags r:id="rId21"/>
            </p:custDataLst>
          </p:nvPr>
        </p:nvSpPr>
        <p:spPr bwMode="gray">
          <a:xfrm>
            <a:off x="8272463" y="4637088"/>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5441FB6-B5F3-4E93-9F60-C598A43A3B0F}" type="datetime'''''2'''',''''''''''''5'''''''">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2,5</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6" name="文本占位符 2">
            <a:extLst>
              <a:ext uri="{FF2B5EF4-FFF2-40B4-BE49-F238E27FC236}">
                <a16:creationId xmlns:a16="http://schemas.microsoft.com/office/drawing/2014/main" id="{FE849DDC-E362-7F53-2EB4-0CF7D472386C}"/>
              </a:ext>
            </a:extLst>
          </p:cNvPr>
          <p:cNvSpPr txBox="1">
            <a:spLocks/>
          </p:cNvSpPr>
          <p:nvPr>
            <p:custDataLst>
              <p:tags r:id="rId22"/>
            </p:custDataLst>
          </p:nvPr>
        </p:nvSpPr>
        <p:spPr bwMode="gray">
          <a:xfrm>
            <a:off x="10196513" y="3695700"/>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DD38F56-6506-409A-A1B3-CAA93E019996}" type="datetime'''''''''''''''''0'''''''''',8'">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0,8</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107" name="文本占位符 2">
            <a:extLst>
              <a:ext uri="{FF2B5EF4-FFF2-40B4-BE49-F238E27FC236}">
                <a16:creationId xmlns:a16="http://schemas.microsoft.com/office/drawing/2014/main" id="{622BE646-536E-3258-5A5A-7BA11E8DF5DE}"/>
              </a:ext>
            </a:extLst>
          </p:cNvPr>
          <p:cNvSpPr txBox="1">
            <a:spLocks/>
          </p:cNvSpPr>
          <p:nvPr>
            <p:custDataLst>
              <p:tags r:id="rId23"/>
            </p:custDataLst>
          </p:nvPr>
        </p:nvSpPr>
        <p:spPr bwMode="gray">
          <a:xfrm>
            <a:off x="10196513" y="4786313"/>
            <a:ext cx="2555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24F9F3B-D0F7-4692-B932-EA91AE3CE552}" type="datetime'''''''''2'''''''''''''''''''''''',''1'">
              <a:rPr kumimoji="1" lang="zh-CN" altLang="en-US" sz="1200" smtClean="0">
                <a:solidFill>
                  <a:schemeClr val="bg1"/>
                </a:solidFill>
                <a:effectLst/>
                <a:latin typeface="HarmonyOS Sans SC" pitchFamily="2" charset="-122"/>
                <a:ea typeface="HarmonyOS Sans SC" pitchFamily="2" charset="-122"/>
                <a:sym typeface="HarmonyOS Sans SC" pitchFamily="2" charset="-122"/>
              </a:rPr>
              <a:pPr>
                <a:spcBef>
                  <a:spcPct val="0"/>
                </a:spcBef>
                <a:spcAft>
                  <a:spcPct val="0"/>
                </a:spcAft>
              </a:pPr>
              <a:t>2,1</a:t>
            </a:fld>
            <a:endParaRPr kumimoji="1" lang="zh-CN" altLang="en-US" sz="1200" dirty="0">
              <a:solidFill>
                <a:schemeClr val="bg1"/>
              </a:solidFill>
              <a:latin typeface="HarmonyOS Sans SC" pitchFamily="2" charset="-122"/>
              <a:ea typeface="HarmonyOS Sans SC" pitchFamily="2" charset="-122"/>
              <a:sym typeface="HarmonyOS Sans SC" pitchFamily="2" charset="-122"/>
            </a:endParaRPr>
          </a:p>
        </p:txBody>
      </p:sp>
      <p:sp>
        <p:nvSpPr>
          <p:cNvPr id="69" name="文本占位符 2">
            <a:extLst>
              <a:ext uri="{FF2B5EF4-FFF2-40B4-BE49-F238E27FC236}">
                <a16:creationId xmlns:a16="http://schemas.microsoft.com/office/drawing/2014/main" id="{C76CB6A8-00F0-3770-F283-464806E98565}"/>
              </a:ext>
            </a:extLst>
          </p:cNvPr>
          <p:cNvSpPr txBox="1">
            <a:spLocks/>
          </p:cNvSpPr>
          <p:nvPr>
            <p:custDataLst>
              <p:tags r:id="rId24"/>
            </p:custDataLst>
          </p:nvPr>
        </p:nvSpPr>
        <p:spPr bwMode="auto">
          <a:xfrm>
            <a:off x="10018713" y="5710238"/>
            <a:ext cx="611188"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A293353-2712-4D0B-BA61-564F46A1E06F}" type="datetime'2''01''''''''''''2''''''-''''''2''''''''''''''''2'">
              <a:rPr kumimoji="1" lang="zh-CN" altLang="en-US" sz="1200" smtClean="0">
                <a:latin typeface="HarmonyOS Sans SC" pitchFamily="2" charset="-122"/>
                <a:ea typeface="HarmonyOS Sans SC" pitchFamily="2" charset="-122"/>
                <a:sym typeface="HarmonyOS Sans SC" pitchFamily="2" charset="-122"/>
              </a:rPr>
              <a:pPr/>
              <a:t>2012-22</a:t>
            </a:fld>
            <a:endParaRPr kumimoji="1" lang="zh-CN" altLang="en-US" sz="1200" dirty="0">
              <a:latin typeface="HarmonyOS Sans SC" pitchFamily="2" charset="-122"/>
              <a:ea typeface="HarmonyOS Sans SC" pitchFamily="2" charset="-122"/>
              <a:sym typeface="HarmonyOS Sans SC" pitchFamily="2" charset="-122"/>
            </a:endParaRPr>
          </a:p>
        </p:txBody>
      </p:sp>
      <p:cxnSp>
        <p:nvCxnSpPr>
          <p:cNvPr id="120" name="直线连接符 119">
            <a:extLst>
              <a:ext uri="{FF2B5EF4-FFF2-40B4-BE49-F238E27FC236}">
                <a16:creationId xmlns:a16="http://schemas.microsoft.com/office/drawing/2014/main" id="{6B0B8CD9-02D7-779E-CE5B-11CA3696DA5C}"/>
              </a:ext>
            </a:extLst>
          </p:cNvPr>
          <p:cNvCxnSpPr/>
          <p:nvPr/>
        </p:nvCxnSpPr>
        <p:spPr>
          <a:xfrm flipV="1">
            <a:off x="5543550" y="1676400"/>
            <a:ext cx="0" cy="1042988"/>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1" name="直线连接符 120">
            <a:extLst>
              <a:ext uri="{FF2B5EF4-FFF2-40B4-BE49-F238E27FC236}">
                <a16:creationId xmlns:a16="http://schemas.microsoft.com/office/drawing/2014/main" id="{8E205E88-5920-8852-766E-05A438346CE5}"/>
              </a:ext>
            </a:extLst>
          </p:cNvPr>
          <p:cNvCxnSpPr/>
          <p:nvPr/>
        </p:nvCxnSpPr>
        <p:spPr>
          <a:xfrm flipV="1">
            <a:off x="11169650" y="1676400"/>
            <a:ext cx="0" cy="1042988"/>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2" name="直线连接符 121">
            <a:extLst>
              <a:ext uri="{FF2B5EF4-FFF2-40B4-BE49-F238E27FC236}">
                <a16:creationId xmlns:a16="http://schemas.microsoft.com/office/drawing/2014/main" id="{815D929D-143E-119C-4DE2-ABD26C9EADB2}"/>
              </a:ext>
            </a:extLst>
          </p:cNvPr>
          <p:cNvCxnSpPr>
            <a:cxnSpLocks/>
          </p:cNvCxnSpPr>
          <p:nvPr/>
        </p:nvCxnSpPr>
        <p:spPr>
          <a:xfrm>
            <a:off x="5543550" y="1676400"/>
            <a:ext cx="5626100" cy="0"/>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26" name="文本框 125">
            <a:extLst>
              <a:ext uri="{FF2B5EF4-FFF2-40B4-BE49-F238E27FC236}">
                <a16:creationId xmlns:a16="http://schemas.microsoft.com/office/drawing/2014/main" id="{F3FEB4F7-F045-5588-9FDC-AF59944E6528}"/>
              </a:ext>
            </a:extLst>
          </p:cNvPr>
          <p:cNvSpPr txBox="1"/>
          <p:nvPr/>
        </p:nvSpPr>
        <p:spPr>
          <a:xfrm>
            <a:off x="6817742" y="1447196"/>
            <a:ext cx="3368230" cy="523220"/>
          </a:xfrm>
          <a:prstGeom prst="rect">
            <a:avLst/>
          </a:prstGeom>
          <a:solidFill>
            <a:schemeClr val="bg1"/>
          </a:solidFill>
        </p:spPr>
        <p:txBody>
          <a:bodyPr wrap="none" rtlCol="0">
            <a:spAutoFit/>
          </a:bodyPr>
          <a:lstStyle/>
          <a:p>
            <a:pPr algn="ctr"/>
            <a:r>
              <a:rPr kumimoji="1" lang="en-US" altLang="zh-CN" sz="1400" i="1" dirty="0">
                <a:solidFill>
                  <a:schemeClr val="tx1">
                    <a:lumMod val="50000"/>
                    <a:lumOff val="50000"/>
                  </a:schemeClr>
                </a:solidFill>
                <a:latin typeface="HarmonyOS Sans SC" pitchFamily="2" charset="-122"/>
                <a:ea typeface="HarmonyOS Sans SC" pitchFamily="2" charset="-122"/>
              </a:rPr>
              <a:t>Productivity growth bigger contributor</a:t>
            </a:r>
          </a:p>
          <a:p>
            <a:pPr algn="ctr"/>
            <a:r>
              <a:rPr kumimoji="1" lang="en-US" altLang="zh-CN" sz="1400" i="1" dirty="0">
                <a:solidFill>
                  <a:schemeClr val="tx1">
                    <a:lumMod val="50000"/>
                    <a:lumOff val="50000"/>
                  </a:schemeClr>
                </a:solidFill>
                <a:latin typeface="HarmonyOS Sans SC" pitchFamily="2" charset="-122"/>
                <a:ea typeface="HarmonyOS Sans SC" pitchFamily="2" charset="-122"/>
              </a:rPr>
              <a:t>to GDP growth</a:t>
            </a:r>
            <a:endParaRPr kumimoji="1" lang="zh-CN" altLang="en-US" sz="1400" i="1" dirty="0">
              <a:solidFill>
                <a:schemeClr val="tx1">
                  <a:lumMod val="50000"/>
                  <a:lumOff val="50000"/>
                </a:schemeClr>
              </a:solidFill>
              <a:latin typeface="HarmonyOS Sans SC" pitchFamily="2" charset="-122"/>
              <a:ea typeface="HarmonyOS Sans SC" pitchFamily="2" charset="-122"/>
            </a:endParaRPr>
          </a:p>
        </p:txBody>
      </p:sp>
    </p:spTree>
    <p:extLst>
      <p:ext uri="{BB962C8B-B14F-4D97-AF65-F5344CB8AC3E}">
        <p14:creationId xmlns:p14="http://schemas.microsoft.com/office/powerpoint/2010/main" val="230479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7C81-FE62-5AC2-97F2-345D1E6DF295}"/>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D0C0508-86D9-AAC0-22DE-759412D7C752}"/>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82" imgW="7772400" imgH="10058400" progId="TCLayout.ActiveDocument.1">
                  <p:embed/>
                </p:oleObj>
              </mc:Choice>
              <mc:Fallback>
                <p:oleObj name="think-cell 幻灯片" r:id="rId82" imgW="7772400" imgH="10058400" progId="TCLayout.ActiveDocument.1">
                  <p:embed/>
                  <p:pic>
                    <p:nvPicPr>
                      <p:cNvPr id="4" name="think-cell data - do not delete" hidden="1">
                        <a:extLst>
                          <a:ext uri="{FF2B5EF4-FFF2-40B4-BE49-F238E27FC236}">
                            <a16:creationId xmlns:a16="http://schemas.microsoft.com/office/drawing/2014/main" id="{AD0C0508-86D9-AAC0-22DE-759412D7C752}"/>
                          </a:ext>
                        </a:extLst>
                      </p:cNvPr>
                      <p:cNvPicPr/>
                      <p:nvPr/>
                    </p:nvPicPr>
                    <p:blipFill>
                      <a:blip r:embed="rId83"/>
                      <a:stretch>
                        <a:fillRect/>
                      </a:stretch>
                    </p:blipFill>
                    <p:spPr>
                      <a:xfrm>
                        <a:off x="1588" y="1588"/>
                        <a:ext cx="1227" cy="1588"/>
                      </a:xfrm>
                      <a:prstGeom prst="rect">
                        <a:avLst/>
                      </a:prstGeom>
                    </p:spPr>
                  </p:pic>
                </p:oleObj>
              </mc:Fallback>
            </mc:AlternateContent>
          </a:graphicData>
        </a:graphic>
      </p:graphicFrame>
      <p:sp>
        <p:nvSpPr>
          <p:cNvPr id="300" name="矩形 299">
            <a:extLst>
              <a:ext uri="{FF2B5EF4-FFF2-40B4-BE49-F238E27FC236}">
                <a16:creationId xmlns:a16="http://schemas.microsoft.com/office/drawing/2014/main" id="{27DAE9DE-A390-6415-EB03-080537ADD915}"/>
              </a:ext>
            </a:extLst>
          </p:cNvPr>
          <p:cNvSpPr/>
          <p:nvPr/>
        </p:nvSpPr>
        <p:spPr>
          <a:xfrm>
            <a:off x="476250" y="1553882"/>
            <a:ext cx="1890432" cy="2324847"/>
          </a:xfrm>
          <a:prstGeom prst="rect">
            <a:avLst/>
          </a:prstGeom>
          <a:solidFill>
            <a:srgbClr val="E9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0F5A25F3-ED1D-E60B-9940-CE98142B1C4D}"/>
              </a:ext>
            </a:extLst>
          </p:cNvPr>
          <p:cNvSpPr txBox="1"/>
          <p:nvPr/>
        </p:nvSpPr>
        <p:spPr>
          <a:xfrm>
            <a:off x="407931" y="254218"/>
            <a:ext cx="11384019" cy="369332"/>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Generative Al could contribute to productivity growth if labor hours can be redeployed effectively.</a:t>
            </a:r>
            <a:endParaRPr kumimoji="1" lang="zh-CN" altLang="en-US" dirty="0">
              <a:latin typeface="HarmonyOS Sans SC Medium" pitchFamily="2" charset="-122"/>
              <a:ea typeface="HarmonyOS Sans SC Medium" pitchFamily="2" charset="-122"/>
            </a:endParaRPr>
          </a:p>
        </p:txBody>
      </p:sp>
      <p:sp>
        <p:nvSpPr>
          <p:cNvPr id="30" name="文本框 29">
            <a:extLst>
              <a:ext uri="{FF2B5EF4-FFF2-40B4-BE49-F238E27FC236}">
                <a16:creationId xmlns:a16="http://schemas.microsoft.com/office/drawing/2014/main" id="{1DB0387A-DC86-9BCB-638C-5D179306419F}"/>
              </a:ext>
            </a:extLst>
          </p:cNvPr>
          <p:cNvSpPr txBox="1"/>
          <p:nvPr/>
        </p:nvSpPr>
        <p:spPr>
          <a:xfrm>
            <a:off x="407930" y="6223814"/>
            <a:ext cx="11263369" cy="553998"/>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Figures may not sum, because of rounding.</a:t>
            </a:r>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Based on the assumption that automated work hours are reintegrated in work at productivity level of today.</a:t>
            </a:r>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Previous assessment of work automation before the rise of generative Al.</a:t>
            </a:r>
            <a:r>
              <a:rPr kumimoji="1" lang="en-US" altLang="zh-CN" sz="1000" baseline="30000" dirty="0">
                <a:latin typeface="HarmonyOS Sans SC Light" pitchFamily="2" charset="-122"/>
                <a:ea typeface="HarmonyOS Sans SC Light" pitchFamily="2" charset="-122"/>
              </a:rPr>
              <a:t>3</a:t>
            </a:r>
            <a:r>
              <a:rPr kumimoji="1" lang="en-US" altLang="zh-CN" sz="1000" dirty="0">
                <a:latin typeface="HarmonyOS Sans SC Light" pitchFamily="2" charset="-122"/>
                <a:ea typeface="HarmonyOS Sans SC Light" pitchFamily="2" charset="-122"/>
              </a:rPr>
              <a:t>Based on 47 countries, representing about 80% of world employment.</a:t>
            </a:r>
          </a:p>
          <a:p>
            <a:r>
              <a:rPr kumimoji="1" lang="en-US" altLang="zh-CN" sz="1000" dirty="0">
                <a:latin typeface="HarmonyOS Sans SC Light" pitchFamily="2" charset="-122"/>
                <a:ea typeface="HarmonyOS Sans SC Light" pitchFamily="2" charset="-122"/>
              </a:rPr>
              <a:t>Source: Conference Board Total Economy database; Oxford Economics; McKinsey Global Institute analysis</a:t>
            </a:r>
            <a:endParaRPr kumimoji="1" lang="zh-CN" altLang="en-US" sz="1000" dirty="0">
              <a:latin typeface="HarmonyOS Sans SC Light" pitchFamily="2" charset="-122"/>
              <a:ea typeface="HarmonyOS Sans SC Light" pitchFamily="2" charset="-122"/>
            </a:endParaRPr>
          </a:p>
        </p:txBody>
      </p:sp>
      <p:sp>
        <p:nvSpPr>
          <p:cNvPr id="2" name="文本框 1">
            <a:extLst>
              <a:ext uri="{FF2B5EF4-FFF2-40B4-BE49-F238E27FC236}">
                <a16:creationId xmlns:a16="http://schemas.microsoft.com/office/drawing/2014/main" id="{0653CDF8-3D1A-4611-2749-EBC97A03E3F8}"/>
              </a:ext>
            </a:extLst>
          </p:cNvPr>
          <p:cNvSpPr txBox="1"/>
          <p:nvPr/>
        </p:nvSpPr>
        <p:spPr>
          <a:xfrm>
            <a:off x="404963" y="691000"/>
            <a:ext cx="11187170" cy="307777"/>
          </a:xfrm>
          <a:prstGeom prst="rect">
            <a:avLst/>
          </a:prstGeom>
          <a:noFill/>
        </p:spPr>
        <p:txBody>
          <a:bodyPr wrap="square" rtlCol="0">
            <a:spAutoFit/>
          </a:bodyPr>
          <a:lstStyle/>
          <a:p>
            <a:r>
              <a:rPr kumimoji="1" lang="en-US" altLang="zh-CN" sz="1400" dirty="0">
                <a:latin typeface="HarmonyOS Sans SC" pitchFamily="2" charset="-122"/>
                <a:ea typeface="HarmonyOS Sans SC" pitchFamily="2" charset="-122"/>
              </a:rPr>
              <a:t>Productivity impact from automation by scenario, 2022-40, CAGR,</a:t>
            </a:r>
            <a:r>
              <a:rPr kumimoji="1" lang="en-US" altLang="zh-CN" sz="1400" baseline="30000" dirty="0">
                <a:latin typeface="HarmonyOS Sans SC" pitchFamily="2" charset="-122"/>
                <a:ea typeface="HarmonyOS Sans SC" pitchFamily="2" charset="-122"/>
              </a:rPr>
              <a:t>1</a:t>
            </a:r>
            <a:r>
              <a:rPr kumimoji="1" lang="en-US" altLang="zh-CN" sz="1400" dirty="0">
                <a:latin typeface="HarmonyOS Sans SC" pitchFamily="2" charset="-122"/>
                <a:ea typeface="HarmonyOS Sans SC" pitchFamily="2" charset="-122"/>
              </a:rPr>
              <a:t> </a:t>
            </a:r>
            <a:r>
              <a:rPr kumimoji="1" lang="en-US" altLang="zh-CN" sz="1400" dirty="0">
                <a:latin typeface="HarmonyOS Sans SC Light" pitchFamily="2" charset="-122"/>
                <a:ea typeface="HarmonyOS Sans SC Light" pitchFamily="2" charset="-122"/>
              </a:rPr>
              <a:t>%</a:t>
            </a:r>
            <a:endParaRPr kumimoji="1" lang="zh-CN" altLang="en-US" sz="1400" dirty="0">
              <a:latin typeface="HarmonyOS Sans SC Light" pitchFamily="2" charset="-122"/>
              <a:ea typeface="HarmonyOS Sans SC Light" pitchFamily="2" charset="-122"/>
            </a:endParaRPr>
          </a:p>
        </p:txBody>
      </p:sp>
      <p:sp>
        <p:nvSpPr>
          <p:cNvPr id="3" name="矩形 2">
            <a:extLst>
              <a:ext uri="{FF2B5EF4-FFF2-40B4-BE49-F238E27FC236}">
                <a16:creationId xmlns:a16="http://schemas.microsoft.com/office/drawing/2014/main" id="{8ECD3E86-37EE-376D-7505-478F89236A83}"/>
              </a:ext>
            </a:extLst>
          </p:cNvPr>
          <p:cNvSpPr/>
          <p:nvPr/>
        </p:nvSpPr>
        <p:spPr>
          <a:xfrm>
            <a:off x="476250" y="1107134"/>
            <a:ext cx="190500" cy="190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D2A2FE61-7397-E634-D99F-83185E3829E2}"/>
              </a:ext>
            </a:extLst>
          </p:cNvPr>
          <p:cNvSpPr txBox="1"/>
          <p:nvPr/>
        </p:nvSpPr>
        <p:spPr>
          <a:xfrm>
            <a:off x="666750" y="1079045"/>
            <a:ext cx="1612942"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Without generative AI</a:t>
            </a:r>
            <a:r>
              <a:rPr kumimoji="1" lang="en-US" altLang="zh-CN" sz="1100" baseline="30000" dirty="0">
                <a:latin typeface="HarmonyOS Sans SC Light" pitchFamily="2" charset="-122"/>
                <a:ea typeface="HarmonyOS Sans SC Light" pitchFamily="2" charset="-122"/>
              </a:rPr>
              <a:t>2</a:t>
            </a:r>
            <a:endParaRPr kumimoji="1" lang="zh-CN" altLang="en-US" sz="1100" baseline="30000" dirty="0">
              <a:latin typeface="HarmonyOS Sans SC Light" pitchFamily="2" charset="-122"/>
              <a:ea typeface="HarmonyOS Sans SC Light" pitchFamily="2" charset="-122"/>
            </a:endParaRPr>
          </a:p>
        </p:txBody>
      </p:sp>
      <p:sp>
        <p:nvSpPr>
          <p:cNvPr id="6" name="矩形 5">
            <a:extLst>
              <a:ext uri="{FF2B5EF4-FFF2-40B4-BE49-F238E27FC236}">
                <a16:creationId xmlns:a16="http://schemas.microsoft.com/office/drawing/2014/main" id="{AA586D2D-32A8-B97D-CEBE-2B7F5ADFB263}"/>
              </a:ext>
            </a:extLst>
          </p:cNvPr>
          <p:cNvSpPr/>
          <p:nvPr/>
        </p:nvSpPr>
        <p:spPr>
          <a:xfrm>
            <a:off x="2540000" y="1107134"/>
            <a:ext cx="190500" cy="190500"/>
          </a:xfrm>
          <a:prstGeom prst="rect">
            <a:avLst/>
          </a:prstGeom>
          <a:solidFill>
            <a:srgbClr val="8DC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DCBE7BC8-7EAB-E19F-C5E0-AA457F23A631}"/>
              </a:ext>
            </a:extLst>
          </p:cNvPr>
          <p:cNvSpPr txBox="1"/>
          <p:nvPr/>
        </p:nvSpPr>
        <p:spPr>
          <a:xfrm>
            <a:off x="2730500" y="1079045"/>
            <a:ext cx="2007281"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Additional with generative AI</a:t>
            </a:r>
            <a:endParaRPr kumimoji="1" lang="zh-CN" altLang="en-US" sz="1100" baseline="30000" dirty="0">
              <a:latin typeface="HarmonyOS Sans SC Light" pitchFamily="2" charset="-122"/>
              <a:ea typeface="HarmonyOS Sans SC Light" pitchFamily="2" charset="-122"/>
            </a:endParaRPr>
          </a:p>
        </p:txBody>
      </p:sp>
      <p:graphicFrame>
        <p:nvGraphicFramePr>
          <p:cNvPr id="210" name="Chart 3">
            <a:extLst>
              <a:ext uri="{FF2B5EF4-FFF2-40B4-BE49-F238E27FC236}">
                <a16:creationId xmlns:a16="http://schemas.microsoft.com/office/drawing/2014/main" id="{AAAF62FE-6392-3D76-F254-19C702C4CE42}"/>
              </a:ext>
            </a:extLst>
          </p:cNvPr>
          <p:cNvGraphicFramePr/>
          <p:nvPr>
            <p:custDataLst>
              <p:tags r:id="rId2"/>
            </p:custDataLst>
          </p:nvPr>
        </p:nvGraphicFramePr>
        <p:xfrm>
          <a:off x="849313" y="2514600"/>
          <a:ext cx="1203325" cy="1147763"/>
        </p:xfrm>
        <a:graphic>
          <a:graphicData uri="http://schemas.openxmlformats.org/drawingml/2006/chart">
            <c:chart xmlns:c="http://schemas.openxmlformats.org/drawingml/2006/chart" xmlns:r="http://schemas.openxmlformats.org/officeDocument/2006/relationships" r:id="rId84"/>
          </a:graphicData>
        </a:graphic>
      </p:graphicFrame>
      <p:cxnSp>
        <p:nvCxnSpPr>
          <p:cNvPr id="73" name="直线连接符 72">
            <a:extLst>
              <a:ext uri="{FF2B5EF4-FFF2-40B4-BE49-F238E27FC236}">
                <a16:creationId xmlns:a16="http://schemas.microsoft.com/office/drawing/2014/main" id="{FA4F2148-17C7-E684-ECBD-8A44DA9A379C}"/>
              </a:ext>
            </a:extLst>
          </p:cNvPr>
          <p:cNvCxnSpPr/>
          <p:nvPr>
            <p:custDataLst>
              <p:tags r:id="rId3"/>
            </p:custDataLst>
          </p:nvPr>
        </p:nvCxnSpPr>
        <p:spPr bwMode="auto">
          <a:xfrm>
            <a:off x="1879600" y="3462338"/>
            <a:ext cx="0" cy="5556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7" name="文本占位符 2">
            <a:extLst>
              <a:ext uri="{FF2B5EF4-FFF2-40B4-BE49-F238E27FC236}">
                <a16:creationId xmlns:a16="http://schemas.microsoft.com/office/drawing/2014/main" id="{F907B3A0-9B63-9797-F981-5B55CE8DCC5C}"/>
              </a:ext>
            </a:extLst>
          </p:cNvPr>
          <p:cNvSpPr txBox="1">
            <a:spLocks/>
          </p:cNvSpPr>
          <p:nvPr>
            <p:custDataLst>
              <p:tags r:id="rId4"/>
            </p:custDataLst>
          </p:nvPr>
        </p:nvSpPr>
        <p:spPr bwMode="gray">
          <a:xfrm>
            <a:off x="1778000" y="332581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4787347-F914-43F8-ADD1-274DB24A4430}" type="datetime'''''0'''''''''''''''''''''''''',2'''''''''''''''''">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0,2</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57" name="文本占位符 2">
            <a:extLst>
              <a:ext uri="{FF2B5EF4-FFF2-40B4-BE49-F238E27FC236}">
                <a16:creationId xmlns:a16="http://schemas.microsoft.com/office/drawing/2014/main" id="{32A53D60-6DC9-3E20-D4BC-D4D2E4E5E5B9}"/>
              </a:ext>
            </a:extLst>
          </p:cNvPr>
          <p:cNvSpPr txBox="1">
            <a:spLocks/>
          </p:cNvSpPr>
          <p:nvPr>
            <p:custDataLst>
              <p:tags r:id="rId5"/>
            </p:custDataLst>
          </p:nvPr>
        </p:nvSpPr>
        <p:spPr bwMode="gray">
          <a:xfrm>
            <a:off x="1089025" y="262096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35C3BB4-E60B-439F-BA8A-249383273268}" type="datetime'''''''0'''''''''''''''''''''''''''''''''''''''',6'''''''''''">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0,6</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9" name="文本占位符 2">
            <a:extLst>
              <a:ext uri="{FF2B5EF4-FFF2-40B4-BE49-F238E27FC236}">
                <a16:creationId xmlns:a16="http://schemas.microsoft.com/office/drawing/2014/main" id="{8CD8A271-00F2-A171-6598-57994B60E9F7}"/>
              </a:ext>
            </a:extLst>
          </p:cNvPr>
          <p:cNvSpPr txBox="1">
            <a:spLocks/>
          </p:cNvSpPr>
          <p:nvPr>
            <p:custDataLst>
              <p:tags r:id="rId6"/>
            </p:custDataLst>
          </p:nvPr>
        </p:nvSpPr>
        <p:spPr bwMode="auto">
          <a:xfrm>
            <a:off x="1046163" y="3675063"/>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F92E191-E330-41EB-B8E0-A52D73FF7E39}" type="datetime'''''''''E''''''''''''''''''ar''''''''l''''y'''''''''''''">
              <a:rPr kumimoji="1" lang="en-US" altLang="en-US" sz="1000" smtClean="0">
                <a:latin typeface="HarmonyOS Sans SC Light" pitchFamily="2" charset="-122"/>
                <a:ea typeface="HarmonyOS Sans SC Light" pitchFamily="2" charset="-122"/>
                <a:sym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59" name="文本占位符 2">
            <a:extLst>
              <a:ext uri="{FF2B5EF4-FFF2-40B4-BE49-F238E27FC236}">
                <a16:creationId xmlns:a16="http://schemas.microsoft.com/office/drawing/2014/main" id="{41421550-A165-F2C2-1500-42BC65FF65BA}"/>
              </a:ext>
            </a:extLst>
          </p:cNvPr>
          <p:cNvSpPr txBox="1">
            <a:spLocks/>
          </p:cNvSpPr>
          <p:nvPr>
            <p:custDataLst>
              <p:tags r:id="rId7"/>
            </p:custDataLst>
          </p:nvPr>
        </p:nvSpPr>
        <p:spPr bwMode="gray">
          <a:xfrm>
            <a:off x="1608138" y="3495675"/>
            <a:ext cx="203200" cy="136525"/>
          </a:xfrm>
          <a:prstGeom prst="rect">
            <a:avLst/>
          </a:prstGeom>
          <a:solidFill>
            <a:schemeClr val="tx1"/>
          </a:solidFill>
          <a:ln>
            <a:noFill/>
          </a:ln>
          <a:effec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CF1827E-1144-4471-9C59-4DBDB5B7BA7F}" type="datetime'''''''''0'''''''''''''''''''',''''''''''''''1'''''''''''">
              <a:rPr kumimoji="1" lang="zh-CN" altLang="en-US" sz="10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0,1</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42" name="文本占位符 2">
            <a:extLst>
              <a:ext uri="{FF2B5EF4-FFF2-40B4-BE49-F238E27FC236}">
                <a16:creationId xmlns:a16="http://schemas.microsoft.com/office/drawing/2014/main" id="{6D736176-9C37-8796-1B62-2B1ABA41E275}"/>
              </a:ext>
            </a:extLst>
          </p:cNvPr>
          <p:cNvSpPr txBox="1">
            <a:spLocks/>
          </p:cNvSpPr>
          <p:nvPr>
            <p:custDataLst>
              <p:tags r:id="rId8"/>
            </p:custDataLst>
          </p:nvPr>
        </p:nvSpPr>
        <p:spPr bwMode="auto">
          <a:xfrm>
            <a:off x="1577975" y="3675063"/>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5C9574C-175C-44A9-83EC-FA77ABB1E4EF}" type="datetime'L''''''''''''a''''''''''''''''''''''''''''''t''e'">
              <a:rPr kumimoji="1" lang="en-US" altLang="en-US" sz="1000" smtClean="0">
                <a:latin typeface="HarmonyOS Sans SC Light" pitchFamily="2" charset="-122"/>
                <a:ea typeface="HarmonyOS Sans SC Light" pitchFamily="2" charset="-122"/>
                <a:sym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76" name="文本占位符 2">
            <a:extLst>
              <a:ext uri="{FF2B5EF4-FFF2-40B4-BE49-F238E27FC236}">
                <a16:creationId xmlns:a16="http://schemas.microsoft.com/office/drawing/2014/main" id="{AE991FA0-3993-8834-9657-0CA88C130DE5}"/>
              </a:ext>
            </a:extLst>
          </p:cNvPr>
          <p:cNvSpPr txBox="1">
            <a:spLocks/>
          </p:cNvSpPr>
          <p:nvPr>
            <p:custDataLst>
              <p:tags r:id="rId9"/>
            </p:custDataLst>
          </p:nvPr>
        </p:nvSpPr>
        <p:spPr bwMode="gray">
          <a:xfrm>
            <a:off x="1089025" y="243522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2AAF560-426C-4B9A-A327-5400E61FB9B8}" type="datetime'''''''''''''''''''''''''''''''''3'',2'''''''''''''''''">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3,2</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58" name="文本占位符 2">
            <a:extLst>
              <a:ext uri="{FF2B5EF4-FFF2-40B4-BE49-F238E27FC236}">
                <a16:creationId xmlns:a16="http://schemas.microsoft.com/office/drawing/2014/main" id="{0BE7C368-4B87-3E73-7F39-EBBBE2A6D331}"/>
              </a:ext>
            </a:extLst>
          </p:cNvPr>
          <p:cNvSpPr txBox="1">
            <a:spLocks/>
          </p:cNvSpPr>
          <p:nvPr>
            <p:custDataLst>
              <p:tags r:id="rId10"/>
            </p:custDataLst>
          </p:nvPr>
        </p:nvSpPr>
        <p:spPr bwMode="gray">
          <a:xfrm>
            <a:off x="1089025" y="311150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0E8DF88-C110-4972-B305-5877963458E5}" type="datetime'''''2,''''''''''''''''''''6'''''''''''''''''''">
              <a:rPr kumimoji="1" lang="zh-CN" altLang="en-US" sz="1000" smtClean="0">
                <a:solidFill>
                  <a:schemeClr val="bg1"/>
                </a:solidFill>
                <a:effectLst/>
                <a:latin typeface="HarmonyOS Sans SC Light" pitchFamily="2" charset="-122"/>
                <a:ea typeface="HarmonyOS Sans SC Light" pitchFamily="2" charset="-122"/>
                <a:sym typeface="HarmonyOS Sans SC Light" pitchFamily="2" charset="-122"/>
              </a:rPr>
              <a:pPr>
                <a:spcBef>
                  <a:spcPct val="0"/>
                </a:spcBef>
                <a:spcAft>
                  <a:spcPct val="0"/>
                </a:spcAft>
              </a:pPr>
              <a:t>2,6</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259" name="Chart 3">
            <a:extLst>
              <a:ext uri="{FF2B5EF4-FFF2-40B4-BE49-F238E27FC236}">
                <a16:creationId xmlns:a16="http://schemas.microsoft.com/office/drawing/2014/main" id="{957C3366-C2D6-8BBD-DDFB-2579D89993B2}"/>
              </a:ext>
            </a:extLst>
          </p:cNvPr>
          <p:cNvGraphicFramePr/>
          <p:nvPr>
            <p:custDataLst>
              <p:tags r:id="rId11"/>
            </p:custDataLst>
          </p:nvPr>
        </p:nvGraphicFramePr>
        <p:xfrm>
          <a:off x="3025775" y="2022475"/>
          <a:ext cx="1201738" cy="1639888"/>
        </p:xfrm>
        <a:graphic>
          <a:graphicData uri="http://schemas.openxmlformats.org/drawingml/2006/chart">
            <c:chart xmlns:c="http://schemas.openxmlformats.org/drawingml/2006/chart" xmlns:r="http://schemas.openxmlformats.org/officeDocument/2006/relationships" r:id="rId85"/>
          </a:graphicData>
        </a:graphic>
      </p:graphicFrame>
      <p:cxnSp>
        <p:nvCxnSpPr>
          <p:cNvPr id="89" name="直线连接符 88">
            <a:extLst>
              <a:ext uri="{FF2B5EF4-FFF2-40B4-BE49-F238E27FC236}">
                <a16:creationId xmlns:a16="http://schemas.microsoft.com/office/drawing/2014/main" id="{15880E3F-FAE2-3896-7BDE-A8749FDDB9E5}"/>
              </a:ext>
            </a:extLst>
          </p:cNvPr>
          <p:cNvCxnSpPr>
            <a:cxnSpLocks/>
          </p:cNvCxnSpPr>
          <p:nvPr>
            <p:custDataLst>
              <p:tags r:id="rId12"/>
            </p:custDataLst>
          </p:nvPr>
        </p:nvCxnSpPr>
        <p:spPr bwMode="auto">
          <a:xfrm flipH="1">
            <a:off x="4048125" y="3082925"/>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4" name="文本占位符 2">
            <a:extLst>
              <a:ext uri="{FF2B5EF4-FFF2-40B4-BE49-F238E27FC236}">
                <a16:creationId xmlns:a16="http://schemas.microsoft.com/office/drawing/2014/main" id="{D6B7B0AD-5263-4A15-62C4-FCDDF314D02A}"/>
              </a:ext>
            </a:extLst>
          </p:cNvPr>
          <p:cNvSpPr txBox="1">
            <a:spLocks/>
          </p:cNvSpPr>
          <p:nvPr>
            <p:custDataLst>
              <p:tags r:id="rId13"/>
            </p:custDataLst>
          </p:nvPr>
        </p:nvSpPr>
        <p:spPr bwMode="auto">
          <a:xfrm>
            <a:off x="3222625" y="3622675"/>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82635F6-CFD0-44BD-A29D-36C9EAA0D554}"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92" name="文本占位符 2">
            <a:extLst>
              <a:ext uri="{FF2B5EF4-FFF2-40B4-BE49-F238E27FC236}">
                <a16:creationId xmlns:a16="http://schemas.microsoft.com/office/drawing/2014/main" id="{5BA79F71-E196-6E9F-4B97-9F3362B3BED8}"/>
              </a:ext>
            </a:extLst>
          </p:cNvPr>
          <p:cNvSpPr txBox="1">
            <a:spLocks/>
          </p:cNvSpPr>
          <p:nvPr>
            <p:custDataLst>
              <p:tags r:id="rId14"/>
            </p:custDataLst>
          </p:nvPr>
        </p:nvSpPr>
        <p:spPr bwMode="gray">
          <a:xfrm>
            <a:off x="4117975" y="301466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CBF6250-9BED-48C4-BEE1-0380BD3C406B}" type="datetime'''''''''''''''''''0'''''''''''''',''''''''''''''''''1'''''''''">
              <a:rPr kumimoji="1" lang="zh-CN" altLang="en-US" sz="1000" smtClean="0">
                <a:latin typeface="HarmonyOS Sans SC Light" pitchFamily="2" charset="-122"/>
                <a:ea typeface="HarmonyOS Sans SC Light" pitchFamily="2" charset="-122"/>
              </a:rPr>
              <a:pPr algn="l">
                <a:spcBef>
                  <a:spcPct val="0"/>
                </a:spcBef>
                <a:spcAft>
                  <a:spcPct val="0"/>
                </a:spcAft>
              </a:pPr>
              <a:t>0,1</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98" name="文本占位符 2">
            <a:extLst>
              <a:ext uri="{FF2B5EF4-FFF2-40B4-BE49-F238E27FC236}">
                <a16:creationId xmlns:a16="http://schemas.microsoft.com/office/drawing/2014/main" id="{720C5BA9-7E08-5BC6-745F-E80660ECFE5C}"/>
              </a:ext>
            </a:extLst>
          </p:cNvPr>
          <p:cNvSpPr txBox="1">
            <a:spLocks/>
          </p:cNvSpPr>
          <p:nvPr>
            <p:custDataLst>
              <p:tags r:id="rId15"/>
            </p:custDataLst>
          </p:nvPr>
        </p:nvSpPr>
        <p:spPr bwMode="gray">
          <a:xfrm>
            <a:off x="3265488" y="287655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29FB88B-D24A-47E0-AFDF-3D9E3AB17DA5}" type="datetime'3'',''''''''''''7'''''''''''">
              <a:rPr kumimoji="1" lang="zh-CN" altLang="en-US" sz="1000" smtClean="0">
                <a:solidFill>
                  <a:schemeClr val="bg1"/>
                </a:solidFill>
                <a:latin typeface="HarmonyOS Sans SC Light" pitchFamily="2" charset="-122"/>
                <a:ea typeface="HarmonyOS Sans SC Light" pitchFamily="2" charset="-122"/>
              </a:rPr>
              <a:pPr/>
              <a:t>3,7</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93" name="文本占位符 2">
            <a:extLst>
              <a:ext uri="{FF2B5EF4-FFF2-40B4-BE49-F238E27FC236}">
                <a16:creationId xmlns:a16="http://schemas.microsoft.com/office/drawing/2014/main" id="{6CC18E86-FCA9-6415-2619-097482FA7DDF}"/>
              </a:ext>
            </a:extLst>
          </p:cNvPr>
          <p:cNvSpPr txBox="1">
            <a:spLocks/>
          </p:cNvSpPr>
          <p:nvPr>
            <p:custDataLst>
              <p:tags r:id="rId16"/>
            </p:custDataLst>
          </p:nvPr>
        </p:nvSpPr>
        <p:spPr bwMode="gray">
          <a:xfrm>
            <a:off x="3265488" y="213995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D236FCD-6C0A-4F2C-AC7E-356358F68961}" type="datetime'''''''''''0'''''''''''''''''''''',''''''6'''''''''''''''">
              <a:rPr kumimoji="1" lang="zh-CN" altLang="en-US" sz="1000" smtClean="0">
                <a:latin typeface="HarmonyOS Sans SC Light" pitchFamily="2" charset="-122"/>
                <a:ea typeface="HarmonyOS Sans SC Light" pitchFamily="2" charset="-122"/>
              </a:rPr>
              <a:pPr/>
              <a:t>0,6</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96" name="文本占位符 2">
            <a:extLst>
              <a:ext uri="{FF2B5EF4-FFF2-40B4-BE49-F238E27FC236}">
                <a16:creationId xmlns:a16="http://schemas.microsoft.com/office/drawing/2014/main" id="{F562D6FC-CD2E-5E66-B177-50618205E938}"/>
              </a:ext>
            </a:extLst>
          </p:cNvPr>
          <p:cNvSpPr txBox="1">
            <a:spLocks/>
          </p:cNvSpPr>
          <p:nvPr>
            <p:custDataLst>
              <p:tags r:id="rId17"/>
            </p:custDataLst>
          </p:nvPr>
        </p:nvSpPr>
        <p:spPr bwMode="auto">
          <a:xfrm>
            <a:off x="3754438" y="3622675"/>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6E60013-232B-4B12-9C82-8A66B6F69CB6}"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7" name="文本占位符 2">
            <a:extLst>
              <a:ext uri="{FF2B5EF4-FFF2-40B4-BE49-F238E27FC236}">
                <a16:creationId xmlns:a16="http://schemas.microsoft.com/office/drawing/2014/main" id="{9B083778-EA05-3793-8930-964DE190F837}"/>
              </a:ext>
            </a:extLst>
          </p:cNvPr>
          <p:cNvSpPr txBox="1">
            <a:spLocks/>
          </p:cNvSpPr>
          <p:nvPr>
            <p:custDataLst>
              <p:tags r:id="rId18"/>
            </p:custDataLst>
          </p:nvPr>
        </p:nvSpPr>
        <p:spPr bwMode="gray">
          <a:xfrm>
            <a:off x="3265488" y="1943101"/>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FBADEC9-0832-4B79-8130-8B6ABEE9EA03}" type="datetime'''4'''''''''''''''''''''''''''''',''''''''''''''''''''''''''3'">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4,3</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58" name="文本占位符 2">
            <a:extLst>
              <a:ext uri="{FF2B5EF4-FFF2-40B4-BE49-F238E27FC236}">
                <a16:creationId xmlns:a16="http://schemas.microsoft.com/office/drawing/2014/main" id="{09910404-E0BA-05EE-3501-30BDBCCB1091}"/>
              </a:ext>
            </a:extLst>
          </p:cNvPr>
          <p:cNvSpPr txBox="1">
            <a:spLocks/>
          </p:cNvSpPr>
          <p:nvPr>
            <p:custDataLst>
              <p:tags r:id="rId19"/>
            </p:custDataLst>
          </p:nvPr>
        </p:nvSpPr>
        <p:spPr bwMode="gray">
          <a:xfrm>
            <a:off x="3784600" y="2903539"/>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B2A6153-FFB7-4AE5-B7D4-53167BEF8F37}" type="datetime'''1,''''''''''''''''''''''''''''''''''5'''''''''''">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1,5</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95" name="文本占位符 2">
            <a:extLst>
              <a:ext uri="{FF2B5EF4-FFF2-40B4-BE49-F238E27FC236}">
                <a16:creationId xmlns:a16="http://schemas.microsoft.com/office/drawing/2014/main" id="{8C45BAF2-5981-13BE-3831-DF9AC559F7AC}"/>
              </a:ext>
            </a:extLst>
          </p:cNvPr>
          <p:cNvSpPr txBox="1">
            <a:spLocks/>
          </p:cNvSpPr>
          <p:nvPr>
            <p:custDataLst>
              <p:tags r:id="rId20"/>
            </p:custDataLst>
          </p:nvPr>
        </p:nvSpPr>
        <p:spPr bwMode="gray">
          <a:xfrm>
            <a:off x="3784600" y="3271838"/>
            <a:ext cx="203200" cy="136525"/>
          </a:xfrm>
          <a:prstGeom prst="rect">
            <a:avLst/>
          </a:prstGeom>
          <a:noFill/>
          <a:ln>
            <a:noFill/>
          </a:ln>
          <a:effectLst/>
          <a:extLst>
            <a:ext uri="{909E8E84-426E-40DD-AFC4-6F175D3DCCD1}">
              <a14:hiddenFill xmlns:a14="http://schemas.microsoft.com/office/drawing/2010/main">
                <a:solidFill>
                  <a:schemeClr val="tx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21076D4-273C-470C-9214-0DC075FF2E6A}" type="datetime'1'''''''''''''''''',''''''4'">
              <a:rPr kumimoji="1" lang="zh-CN" altLang="en-US" sz="1000" smtClean="0">
                <a:solidFill>
                  <a:schemeClr val="bg1"/>
                </a:solidFill>
                <a:effectLst/>
                <a:latin typeface="HarmonyOS Sans SC Light" pitchFamily="2" charset="-122"/>
                <a:ea typeface="HarmonyOS Sans SC Light" pitchFamily="2" charset="-122"/>
              </a:rPr>
              <a:pPr/>
              <a:t>1,4</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265" name="Chart 3">
            <a:extLst>
              <a:ext uri="{FF2B5EF4-FFF2-40B4-BE49-F238E27FC236}">
                <a16:creationId xmlns:a16="http://schemas.microsoft.com/office/drawing/2014/main" id="{7D086935-67D3-8AE3-F84D-4D1A03E8743D}"/>
              </a:ext>
            </a:extLst>
          </p:cNvPr>
          <p:cNvGraphicFramePr/>
          <p:nvPr>
            <p:custDataLst>
              <p:tags r:id="rId21"/>
            </p:custDataLst>
          </p:nvPr>
        </p:nvGraphicFramePr>
        <p:xfrm>
          <a:off x="5200650" y="2178050"/>
          <a:ext cx="1203325" cy="1484313"/>
        </p:xfrm>
        <a:graphic>
          <a:graphicData uri="http://schemas.openxmlformats.org/drawingml/2006/chart">
            <c:chart xmlns:c="http://schemas.openxmlformats.org/drawingml/2006/chart" xmlns:r="http://schemas.openxmlformats.org/officeDocument/2006/relationships" r:id="rId86"/>
          </a:graphicData>
        </a:graphic>
      </p:graphicFrame>
      <p:cxnSp>
        <p:nvCxnSpPr>
          <p:cNvPr id="110" name="直线连接符 109">
            <a:extLst>
              <a:ext uri="{FF2B5EF4-FFF2-40B4-BE49-F238E27FC236}">
                <a16:creationId xmlns:a16="http://schemas.microsoft.com/office/drawing/2014/main" id="{547742BD-71F5-58CB-5197-A33CE017311D}"/>
              </a:ext>
            </a:extLst>
          </p:cNvPr>
          <p:cNvCxnSpPr>
            <a:cxnSpLocks/>
          </p:cNvCxnSpPr>
          <p:nvPr>
            <p:custDataLst>
              <p:tags r:id="rId22"/>
            </p:custDataLst>
          </p:nvPr>
        </p:nvCxnSpPr>
        <p:spPr bwMode="auto">
          <a:xfrm flipH="1">
            <a:off x="6223000" y="3182938"/>
            <a:ext cx="71438"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3" name="文本占位符 2">
            <a:extLst>
              <a:ext uri="{FF2B5EF4-FFF2-40B4-BE49-F238E27FC236}">
                <a16:creationId xmlns:a16="http://schemas.microsoft.com/office/drawing/2014/main" id="{B704FB1E-DBFD-4322-F932-A59ACD69A8A0}"/>
              </a:ext>
            </a:extLst>
          </p:cNvPr>
          <p:cNvSpPr txBox="1">
            <a:spLocks/>
          </p:cNvSpPr>
          <p:nvPr>
            <p:custDataLst>
              <p:tags r:id="rId23"/>
            </p:custDataLst>
          </p:nvPr>
        </p:nvSpPr>
        <p:spPr bwMode="auto">
          <a:xfrm>
            <a:off x="5397500" y="3622675"/>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15EE904-A64C-49E0-A850-12B8B8CC7BCC}"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11" name="文本占位符 2">
            <a:extLst>
              <a:ext uri="{FF2B5EF4-FFF2-40B4-BE49-F238E27FC236}">
                <a16:creationId xmlns:a16="http://schemas.microsoft.com/office/drawing/2014/main" id="{C3AB5EE8-07C8-5AD3-8006-F6B99626A0AC}"/>
              </a:ext>
            </a:extLst>
          </p:cNvPr>
          <p:cNvSpPr txBox="1">
            <a:spLocks/>
          </p:cNvSpPr>
          <p:nvPr>
            <p:custDataLst>
              <p:tags r:id="rId24"/>
            </p:custDataLst>
          </p:nvPr>
        </p:nvSpPr>
        <p:spPr bwMode="gray">
          <a:xfrm>
            <a:off x="6294438" y="311467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39DB68A5-8BF8-4859-B87C-2BE3296A304A}" type="datetime'''''''''''0'''''''''''''''''''''''''',''''''''''''2'''''">
              <a:rPr kumimoji="1" lang="zh-CN" altLang="en-US" sz="1000" smtClean="0">
                <a:latin typeface="HarmonyOS Sans SC Light" pitchFamily="2" charset="-122"/>
                <a:ea typeface="HarmonyOS Sans SC Light" pitchFamily="2" charset="-122"/>
              </a:rPr>
              <a:pPr algn="l">
                <a:spcBef>
                  <a:spcPct val="0"/>
                </a:spcBef>
                <a:spcAft>
                  <a:spcPct val="0"/>
                </a:spcAft>
              </a:pPr>
              <a:t>0,2</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17" name="文本占位符 2">
            <a:extLst>
              <a:ext uri="{FF2B5EF4-FFF2-40B4-BE49-F238E27FC236}">
                <a16:creationId xmlns:a16="http://schemas.microsoft.com/office/drawing/2014/main" id="{7CB4E4C6-0FA4-F0F9-4539-0A8B0BD5F544}"/>
              </a:ext>
            </a:extLst>
          </p:cNvPr>
          <p:cNvSpPr txBox="1">
            <a:spLocks/>
          </p:cNvSpPr>
          <p:nvPr>
            <p:custDataLst>
              <p:tags r:id="rId25"/>
            </p:custDataLst>
          </p:nvPr>
        </p:nvSpPr>
        <p:spPr bwMode="gray">
          <a:xfrm>
            <a:off x="5440363" y="295116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78464C7-907E-4E90-A701-00237F3D6270}" type="datetime'''''''''''''''''''''''''''''''''''''3,''''''''4'''''''''''''''">
              <a:rPr kumimoji="1" lang="zh-CN" altLang="en-US" sz="1000" smtClean="0">
                <a:solidFill>
                  <a:schemeClr val="bg1"/>
                </a:solidFill>
                <a:latin typeface="HarmonyOS Sans SC Light" pitchFamily="2" charset="-122"/>
                <a:ea typeface="HarmonyOS Sans SC Light" pitchFamily="2" charset="-122"/>
              </a:rPr>
              <a:pPr/>
              <a:t>3,4</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12" name="文本占位符 2">
            <a:extLst>
              <a:ext uri="{FF2B5EF4-FFF2-40B4-BE49-F238E27FC236}">
                <a16:creationId xmlns:a16="http://schemas.microsoft.com/office/drawing/2014/main" id="{797B5D70-B9EE-6B36-8162-3997A2DC2CA4}"/>
              </a:ext>
            </a:extLst>
          </p:cNvPr>
          <p:cNvSpPr txBox="1">
            <a:spLocks/>
          </p:cNvSpPr>
          <p:nvPr>
            <p:custDataLst>
              <p:tags r:id="rId26"/>
            </p:custDataLst>
          </p:nvPr>
        </p:nvSpPr>
        <p:spPr bwMode="gray">
          <a:xfrm>
            <a:off x="5440363" y="229076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9F26F34-3573-4858-852F-AD16759A1A59}" type="datetime'''''''''''''''0'''''',''''''''''''''''''6'">
              <a:rPr kumimoji="1" lang="zh-CN" altLang="en-US" sz="1000" smtClean="0">
                <a:latin typeface="HarmonyOS Sans SC Light" pitchFamily="2" charset="-122"/>
                <a:ea typeface="HarmonyOS Sans SC Light" pitchFamily="2" charset="-122"/>
              </a:rPr>
              <a:pPr/>
              <a:t>0,6</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15" name="文本占位符 2">
            <a:extLst>
              <a:ext uri="{FF2B5EF4-FFF2-40B4-BE49-F238E27FC236}">
                <a16:creationId xmlns:a16="http://schemas.microsoft.com/office/drawing/2014/main" id="{DC7B075C-608D-4AA5-F484-295504807F5A}"/>
              </a:ext>
            </a:extLst>
          </p:cNvPr>
          <p:cNvSpPr txBox="1">
            <a:spLocks/>
          </p:cNvSpPr>
          <p:nvPr>
            <p:custDataLst>
              <p:tags r:id="rId27"/>
            </p:custDataLst>
          </p:nvPr>
        </p:nvSpPr>
        <p:spPr bwMode="auto">
          <a:xfrm>
            <a:off x="5929313" y="3622675"/>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518B88A-38C5-4068-869E-FD75EFC23213}"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63" name="文本占位符 2">
            <a:extLst>
              <a:ext uri="{FF2B5EF4-FFF2-40B4-BE49-F238E27FC236}">
                <a16:creationId xmlns:a16="http://schemas.microsoft.com/office/drawing/2014/main" id="{5D4BDE5E-0782-BC55-60EA-FEB267FFC274}"/>
              </a:ext>
            </a:extLst>
          </p:cNvPr>
          <p:cNvSpPr txBox="1">
            <a:spLocks/>
          </p:cNvSpPr>
          <p:nvPr>
            <p:custDataLst>
              <p:tags r:id="rId28"/>
            </p:custDataLst>
          </p:nvPr>
        </p:nvSpPr>
        <p:spPr bwMode="gray">
          <a:xfrm>
            <a:off x="5440363" y="2098676"/>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35D4B3C-1372-46C5-BE53-EC1AD8535CE0}" type="datetime'''''''''''''''''4'''''''',0'">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4,0</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64" name="文本占位符 2">
            <a:extLst>
              <a:ext uri="{FF2B5EF4-FFF2-40B4-BE49-F238E27FC236}">
                <a16:creationId xmlns:a16="http://schemas.microsoft.com/office/drawing/2014/main" id="{E688F939-08E3-DE89-FBC8-AD7C203C4274}"/>
              </a:ext>
            </a:extLst>
          </p:cNvPr>
          <p:cNvSpPr txBox="1">
            <a:spLocks/>
          </p:cNvSpPr>
          <p:nvPr>
            <p:custDataLst>
              <p:tags r:id="rId29"/>
            </p:custDataLst>
          </p:nvPr>
        </p:nvSpPr>
        <p:spPr bwMode="gray">
          <a:xfrm>
            <a:off x="5959475" y="2989264"/>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8DBDA2B8-A069-4568-B1F9-B9488EA860AE}" type="datetime'''''''''''''''1,''''''''''''3'''''''">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1,3</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14" name="文本占位符 2">
            <a:extLst>
              <a:ext uri="{FF2B5EF4-FFF2-40B4-BE49-F238E27FC236}">
                <a16:creationId xmlns:a16="http://schemas.microsoft.com/office/drawing/2014/main" id="{F44B3739-F87D-18DF-9E2C-65FEF3F7752D}"/>
              </a:ext>
            </a:extLst>
          </p:cNvPr>
          <p:cNvSpPr txBox="1">
            <a:spLocks/>
          </p:cNvSpPr>
          <p:nvPr>
            <p:custDataLst>
              <p:tags r:id="rId30"/>
            </p:custDataLst>
          </p:nvPr>
        </p:nvSpPr>
        <p:spPr bwMode="gray">
          <a:xfrm>
            <a:off x="5959475" y="3328988"/>
            <a:ext cx="203200" cy="136525"/>
          </a:xfrm>
          <a:prstGeom prst="rect">
            <a:avLst/>
          </a:prstGeom>
          <a:noFill/>
          <a:ln>
            <a:noFill/>
          </a:ln>
          <a:effectLst/>
          <a:extLst>
            <a:ext uri="{909E8E84-426E-40DD-AFC4-6F175D3DCCD1}">
              <a14:hiddenFill xmlns:a14="http://schemas.microsoft.com/office/drawing/2010/main">
                <a:solidFill>
                  <a:schemeClr val="tx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B583945-00D3-4B7C-8F3F-7ED34B5B9C7A}" type="datetime'''''''''''''''''''''''''''''''''''''''1'',''''1'''''">
              <a:rPr kumimoji="1" lang="zh-CN" altLang="en-US" sz="1000" smtClean="0">
                <a:solidFill>
                  <a:schemeClr val="bg1"/>
                </a:solidFill>
                <a:effectLst/>
                <a:latin typeface="HarmonyOS Sans SC Light" pitchFamily="2" charset="-122"/>
                <a:ea typeface="HarmonyOS Sans SC Light" pitchFamily="2" charset="-122"/>
              </a:rPr>
              <a:pPr/>
              <a:t>1,1</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271" name="Chart 3">
            <a:extLst>
              <a:ext uri="{FF2B5EF4-FFF2-40B4-BE49-F238E27FC236}">
                <a16:creationId xmlns:a16="http://schemas.microsoft.com/office/drawing/2014/main" id="{38DD5BA0-FCA4-D49F-BA22-F15743752340}"/>
              </a:ext>
            </a:extLst>
          </p:cNvPr>
          <p:cNvGraphicFramePr/>
          <p:nvPr>
            <p:custDataLst>
              <p:tags r:id="rId31"/>
            </p:custDataLst>
          </p:nvPr>
        </p:nvGraphicFramePr>
        <p:xfrm>
          <a:off x="7377113" y="2316163"/>
          <a:ext cx="1201737" cy="1346200"/>
        </p:xfrm>
        <a:graphic>
          <a:graphicData uri="http://schemas.openxmlformats.org/drawingml/2006/chart">
            <c:chart xmlns:c="http://schemas.openxmlformats.org/drawingml/2006/chart" xmlns:r="http://schemas.openxmlformats.org/officeDocument/2006/relationships" r:id="rId87"/>
          </a:graphicData>
        </a:graphic>
      </p:graphicFrame>
      <p:cxnSp>
        <p:nvCxnSpPr>
          <p:cNvPr id="124" name="直线连接符 123">
            <a:extLst>
              <a:ext uri="{FF2B5EF4-FFF2-40B4-BE49-F238E27FC236}">
                <a16:creationId xmlns:a16="http://schemas.microsoft.com/office/drawing/2014/main" id="{51B98F78-F483-CAFE-01AA-1D1697908B3F}"/>
              </a:ext>
            </a:extLst>
          </p:cNvPr>
          <p:cNvCxnSpPr>
            <a:cxnSpLocks/>
          </p:cNvCxnSpPr>
          <p:nvPr>
            <p:custDataLst>
              <p:tags r:id="rId32"/>
            </p:custDataLst>
          </p:nvPr>
        </p:nvCxnSpPr>
        <p:spPr bwMode="auto">
          <a:xfrm flipH="1">
            <a:off x="8399463" y="3355975"/>
            <a:ext cx="69850"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9" name="文本占位符 2">
            <a:extLst>
              <a:ext uri="{FF2B5EF4-FFF2-40B4-BE49-F238E27FC236}">
                <a16:creationId xmlns:a16="http://schemas.microsoft.com/office/drawing/2014/main" id="{F48E284E-548D-8C10-5E80-4AE9D61AAC22}"/>
              </a:ext>
            </a:extLst>
          </p:cNvPr>
          <p:cNvSpPr txBox="1">
            <a:spLocks/>
          </p:cNvSpPr>
          <p:nvPr>
            <p:custDataLst>
              <p:tags r:id="rId33"/>
            </p:custDataLst>
          </p:nvPr>
        </p:nvSpPr>
        <p:spPr bwMode="auto">
          <a:xfrm>
            <a:off x="7573963" y="3622675"/>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D1CB4AB-7B19-4B2D-A00B-9D98B79E0BC4}"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25" name="文本占位符 2">
            <a:extLst>
              <a:ext uri="{FF2B5EF4-FFF2-40B4-BE49-F238E27FC236}">
                <a16:creationId xmlns:a16="http://schemas.microsoft.com/office/drawing/2014/main" id="{F2E14158-840C-F664-4C71-6751BDA0AB7A}"/>
              </a:ext>
            </a:extLst>
          </p:cNvPr>
          <p:cNvSpPr txBox="1">
            <a:spLocks/>
          </p:cNvSpPr>
          <p:nvPr>
            <p:custDataLst>
              <p:tags r:id="rId34"/>
            </p:custDataLst>
          </p:nvPr>
        </p:nvSpPr>
        <p:spPr bwMode="gray">
          <a:xfrm>
            <a:off x="8469313" y="328771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D1DCE20-67B7-49A0-A869-DBB463DE632D}" type="datetime'''0'''',''''''''''''''2'''''''''''''''''''''">
              <a:rPr kumimoji="1" lang="zh-CN" altLang="en-US" sz="1000" smtClean="0">
                <a:latin typeface="HarmonyOS Sans SC Light" pitchFamily="2" charset="-122"/>
                <a:ea typeface="HarmonyOS Sans SC Light" pitchFamily="2" charset="-122"/>
              </a:rPr>
              <a:pPr algn="l">
                <a:spcBef>
                  <a:spcPct val="0"/>
                </a:spcBef>
                <a:spcAft>
                  <a:spcPct val="0"/>
                </a:spcAft>
              </a:pPr>
              <a:t>0,2</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3" name="文本占位符 2">
            <a:extLst>
              <a:ext uri="{FF2B5EF4-FFF2-40B4-BE49-F238E27FC236}">
                <a16:creationId xmlns:a16="http://schemas.microsoft.com/office/drawing/2014/main" id="{B00AF1A4-DB57-F6CD-4263-33EA9190A0A3}"/>
              </a:ext>
            </a:extLst>
          </p:cNvPr>
          <p:cNvSpPr txBox="1">
            <a:spLocks/>
          </p:cNvSpPr>
          <p:nvPr>
            <p:custDataLst>
              <p:tags r:id="rId35"/>
            </p:custDataLst>
          </p:nvPr>
        </p:nvSpPr>
        <p:spPr bwMode="gray">
          <a:xfrm>
            <a:off x="7616825" y="303212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4E4F1B8-D581-4779-8B4D-344720A5597D}" type="datetime'''3'''''''''''',''''''0'''''''''''''">
              <a:rPr kumimoji="1" lang="zh-CN" altLang="en-US" sz="1000" smtClean="0">
                <a:solidFill>
                  <a:schemeClr val="bg1"/>
                </a:solidFill>
                <a:latin typeface="HarmonyOS Sans SC Light" pitchFamily="2" charset="-122"/>
                <a:ea typeface="HarmonyOS Sans SC Light" pitchFamily="2" charset="-122"/>
              </a:rPr>
              <a:pPr/>
              <a:t>3,0</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28" name="文本占位符 2">
            <a:extLst>
              <a:ext uri="{FF2B5EF4-FFF2-40B4-BE49-F238E27FC236}">
                <a16:creationId xmlns:a16="http://schemas.microsoft.com/office/drawing/2014/main" id="{EE651E39-812E-F2F1-E0D9-F9FB53E7EA00}"/>
              </a:ext>
            </a:extLst>
          </p:cNvPr>
          <p:cNvSpPr txBox="1">
            <a:spLocks/>
          </p:cNvSpPr>
          <p:nvPr>
            <p:custDataLst>
              <p:tags r:id="rId36"/>
            </p:custDataLst>
          </p:nvPr>
        </p:nvSpPr>
        <p:spPr bwMode="gray">
          <a:xfrm>
            <a:off x="7616825" y="244157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AC8633B-E4AD-4A18-BBE3-BA6D46CEF50A}" type="datetime'''''0'''''''''''',''''''''''''''''''''7'''''''''''''''''">
              <a:rPr kumimoji="1" lang="zh-CN" altLang="en-US" sz="1000" smtClean="0">
                <a:latin typeface="HarmonyOS Sans SC Light" pitchFamily="2" charset="-122"/>
                <a:ea typeface="HarmonyOS Sans SC Light" pitchFamily="2" charset="-122"/>
              </a:rPr>
              <a:pPr/>
              <a:t>0,7</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1" name="文本占位符 2">
            <a:extLst>
              <a:ext uri="{FF2B5EF4-FFF2-40B4-BE49-F238E27FC236}">
                <a16:creationId xmlns:a16="http://schemas.microsoft.com/office/drawing/2014/main" id="{E1F05B2B-9F0B-B6F9-5C19-7274D0E376C2}"/>
              </a:ext>
            </a:extLst>
          </p:cNvPr>
          <p:cNvSpPr txBox="1">
            <a:spLocks/>
          </p:cNvSpPr>
          <p:nvPr>
            <p:custDataLst>
              <p:tags r:id="rId37"/>
            </p:custDataLst>
          </p:nvPr>
        </p:nvSpPr>
        <p:spPr bwMode="auto">
          <a:xfrm>
            <a:off x="8105775" y="3622675"/>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D6E3101-6FC2-4E9E-A1C2-FD42171E3347}"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69" name="文本占位符 2">
            <a:extLst>
              <a:ext uri="{FF2B5EF4-FFF2-40B4-BE49-F238E27FC236}">
                <a16:creationId xmlns:a16="http://schemas.microsoft.com/office/drawing/2014/main" id="{7952360C-8668-2D21-E8C0-B5869AAC3B95}"/>
              </a:ext>
            </a:extLst>
          </p:cNvPr>
          <p:cNvSpPr txBox="1">
            <a:spLocks/>
          </p:cNvSpPr>
          <p:nvPr>
            <p:custDataLst>
              <p:tags r:id="rId38"/>
            </p:custDataLst>
          </p:nvPr>
        </p:nvSpPr>
        <p:spPr bwMode="gray">
          <a:xfrm>
            <a:off x="7616825" y="2236789"/>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6B4D4A9-EEE1-423E-B458-21C39F971EC9}" type="datetime'''''''''''''''''''''''''''''''''3'''''',''''''''''''7'''''''">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3,7</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70" name="文本占位符 2">
            <a:extLst>
              <a:ext uri="{FF2B5EF4-FFF2-40B4-BE49-F238E27FC236}">
                <a16:creationId xmlns:a16="http://schemas.microsoft.com/office/drawing/2014/main" id="{3038F41D-78FA-D745-686A-6F621B122081}"/>
              </a:ext>
            </a:extLst>
          </p:cNvPr>
          <p:cNvSpPr txBox="1">
            <a:spLocks/>
          </p:cNvSpPr>
          <p:nvPr>
            <p:custDataLst>
              <p:tags r:id="rId39"/>
            </p:custDataLst>
          </p:nvPr>
        </p:nvSpPr>
        <p:spPr bwMode="gray">
          <a:xfrm>
            <a:off x="8135938" y="3162301"/>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BB8C6A0-0E1D-4D5C-AA54-FF867E3D582C}" type="datetime'''''''''''''''''''0'''''''',8'''''''''''''">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0,8</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0" name="文本占位符 2">
            <a:extLst>
              <a:ext uri="{FF2B5EF4-FFF2-40B4-BE49-F238E27FC236}">
                <a16:creationId xmlns:a16="http://schemas.microsoft.com/office/drawing/2014/main" id="{20D6FBFE-70DE-B0EE-2F52-D3813DF6A337}"/>
              </a:ext>
            </a:extLst>
          </p:cNvPr>
          <p:cNvSpPr txBox="1">
            <a:spLocks/>
          </p:cNvSpPr>
          <p:nvPr>
            <p:custDataLst>
              <p:tags r:id="rId40"/>
            </p:custDataLst>
          </p:nvPr>
        </p:nvSpPr>
        <p:spPr bwMode="gray">
          <a:xfrm>
            <a:off x="8135938" y="3414713"/>
            <a:ext cx="203200" cy="136525"/>
          </a:xfrm>
          <a:prstGeom prst="rect">
            <a:avLst/>
          </a:prstGeom>
          <a:noFill/>
          <a:ln>
            <a:noFill/>
          </a:ln>
          <a:effectLst/>
          <a:extLst>
            <a:ext uri="{909E8E84-426E-40DD-AFC4-6F175D3DCCD1}">
              <a14:hiddenFill xmlns:a14="http://schemas.microsoft.com/office/drawing/2010/main">
                <a:solidFill>
                  <a:schemeClr val="tx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91DF5E8-98DD-43CA-B736-6D8594FE6B67}" type="datetime'''''''''0'''''''''''''''''''''''''''''''''''''''''',''''''''6'">
              <a:rPr kumimoji="1" lang="zh-CN" altLang="en-US" sz="1000" smtClean="0">
                <a:solidFill>
                  <a:schemeClr val="bg1"/>
                </a:solidFill>
                <a:effectLst/>
                <a:latin typeface="HarmonyOS Sans SC Light" pitchFamily="2" charset="-122"/>
                <a:ea typeface="HarmonyOS Sans SC Light" pitchFamily="2" charset="-122"/>
              </a:rPr>
              <a:pPr/>
              <a:t>0,6</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277" name="Chart 3">
            <a:extLst>
              <a:ext uri="{FF2B5EF4-FFF2-40B4-BE49-F238E27FC236}">
                <a16:creationId xmlns:a16="http://schemas.microsoft.com/office/drawing/2014/main" id="{454EE6B3-C2FD-9FE0-FC30-A70D85571D3F}"/>
              </a:ext>
            </a:extLst>
          </p:cNvPr>
          <p:cNvGraphicFramePr/>
          <p:nvPr>
            <p:custDataLst>
              <p:tags r:id="rId41"/>
            </p:custDataLst>
          </p:nvPr>
        </p:nvGraphicFramePr>
        <p:xfrm>
          <a:off x="9551988" y="2384425"/>
          <a:ext cx="1203325" cy="1277938"/>
        </p:xfrm>
        <a:graphic>
          <a:graphicData uri="http://schemas.openxmlformats.org/drawingml/2006/chart">
            <c:chart xmlns:c="http://schemas.openxmlformats.org/drawingml/2006/chart" xmlns:r="http://schemas.openxmlformats.org/officeDocument/2006/relationships" r:id="rId88"/>
          </a:graphicData>
        </a:graphic>
      </p:graphicFrame>
      <p:cxnSp>
        <p:nvCxnSpPr>
          <p:cNvPr id="137" name="直线连接符 136">
            <a:extLst>
              <a:ext uri="{FF2B5EF4-FFF2-40B4-BE49-F238E27FC236}">
                <a16:creationId xmlns:a16="http://schemas.microsoft.com/office/drawing/2014/main" id="{921EAECA-6135-1890-D05F-4AB2C2955CD2}"/>
              </a:ext>
            </a:extLst>
          </p:cNvPr>
          <p:cNvCxnSpPr>
            <a:cxnSpLocks/>
          </p:cNvCxnSpPr>
          <p:nvPr>
            <p:custDataLst>
              <p:tags r:id="rId42"/>
            </p:custDataLst>
          </p:nvPr>
        </p:nvCxnSpPr>
        <p:spPr bwMode="auto">
          <a:xfrm flipH="1">
            <a:off x="10574338" y="3409950"/>
            <a:ext cx="71438" cy="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0" name="文本占位符 2">
            <a:extLst>
              <a:ext uri="{FF2B5EF4-FFF2-40B4-BE49-F238E27FC236}">
                <a16:creationId xmlns:a16="http://schemas.microsoft.com/office/drawing/2014/main" id="{213A496F-E3AF-4011-6C20-EBEC0C8B1365}"/>
              </a:ext>
            </a:extLst>
          </p:cNvPr>
          <p:cNvSpPr txBox="1">
            <a:spLocks/>
          </p:cNvSpPr>
          <p:nvPr>
            <p:custDataLst>
              <p:tags r:id="rId43"/>
            </p:custDataLst>
          </p:nvPr>
        </p:nvSpPr>
        <p:spPr bwMode="auto">
          <a:xfrm>
            <a:off x="9748838" y="3622675"/>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44A4AE0-C76F-46F8-844D-0977BE1676DE}"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38" name="文本占位符 2">
            <a:extLst>
              <a:ext uri="{FF2B5EF4-FFF2-40B4-BE49-F238E27FC236}">
                <a16:creationId xmlns:a16="http://schemas.microsoft.com/office/drawing/2014/main" id="{8F769036-DB7D-7497-FBBE-9B146447AACC}"/>
              </a:ext>
            </a:extLst>
          </p:cNvPr>
          <p:cNvSpPr txBox="1">
            <a:spLocks/>
          </p:cNvSpPr>
          <p:nvPr>
            <p:custDataLst>
              <p:tags r:id="rId44"/>
            </p:custDataLst>
          </p:nvPr>
        </p:nvSpPr>
        <p:spPr bwMode="gray">
          <a:xfrm>
            <a:off x="10645775" y="3341688"/>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2C946A2-DD50-4605-83D2-0A3F185C9A92}" type="datetime'''''''0'''''''''''',''''''''''''''''''''3'''''''''''''">
              <a:rPr kumimoji="1" lang="zh-CN" altLang="en-US" sz="1000" smtClean="0">
                <a:latin typeface="HarmonyOS Sans SC Light" pitchFamily="2" charset="-122"/>
                <a:ea typeface="HarmonyOS Sans SC Light" pitchFamily="2" charset="-122"/>
              </a:rPr>
              <a:pPr algn="l">
                <a:spcBef>
                  <a:spcPct val="0"/>
                </a:spcBef>
                <a:spcAft>
                  <a:spcPct val="0"/>
                </a:spcAft>
              </a:pPr>
              <a:t>0,3</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44" name="文本占位符 2">
            <a:extLst>
              <a:ext uri="{FF2B5EF4-FFF2-40B4-BE49-F238E27FC236}">
                <a16:creationId xmlns:a16="http://schemas.microsoft.com/office/drawing/2014/main" id="{89FD13F1-D2DB-CA15-5C29-0780235C44C8}"/>
              </a:ext>
            </a:extLst>
          </p:cNvPr>
          <p:cNvSpPr txBox="1">
            <a:spLocks/>
          </p:cNvSpPr>
          <p:nvPr>
            <p:custDataLst>
              <p:tags r:id="rId45"/>
            </p:custDataLst>
          </p:nvPr>
        </p:nvSpPr>
        <p:spPr bwMode="gray">
          <a:xfrm>
            <a:off x="9791700" y="3062288"/>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1C92A00-E9BD-4D95-A137-59264623283D}" type="datetime'''''2'''''''''',''''''''''''''''''''''''''''''''''''''''''9'''">
              <a:rPr kumimoji="1" lang="zh-CN" altLang="en-US" sz="1000" smtClean="0">
                <a:solidFill>
                  <a:schemeClr val="bg1"/>
                </a:solidFill>
                <a:latin typeface="HarmonyOS Sans SC Light" pitchFamily="2" charset="-122"/>
                <a:ea typeface="HarmonyOS Sans SC Light" pitchFamily="2" charset="-122"/>
              </a:rPr>
              <a:pPr/>
              <a:t>2,9</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39" name="文本占位符 2">
            <a:extLst>
              <a:ext uri="{FF2B5EF4-FFF2-40B4-BE49-F238E27FC236}">
                <a16:creationId xmlns:a16="http://schemas.microsoft.com/office/drawing/2014/main" id="{7B4CBB52-1C56-3596-A8ED-27699932D58B}"/>
              </a:ext>
            </a:extLst>
          </p:cNvPr>
          <p:cNvSpPr txBox="1">
            <a:spLocks/>
          </p:cNvSpPr>
          <p:nvPr>
            <p:custDataLst>
              <p:tags r:id="rId46"/>
            </p:custDataLst>
          </p:nvPr>
        </p:nvSpPr>
        <p:spPr bwMode="gray">
          <a:xfrm>
            <a:off x="9791700" y="250666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147FA1D-3472-4B07-A729-0709044D1BC8}" type="datetime'''''''''''''''''''''''''0'''',''''''''''''''''''''''7'">
              <a:rPr kumimoji="1" lang="zh-CN" altLang="en-US" sz="1000" smtClean="0">
                <a:latin typeface="HarmonyOS Sans SC Light" pitchFamily="2" charset="-122"/>
                <a:ea typeface="HarmonyOS Sans SC Light" pitchFamily="2" charset="-122"/>
              </a:rPr>
              <a:pPr/>
              <a:t>0,7</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42" name="文本占位符 2">
            <a:extLst>
              <a:ext uri="{FF2B5EF4-FFF2-40B4-BE49-F238E27FC236}">
                <a16:creationId xmlns:a16="http://schemas.microsoft.com/office/drawing/2014/main" id="{EC4252F0-EDA8-CF40-DBE6-49C016A726CC}"/>
              </a:ext>
            </a:extLst>
          </p:cNvPr>
          <p:cNvSpPr txBox="1">
            <a:spLocks/>
          </p:cNvSpPr>
          <p:nvPr>
            <p:custDataLst>
              <p:tags r:id="rId47"/>
            </p:custDataLst>
          </p:nvPr>
        </p:nvSpPr>
        <p:spPr bwMode="auto">
          <a:xfrm>
            <a:off x="10280650" y="3622675"/>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FD7A664-34A5-4223-A184-EDDF10A01241}"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75" name="文本占位符 2">
            <a:extLst>
              <a:ext uri="{FF2B5EF4-FFF2-40B4-BE49-F238E27FC236}">
                <a16:creationId xmlns:a16="http://schemas.microsoft.com/office/drawing/2014/main" id="{9CAE20FE-9995-5516-310C-8A00E761FA0E}"/>
              </a:ext>
            </a:extLst>
          </p:cNvPr>
          <p:cNvSpPr txBox="1">
            <a:spLocks/>
          </p:cNvSpPr>
          <p:nvPr>
            <p:custDataLst>
              <p:tags r:id="rId48"/>
            </p:custDataLst>
          </p:nvPr>
        </p:nvSpPr>
        <p:spPr bwMode="gray">
          <a:xfrm>
            <a:off x="9791700" y="2305051"/>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C90D5B3-A140-41D4-8AE4-5800DD7ACF69}" type="datetime'''''''''''''''3'''''',6'''''">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3,6</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76" name="文本占位符 2">
            <a:extLst>
              <a:ext uri="{FF2B5EF4-FFF2-40B4-BE49-F238E27FC236}">
                <a16:creationId xmlns:a16="http://schemas.microsoft.com/office/drawing/2014/main" id="{276A881A-56CD-8ADF-D7B4-8DC5088F76D9}"/>
              </a:ext>
            </a:extLst>
          </p:cNvPr>
          <p:cNvSpPr txBox="1">
            <a:spLocks/>
          </p:cNvSpPr>
          <p:nvPr>
            <p:custDataLst>
              <p:tags r:id="rId49"/>
            </p:custDataLst>
          </p:nvPr>
        </p:nvSpPr>
        <p:spPr bwMode="gray">
          <a:xfrm>
            <a:off x="10310813" y="3201989"/>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3A0FF29-C22F-41BD-9603-2181579AE5D0}" type="datetime'''''''''''''''''''''''0'''''''''''',''''''''''''''7'''''''''''">
              <a:rPr kumimoji="1" lang="zh-CN" altLang="en-US" sz="1000" smtClean="0">
                <a:effectLst/>
                <a:latin typeface="HarmonyOS Sans SC Light" pitchFamily="2" charset="-122"/>
                <a:ea typeface="HarmonyOS Sans SC Light" pitchFamily="2" charset="-122"/>
                <a:sym typeface="HarmonyOS Sans SC Light" pitchFamily="2" charset="-122"/>
              </a:rPr>
              <a:pPr>
                <a:spcBef>
                  <a:spcPct val="0"/>
                </a:spcBef>
                <a:spcAft>
                  <a:spcPct val="0"/>
                </a:spcAft>
              </a:pPr>
              <a:t>0,7</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41" name="文本占位符 2">
            <a:extLst>
              <a:ext uri="{FF2B5EF4-FFF2-40B4-BE49-F238E27FC236}">
                <a16:creationId xmlns:a16="http://schemas.microsoft.com/office/drawing/2014/main" id="{92133556-837B-3F10-E8C9-5EAD5EAA46F4}"/>
              </a:ext>
            </a:extLst>
          </p:cNvPr>
          <p:cNvSpPr txBox="1">
            <a:spLocks/>
          </p:cNvSpPr>
          <p:nvPr>
            <p:custDataLst>
              <p:tags r:id="rId50"/>
            </p:custDataLst>
          </p:nvPr>
        </p:nvSpPr>
        <p:spPr bwMode="gray">
          <a:xfrm>
            <a:off x="10310813" y="3449638"/>
            <a:ext cx="203200" cy="136525"/>
          </a:xfrm>
          <a:prstGeom prst="rect">
            <a:avLst/>
          </a:prstGeom>
          <a:noFill/>
          <a:ln>
            <a:noFill/>
          </a:ln>
          <a:effectLst/>
          <a:extLst>
            <a:ext uri="{909E8E84-426E-40DD-AFC4-6F175D3DCCD1}">
              <a14:hiddenFill xmlns:a14="http://schemas.microsoft.com/office/drawing/2010/main">
                <a:solidFill>
                  <a:schemeClr val="tx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FC5B69C-1A1D-4D2F-B354-F595C85C9861}" type="datetime'''''0,''''''''''''''''''''''''''''4'''''''">
              <a:rPr kumimoji="1" lang="zh-CN" altLang="en-US" sz="1000" smtClean="0">
                <a:solidFill>
                  <a:schemeClr val="bg1"/>
                </a:solidFill>
                <a:effectLst/>
                <a:latin typeface="HarmonyOS Sans SC Light" pitchFamily="2" charset="-122"/>
                <a:ea typeface="HarmonyOS Sans SC Light" pitchFamily="2" charset="-122"/>
              </a:rPr>
              <a:pPr/>
              <a:t>0,4</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306" name="Chart 3">
            <a:extLst>
              <a:ext uri="{FF2B5EF4-FFF2-40B4-BE49-F238E27FC236}">
                <a16:creationId xmlns:a16="http://schemas.microsoft.com/office/drawing/2014/main" id="{25678B6F-DBFB-CB3A-C632-147AED2096B0}"/>
              </a:ext>
            </a:extLst>
          </p:cNvPr>
          <p:cNvGraphicFramePr/>
          <p:nvPr>
            <p:custDataLst>
              <p:tags r:id="rId51"/>
            </p:custDataLst>
          </p:nvPr>
        </p:nvGraphicFramePr>
        <p:xfrm>
          <a:off x="3025775" y="4548188"/>
          <a:ext cx="1201738" cy="1449387"/>
        </p:xfrm>
        <a:graphic>
          <a:graphicData uri="http://schemas.openxmlformats.org/drawingml/2006/chart">
            <c:chart xmlns:c="http://schemas.openxmlformats.org/drawingml/2006/chart" xmlns:r="http://schemas.openxmlformats.org/officeDocument/2006/relationships" r:id="rId89"/>
          </a:graphicData>
        </a:graphic>
      </p:graphicFrame>
      <p:cxnSp>
        <p:nvCxnSpPr>
          <p:cNvPr id="151" name="直线连接符 150">
            <a:extLst>
              <a:ext uri="{FF2B5EF4-FFF2-40B4-BE49-F238E27FC236}">
                <a16:creationId xmlns:a16="http://schemas.microsoft.com/office/drawing/2014/main" id="{8F920011-380F-589A-9650-60F5D5DDA18A}"/>
              </a:ext>
            </a:extLst>
          </p:cNvPr>
          <p:cNvCxnSpPr/>
          <p:nvPr>
            <p:custDataLst>
              <p:tags r:id="rId52"/>
            </p:custDataLst>
          </p:nvPr>
        </p:nvCxnSpPr>
        <p:spPr bwMode="auto">
          <a:xfrm>
            <a:off x="3886200" y="5618163"/>
            <a:ext cx="0" cy="4286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2" name="文本占位符 2">
            <a:extLst>
              <a:ext uri="{FF2B5EF4-FFF2-40B4-BE49-F238E27FC236}">
                <a16:creationId xmlns:a16="http://schemas.microsoft.com/office/drawing/2014/main" id="{470C1E7D-9C08-573D-5B1D-4A2C02E13A35}"/>
              </a:ext>
            </a:extLst>
          </p:cNvPr>
          <p:cNvSpPr txBox="1">
            <a:spLocks/>
          </p:cNvSpPr>
          <p:nvPr>
            <p:custDataLst>
              <p:tags r:id="rId53"/>
            </p:custDataLst>
          </p:nvPr>
        </p:nvSpPr>
        <p:spPr bwMode="auto">
          <a:xfrm>
            <a:off x="3222625" y="5957888"/>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5641F6A-E04B-4CBE-9C9E-9A25DB7A1548}"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53" name="文本占位符 2">
            <a:extLst>
              <a:ext uri="{FF2B5EF4-FFF2-40B4-BE49-F238E27FC236}">
                <a16:creationId xmlns:a16="http://schemas.microsoft.com/office/drawing/2014/main" id="{CC3DA92C-71D6-6171-DF39-C478AC35B69A}"/>
              </a:ext>
            </a:extLst>
          </p:cNvPr>
          <p:cNvSpPr txBox="1">
            <a:spLocks/>
          </p:cNvSpPr>
          <p:nvPr>
            <p:custDataLst>
              <p:tags r:id="rId54"/>
            </p:custDataLst>
          </p:nvPr>
        </p:nvSpPr>
        <p:spPr bwMode="gray">
          <a:xfrm>
            <a:off x="3784600" y="5481638"/>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4FCF5C5-D02D-4EDC-9CAD-08C7E44387DD}" type="datetime'''''''''0'''''''''''''''''''''''''''''''''''''',1'''''''''">
              <a:rPr kumimoji="1" lang="zh-CN" altLang="en-US" sz="1000" smtClean="0">
                <a:latin typeface="HarmonyOS Sans SC Light" pitchFamily="2" charset="-122"/>
                <a:ea typeface="HarmonyOS Sans SC Light" pitchFamily="2" charset="-122"/>
              </a:rPr>
              <a:pPr/>
              <a:t>0,1</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54" name="文本占位符 2">
            <a:extLst>
              <a:ext uri="{FF2B5EF4-FFF2-40B4-BE49-F238E27FC236}">
                <a16:creationId xmlns:a16="http://schemas.microsoft.com/office/drawing/2014/main" id="{6AC1F728-2BE7-4F41-6942-08568F18E2EB}"/>
              </a:ext>
            </a:extLst>
          </p:cNvPr>
          <p:cNvSpPr txBox="1">
            <a:spLocks/>
          </p:cNvSpPr>
          <p:nvPr>
            <p:custDataLst>
              <p:tags r:id="rId55"/>
            </p:custDataLst>
          </p:nvPr>
        </p:nvSpPr>
        <p:spPr bwMode="gray">
          <a:xfrm>
            <a:off x="3265488" y="530542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15EFB05-C374-4754-A886-889F691602B2}" type="datetime'''''''''''''''''''''''''''''''3,''2'''''''''''''''''''">
              <a:rPr kumimoji="1" lang="zh-CN" altLang="en-US" sz="1000" smtClean="0">
                <a:solidFill>
                  <a:schemeClr val="bg1"/>
                </a:solidFill>
                <a:latin typeface="HarmonyOS Sans SC Light" pitchFamily="2" charset="-122"/>
                <a:ea typeface="HarmonyOS Sans SC Light" pitchFamily="2" charset="-122"/>
              </a:rPr>
              <a:pPr/>
              <a:t>3,2</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55" name="文本占位符 2">
            <a:extLst>
              <a:ext uri="{FF2B5EF4-FFF2-40B4-BE49-F238E27FC236}">
                <a16:creationId xmlns:a16="http://schemas.microsoft.com/office/drawing/2014/main" id="{82B250A8-53A6-2465-8B31-9760221ACC32}"/>
              </a:ext>
            </a:extLst>
          </p:cNvPr>
          <p:cNvSpPr txBox="1">
            <a:spLocks/>
          </p:cNvSpPr>
          <p:nvPr>
            <p:custDataLst>
              <p:tags r:id="rId56"/>
            </p:custDataLst>
          </p:nvPr>
        </p:nvSpPr>
        <p:spPr bwMode="gray">
          <a:xfrm>
            <a:off x="3784600" y="5727700"/>
            <a:ext cx="203200" cy="136525"/>
          </a:xfrm>
          <a:prstGeom prst="rect">
            <a:avLst/>
          </a:prstGeom>
          <a:noFill/>
          <a:ln>
            <a:noFill/>
          </a:ln>
          <a:effectLst/>
          <a:extLst>
            <a:ext uri="{909E8E84-426E-40DD-AFC4-6F175D3DCCD1}">
              <a14:hiddenFill xmlns:a14="http://schemas.microsoft.com/office/drawing/2010/main">
                <a:solidFill>
                  <a:schemeClr val="tx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21F7EF09-BE00-4B54-AB39-84C9BCF3C3CF}" type="datetime'''''''''''''0'',''''''''''''''7'''''''''''''''''''''''">
              <a:rPr kumimoji="1" lang="zh-CN" altLang="en-US" sz="1000" smtClean="0">
                <a:solidFill>
                  <a:schemeClr val="bg1"/>
                </a:solidFill>
                <a:effectLst/>
                <a:latin typeface="HarmonyOS Sans SC Light" pitchFamily="2" charset="-122"/>
                <a:ea typeface="HarmonyOS Sans SC Light" pitchFamily="2" charset="-122"/>
              </a:rPr>
              <a:pPr/>
              <a:t>0,7</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56" name="文本占位符 2">
            <a:extLst>
              <a:ext uri="{FF2B5EF4-FFF2-40B4-BE49-F238E27FC236}">
                <a16:creationId xmlns:a16="http://schemas.microsoft.com/office/drawing/2014/main" id="{062730F2-E1A3-5B5F-3BF3-387457CF5B14}"/>
              </a:ext>
            </a:extLst>
          </p:cNvPr>
          <p:cNvSpPr txBox="1">
            <a:spLocks/>
          </p:cNvSpPr>
          <p:nvPr>
            <p:custDataLst>
              <p:tags r:id="rId57"/>
            </p:custDataLst>
          </p:nvPr>
        </p:nvSpPr>
        <p:spPr bwMode="auto">
          <a:xfrm>
            <a:off x="3754438" y="5957888"/>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2A1E83B-E1A6-4802-BA78-FAA1D41B7C00}"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57" name="文本占位符 2">
            <a:extLst>
              <a:ext uri="{FF2B5EF4-FFF2-40B4-BE49-F238E27FC236}">
                <a16:creationId xmlns:a16="http://schemas.microsoft.com/office/drawing/2014/main" id="{D7FC9EFF-7026-B6B0-3CBD-7887E218E389}"/>
              </a:ext>
            </a:extLst>
          </p:cNvPr>
          <p:cNvSpPr txBox="1">
            <a:spLocks/>
          </p:cNvSpPr>
          <p:nvPr>
            <p:custDataLst>
              <p:tags r:id="rId58"/>
            </p:custDataLst>
          </p:nvPr>
        </p:nvSpPr>
        <p:spPr bwMode="gray">
          <a:xfrm>
            <a:off x="3265488" y="446881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3BB34B0-E713-4A88-84BC-0DED533296AB}" type="datetime'''''''''''''''''''''''3'''',''''''''''''''''''''8'''">
              <a:rPr kumimoji="1" lang="zh-CN" altLang="en-US" sz="1000" smtClean="0">
                <a:latin typeface="HarmonyOS Sans SC Light" pitchFamily="2" charset="-122"/>
                <a:ea typeface="HarmonyOS Sans SC Light" pitchFamily="2" charset="-122"/>
              </a:rPr>
              <a:pPr/>
              <a:t>3,8</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58" name="文本占位符 2">
            <a:extLst>
              <a:ext uri="{FF2B5EF4-FFF2-40B4-BE49-F238E27FC236}">
                <a16:creationId xmlns:a16="http://schemas.microsoft.com/office/drawing/2014/main" id="{3EC33A07-14E2-75E2-51AF-864DB3C796E1}"/>
              </a:ext>
            </a:extLst>
          </p:cNvPr>
          <p:cNvSpPr txBox="1">
            <a:spLocks/>
          </p:cNvSpPr>
          <p:nvPr>
            <p:custDataLst>
              <p:tags r:id="rId59"/>
            </p:custDataLst>
          </p:nvPr>
        </p:nvSpPr>
        <p:spPr bwMode="gray">
          <a:xfrm>
            <a:off x="3265488" y="466407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55B8856-D9CD-42CD-AC14-59E988068365}" type="datetime'''''''''''''''''''''0'''''''''',''''''''6'''''''''''''''''''''">
              <a:rPr kumimoji="1" lang="zh-CN" altLang="en-US" sz="1000" smtClean="0">
                <a:latin typeface="HarmonyOS Sans SC Light" pitchFamily="2" charset="-122"/>
                <a:ea typeface="HarmonyOS Sans SC Light" pitchFamily="2" charset="-122"/>
              </a:rPr>
              <a:pPr/>
              <a:t>0,6</a:t>
            </a:fld>
            <a:endParaRPr kumimoji="1" lang="zh-CN" altLang="en-US" sz="1000" dirty="0">
              <a:latin typeface="HarmonyOS Sans SC Light" pitchFamily="2" charset="-122"/>
              <a:ea typeface="HarmonyOS Sans SC Light" pitchFamily="2" charset="-122"/>
              <a:sym typeface="HarmonyOS Sans SC Light" pitchFamily="2" charset="-122"/>
            </a:endParaRPr>
          </a:p>
        </p:txBody>
      </p:sp>
      <p:graphicFrame>
        <p:nvGraphicFramePr>
          <p:cNvPr id="307" name="Chart 3">
            <a:extLst>
              <a:ext uri="{FF2B5EF4-FFF2-40B4-BE49-F238E27FC236}">
                <a16:creationId xmlns:a16="http://schemas.microsoft.com/office/drawing/2014/main" id="{1EE1DFBD-7360-A061-A94C-BBC82440D95C}"/>
              </a:ext>
            </a:extLst>
          </p:cNvPr>
          <p:cNvGraphicFramePr/>
          <p:nvPr>
            <p:custDataLst>
              <p:tags r:id="rId60"/>
            </p:custDataLst>
          </p:nvPr>
        </p:nvGraphicFramePr>
        <p:xfrm>
          <a:off x="5200650" y="4843463"/>
          <a:ext cx="1203325" cy="1154112"/>
        </p:xfrm>
        <a:graphic>
          <a:graphicData uri="http://schemas.openxmlformats.org/drawingml/2006/chart">
            <c:chart xmlns:c="http://schemas.openxmlformats.org/drawingml/2006/chart" xmlns:r="http://schemas.openxmlformats.org/officeDocument/2006/relationships" r:id="rId90"/>
          </a:graphicData>
        </a:graphic>
      </p:graphicFrame>
      <p:sp>
        <p:nvSpPr>
          <p:cNvPr id="163" name="文本占位符 2">
            <a:extLst>
              <a:ext uri="{FF2B5EF4-FFF2-40B4-BE49-F238E27FC236}">
                <a16:creationId xmlns:a16="http://schemas.microsoft.com/office/drawing/2014/main" id="{2301680B-F167-4F6A-7B30-939DF2AF7B6E}"/>
              </a:ext>
            </a:extLst>
          </p:cNvPr>
          <p:cNvSpPr txBox="1">
            <a:spLocks/>
          </p:cNvSpPr>
          <p:nvPr>
            <p:custDataLst>
              <p:tags r:id="rId61"/>
            </p:custDataLst>
          </p:nvPr>
        </p:nvSpPr>
        <p:spPr bwMode="gray">
          <a:xfrm>
            <a:off x="5440363" y="545465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6F080A7-01DD-471F-80B9-A93629564EFC}" type="datetime'''''''2'''''''''''''''''''''''''''''''',3'''''''''''''">
              <a:rPr kumimoji="1" lang="zh-CN" altLang="en-US" sz="1000" smtClean="0">
                <a:solidFill>
                  <a:schemeClr val="bg1"/>
                </a:solidFill>
                <a:latin typeface="HarmonyOS Sans SC Light" pitchFamily="2" charset="-122"/>
                <a:ea typeface="HarmonyOS Sans SC Light" pitchFamily="2" charset="-122"/>
              </a:rPr>
              <a:pPr/>
              <a:t>2,3</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61" name="文本占位符 2">
            <a:extLst>
              <a:ext uri="{FF2B5EF4-FFF2-40B4-BE49-F238E27FC236}">
                <a16:creationId xmlns:a16="http://schemas.microsoft.com/office/drawing/2014/main" id="{4796545A-1BF0-CF33-7E7F-AFB7D7A52AFC}"/>
              </a:ext>
            </a:extLst>
          </p:cNvPr>
          <p:cNvSpPr txBox="1">
            <a:spLocks/>
          </p:cNvSpPr>
          <p:nvPr>
            <p:custDataLst>
              <p:tags r:id="rId62"/>
            </p:custDataLst>
          </p:nvPr>
        </p:nvSpPr>
        <p:spPr bwMode="auto">
          <a:xfrm>
            <a:off x="5397500" y="6026150"/>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4E5BE3B-875C-43CF-A54C-BC63B5A24EC9}"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67" name="文本占位符 2">
            <a:extLst>
              <a:ext uri="{FF2B5EF4-FFF2-40B4-BE49-F238E27FC236}">
                <a16:creationId xmlns:a16="http://schemas.microsoft.com/office/drawing/2014/main" id="{003A8A54-E870-047A-50AA-821ABB1F10D0}"/>
              </a:ext>
            </a:extLst>
          </p:cNvPr>
          <p:cNvSpPr txBox="1">
            <a:spLocks/>
          </p:cNvSpPr>
          <p:nvPr>
            <p:custDataLst>
              <p:tags r:id="rId63"/>
            </p:custDataLst>
          </p:nvPr>
        </p:nvSpPr>
        <p:spPr bwMode="gray">
          <a:xfrm>
            <a:off x="5440363" y="495935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66AF033-A12B-45A3-92F7-25679EFF2E12}" type="datetime'''''''''''''''''''''''''0'',''''''6'''''''''''''''''''">
              <a:rPr kumimoji="1" lang="zh-CN" altLang="en-US" sz="1000" smtClean="0">
                <a:latin typeface="HarmonyOS Sans SC Light" pitchFamily="2" charset="-122"/>
                <a:ea typeface="HarmonyOS Sans SC Light" pitchFamily="2" charset="-122"/>
              </a:rPr>
              <a:pPr/>
              <a:t>0,6</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65" name="文本占位符 2">
            <a:extLst>
              <a:ext uri="{FF2B5EF4-FFF2-40B4-BE49-F238E27FC236}">
                <a16:creationId xmlns:a16="http://schemas.microsoft.com/office/drawing/2014/main" id="{5334CA88-A392-EF9A-A3ED-F79302FED66B}"/>
              </a:ext>
            </a:extLst>
          </p:cNvPr>
          <p:cNvSpPr txBox="1">
            <a:spLocks/>
          </p:cNvSpPr>
          <p:nvPr>
            <p:custDataLst>
              <p:tags r:id="rId64"/>
            </p:custDataLst>
          </p:nvPr>
        </p:nvSpPr>
        <p:spPr bwMode="auto">
          <a:xfrm>
            <a:off x="5929313" y="6026150"/>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A35E2F9-E25E-49D9-8594-88865DB53842}"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66" name="文本占位符 2">
            <a:extLst>
              <a:ext uri="{FF2B5EF4-FFF2-40B4-BE49-F238E27FC236}">
                <a16:creationId xmlns:a16="http://schemas.microsoft.com/office/drawing/2014/main" id="{CCCE8591-AAA1-EDB6-6EA1-DEBA82881DD2}"/>
              </a:ext>
            </a:extLst>
          </p:cNvPr>
          <p:cNvSpPr txBox="1">
            <a:spLocks/>
          </p:cNvSpPr>
          <p:nvPr>
            <p:custDataLst>
              <p:tags r:id="rId65"/>
            </p:custDataLst>
          </p:nvPr>
        </p:nvSpPr>
        <p:spPr bwMode="gray">
          <a:xfrm>
            <a:off x="5440363" y="4764088"/>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6A05CC1-F51F-45CA-AF75-C01FABEF4E27}" type="datetime'2'''''''''',''''''''''''''''9'''''''''''''''''''''''''''''">
              <a:rPr kumimoji="1" lang="zh-CN" altLang="en-US" sz="1000" smtClean="0">
                <a:latin typeface="HarmonyOS Sans SC Light" pitchFamily="2" charset="-122"/>
                <a:ea typeface="HarmonyOS Sans SC Light" pitchFamily="2" charset="-122"/>
              </a:rPr>
              <a:pPr/>
              <a:t>2,9</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64" name="文本占位符 2">
            <a:extLst>
              <a:ext uri="{FF2B5EF4-FFF2-40B4-BE49-F238E27FC236}">
                <a16:creationId xmlns:a16="http://schemas.microsoft.com/office/drawing/2014/main" id="{F979633E-0BD4-C901-427C-93DFDC023E1F}"/>
              </a:ext>
            </a:extLst>
          </p:cNvPr>
          <p:cNvSpPr txBox="1">
            <a:spLocks/>
          </p:cNvSpPr>
          <p:nvPr>
            <p:custDataLst>
              <p:tags r:id="rId66"/>
            </p:custDataLst>
          </p:nvPr>
        </p:nvSpPr>
        <p:spPr bwMode="gray">
          <a:xfrm>
            <a:off x="5959475" y="5846763"/>
            <a:ext cx="203200" cy="136525"/>
          </a:xfrm>
          <a:prstGeom prst="rect">
            <a:avLst/>
          </a:prstGeom>
          <a:solidFill>
            <a:schemeClr val="tx1"/>
          </a:solidFill>
          <a:ln>
            <a:noFill/>
          </a:ln>
          <a:effec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B500EB0-B9FB-433E-A9A8-B7D36B2D23D6}" type="datetime'''''''0'''''''',''''''''''''''''''''''''''0'''''''''''''''''">
              <a:rPr kumimoji="1" lang="zh-CN" altLang="en-US" sz="1000" smtClean="0">
                <a:solidFill>
                  <a:schemeClr val="bg1"/>
                </a:solidFill>
                <a:effectLst/>
                <a:latin typeface="HarmonyOS Sans SC Light" pitchFamily="2" charset="-122"/>
                <a:ea typeface="HarmonyOS Sans SC Light" pitchFamily="2" charset="-122"/>
              </a:rPr>
              <a:pPr/>
              <a:t>0,0</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308" name="Chart 3">
            <a:extLst>
              <a:ext uri="{FF2B5EF4-FFF2-40B4-BE49-F238E27FC236}">
                <a16:creationId xmlns:a16="http://schemas.microsoft.com/office/drawing/2014/main" id="{E601CB7F-A2FC-8C9F-B497-B108EAACE216}"/>
              </a:ext>
            </a:extLst>
          </p:cNvPr>
          <p:cNvGraphicFramePr/>
          <p:nvPr>
            <p:custDataLst>
              <p:tags r:id="rId67"/>
            </p:custDataLst>
          </p:nvPr>
        </p:nvGraphicFramePr>
        <p:xfrm>
          <a:off x="7377113" y="5043488"/>
          <a:ext cx="1201737" cy="954087"/>
        </p:xfrm>
        <a:graphic>
          <a:graphicData uri="http://schemas.openxmlformats.org/drawingml/2006/chart">
            <c:chart xmlns:c="http://schemas.openxmlformats.org/drawingml/2006/chart" xmlns:r="http://schemas.openxmlformats.org/officeDocument/2006/relationships" r:id="rId91"/>
          </a:graphicData>
        </a:graphic>
      </p:graphicFrame>
      <p:sp>
        <p:nvSpPr>
          <p:cNvPr id="172" name="文本占位符 2">
            <a:extLst>
              <a:ext uri="{FF2B5EF4-FFF2-40B4-BE49-F238E27FC236}">
                <a16:creationId xmlns:a16="http://schemas.microsoft.com/office/drawing/2014/main" id="{AE9B453B-4C70-0769-A66F-68CE7E6513BA}"/>
              </a:ext>
            </a:extLst>
          </p:cNvPr>
          <p:cNvSpPr txBox="1">
            <a:spLocks/>
          </p:cNvSpPr>
          <p:nvPr>
            <p:custDataLst>
              <p:tags r:id="rId68"/>
            </p:custDataLst>
          </p:nvPr>
        </p:nvSpPr>
        <p:spPr bwMode="gray">
          <a:xfrm>
            <a:off x="7616825" y="553720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C7F88E5B-1B88-44E2-AFF3-84F7DEE8686E}" type="datetime'1'''''''''''''''''''''''''''''',''''''''''8'''''''''''''''''">
              <a:rPr kumimoji="1" lang="zh-CN" altLang="en-US" sz="1000" smtClean="0">
                <a:solidFill>
                  <a:schemeClr val="bg1"/>
                </a:solidFill>
                <a:latin typeface="HarmonyOS Sans SC Light" pitchFamily="2" charset="-122"/>
                <a:ea typeface="HarmonyOS Sans SC Light" pitchFamily="2" charset="-122"/>
              </a:rPr>
              <a:pPr/>
              <a:t>1,8</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70" name="文本占位符 2">
            <a:extLst>
              <a:ext uri="{FF2B5EF4-FFF2-40B4-BE49-F238E27FC236}">
                <a16:creationId xmlns:a16="http://schemas.microsoft.com/office/drawing/2014/main" id="{4FC22292-C4B1-68C8-2BC0-2DBE065064D6}"/>
              </a:ext>
            </a:extLst>
          </p:cNvPr>
          <p:cNvSpPr txBox="1">
            <a:spLocks/>
          </p:cNvSpPr>
          <p:nvPr>
            <p:custDataLst>
              <p:tags r:id="rId69"/>
            </p:custDataLst>
          </p:nvPr>
        </p:nvSpPr>
        <p:spPr bwMode="auto">
          <a:xfrm>
            <a:off x="7573963" y="6026150"/>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57EAC72-35FB-4B07-AA95-5FC03DB98B71}"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76" name="文本占位符 2">
            <a:extLst>
              <a:ext uri="{FF2B5EF4-FFF2-40B4-BE49-F238E27FC236}">
                <a16:creationId xmlns:a16="http://schemas.microsoft.com/office/drawing/2014/main" id="{25E39CDC-124F-1E10-2F7B-6FB9652B0C78}"/>
              </a:ext>
            </a:extLst>
          </p:cNvPr>
          <p:cNvSpPr txBox="1">
            <a:spLocks/>
          </p:cNvSpPr>
          <p:nvPr>
            <p:custDataLst>
              <p:tags r:id="rId70"/>
            </p:custDataLst>
          </p:nvPr>
        </p:nvSpPr>
        <p:spPr bwMode="gray">
          <a:xfrm>
            <a:off x="7616825" y="5143500"/>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DAAA259B-BAFF-4FC9-844D-16757A75EEFC}" type="datetime'''''''''''''''''''0'''''''',5'''''''''''''">
              <a:rPr kumimoji="1" lang="zh-CN" altLang="en-US" sz="1000" smtClean="0">
                <a:latin typeface="HarmonyOS Sans SC Light" pitchFamily="2" charset="-122"/>
                <a:ea typeface="HarmonyOS Sans SC Light" pitchFamily="2" charset="-122"/>
              </a:rPr>
              <a:pPr/>
              <a:t>0,5</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74" name="文本占位符 2">
            <a:extLst>
              <a:ext uri="{FF2B5EF4-FFF2-40B4-BE49-F238E27FC236}">
                <a16:creationId xmlns:a16="http://schemas.microsoft.com/office/drawing/2014/main" id="{A40F0075-F147-7AED-2D31-007AD32C3FC5}"/>
              </a:ext>
            </a:extLst>
          </p:cNvPr>
          <p:cNvSpPr txBox="1">
            <a:spLocks/>
          </p:cNvSpPr>
          <p:nvPr>
            <p:custDataLst>
              <p:tags r:id="rId71"/>
            </p:custDataLst>
          </p:nvPr>
        </p:nvSpPr>
        <p:spPr bwMode="auto">
          <a:xfrm>
            <a:off x="8105775" y="6026150"/>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13A43BA-1804-4D4E-A0B5-70F9E926044F}"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75" name="文本占位符 2">
            <a:extLst>
              <a:ext uri="{FF2B5EF4-FFF2-40B4-BE49-F238E27FC236}">
                <a16:creationId xmlns:a16="http://schemas.microsoft.com/office/drawing/2014/main" id="{1DD71548-7DBB-A40B-52E5-56600364E4DF}"/>
              </a:ext>
            </a:extLst>
          </p:cNvPr>
          <p:cNvSpPr txBox="1">
            <a:spLocks/>
          </p:cNvSpPr>
          <p:nvPr>
            <p:custDataLst>
              <p:tags r:id="rId72"/>
            </p:custDataLst>
          </p:nvPr>
        </p:nvSpPr>
        <p:spPr bwMode="gray">
          <a:xfrm>
            <a:off x="7616825" y="496411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9BE0C1FD-E0E4-4BF4-88B6-E9400C260BBF}" type="datetime'''''''''''''''''''''''''''''''''''2'''''''',''''''3'''''''''''">
              <a:rPr kumimoji="1" lang="zh-CN" altLang="en-US" sz="1000" smtClean="0">
                <a:latin typeface="HarmonyOS Sans SC Light" pitchFamily="2" charset="-122"/>
                <a:ea typeface="HarmonyOS Sans SC Light" pitchFamily="2" charset="-122"/>
              </a:rPr>
              <a:pPr/>
              <a:t>2,3</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73" name="文本占位符 2">
            <a:extLst>
              <a:ext uri="{FF2B5EF4-FFF2-40B4-BE49-F238E27FC236}">
                <a16:creationId xmlns:a16="http://schemas.microsoft.com/office/drawing/2014/main" id="{E983CD5A-4124-5952-EAE7-5C6D5E6D9691}"/>
              </a:ext>
            </a:extLst>
          </p:cNvPr>
          <p:cNvSpPr txBox="1">
            <a:spLocks/>
          </p:cNvSpPr>
          <p:nvPr>
            <p:custDataLst>
              <p:tags r:id="rId73"/>
            </p:custDataLst>
          </p:nvPr>
        </p:nvSpPr>
        <p:spPr bwMode="gray">
          <a:xfrm>
            <a:off x="8135938" y="5846763"/>
            <a:ext cx="203200" cy="136525"/>
          </a:xfrm>
          <a:prstGeom prst="rect">
            <a:avLst/>
          </a:prstGeom>
          <a:solidFill>
            <a:schemeClr val="tx1"/>
          </a:solidFill>
          <a:ln>
            <a:noFill/>
          </a:ln>
          <a:effec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9D303DD-905C-4761-8027-37303105F83A}" type="datetime'''''''''''''0'''''''''''''''''''',''''''''''''''''''''''0'">
              <a:rPr kumimoji="1" lang="zh-CN" altLang="en-US" sz="1000" smtClean="0">
                <a:solidFill>
                  <a:schemeClr val="bg1"/>
                </a:solidFill>
                <a:effectLst/>
                <a:latin typeface="HarmonyOS Sans SC Light" pitchFamily="2" charset="-122"/>
                <a:ea typeface="HarmonyOS Sans SC Light" pitchFamily="2" charset="-122"/>
              </a:rPr>
              <a:pPr/>
              <a:t>0,0</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graphicFrame>
        <p:nvGraphicFramePr>
          <p:cNvPr id="309" name="Chart 3">
            <a:extLst>
              <a:ext uri="{FF2B5EF4-FFF2-40B4-BE49-F238E27FC236}">
                <a16:creationId xmlns:a16="http://schemas.microsoft.com/office/drawing/2014/main" id="{DFA40B28-E00C-3809-299D-0DC7BA3167EA}"/>
              </a:ext>
            </a:extLst>
          </p:cNvPr>
          <p:cNvGraphicFramePr/>
          <p:nvPr>
            <p:custDataLst>
              <p:tags r:id="rId74"/>
            </p:custDataLst>
          </p:nvPr>
        </p:nvGraphicFramePr>
        <p:xfrm>
          <a:off x="9551988" y="5173663"/>
          <a:ext cx="1203325" cy="823912"/>
        </p:xfrm>
        <a:graphic>
          <a:graphicData uri="http://schemas.openxmlformats.org/drawingml/2006/chart">
            <c:chart xmlns:c="http://schemas.openxmlformats.org/drawingml/2006/chart" xmlns:r="http://schemas.openxmlformats.org/officeDocument/2006/relationships" r:id="rId92"/>
          </a:graphicData>
        </a:graphic>
      </p:graphicFrame>
      <p:sp>
        <p:nvSpPr>
          <p:cNvPr id="181" name="文本占位符 2">
            <a:extLst>
              <a:ext uri="{FF2B5EF4-FFF2-40B4-BE49-F238E27FC236}">
                <a16:creationId xmlns:a16="http://schemas.microsoft.com/office/drawing/2014/main" id="{0BC45CE5-68D6-B043-31D0-1316A015E9B7}"/>
              </a:ext>
            </a:extLst>
          </p:cNvPr>
          <p:cNvSpPr txBox="1">
            <a:spLocks/>
          </p:cNvSpPr>
          <p:nvPr>
            <p:custDataLst>
              <p:tags r:id="rId75"/>
            </p:custDataLst>
          </p:nvPr>
        </p:nvSpPr>
        <p:spPr bwMode="gray">
          <a:xfrm>
            <a:off x="9791700" y="5591175"/>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B433716-B912-4A76-9F90-2F67809F7163}" type="datetime'1'''''''''',7'''''''''''''''''''''''">
              <a:rPr kumimoji="1" lang="zh-CN" altLang="en-US" sz="1000" smtClean="0">
                <a:solidFill>
                  <a:schemeClr val="bg1"/>
                </a:solidFill>
                <a:latin typeface="HarmonyOS Sans SC Light" pitchFamily="2" charset="-122"/>
                <a:ea typeface="HarmonyOS Sans SC Light" pitchFamily="2" charset="-122"/>
              </a:rPr>
              <a:pPr/>
              <a:t>1,7</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179" name="文本占位符 2">
            <a:extLst>
              <a:ext uri="{FF2B5EF4-FFF2-40B4-BE49-F238E27FC236}">
                <a16:creationId xmlns:a16="http://schemas.microsoft.com/office/drawing/2014/main" id="{09E2E0F4-E48C-82E6-4428-5A1CBD0317AF}"/>
              </a:ext>
            </a:extLst>
          </p:cNvPr>
          <p:cNvSpPr txBox="1">
            <a:spLocks/>
          </p:cNvSpPr>
          <p:nvPr>
            <p:custDataLst>
              <p:tags r:id="rId76"/>
            </p:custDataLst>
          </p:nvPr>
        </p:nvSpPr>
        <p:spPr bwMode="auto">
          <a:xfrm>
            <a:off x="9748838" y="6026150"/>
            <a:ext cx="2905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1C679D69-05BE-47ED-A9D3-7003F1CBB6CC}" type="datetime'E''''''''ar''''''''''''''''''''l''''y'''''''''''''''''''''''''">
              <a:rPr kumimoji="1" lang="en-US" altLang="en-US" sz="1000" smtClean="0">
                <a:latin typeface="HarmonyOS Sans SC Light" pitchFamily="2" charset="-122"/>
                <a:ea typeface="HarmonyOS Sans SC Light" pitchFamily="2" charset="-122"/>
              </a:rPr>
              <a:pPr/>
              <a:t>Early</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85" name="文本占位符 2">
            <a:extLst>
              <a:ext uri="{FF2B5EF4-FFF2-40B4-BE49-F238E27FC236}">
                <a16:creationId xmlns:a16="http://schemas.microsoft.com/office/drawing/2014/main" id="{704CFAD3-C7E1-C739-9782-2E6B91A7815B}"/>
              </a:ext>
            </a:extLst>
          </p:cNvPr>
          <p:cNvSpPr txBox="1">
            <a:spLocks/>
          </p:cNvSpPr>
          <p:nvPr>
            <p:custDataLst>
              <p:tags r:id="rId77"/>
            </p:custDataLst>
          </p:nvPr>
        </p:nvSpPr>
        <p:spPr bwMode="gray">
          <a:xfrm>
            <a:off x="9791700" y="5262563"/>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EF64205B-4FCA-4D31-9F3E-109403AC1CB6}" type="datetime'0'''''''''',''''''''''''''''''5'''''">
              <a:rPr kumimoji="1" lang="zh-CN" altLang="en-US" sz="1000" smtClean="0">
                <a:latin typeface="HarmonyOS Sans SC Light" pitchFamily="2" charset="-122"/>
                <a:ea typeface="HarmonyOS Sans SC Light" pitchFamily="2" charset="-122"/>
              </a:rPr>
              <a:pPr/>
              <a:t>0,5</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83" name="文本占位符 2">
            <a:extLst>
              <a:ext uri="{FF2B5EF4-FFF2-40B4-BE49-F238E27FC236}">
                <a16:creationId xmlns:a16="http://schemas.microsoft.com/office/drawing/2014/main" id="{C34C42D3-EB32-DE75-140F-AFA36B2B9DCA}"/>
              </a:ext>
            </a:extLst>
          </p:cNvPr>
          <p:cNvSpPr txBox="1">
            <a:spLocks/>
          </p:cNvSpPr>
          <p:nvPr>
            <p:custDataLst>
              <p:tags r:id="rId78"/>
            </p:custDataLst>
          </p:nvPr>
        </p:nvSpPr>
        <p:spPr bwMode="auto">
          <a:xfrm>
            <a:off x="10280650" y="6026150"/>
            <a:ext cx="263525"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8A71BE0-6202-4C67-8963-17D504EDF74A}" type="datetime'L''''''''''''''''''''''''''''a''''te'''''''''">
              <a:rPr kumimoji="1" lang="en-US" altLang="en-US" sz="1000" smtClean="0">
                <a:latin typeface="HarmonyOS Sans SC Light" pitchFamily="2" charset="-122"/>
                <a:ea typeface="HarmonyOS Sans SC Light" pitchFamily="2" charset="-122"/>
              </a:rPr>
              <a:pPr/>
              <a:t>Late</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84" name="文本占位符 2">
            <a:extLst>
              <a:ext uri="{FF2B5EF4-FFF2-40B4-BE49-F238E27FC236}">
                <a16:creationId xmlns:a16="http://schemas.microsoft.com/office/drawing/2014/main" id="{BDC17798-3521-D778-44F4-0A764AC7CAEA}"/>
              </a:ext>
            </a:extLst>
          </p:cNvPr>
          <p:cNvSpPr txBox="1">
            <a:spLocks/>
          </p:cNvSpPr>
          <p:nvPr>
            <p:custDataLst>
              <p:tags r:id="rId79"/>
            </p:custDataLst>
          </p:nvPr>
        </p:nvSpPr>
        <p:spPr bwMode="gray">
          <a:xfrm>
            <a:off x="9791700" y="5094288"/>
            <a:ext cx="20320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7E0705B-4028-4F9F-8FB1-226867D55B26}" type="datetime'''''2,2'''">
              <a:rPr kumimoji="1" lang="zh-CN" altLang="en-US" sz="1000" smtClean="0">
                <a:latin typeface="HarmonyOS Sans SC Light" pitchFamily="2" charset="-122"/>
                <a:ea typeface="HarmonyOS Sans SC Light" pitchFamily="2" charset="-122"/>
              </a:rPr>
              <a:pPr/>
              <a:t>2,2</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182" name="文本占位符 2">
            <a:extLst>
              <a:ext uri="{FF2B5EF4-FFF2-40B4-BE49-F238E27FC236}">
                <a16:creationId xmlns:a16="http://schemas.microsoft.com/office/drawing/2014/main" id="{3597A34B-5EE1-35B4-B19F-9768D424E0BE}"/>
              </a:ext>
            </a:extLst>
          </p:cNvPr>
          <p:cNvSpPr txBox="1">
            <a:spLocks/>
          </p:cNvSpPr>
          <p:nvPr>
            <p:custDataLst>
              <p:tags r:id="rId80"/>
            </p:custDataLst>
          </p:nvPr>
        </p:nvSpPr>
        <p:spPr bwMode="gray">
          <a:xfrm>
            <a:off x="10310813" y="5846763"/>
            <a:ext cx="203200" cy="136525"/>
          </a:xfrm>
          <a:prstGeom prst="rect">
            <a:avLst/>
          </a:prstGeom>
          <a:solidFill>
            <a:schemeClr val="tx1"/>
          </a:solidFill>
          <a:ln>
            <a:noFill/>
          </a:ln>
          <a:effectLst/>
        </p:spPr>
        <p:txBody>
          <a:bodyPr vert="horz" wrap="none" lIns="17463" tIns="0" rIns="17463"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EF4886D-2ADD-44E1-B61B-FB5F3BBD95C4}" type="datetime'''''0'''''''''''''''''''''',''''0'">
              <a:rPr kumimoji="1" lang="zh-CN" altLang="en-US" sz="1000" smtClean="0">
                <a:solidFill>
                  <a:schemeClr val="bg1"/>
                </a:solidFill>
                <a:effectLst/>
                <a:latin typeface="HarmonyOS Sans SC Light" pitchFamily="2" charset="-122"/>
                <a:ea typeface="HarmonyOS Sans SC Light" pitchFamily="2" charset="-122"/>
              </a:rPr>
              <a:pPr/>
              <a:t>0,0</a:t>
            </a:fld>
            <a:endParaRPr kumimoji="1" lang="zh-CN" altLang="en-US" sz="1000" dirty="0">
              <a:solidFill>
                <a:schemeClr val="bg1"/>
              </a:solidFill>
              <a:latin typeface="HarmonyOS Sans SC Light" pitchFamily="2" charset="-122"/>
              <a:ea typeface="HarmonyOS Sans SC Light" pitchFamily="2" charset="-122"/>
              <a:sym typeface="HarmonyOS Sans SC Light" pitchFamily="2" charset="-122"/>
            </a:endParaRPr>
          </a:p>
        </p:txBody>
      </p:sp>
      <p:sp>
        <p:nvSpPr>
          <p:cNvPr id="278" name="文本框 277">
            <a:extLst>
              <a:ext uri="{FF2B5EF4-FFF2-40B4-BE49-F238E27FC236}">
                <a16:creationId xmlns:a16="http://schemas.microsoft.com/office/drawing/2014/main" id="{51433585-9814-46D0-DA53-F985918E7441}"/>
              </a:ext>
            </a:extLst>
          </p:cNvPr>
          <p:cNvSpPr txBox="1"/>
          <p:nvPr/>
        </p:nvSpPr>
        <p:spPr>
          <a:xfrm>
            <a:off x="3025775" y="1396613"/>
            <a:ext cx="1741182"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Developed economies</a:t>
            </a:r>
            <a:endParaRPr kumimoji="1" lang="zh-CN" altLang="en-US" sz="1200" dirty="0">
              <a:latin typeface="HarmonyOS Sans SC" pitchFamily="2" charset="-122"/>
              <a:ea typeface="HarmonyOS Sans SC" pitchFamily="2" charset="-122"/>
            </a:endParaRPr>
          </a:p>
        </p:txBody>
      </p:sp>
      <p:sp>
        <p:nvSpPr>
          <p:cNvPr id="279" name="文本框 278">
            <a:extLst>
              <a:ext uri="{FF2B5EF4-FFF2-40B4-BE49-F238E27FC236}">
                <a16:creationId xmlns:a16="http://schemas.microsoft.com/office/drawing/2014/main" id="{3BA18677-ECD9-618B-6B98-948D31EA5A9A}"/>
              </a:ext>
            </a:extLst>
          </p:cNvPr>
          <p:cNvSpPr txBox="1"/>
          <p:nvPr/>
        </p:nvSpPr>
        <p:spPr>
          <a:xfrm>
            <a:off x="3025775" y="1627074"/>
            <a:ext cx="564578"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Japan</a:t>
            </a:r>
            <a:endParaRPr kumimoji="1" lang="zh-CN" altLang="en-US" sz="1100" dirty="0">
              <a:latin typeface="HarmonyOS Sans SC Light" pitchFamily="2" charset="-122"/>
              <a:ea typeface="HarmonyOS Sans SC Light" pitchFamily="2" charset="-122"/>
            </a:endParaRPr>
          </a:p>
        </p:txBody>
      </p:sp>
      <p:sp>
        <p:nvSpPr>
          <p:cNvPr id="280" name="文本框 279">
            <a:extLst>
              <a:ext uri="{FF2B5EF4-FFF2-40B4-BE49-F238E27FC236}">
                <a16:creationId xmlns:a16="http://schemas.microsoft.com/office/drawing/2014/main" id="{E7187D8F-B213-43C8-152B-42C17AA01359}"/>
              </a:ext>
            </a:extLst>
          </p:cNvPr>
          <p:cNvSpPr txBox="1"/>
          <p:nvPr/>
        </p:nvSpPr>
        <p:spPr>
          <a:xfrm>
            <a:off x="5200650" y="1630950"/>
            <a:ext cx="752129"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Germany</a:t>
            </a:r>
            <a:endParaRPr kumimoji="1" lang="zh-CN" altLang="en-US" sz="1100" dirty="0">
              <a:latin typeface="HarmonyOS Sans SC Light" pitchFamily="2" charset="-122"/>
              <a:ea typeface="HarmonyOS Sans SC Light" pitchFamily="2" charset="-122"/>
            </a:endParaRPr>
          </a:p>
        </p:txBody>
      </p:sp>
      <p:sp>
        <p:nvSpPr>
          <p:cNvPr id="281" name="文本框 280">
            <a:extLst>
              <a:ext uri="{FF2B5EF4-FFF2-40B4-BE49-F238E27FC236}">
                <a16:creationId xmlns:a16="http://schemas.microsoft.com/office/drawing/2014/main" id="{AF9200BA-867F-19C8-F183-44A28F273357}"/>
              </a:ext>
            </a:extLst>
          </p:cNvPr>
          <p:cNvSpPr txBox="1"/>
          <p:nvPr/>
        </p:nvSpPr>
        <p:spPr>
          <a:xfrm>
            <a:off x="7377113" y="1632913"/>
            <a:ext cx="614271"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France</a:t>
            </a:r>
            <a:endParaRPr kumimoji="1" lang="zh-CN" altLang="en-US" sz="1100" dirty="0">
              <a:latin typeface="HarmonyOS Sans SC Light" pitchFamily="2" charset="-122"/>
              <a:ea typeface="HarmonyOS Sans SC Light" pitchFamily="2" charset="-122"/>
            </a:endParaRPr>
          </a:p>
        </p:txBody>
      </p:sp>
      <p:sp>
        <p:nvSpPr>
          <p:cNvPr id="282" name="文本框 281">
            <a:extLst>
              <a:ext uri="{FF2B5EF4-FFF2-40B4-BE49-F238E27FC236}">
                <a16:creationId xmlns:a16="http://schemas.microsoft.com/office/drawing/2014/main" id="{082DEDE8-39FF-4A8D-D871-26F18D456E76}"/>
              </a:ext>
            </a:extLst>
          </p:cNvPr>
          <p:cNvSpPr txBox="1"/>
          <p:nvPr/>
        </p:nvSpPr>
        <p:spPr>
          <a:xfrm>
            <a:off x="9551988" y="1677080"/>
            <a:ext cx="1031051" cy="261610"/>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United States</a:t>
            </a:r>
            <a:endParaRPr kumimoji="1" lang="zh-CN" altLang="en-US" sz="1100" dirty="0">
              <a:latin typeface="HarmonyOS Sans SC Light" pitchFamily="2" charset="-122"/>
              <a:ea typeface="HarmonyOS Sans SC Light" pitchFamily="2" charset="-122"/>
            </a:endParaRPr>
          </a:p>
        </p:txBody>
      </p:sp>
      <p:sp>
        <p:nvSpPr>
          <p:cNvPr id="283" name="文本框 282">
            <a:extLst>
              <a:ext uri="{FF2B5EF4-FFF2-40B4-BE49-F238E27FC236}">
                <a16:creationId xmlns:a16="http://schemas.microsoft.com/office/drawing/2014/main" id="{4A3F3B58-6ABA-7ACF-6E80-C6A184B0E9E5}"/>
              </a:ext>
            </a:extLst>
          </p:cNvPr>
          <p:cNvSpPr txBox="1"/>
          <p:nvPr/>
        </p:nvSpPr>
        <p:spPr>
          <a:xfrm>
            <a:off x="3025775" y="3946525"/>
            <a:ext cx="1661032" cy="277813"/>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Emerging economies</a:t>
            </a:r>
            <a:endParaRPr kumimoji="1" lang="zh-CN" altLang="en-US" sz="1200" dirty="0">
              <a:latin typeface="HarmonyOS Sans SC" pitchFamily="2" charset="-122"/>
              <a:ea typeface="HarmonyOS Sans SC" pitchFamily="2" charset="-122"/>
            </a:endParaRPr>
          </a:p>
        </p:txBody>
      </p:sp>
      <p:sp>
        <p:nvSpPr>
          <p:cNvPr id="284" name="文本框 283">
            <a:extLst>
              <a:ext uri="{FF2B5EF4-FFF2-40B4-BE49-F238E27FC236}">
                <a16:creationId xmlns:a16="http://schemas.microsoft.com/office/drawing/2014/main" id="{0B00B4AE-8487-DFCE-44FC-424881768F9B}"/>
              </a:ext>
            </a:extLst>
          </p:cNvPr>
          <p:cNvSpPr txBox="1"/>
          <p:nvPr/>
        </p:nvSpPr>
        <p:spPr>
          <a:xfrm>
            <a:off x="3025775" y="4176713"/>
            <a:ext cx="564578" cy="261938"/>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China</a:t>
            </a:r>
            <a:endParaRPr kumimoji="1" lang="zh-CN" altLang="en-US" sz="1100" dirty="0">
              <a:latin typeface="HarmonyOS Sans SC Light" pitchFamily="2" charset="-122"/>
              <a:ea typeface="HarmonyOS Sans SC Light" pitchFamily="2" charset="-122"/>
            </a:endParaRPr>
          </a:p>
        </p:txBody>
      </p:sp>
      <p:sp>
        <p:nvSpPr>
          <p:cNvPr id="285" name="文本框 284">
            <a:extLst>
              <a:ext uri="{FF2B5EF4-FFF2-40B4-BE49-F238E27FC236}">
                <a16:creationId xmlns:a16="http://schemas.microsoft.com/office/drawing/2014/main" id="{2450BC7A-356D-6AAC-B993-48D5D492EEA9}"/>
              </a:ext>
            </a:extLst>
          </p:cNvPr>
          <p:cNvSpPr txBox="1"/>
          <p:nvPr/>
        </p:nvSpPr>
        <p:spPr>
          <a:xfrm>
            <a:off x="5200650" y="4181475"/>
            <a:ext cx="631904" cy="261938"/>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Mexico</a:t>
            </a:r>
            <a:endParaRPr kumimoji="1" lang="zh-CN" altLang="en-US" sz="1100" dirty="0">
              <a:latin typeface="HarmonyOS Sans SC Light" pitchFamily="2" charset="-122"/>
              <a:ea typeface="HarmonyOS Sans SC Light" pitchFamily="2" charset="-122"/>
            </a:endParaRPr>
          </a:p>
        </p:txBody>
      </p:sp>
      <p:sp>
        <p:nvSpPr>
          <p:cNvPr id="286" name="文本框 285">
            <a:extLst>
              <a:ext uri="{FF2B5EF4-FFF2-40B4-BE49-F238E27FC236}">
                <a16:creationId xmlns:a16="http://schemas.microsoft.com/office/drawing/2014/main" id="{02303636-56F7-6016-DDA3-25A1ED89472A}"/>
              </a:ext>
            </a:extLst>
          </p:cNvPr>
          <p:cNvSpPr txBox="1"/>
          <p:nvPr/>
        </p:nvSpPr>
        <p:spPr>
          <a:xfrm>
            <a:off x="7377113" y="4183063"/>
            <a:ext cx="494046" cy="261938"/>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India</a:t>
            </a:r>
            <a:endParaRPr kumimoji="1" lang="zh-CN" altLang="en-US" sz="1100" dirty="0">
              <a:latin typeface="HarmonyOS Sans SC Light" pitchFamily="2" charset="-122"/>
              <a:ea typeface="HarmonyOS Sans SC Light" pitchFamily="2" charset="-122"/>
            </a:endParaRPr>
          </a:p>
        </p:txBody>
      </p:sp>
      <p:sp>
        <p:nvSpPr>
          <p:cNvPr id="287" name="文本框 286">
            <a:extLst>
              <a:ext uri="{FF2B5EF4-FFF2-40B4-BE49-F238E27FC236}">
                <a16:creationId xmlns:a16="http://schemas.microsoft.com/office/drawing/2014/main" id="{F5538B60-E90C-9391-7F09-86B60EDFFC5D}"/>
              </a:ext>
            </a:extLst>
          </p:cNvPr>
          <p:cNvSpPr txBox="1"/>
          <p:nvPr/>
        </p:nvSpPr>
        <p:spPr>
          <a:xfrm>
            <a:off x="9551988" y="4227513"/>
            <a:ext cx="957313" cy="261938"/>
          </a:xfrm>
          <a:prstGeom prst="rect">
            <a:avLst/>
          </a:prstGeom>
          <a:noFill/>
        </p:spPr>
        <p:txBody>
          <a:bodyPr wrap="none" rtlCol="0">
            <a:spAutoFit/>
          </a:bodyPr>
          <a:lstStyle/>
          <a:p>
            <a:r>
              <a:rPr kumimoji="1" lang="en-US" altLang="zh-CN" sz="1100" dirty="0">
                <a:latin typeface="HarmonyOS Sans SC Light" pitchFamily="2" charset="-122"/>
                <a:ea typeface="HarmonyOS Sans SC Light" pitchFamily="2" charset="-122"/>
              </a:rPr>
              <a:t>South Africa</a:t>
            </a:r>
            <a:endParaRPr kumimoji="1" lang="zh-CN" altLang="en-US" sz="1100" dirty="0">
              <a:latin typeface="HarmonyOS Sans SC Light" pitchFamily="2" charset="-122"/>
              <a:ea typeface="HarmonyOS Sans SC Light" pitchFamily="2" charset="-122"/>
            </a:endParaRPr>
          </a:p>
        </p:txBody>
      </p:sp>
      <p:cxnSp>
        <p:nvCxnSpPr>
          <p:cNvPr id="289" name="直线连接符 288">
            <a:extLst>
              <a:ext uri="{FF2B5EF4-FFF2-40B4-BE49-F238E27FC236}">
                <a16:creationId xmlns:a16="http://schemas.microsoft.com/office/drawing/2014/main" id="{2881F1A2-15A5-F866-6D53-3B266FEFFE2B}"/>
              </a:ext>
            </a:extLst>
          </p:cNvPr>
          <p:cNvCxnSpPr>
            <a:cxnSpLocks/>
          </p:cNvCxnSpPr>
          <p:nvPr/>
        </p:nvCxnSpPr>
        <p:spPr>
          <a:xfrm>
            <a:off x="2599765" y="1673612"/>
            <a:ext cx="0" cy="2043753"/>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1" name="直线连接符 290">
            <a:extLst>
              <a:ext uri="{FF2B5EF4-FFF2-40B4-BE49-F238E27FC236}">
                <a16:creationId xmlns:a16="http://schemas.microsoft.com/office/drawing/2014/main" id="{9123748E-7D8C-701E-6A20-36C899E5EA41}"/>
              </a:ext>
            </a:extLst>
          </p:cNvPr>
          <p:cNvCxnSpPr>
            <a:cxnSpLocks/>
          </p:cNvCxnSpPr>
          <p:nvPr/>
        </p:nvCxnSpPr>
        <p:spPr>
          <a:xfrm>
            <a:off x="2599765" y="4224338"/>
            <a:ext cx="0" cy="187642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4" name="直线连接符 293">
            <a:extLst>
              <a:ext uri="{FF2B5EF4-FFF2-40B4-BE49-F238E27FC236}">
                <a16:creationId xmlns:a16="http://schemas.microsoft.com/office/drawing/2014/main" id="{B60BD13C-B30E-5976-74B5-43859DA4F0CA}"/>
              </a:ext>
            </a:extLst>
          </p:cNvPr>
          <p:cNvCxnSpPr>
            <a:cxnSpLocks/>
          </p:cNvCxnSpPr>
          <p:nvPr/>
        </p:nvCxnSpPr>
        <p:spPr>
          <a:xfrm>
            <a:off x="4686807" y="1708350"/>
            <a:ext cx="0" cy="2043753"/>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5" name="直线连接符 294">
            <a:extLst>
              <a:ext uri="{FF2B5EF4-FFF2-40B4-BE49-F238E27FC236}">
                <a16:creationId xmlns:a16="http://schemas.microsoft.com/office/drawing/2014/main" id="{385467DE-B320-564F-4BBA-5A5A20556CD2}"/>
              </a:ext>
            </a:extLst>
          </p:cNvPr>
          <p:cNvCxnSpPr>
            <a:cxnSpLocks/>
          </p:cNvCxnSpPr>
          <p:nvPr/>
        </p:nvCxnSpPr>
        <p:spPr>
          <a:xfrm>
            <a:off x="4686807" y="4259263"/>
            <a:ext cx="0" cy="187642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6" name="直线连接符 295">
            <a:extLst>
              <a:ext uri="{FF2B5EF4-FFF2-40B4-BE49-F238E27FC236}">
                <a16:creationId xmlns:a16="http://schemas.microsoft.com/office/drawing/2014/main" id="{D4FA9B3D-8916-59F6-6DD3-2BA48C3AD8C7}"/>
              </a:ext>
            </a:extLst>
          </p:cNvPr>
          <p:cNvCxnSpPr>
            <a:cxnSpLocks/>
          </p:cNvCxnSpPr>
          <p:nvPr/>
        </p:nvCxnSpPr>
        <p:spPr>
          <a:xfrm>
            <a:off x="6871207" y="1735611"/>
            <a:ext cx="0" cy="2043753"/>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7" name="直线连接符 296">
            <a:extLst>
              <a:ext uri="{FF2B5EF4-FFF2-40B4-BE49-F238E27FC236}">
                <a16:creationId xmlns:a16="http://schemas.microsoft.com/office/drawing/2014/main" id="{AAA41C6D-19A4-5C7D-F87F-A1C6A024B158}"/>
              </a:ext>
            </a:extLst>
          </p:cNvPr>
          <p:cNvCxnSpPr>
            <a:cxnSpLocks/>
          </p:cNvCxnSpPr>
          <p:nvPr/>
        </p:nvCxnSpPr>
        <p:spPr>
          <a:xfrm>
            <a:off x="6871207" y="4286250"/>
            <a:ext cx="0" cy="187642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8" name="直线连接符 297">
            <a:extLst>
              <a:ext uri="{FF2B5EF4-FFF2-40B4-BE49-F238E27FC236}">
                <a16:creationId xmlns:a16="http://schemas.microsoft.com/office/drawing/2014/main" id="{63E2AB8C-ADD2-754D-C679-81A0592B8987}"/>
              </a:ext>
            </a:extLst>
          </p:cNvPr>
          <p:cNvCxnSpPr>
            <a:cxnSpLocks/>
          </p:cNvCxnSpPr>
          <p:nvPr/>
        </p:nvCxnSpPr>
        <p:spPr>
          <a:xfrm>
            <a:off x="9049630" y="1735611"/>
            <a:ext cx="0" cy="2043753"/>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99" name="直线连接符 298">
            <a:extLst>
              <a:ext uri="{FF2B5EF4-FFF2-40B4-BE49-F238E27FC236}">
                <a16:creationId xmlns:a16="http://schemas.microsoft.com/office/drawing/2014/main" id="{F6CB941C-C7B1-DDA6-638B-63F3DD657EC3}"/>
              </a:ext>
            </a:extLst>
          </p:cNvPr>
          <p:cNvCxnSpPr>
            <a:cxnSpLocks/>
          </p:cNvCxnSpPr>
          <p:nvPr/>
        </p:nvCxnSpPr>
        <p:spPr>
          <a:xfrm>
            <a:off x="9049630" y="4286250"/>
            <a:ext cx="0" cy="1876425"/>
          </a:xfrm>
          <a:prstGeom prst="line">
            <a:avLst/>
          </a:prstGeom>
          <a:ln w="12700">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01" name="文本框 300">
            <a:extLst>
              <a:ext uri="{FF2B5EF4-FFF2-40B4-BE49-F238E27FC236}">
                <a16:creationId xmlns:a16="http://schemas.microsoft.com/office/drawing/2014/main" id="{4D42E81D-0D31-A477-3FA6-9038ECE43DAF}"/>
              </a:ext>
            </a:extLst>
          </p:cNvPr>
          <p:cNvSpPr txBox="1"/>
          <p:nvPr/>
        </p:nvSpPr>
        <p:spPr>
          <a:xfrm>
            <a:off x="470743" y="1619379"/>
            <a:ext cx="691215" cy="276999"/>
          </a:xfrm>
          <a:prstGeom prst="rect">
            <a:avLst/>
          </a:prstGeom>
          <a:noFill/>
        </p:spPr>
        <p:txBody>
          <a:bodyPr wrap="none" rtlCol="0">
            <a:spAutoFit/>
          </a:bodyPr>
          <a:lstStyle/>
          <a:p>
            <a:r>
              <a:rPr kumimoji="1" lang="en-US" altLang="zh-CN" sz="1200" dirty="0">
                <a:latin typeface="HarmonyOS Sans SC" pitchFamily="2" charset="-122"/>
                <a:ea typeface="HarmonyOS Sans SC" pitchFamily="2" charset="-122"/>
              </a:rPr>
              <a:t>Global</a:t>
            </a:r>
            <a:r>
              <a:rPr kumimoji="1" lang="en-US" altLang="zh-CN" sz="1200" baseline="30000" dirty="0">
                <a:latin typeface="HarmonyOS Sans SC" pitchFamily="2" charset="-122"/>
                <a:ea typeface="HarmonyOS Sans SC" pitchFamily="2" charset="-122"/>
              </a:rPr>
              <a:t>3</a:t>
            </a:r>
            <a:endParaRPr kumimoji="1" lang="zh-CN" altLang="en-US" sz="1200" baseline="30000" dirty="0">
              <a:latin typeface="HarmonyOS Sans SC" pitchFamily="2" charset="-122"/>
              <a:ea typeface="HarmonyOS Sans SC" pitchFamily="2" charset="-122"/>
            </a:endParaRPr>
          </a:p>
        </p:txBody>
      </p:sp>
    </p:spTree>
    <p:extLst>
      <p:ext uri="{BB962C8B-B14F-4D97-AF65-F5344CB8AC3E}">
        <p14:creationId xmlns:p14="http://schemas.microsoft.com/office/powerpoint/2010/main" val="4147656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ACE8F62-4EB9-DA39-C1D6-E6E7A7754A67}"/>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24" imgW="7772400" imgH="10058400" progId="TCLayout.ActiveDocument.1">
                  <p:embed/>
                </p:oleObj>
              </mc:Choice>
              <mc:Fallback>
                <p:oleObj name="think-cell 幻灯片" r:id="rId24" imgW="7772400" imgH="10058400" progId="TCLayout.ActiveDocument.1">
                  <p:embed/>
                  <p:pic>
                    <p:nvPicPr>
                      <p:cNvPr id="4" name="think-cell data - do not delete" hidden="1">
                        <a:extLst>
                          <a:ext uri="{FF2B5EF4-FFF2-40B4-BE49-F238E27FC236}">
                            <a16:creationId xmlns:a16="http://schemas.microsoft.com/office/drawing/2014/main" id="{4ACE8F62-4EB9-DA39-C1D6-E6E7A7754A67}"/>
                          </a:ext>
                        </a:extLst>
                      </p:cNvPr>
                      <p:cNvPicPr/>
                      <p:nvPr/>
                    </p:nvPicPr>
                    <p:blipFill>
                      <a:blip r:embed="rId25"/>
                      <a:stretch>
                        <a:fillRect/>
                      </a:stretch>
                    </p:blipFill>
                    <p:spPr>
                      <a:xfrm>
                        <a:off x="1588" y="1588"/>
                        <a:ext cx="1227" cy="1588"/>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3BFA4BD0-F3AA-1E66-2947-01246AB12F0F}"/>
              </a:ext>
            </a:extLst>
          </p:cNvPr>
          <p:cNvSpPr txBox="1"/>
          <p:nvPr/>
        </p:nvSpPr>
        <p:spPr>
          <a:xfrm>
            <a:off x="400050" y="251460"/>
            <a:ext cx="11315700" cy="646331"/>
          </a:xfrm>
          <a:prstGeom prst="rect">
            <a:avLst/>
          </a:prstGeom>
          <a:noFill/>
        </p:spPr>
        <p:txBody>
          <a:bodyPr wrap="square" rtlCol="0">
            <a:spAutoFit/>
          </a:bodyPr>
          <a:lstStyle/>
          <a:p>
            <a:r>
              <a:rPr kumimoji="1" lang="en-US" altLang="zh-CN" dirty="0">
                <a:latin typeface="HarmonyOS Sans SC Medium" pitchFamily="2" charset="-122"/>
                <a:ea typeface="HarmonyOS Sans SC Medium" pitchFamily="2" charset="-122"/>
              </a:rPr>
              <a:t>European </a:t>
            </a:r>
            <a:r>
              <a:rPr kumimoji="1" lang="en-US" altLang="zh-CN" dirty="0" err="1">
                <a:latin typeface="HarmonyOS Sans SC Medium" pitchFamily="2" charset="-122"/>
                <a:ea typeface="HarmonyOS Sans SC Medium" pitchFamily="2" charset="-122"/>
              </a:rPr>
              <a:t>fintechs</a:t>
            </a:r>
            <a:r>
              <a:rPr kumimoji="1" lang="en-US" altLang="zh-CN" dirty="0">
                <a:latin typeface="HarmonyOS Sans SC Medium" pitchFamily="2" charset="-122"/>
                <a:ea typeface="HarmonyOS Sans SC Medium" pitchFamily="2" charset="-122"/>
              </a:rPr>
              <a:t> could have significant growth potential if all countries caught up with the best in region.</a:t>
            </a:r>
            <a:endParaRPr kumimoji="1" lang="zh-CN" altLang="en-US" baseline="30000" dirty="0">
              <a:latin typeface="HarmonyOS Sans SC Medium" pitchFamily="2" charset="-122"/>
              <a:ea typeface="HarmonyOS Sans SC Medium" pitchFamily="2" charset="-122"/>
            </a:endParaRPr>
          </a:p>
        </p:txBody>
      </p:sp>
      <p:sp>
        <p:nvSpPr>
          <p:cNvPr id="6" name="文本框 5">
            <a:extLst>
              <a:ext uri="{FF2B5EF4-FFF2-40B4-BE49-F238E27FC236}">
                <a16:creationId xmlns:a16="http://schemas.microsoft.com/office/drawing/2014/main" id="{0EACF265-B6D7-EC4A-3DBA-5631A3CFD07C}"/>
              </a:ext>
            </a:extLst>
          </p:cNvPr>
          <p:cNvSpPr txBox="1"/>
          <p:nvPr/>
        </p:nvSpPr>
        <p:spPr>
          <a:xfrm>
            <a:off x="1211580" y="1572819"/>
            <a:ext cx="2177199" cy="307777"/>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Fintech jobs,</a:t>
            </a:r>
            <a:r>
              <a:rPr kumimoji="1" lang="en-US" altLang="zh-CN" sz="1400" b="1" baseline="30000" dirty="0">
                <a:latin typeface="HarmonyOS Sans SC Light" pitchFamily="2" charset="-122"/>
                <a:ea typeface="HarmonyOS Sans SC Light" pitchFamily="2" charset="-122"/>
              </a:rPr>
              <a:t>2</a:t>
            </a:r>
            <a:r>
              <a:rPr kumimoji="1" lang="en-US" altLang="zh-CN" sz="1400" baseline="30000" dirty="0">
                <a:latin typeface="HarmonyOS Sans SC Light" pitchFamily="2" charset="-122"/>
                <a:ea typeface="HarmonyOS Sans SC Light" pitchFamily="2" charset="-122"/>
              </a:rPr>
              <a:t> </a:t>
            </a:r>
            <a:r>
              <a:rPr kumimoji="1" lang="en-US" altLang="zh-CN" sz="1400" dirty="0">
                <a:latin typeface="HarmonyOS Sans SC Light" pitchFamily="2" charset="-122"/>
                <a:ea typeface="HarmonyOS Sans SC Light" pitchFamily="2" charset="-122"/>
              </a:rPr>
              <a:t>thousands</a:t>
            </a:r>
            <a:endParaRPr kumimoji="1" lang="zh-CN" altLang="en-US" sz="1400" dirty="0">
              <a:latin typeface="HarmonyOS Sans SC Light" pitchFamily="2" charset="-122"/>
              <a:ea typeface="HarmonyOS Sans SC Light" pitchFamily="2" charset="-122"/>
            </a:endParaRPr>
          </a:p>
        </p:txBody>
      </p:sp>
      <p:graphicFrame>
        <p:nvGraphicFramePr>
          <p:cNvPr id="131" name="Chart 3">
            <a:extLst>
              <a:ext uri="{FF2B5EF4-FFF2-40B4-BE49-F238E27FC236}">
                <a16:creationId xmlns:a16="http://schemas.microsoft.com/office/drawing/2014/main" id="{ED52623B-33DE-8D69-7D41-46F497FDA6C3}"/>
              </a:ext>
            </a:extLst>
          </p:cNvPr>
          <p:cNvGraphicFramePr/>
          <p:nvPr>
            <p:custDataLst>
              <p:tags r:id="rId2"/>
            </p:custDataLst>
          </p:nvPr>
        </p:nvGraphicFramePr>
        <p:xfrm>
          <a:off x="317500" y="1858963"/>
          <a:ext cx="3929063" cy="3546475"/>
        </p:xfrm>
        <a:graphic>
          <a:graphicData uri="http://schemas.openxmlformats.org/drawingml/2006/chart">
            <c:chart xmlns:c="http://schemas.openxmlformats.org/drawingml/2006/chart" xmlns:r="http://schemas.openxmlformats.org/officeDocument/2006/relationships" r:id="rId26"/>
          </a:graphicData>
        </a:graphic>
      </p:graphicFrame>
      <p:sp>
        <p:nvSpPr>
          <p:cNvPr id="7" name="文本占位符 2">
            <a:extLst>
              <a:ext uri="{FF2B5EF4-FFF2-40B4-BE49-F238E27FC236}">
                <a16:creationId xmlns:a16="http://schemas.microsoft.com/office/drawing/2014/main" id="{5BCF6B2E-D134-94E5-4B4A-27A581E370AE}"/>
              </a:ext>
            </a:extLst>
          </p:cNvPr>
          <p:cNvSpPr txBox="1">
            <a:spLocks/>
          </p:cNvSpPr>
          <p:nvPr>
            <p:custDataLst>
              <p:tags r:id="rId3"/>
            </p:custDataLst>
          </p:nvPr>
        </p:nvSpPr>
        <p:spPr bwMode="auto">
          <a:xfrm>
            <a:off x="966788" y="5189538"/>
            <a:ext cx="7493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6724183-16CF-460E-82D2-7A26F140B0B5}" type="datetime'''''''''S''''t''at''''''''''''''''''us'' q''''''''''''''''uo'">
              <a:rPr kumimoji="1" lang="en-US" altLang="en-US" sz="1200" smtClean="0">
                <a:latin typeface="HarmonyOS Sans SC Light" pitchFamily="2" charset="-122"/>
                <a:ea typeface="HarmonyOS Sans SC Light" pitchFamily="2" charset="-122"/>
                <a:sym typeface="HarmonyOS Sans SC Light" pitchFamily="2" charset="-122"/>
              </a:rPr>
              <a:pPr/>
              <a:t>Status quo</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21" name="文本占位符 2">
            <a:extLst>
              <a:ext uri="{FF2B5EF4-FFF2-40B4-BE49-F238E27FC236}">
                <a16:creationId xmlns:a16="http://schemas.microsoft.com/office/drawing/2014/main" id="{77C16A9B-E6A8-CC42-E380-1D6AFFE1CA3D}"/>
              </a:ext>
            </a:extLst>
          </p:cNvPr>
          <p:cNvSpPr txBox="1">
            <a:spLocks/>
          </p:cNvSpPr>
          <p:nvPr>
            <p:custDataLst>
              <p:tags r:id="rId4"/>
            </p:custDataLst>
          </p:nvPr>
        </p:nvSpPr>
        <p:spPr bwMode="auto">
          <a:xfrm>
            <a:off x="2914650" y="5189538"/>
            <a:ext cx="6159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512A13A2-DD5C-43D3-848B-9F1BC2B1A62F}" type="datetime'''''''P''''''o''''t''e''n''''t''''''i''al'''''''''''''''''''''">
              <a:rPr kumimoji="1" lang="en-US" altLang="en-US" sz="1200" smtClean="0">
                <a:latin typeface="HarmonyOS Sans SC Light" pitchFamily="2" charset="-122"/>
                <a:ea typeface="HarmonyOS Sans SC Light" pitchFamily="2" charset="-122"/>
                <a:sym typeface="HarmonyOS Sans SC Light" pitchFamily="2" charset="-122"/>
              </a:rPr>
              <a:pPr/>
              <a:t>Potential</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4" name="文本占位符 2">
            <a:extLst>
              <a:ext uri="{FF2B5EF4-FFF2-40B4-BE49-F238E27FC236}">
                <a16:creationId xmlns:a16="http://schemas.microsoft.com/office/drawing/2014/main" id="{C273169B-214E-3E1B-0520-0F94C12DD246}"/>
              </a:ext>
            </a:extLst>
          </p:cNvPr>
          <p:cNvSpPr txBox="1">
            <a:spLocks/>
          </p:cNvSpPr>
          <p:nvPr>
            <p:custDataLst>
              <p:tags r:id="rId5"/>
            </p:custDataLst>
          </p:nvPr>
        </p:nvSpPr>
        <p:spPr bwMode="gray">
          <a:xfrm>
            <a:off x="1193801" y="3833813"/>
            <a:ext cx="2968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31EFDD1-D0BD-4CB3-A061-7630F710CAC5}" type="datetime'''''''''''''''''''''''''''''''''''''''1''''''35'">
              <a:rPr kumimoji="1" lang="zh-CN" altLang="en-US" sz="1200" smtClean="0">
                <a:latin typeface="HarmonyOS Sans SC Light" pitchFamily="2" charset="-122"/>
                <a:ea typeface="HarmonyOS Sans SC Light" pitchFamily="2" charset="-122"/>
                <a:sym typeface="HarmonyOS Sans SC Light" pitchFamily="2" charset="-122"/>
              </a:rPr>
              <a:pPr/>
              <a:t>135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5" name="文本占位符 2">
            <a:extLst>
              <a:ext uri="{FF2B5EF4-FFF2-40B4-BE49-F238E27FC236}">
                <a16:creationId xmlns:a16="http://schemas.microsoft.com/office/drawing/2014/main" id="{DF8AEC7E-CA26-1A94-0E13-839F4D088EB9}"/>
              </a:ext>
            </a:extLst>
          </p:cNvPr>
          <p:cNvSpPr txBox="1">
            <a:spLocks/>
          </p:cNvSpPr>
          <p:nvPr>
            <p:custDataLst>
              <p:tags r:id="rId6"/>
            </p:custDataLst>
          </p:nvPr>
        </p:nvSpPr>
        <p:spPr bwMode="gray">
          <a:xfrm>
            <a:off x="3074989" y="1935163"/>
            <a:ext cx="2968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7CBDF37B-FADC-42D5-87CD-328F6AE3D63F}" type="datetime'36''''''''''''''''''''''''''''''''''''''5'''">
              <a:rPr kumimoji="1" lang="zh-CN" altLang="en-US" sz="1200" smtClean="0">
                <a:latin typeface="HarmonyOS Sans SC Light" pitchFamily="2" charset="-122"/>
                <a:ea typeface="HarmonyOS Sans SC Light" pitchFamily="2" charset="-122"/>
                <a:sym typeface="HarmonyOS Sans SC Light" pitchFamily="2" charset="-122"/>
              </a:rPr>
              <a:pPr/>
              <a:t>365</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48" name="文本框 47">
            <a:extLst>
              <a:ext uri="{FF2B5EF4-FFF2-40B4-BE49-F238E27FC236}">
                <a16:creationId xmlns:a16="http://schemas.microsoft.com/office/drawing/2014/main" id="{0622B625-8F78-809E-625C-5C917F9F855B}"/>
              </a:ext>
            </a:extLst>
          </p:cNvPr>
          <p:cNvSpPr txBox="1"/>
          <p:nvPr/>
        </p:nvSpPr>
        <p:spPr>
          <a:xfrm>
            <a:off x="317500" y="5458361"/>
            <a:ext cx="11563985" cy="1323439"/>
          </a:xfrm>
          <a:prstGeom prst="rect">
            <a:avLst/>
          </a:prstGeom>
          <a:noFill/>
        </p:spPr>
        <p:txBody>
          <a:bodyPr wrap="square" rtlCol="0">
            <a:spAutoFit/>
          </a:bodyPr>
          <a:lstStyle/>
          <a:p>
            <a:r>
              <a:rPr kumimoji="1" lang="en-US" altLang="zh-CN" sz="1000" dirty="0">
                <a:latin typeface="HarmonyOS Sans SC Light" pitchFamily="2" charset="-122"/>
                <a:ea typeface="HarmonyOS Sans SC Light" pitchFamily="2" charset="-122"/>
              </a:rPr>
              <a:t>Note: Figures may not sum, because of rounding.</a:t>
            </a:r>
          </a:p>
          <a:p>
            <a:r>
              <a:rPr kumimoji="1" lang="en-US" altLang="zh-CN" sz="1000" baseline="30000" dirty="0">
                <a:latin typeface="HarmonyOS Sans SC Light" pitchFamily="2" charset="-122"/>
                <a:ea typeface="HarmonyOS Sans SC Light" pitchFamily="2" charset="-122"/>
              </a:rPr>
              <a:t>1</a:t>
            </a:r>
            <a:r>
              <a:rPr kumimoji="1" lang="en-US" altLang="zh-CN" sz="1000" dirty="0">
                <a:latin typeface="HarmonyOS Sans SC Light" pitchFamily="2" charset="-122"/>
                <a:ea typeface="HarmonyOS Sans SC Light" pitchFamily="2" charset="-122"/>
              </a:rPr>
              <a:t>Numbers current as of end of June 2022 for United Kingdom, top third </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Denmark, Estonia, Ireland, Luxembourg, Netherlands, Sweden, and Switzerland</a:t>
            </a:r>
            <a:r>
              <a:rPr kumimoji="1" lang="zh-CN" altLang="en-US" sz="1000" dirty="0">
                <a:latin typeface="HarmonyOS Sans SC Light" pitchFamily="2" charset="-122"/>
                <a:ea typeface="HarmonyOS Sans SC Light" pitchFamily="2" charset="-122"/>
              </a:rPr>
              <a:t>）， </a:t>
            </a:r>
            <a:r>
              <a:rPr kumimoji="1" lang="en-US" altLang="zh-CN" sz="1000" dirty="0">
                <a:latin typeface="HarmonyOS Sans SC Light" pitchFamily="2" charset="-122"/>
                <a:ea typeface="HarmonyOS Sans SC Light" pitchFamily="2" charset="-122"/>
              </a:rPr>
              <a:t>and middle and bottom third </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Austria, Belgium, Bulgaria, Croatia, Cyprus, Czech Republic, Finland, France, Germany, Greece, Hungary, Italy, Latvia, Lithuania</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Poland, Portugal, Romania, Slovakia, Slovenia, and Spain</a:t>
            </a:r>
            <a:r>
              <a:rPr kumimoji="1" lang="zh-CN" altLang="en-US" sz="1000" dirty="0">
                <a:latin typeface="HarmonyOS Sans SC Light" pitchFamily="2" charset="-122"/>
                <a:ea typeface="HarmonyOS Sans SC Light" pitchFamily="2" charset="-122"/>
              </a:rPr>
              <a:t>）</a:t>
            </a:r>
            <a:r>
              <a:rPr kumimoji="1" lang="en-US" altLang="zh-CN" sz="1000" dirty="0">
                <a:latin typeface="HarmonyOS Sans SC Light" pitchFamily="2" charset="-122"/>
                <a:ea typeface="HarmonyOS Sans SC Light" pitchFamily="2" charset="-122"/>
              </a:rPr>
              <a:t>.</a:t>
            </a:r>
          </a:p>
          <a:p>
            <a:r>
              <a:rPr kumimoji="1" lang="en-US" altLang="zh-CN" sz="1000" baseline="30000" dirty="0">
                <a:latin typeface="HarmonyOS Sans SC Light" pitchFamily="2" charset="-122"/>
                <a:ea typeface="HarmonyOS Sans SC Light" pitchFamily="2" charset="-122"/>
              </a:rPr>
              <a:t>2</a:t>
            </a:r>
            <a:r>
              <a:rPr kumimoji="1" lang="en-US" altLang="zh-CN" sz="1000" dirty="0">
                <a:latin typeface="HarmonyOS Sans SC Light" pitchFamily="2" charset="-122"/>
                <a:ea typeface="HarmonyOS Sans SC Light" pitchFamily="2" charset="-122"/>
              </a:rPr>
              <a:t>Ambition level determined as EU followers compared with EU leaders' potential and EU leaders compared with UK's potential.</a:t>
            </a:r>
          </a:p>
          <a:p>
            <a:r>
              <a:rPr kumimoji="1" lang="en-US" altLang="zh-CN" sz="1000" baseline="30000" dirty="0">
                <a:latin typeface="HarmonyOS Sans SC Light" pitchFamily="2" charset="-122"/>
                <a:ea typeface="HarmonyOS Sans SC Light" pitchFamily="2" charset="-122"/>
              </a:rPr>
              <a:t>3</a:t>
            </a:r>
            <a:r>
              <a:rPr kumimoji="1" lang="en-US" altLang="zh-CN" sz="1000" dirty="0">
                <a:latin typeface="HarmonyOS Sans SC Light" pitchFamily="2" charset="-122"/>
                <a:ea typeface="HarmonyOS Sans SC Light" pitchFamily="2" charset="-122"/>
              </a:rPr>
              <a:t>Normalized to total employment in respective market's financial industry.</a:t>
            </a:r>
          </a:p>
          <a:p>
            <a:r>
              <a:rPr kumimoji="1" lang="en-US" altLang="zh-CN" sz="1000" baseline="30000" dirty="0">
                <a:latin typeface="HarmonyOS Sans SC Light" pitchFamily="2" charset="-122"/>
                <a:ea typeface="HarmonyOS Sans SC Light" pitchFamily="2" charset="-122"/>
              </a:rPr>
              <a:t>4</a:t>
            </a:r>
            <a:r>
              <a:rPr kumimoji="1" lang="en-US" altLang="zh-CN" sz="1000" dirty="0">
                <a:latin typeface="HarmonyOS Sans SC Light" pitchFamily="2" charset="-122"/>
                <a:ea typeface="HarmonyOS Sans SC Light" pitchFamily="2" charset="-122"/>
              </a:rPr>
              <a:t>Normalized to gross fixed capital formation of respective market.</a:t>
            </a:r>
          </a:p>
          <a:p>
            <a:r>
              <a:rPr kumimoji="1" lang="en-US" altLang="zh-CN" sz="1000" baseline="30000" dirty="0">
                <a:latin typeface="HarmonyOS Sans SC Light" pitchFamily="2" charset="-122"/>
                <a:ea typeface="HarmonyOS Sans SC Light" pitchFamily="2" charset="-122"/>
              </a:rPr>
              <a:t>5</a:t>
            </a:r>
            <a:r>
              <a:rPr kumimoji="1" lang="en-US" altLang="zh-CN" sz="1000" dirty="0">
                <a:latin typeface="HarmonyOS Sans SC Light" pitchFamily="2" charset="-122"/>
                <a:ea typeface="HarmonyOS Sans SC Light" pitchFamily="2" charset="-122"/>
              </a:rPr>
              <a:t>Normalized to GDP of respective market.</a:t>
            </a:r>
          </a:p>
          <a:p>
            <a:r>
              <a:rPr kumimoji="1" lang="en-US" altLang="zh-CN" sz="1000" dirty="0">
                <a:latin typeface="HarmonyOS Sans SC Light" pitchFamily="2" charset="-122"/>
                <a:ea typeface="HarmonyOS Sans SC Light" pitchFamily="2" charset="-122"/>
              </a:rPr>
              <a:t>Source: </a:t>
            </a:r>
            <a:r>
              <a:rPr kumimoji="1" lang="en-US" altLang="zh-CN" sz="1000" dirty="0" err="1">
                <a:latin typeface="HarmonyOS Sans SC Light" pitchFamily="2" charset="-122"/>
                <a:ea typeface="HarmonyOS Sans SC Light" pitchFamily="2" charset="-122"/>
              </a:rPr>
              <a:t>Dealroom.co</a:t>
            </a:r>
            <a:r>
              <a:rPr kumimoji="1" lang="en-US" altLang="zh-CN" sz="1000" dirty="0">
                <a:latin typeface="HarmonyOS Sans SC Light" pitchFamily="2" charset="-122"/>
                <a:ea typeface="HarmonyOS Sans SC Light" pitchFamily="2" charset="-122"/>
              </a:rPr>
              <a:t>; McKinsey analysis</a:t>
            </a:r>
            <a:endParaRPr kumimoji="1" lang="zh-CN" altLang="en-US" sz="1000" dirty="0">
              <a:latin typeface="HarmonyOS Sans SC Light" pitchFamily="2" charset="-122"/>
              <a:ea typeface="HarmonyOS Sans SC Light" pitchFamily="2" charset="-122"/>
            </a:endParaRPr>
          </a:p>
        </p:txBody>
      </p:sp>
      <p:cxnSp>
        <p:nvCxnSpPr>
          <p:cNvPr id="107" name="直线连接符 106">
            <a:extLst>
              <a:ext uri="{FF2B5EF4-FFF2-40B4-BE49-F238E27FC236}">
                <a16:creationId xmlns:a16="http://schemas.microsoft.com/office/drawing/2014/main" id="{3CE2DA5E-BC5F-E315-4A23-B3CF819C1472}"/>
              </a:ext>
            </a:extLst>
          </p:cNvPr>
          <p:cNvCxnSpPr/>
          <p:nvPr/>
        </p:nvCxnSpPr>
        <p:spPr>
          <a:xfrm flipH="1">
            <a:off x="1100029" y="2140268"/>
            <a:ext cx="179228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9" name="直线箭头连接符 108">
            <a:extLst>
              <a:ext uri="{FF2B5EF4-FFF2-40B4-BE49-F238E27FC236}">
                <a16:creationId xmlns:a16="http://schemas.microsoft.com/office/drawing/2014/main" id="{07F1848E-497B-C797-60A9-6EB8E95E6F21}"/>
              </a:ext>
            </a:extLst>
          </p:cNvPr>
          <p:cNvCxnSpPr/>
          <p:nvPr/>
        </p:nvCxnSpPr>
        <p:spPr>
          <a:xfrm flipV="1">
            <a:off x="1341437" y="2160740"/>
            <a:ext cx="0" cy="167307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0" name="文本框 109">
            <a:extLst>
              <a:ext uri="{FF2B5EF4-FFF2-40B4-BE49-F238E27FC236}">
                <a16:creationId xmlns:a16="http://schemas.microsoft.com/office/drawing/2014/main" id="{8E9B55A9-BA65-F7E0-D037-1FC05D1C9A43}"/>
              </a:ext>
            </a:extLst>
          </p:cNvPr>
          <p:cNvSpPr txBox="1"/>
          <p:nvPr/>
        </p:nvSpPr>
        <p:spPr>
          <a:xfrm>
            <a:off x="962968" y="2945578"/>
            <a:ext cx="756937" cy="769441"/>
          </a:xfrm>
          <a:prstGeom prst="rect">
            <a:avLst/>
          </a:prstGeom>
          <a:solidFill>
            <a:schemeClr val="bg1"/>
          </a:solidFill>
        </p:spPr>
        <p:txBody>
          <a:bodyPr wrap="none" rtlCol="0">
            <a:spAutoFit/>
          </a:bodyPr>
          <a:lstStyle/>
          <a:p>
            <a:pPr algn="ctr"/>
            <a:r>
              <a:rPr kumimoji="1" lang="en-US" altLang="zh-CN" sz="1400" dirty="0">
                <a:latin typeface="HarmonyOS Sans SC Medium" pitchFamily="2" charset="-122"/>
                <a:ea typeface="HarmonyOS Sans SC Medium" pitchFamily="2" charset="-122"/>
              </a:rPr>
              <a:t>~2.7x</a:t>
            </a:r>
          </a:p>
          <a:p>
            <a:pPr algn="ctr"/>
            <a:r>
              <a:rPr kumimoji="1" lang="en-US" altLang="zh-CN" sz="1000" dirty="0">
                <a:latin typeface="HarmonyOS Sans SC Light" pitchFamily="2" charset="-122"/>
                <a:ea typeface="HarmonyOS Sans SC Light" pitchFamily="2" charset="-122"/>
              </a:rPr>
              <a:t>~230,000</a:t>
            </a:r>
          </a:p>
          <a:p>
            <a:pPr algn="ctr"/>
            <a:r>
              <a:rPr kumimoji="1" lang="en-US" altLang="zh-CN" sz="1000" dirty="0">
                <a:latin typeface="HarmonyOS Sans SC Light" pitchFamily="2" charset="-122"/>
                <a:ea typeface="HarmonyOS Sans SC Light" pitchFamily="2" charset="-122"/>
              </a:rPr>
              <a:t>additional</a:t>
            </a:r>
          </a:p>
          <a:p>
            <a:pPr algn="ctr"/>
            <a:r>
              <a:rPr kumimoji="1" lang="en-US" altLang="zh-CN" sz="1000" dirty="0">
                <a:latin typeface="HarmonyOS Sans SC Light" pitchFamily="2" charset="-122"/>
                <a:ea typeface="HarmonyOS Sans SC Light" pitchFamily="2" charset="-122"/>
              </a:rPr>
              <a:t>jobs</a:t>
            </a:r>
            <a:endParaRPr kumimoji="1" lang="zh-CN" altLang="en-US" sz="1000" dirty="0">
              <a:latin typeface="HarmonyOS Sans SC Light" pitchFamily="2" charset="-122"/>
              <a:ea typeface="HarmonyOS Sans SC Light" pitchFamily="2" charset="-122"/>
            </a:endParaRPr>
          </a:p>
        </p:txBody>
      </p:sp>
      <p:cxnSp>
        <p:nvCxnSpPr>
          <p:cNvPr id="111" name="直线连接符 110">
            <a:extLst>
              <a:ext uri="{FF2B5EF4-FFF2-40B4-BE49-F238E27FC236}">
                <a16:creationId xmlns:a16="http://schemas.microsoft.com/office/drawing/2014/main" id="{37D70F88-307E-B907-EFE6-157DEB84EC0B}"/>
              </a:ext>
            </a:extLst>
          </p:cNvPr>
          <p:cNvCxnSpPr>
            <a:cxnSpLocks/>
          </p:cNvCxnSpPr>
          <p:nvPr/>
        </p:nvCxnSpPr>
        <p:spPr>
          <a:xfrm flipH="1">
            <a:off x="1655840" y="4538327"/>
            <a:ext cx="34033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3" name="直线连接符 112">
            <a:extLst>
              <a:ext uri="{FF2B5EF4-FFF2-40B4-BE49-F238E27FC236}">
                <a16:creationId xmlns:a16="http://schemas.microsoft.com/office/drawing/2014/main" id="{C93ECFA1-74D2-5759-8EEB-4DEAB0FA5372}"/>
              </a:ext>
            </a:extLst>
          </p:cNvPr>
          <p:cNvCxnSpPr>
            <a:cxnSpLocks/>
          </p:cNvCxnSpPr>
          <p:nvPr/>
        </p:nvCxnSpPr>
        <p:spPr>
          <a:xfrm flipH="1">
            <a:off x="1778415" y="2632323"/>
            <a:ext cx="111390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5" name="直线箭头连接符 114">
            <a:extLst>
              <a:ext uri="{FF2B5EF4-FFF2-40B4-BE49-F238E27FC236}">
                <a16:creationId xmlns:a16="http://schemas.microsoft.com/office/drawing/2014/main" id="{37974C18-976F-D9A6-A62A-4D1F1B843A17}"/>
              </a:ext>
            </a:extLst>
          </p:cNvPr>
          <p:cNvCxnSpPr>
            <a:cxnSpLocks/>
          </p:cNvCxnSpPr>
          <p:nvPr/>
        </p:nvCxnSpPr>
        <p:spPr>
          <a:xfrm flipV="1">
            <a:off x="1826006" y="2632323"/>
            <a:ext cx="0" cy="190143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7" name="文本框 116">
            <a:extLst>
              <a:ext uri="{FF2B5EF4-FFF2-40B4-BE49-F238E27FC236}">
                <a16:creationId xmlns:a16="http://schemas.microsoft.com/office/drawing/2014/main" id="{DFB87512-D614-68AA-CD0B-169F56EAE258}"/>
              </a:ext>
            </a:extLst>
          </p:cNvPr>
          <p:cNvSpPr txBox="1"/>
          <p:nvPr/>
        </p:nvSpPr>
        <p:spPr>
          <a:xfrm>
            <a:off x="1510054" y="2750789"/>
            <a:ext cx="631904" cy="307777"/>
          </a:xfrm>
          <a:prstGeom prst="rect">
            <a:avLst/>
          </a:prstGeom>
          <a:solidFill>
            <a:schemeClr val="bg1"/>
          </a:solidFill>
        </p:spPr>
        <p:txBody>
          <a:bodyPr wrap="none" rtlCol="0">
            <a:spAutoFit/>
          </a:bodyPr>
          <a:lstStyle/>
          <a:p>
            <a:r>
              <a:rPr kumimoji="1" lang="en-US" altLang="zh-CN" sz="1400" dirty="0">
                <a:latin typeface="HarmonyOS Sans SC Medium" pitchFamily="2" charset="-122"/>
                <a:ea typeface="HarmonyOS Sans SC Medium" pitchFamily="2" charset="-122"/>
              </a:rPr>
              <a:t>~2.7x</a:t>
            </a:r>
          </a:p>
        </p:txBody>
      </p:sp>
      <p:cxnSp>
        <p:nvCxnSpPr>
          <p:cNvPr id="119" name="直线连接符 118">
            <a:extLst>
              <a:ext uri="{FF2B5EF4-FFF2-40B4-BE49-F238E27FC236}">
                <a16:creationId xmlns:a16="http://schemas.microsoft.com/office/drawing/2014/main" id="{656F9F19-D215-FEC6-8353-0241F724F40B}"/>
              </a:ext>
            </a:extLst>
          </p:cNvPr>
          <p:cNvCxnSpPr>
            <a:cxnSpLocks/>
          </p:cNvCxnSpPr>
          <p:nvPr/>
        </p:nvCxnSpPr>
        <p:spPr>
          <a:xfrm flipH="1">
            <a:off x="1655840" y="4778133"/>
            <a:ext cx="109744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1" name="直线箭头连接符 120">
            <a:extLst>
              <a:ext uri="{FF2B5EF4-FFF2-40B4-BE49-F238E27FC236}">
                <a16:creationId xmlns:a16="http://schemas.microsoft.com/office/drawing/2014/main" id="{0FD413F2-70D1-4873-541A-2B2598AEC868}"/>
              </a:ext>
            </a:extLst>
          </p:cNvPr>
          <p:cNvCxnSpPr>
            <a:cxnSpLocks/>
          </p:cNvCxnSpPr>
          <p:nvPr/>
        </p:nvCxnSpPr>
        <p:spPr>
          <a:xfrm flipV="1">
            <a:off x="2559991" y="3080004"/>
            <a:ext cx="0" cy="1698129"/>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直线连接符 123">
            <a:extLst>
              <a:ext uri="{FF2B5EF4-FFF2-40B4-BE49-F238E27FC236}">
                <a16:creationId xmlns:a16="http://schemas.microsoft.com/office/drawing/2014/main" id="{D5679879-5FE7-8163-7727-5EADB0109C67}"/>
              </a:ext>
            </a:extLst>
          </p:cNvPr>
          <p:cNvCxnSpPr>
            <a:cxnSpLocks/>
          </p:cNvCxnSpPr>
          <p:nvPr/>
        </p:nvCxnSpPr>
        <p:spPr>
          <a:xfrm flipH="1">
            <a:off x="2484344" y="3058566"/>
            <a:ext cx="40797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27" name="文本框 126">
            <a:extLst>
              <a:ext uri="{FF2B5EF4-FFF2-40B4-BE49-F238E27FC236}">
                <a16:creationId xmlns:a16="http://schemas.microsoft.com/office/drawing/2014/main" id="{A425E419-3B7E-0479-873A-444A9B118170}"/>
              </a:ext>
            </a:extLst>
          </p:cNvPr>
          <p:cNvSpPr txBox="1"/>
          <p:nvPr/>
        </p:nvSpPr>
        <p:spPr>
          <a:xfrm>
            <a:off x="2244039" y="3865850"/>
            <a:ext cx="631904" cy="307777"/>
          </a:xfrm>
          <a:prstGeom prst="rect">
            <a:avLst/>
          </a:prstGeom>
          <a:solidFill>
            <a:schemeClr val="bg1"/>
          </a:solidFill>
        </p:spPr>
        <p:txBody>
          <a:bodyPr wrap="none" rtlCol="0">
            <a:spAutoFit/>
          </a:bodyPr>
          <a:lstStyle/>
          <a:p>
            <a:r>
              <a:rPr kumimoji="1" lang="en-US" altLang="zh-CN" sz="1400" dirty="0">
                <a:latin typeface="HarmonyOS Sans SC Medium" pitchFamily="2" charset="-122"/>
                <a:ea typeface="HarmonyOS Sans SC Medium" pitchFamily="2" charset="-122"/>
              </a:rPr>
              <a:t>~6.0x</a:t>
            </a:r>
          </a:p>
        </p:txBody>
      </p:sp>
      <p:sp>
        <p:nvSpPr>
          <p:cNvPr id="132" name="文本框 131">
            <a:extLst>
              <a:ext uri="{FF2B5EF4-FFF2-40B4-BE49-F238E27FC236}">
                <a16:creationId xmlns:a16="http://schemas.microsoft.com/office/drawing/2014/main" id="{E4064EC4-4C8F-C458-9164-DFDD14905968}"/>
              </a:ext>
            </a:extLst>
          </p:cNvPr>
          <p:cNvSpPr txBox="1"/>
          <p:nvPr/>
        </p:nvSpPr>
        <p:spPr>
          <a:xfrm>
            <a:off x="4999038" y="1572184"/>
            <a:ext cx="2178050" cy="307975"/>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Fintech jobs,</a:t>
            </a:r>
            <a:r>
              <a:rPr kumimoji="1" lang="en-US" altLang="zh-CN" sz="1400" b="1" baseline="30000" dirty="0">
                <a:latin typeface="HarmonyOS Sans SC Light" pitchFamily="2" charset="-122"/>
                <a:ea typeface="HarmonyOS Sans SC Light" pitchFamily="2" charset="-122"/>
              </a:rPr>
              <a:t>2</a:t>
            </a:r>
            <a:r>
              <a:rPr kumimoji="1" lang="en-US" altLang="zh-CN" sz="1400" baseline="30000" dirty="0">
                <a:latin typeface="HarmonyOS Sans SC Light" pitchFamily="2" charset="-122"/>
                <a:ea typeface="HarmonyOS Sans SC Light" pitchFamily="2" charset="-122"/>
              </a:rPr>
              <a:t> </a:t>
            </a:r>
            <a:r>
              <a:rPr kumimoji="1" lang="en-US" altLang="zh-CN" sz="1400" dirty="0">
                <a:latin typeface="HarmonyOS Sans SC Light" pitchFamily="2" charset="-122"/>
                <a:ea typeface="HarmonyOS Sans SC Light" pitchFamily="2" charset="-122"/>
              </a:rPr>
              <a:t>thousands</a:t>
            </a:r>
            <a:endParaRPr kumimoji="1" lang="zh-CN" altLang="en-US" sz="1400" dirty="0">
              <a:latin typeface="HarmonyOS Sans SC Light" pitchFamily="2" charset="-122"/>
              <a:ea typeface="HarmonyOS Sans SC Light" pitchFamily="2" charset="-122"/>
            </a:endParaRPr>
          </a:p>
        </p:txBody>
      </p:sp>
      <p:graphicFrame>
        <p:nvGraphicFramePr>
          <p:cNvPr id="195" name="Chart 3">
            <a:extLst>
              <a:ext uri="{FF2B5EF4-FFF2-40B4-BE49-F238E27FC236}">
                <a16:creationId xmlns:a16="http://schemas.microsoft.com/office/drawing/2014/main" id="{640EB9B3-6487-7CFD-A954-0C2754ACC091}"/>
              </a:ext>
            </a:extLst>
          </p:cNvPr>
          <p:cNvGraphicFramePr/>
          <p:nvPr>
            <p:custDataLst>
              <p:tags r:id="rId7"/>
            </p:custDataLst>
          </p:nvPr>
        </p:nvGraphicFramePr>
        <p:xfrm>
          <a:off x="4105275" y="1858963"/>
          <a:ext cx="3929063" cy="3546475"/>
        </p:xfrm>
        <a:graphic>
          <a:graphicData uri="http://schemas.openxmlformats.org/drawingml/2006/chart">
            <c:chart xmlns:c="http://schemas.openxmlformats.org/drawingml/2006/chart" xmlns:r="http://schemas.openxmlformats.org/officeDocument/2006/relationships" r:id="rId27"/>
          </a:graphicData>
        </a:graphic>
      </p:graphicFrame>
      <p:sp>
        <p:nvSpPr>
          <p:cNvPr id="134" name="文本占位符 2">
            <a:extLst>
              <a:ext uri="{FF2B5EF4-FFF2-40B4-BE49-F238E27FC236}">
                <a16:creationId xmlns:a16="http://schemas.microsoft.com/office/drawing/2014/main" id="{1799A5B3-F1BA-EA68-FF47-11C59C7FF0F4}"/>
              </a:ext>
            </a:extLst>
          </p:cNvPr>
          <p:cNvSpPr txBox="1">
            <a:spLocks/>
          </p:cNvSpPr>
          <p:nvPr>
            <p:custDataLst>
              <p:tags r:id="rId8"/>
            </p:custDataLst>
          </p:nvPr>
        </p:nvSpPr>
        <p:spPr bwMode="auto">
          <a:xfrm>
            <a:off x="4754563" y="5189538"/>
            <a:ext cx="7493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BD758F0E-4B96-4FAC-A135-D7490A2D7BC3}" type="datetime'''''''''''''S''ta''t''us ''q''''''''''u''''''''''''''''''o'">
              <a:rPr kumimoji="1" lang="en-US" altLang="en-US" sz="1200" smtClean="0">
                <a:latin typeface="HarmonyOS Sans SC Light" pitchFamily="2" charset="-122"/>
                <a:ea typeface="HarmonyOS Sans SC Light" pitchFamily="2" charset="-122"/>
              </a:rPr>
              <a:pPr/>
              <a:t>Status quo</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35" name="文本占位符 2">
            <a:extLst>
              <a:ext uri="{FF2B5EF4-FFF2-40B4-BE49-F238E27FC236}">
                <a16:creationId xmlns:a16="http://schemas.microsoft.com/office/drawing/2014/main" id="{86128B45-B900-D7D3-8797-FF48131C3AEC}"/>
              </a:ext>
            </a:extLst>
          </p:cNvPr>
          <p:cNvSpPr txBox="1">
            <a:spLocks/>
          </p:cNvSpPr>
          <p:nvPr>
            <p:custDataLst>
              <p:tags r:id="rId9"/>
            </p:custDataLst>
          </p:nvPr>
        </p:nvSpPr>
        <p:spPr bwMode="auto">
          <a:xfrm>
            <a:off x="6702425" y="5189538"/>
            <a:ext cx="6159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48C07E09-82EE-46EC-8A95-028BAEAB9C13}" type="datetime'P''''''o''t''''''''enti''a''''''''''''''''''''''''l'''''''">
              <a:rPr kumimoji="1" lang="en-US" altLang="en-US" sz="1200" smtClean="0">
                <a:latin typeface="HarmonyOS Sans SC Light" pitchFamily="2" charset="-122"/>
                <a:ea typeface="HarmonyOS Sans SC Light" pitchFamily="2" charset="-122"/>
              </a:rPr>
              <a:pPr/>
              <a:t>Potential</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36" name="文本占位符 2">
            <a:extLst>
              <a:ext uri="{FF2B5EF4-FFF2-40B4-BE49-F238E27FC236}">
                <a16:creationId xmlns:a16="http://schemas.microsoft.com/office/drawing/2014/main" id="{94429EED-9BED-EAEC-DA3B-A811D41C1C6B}"/>
              </a:ext>
            </a:extLst>
          </p:cNvPr>
          <p:cNvSpPr txBox="1">
            <a:spLocks/>
          </p:cNvSpPr>
          <p:nvPr>
            <p:custDataLst>
              <p:tags r:id="rId10"/>
            </p:custDataLst>
          </p:nvPr>
        </p:nvSpPr>
        <p:spPr bwMode="gray">
          <a:xfrm>
            <a:off x="5022850" y="3657600"/>
            <a:ext cx="212725"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FAEF06FF-553D-4E22-AAD2-04770F6F330D}" type="datetime'''''6''3'''''''''''''''''''''''''''''''''''''''''''''''''">
              <a:rPr kumimoji="1" lang="zh-CN" altLang="en-US" sz="1200" smtClean="0">
                <a:latin typeface="HarmonyOS Sans SC Light" pitchFamily="2" charset="-122"/>
                <a:ea typeface="HarmonyOS Sans SC Light" pitchFamily="2" charset="-122"/>
              </a:rPr>
              <a:pPr/>
              <a:t>63</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37" name="文本占位符 2">
            <a:extLst>
              <a:ext uri="{FF2B5EF4-FFF2-40B4-BE49-F238E27FC236}">
                <a16:creationId xmlns:a16="http://schemas.microsoft.com/office/drawing/2014/main" id="{2C0BECB1-CBDE-7444-A0A1-2F74B13AE8DD}"/>
              </a:ext>
            </a:extLst>
          </p:cNvPr>
          <p:cNvSpPr txBox="1">
            <a:spLocks/>
          </p:cNvSpPr>
          <p:nvPr>
            <p:custDataLst>
              <p:tags r:id="rId11"/>
            </p:custDataLst>
          </p:nvPr>
        </p:nvSpPr>
        <p:spPr bwMode="gray">
          <a:xfrm>
            <a:off x="6862763" y="1935163"/>
            <a:ext cx="2968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632E9807-CD5C-4496-929A-3C6E7C27BCE8}" type="datetime'''''''''1''''''''''''''''''''''''''''''''''47'">
              <a:rPr kumimoji="1" lang="zh-CN" altLang="en-US" sz="1200" smtClean="0">
                <a:latin typeface="HarmonyOS Sans SC Light" pitchFamily="2" charset="-122"/>
                <a:ea typeface="HarmonyOS Sans SC Light" pitchFamily="2" charset="-122"/>
              </a:rPr>
              <a:pPr/>
              <a:t>147</a:t>
            </a:fld>
            <a:endParaRPr kumimoji="1" lang="zh-CN" altLang="en-US" sz="1200" dirty="0">
              <a:latin typeface="HarmonyOS Sans SC Light" pitchFamily="2" charset="-122"/>
              <a:ea typeface="HarmonyOS Sans SC Light" pitchFamily="2" charset="-122"/>
              <a:sym typeface="HarmonyOS Sans SC Light" pitchFamily="2" charset="-122"/>
            </a:endParaRPr>
          </a:p>
        </p:txBody>
      </p:sp>
      <p:cxnSp>
        <p:nvCxnSpPr>
          <p:cNvPr id="138" name="直线连接符 137">
            <a:extLst>
              <a:ext uri="{FF2B5EF4-FFF2-40B4-BE49-F238E27FC236}">
                <a16:creationId xmlns:a16="http://schemas.microsoft.com/office/drawing/2014/main" id="{9F21840B-7A0C-47E1-9C24-75FD880886DB}"/>
              </a:ext>
            </a:extLst>
          </p:cNvPr>
          <p:cNvCxnSpPr/>
          <p:nvPr/>
        </p:nvCxnSpPr>
        <p:spPr>
          <a:xfrm flipH="1">
            <a:off x="4887913" y="2139950"/>
            <a:ext cx="179228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9" name="直线箭头连接符 138">
            <a:extLst>
              <a:ext uri="{FF2B5EF4-FFF2-40B4-BE49-F238E27FC236}">
                <a16:creationId xmlns:a16="http://schemas.microsoft.com/office/drawing/2014/main" id="{710130D0-EB79-D28B-248B-9E3D9C5F7863}"/>
              </a:ext>
            </a:extLst>
          </p:cNvPr>
          <p:cNvCxnSpPr>
            <a:cxnSpLocks/>
          </p:cNvCxnSpPr>
          <p:nvPr/>
        </p:nvCxnSpPr>
        <p:spPr>
          <a:xfrm flipV="1">
            <a:off x="5129212" y="2160588"/>
            <a:ext cx="1" cy="147161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0" name="文本框 139">
            <a:extLst>
              <a:ext uri="{FF2B5EF4-FFF2-40B4-BE49-F238E27FC236}">
                <a16:creationId xmlns:a16="http://schemas.microsoft.com/office/drawing/2014/main" id="{C57361C4-41B2-8AB9-029B-B342C33D510B}"/>
              </a:ext>
            </a:extLst>
          </p:cNvPr>
          <p:cNvSpPr txBox="1"/>
          <p:nvPr/>
        </p:nvSpPr>
        <p:spPr>
          <a:xfrm>
            <a:off x="4605803" y="2290762"/>
            <a:ext cx="1045479" cy="615553"/>
          </a:xfrm>
          <a:prstGeom prst="rect">
            <a:avLst/>
          </a:prstGeom>
          <a:solidFill>
            <a:schemeClr val="bg1"/>
          </a:solidFill>
        </p:spPr>
        <p:txBody>
          <a:bodyPr wrap="none" rtlCol="0">
            <a:spAutoFit/>
          </a:bodyPr>
          <a:lstStyle/>
          <a:p>
            <a:pPr algn="ctr"/>
            <a:r>
              <a:rPr kumimoji="1" lang="en-US" altLang="zh-CN" sz="1400" dirty="0">
                <a:latin typeface="HarmonyOS Sans SC Medium" pitchFamily="2" charset="-122"/>
                <a:ea typeface="HarmonyOS Sans SC Medium" pitchFamily="2" charset="-122"/>
              </a:rPr>
              <a:t>~2.3x</a:t>
            </a:r>
          </a:p>
          <a:p>
            <a:pPr algn="ctr"/>
            <a:r>
              <a:rPr kumimoji="1" lang="en-US" altLang="zh-CN" sz="1000" dirty="0">
                <a:latin typeface="HarmonyOS Sans SC Light" pitchFamily="2" charset="-122"/>
                <a:ea typeface="HarmonyOS Sans SC Light" pitchFamily="2" charset="-122"/>
              </a:rPr>
              <a:t>Funding gap</a:t>
            </a:r>
            <a:r>
              <a:rPr kumimoji="1" lang="zh-CN" altLang="en-US" sz="1000" dirty="0">
                <a:latin typeface="HarmonyOS Sans SC Light" pitchFamily="2" charset="-122"/>
                <a:ea typeface="HarmonyOS Sans SC Light" pitchFamily="2" charset="-122"/>
              </a:rPr>
              <a:t>：</a:t>
            </a:r>
          </a:p>
          <a:p>
            <a:pPr algn="ctr"/>
            <a:r>
              <a:rPr kumimoji="1" lang="en-US" altLang="zh-CN" sz="1000" dirty="0">
                <a:latin typeface="HarmonyOS Sans SC Light" pitchFamily="2" charset="-122"/>
                <a:ea typeface="HarmonyOS Sans SC Light" pitchFamily="2" charset="-122"/>
              </a:rPr>
              <a:t>~84 billion</a:t>
            </a:r>
            <a:r>
              <a:rPr kumimoji="1" lang="en-US" altLang="zh-CN" sz="1000" baseline="30000" dirty="0">
                <a:latin typeface="HarmonyOS Sans SC Light" pitchFamily="2" charset="-122"/>
                <a:ea typeface="HarmonyOS Sans SC Light" pitchFamily="2" charset="-122"/>
              </a:rPr>
              <a:t>3</a:t>
            </a:r>
            <a:endParaRPr kumimoji="1" lang="zh-CN" altLang="en-US" sz="1000" baseline="30000" dirty="0">
              <a:latin typeface="HarmonyOS Sans SC Light" pitchFamily="2" charset="-122"/>
              <a:ea typeface="HarmonyOS Sans SC Light" pitchFamily="2" charset="-122"/>
            </a:endParaRPr>
          </a:p>
        </p:txBody>
      </p:sp>
      <p:cxnSp>
        <p:nvCxnSpPr>
          <p:cNvPr id="141" name="直线连接符 140">
            <a:extLst>
              <a:ext uri="{FF2B5EF4-FFF2-40B4-BE49-F238E27FC236}">
                <a16:creationId xmlns:a16="http://schemas.microsoft.com/office/drawing/2014/main" id="{D15B8BBA-6527-5FC2-928C-ED610778CA36}"/>
              </a:ext>
            </a:extLst>
          </p:cNvPr>
          <p:cNvCxnSpPr>
            <a:cxnSpLocks/>
          </p:cNvCxnSpPr>
          <p:nvPr/>
        </p:nvCxnSpPr>
        <p:spPr>
          <a:xfrm flipH="1">
            <a:off x="5435838" y="4469479"/>
            <a:ext cx="339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2" name="直线连接符 141">
            <a:extLst>
              <a:ext uri="{FF2B5EF4-FFF2-40B4-BE49-F238E27FC236}">
                <a16:creationId xmlns:a16="http://schemas.microsoft.com/office/drawing/2014/main" id="{2ACC38A4-2EA1-E424-DC92-7AC71E5B89C3}"/>
              </a:ext>
            </a:extLst>
          </p:cNvPr>
          <p:cNvCxnSpPr>
            <a:cxnSpLocks/>
          </p:cNvCxnSpPr>
          <p:nvPr/>
        </p:nvCxnSpPr>
        <p:spPr>
          <a:xfrm flipH="1">
            <a:off x="5565776" y="2774676"/>
            <a:ext cx="11144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3" name="直线箭头连接符 142">
            <a:extLst>
              <a:ext uri="{FF2B5EF4-FFF2-40B4-BE49-F238E27FC236}">
                <a16:creationId xmlns:a16="http://schemas.microsoft.com/office/drawing/2014/main" id="{11D7FE85-5660-BAE9-2828-A744A63FC5CE}"/>
              </a:ext>
            </a:extLst>
          </p:cNvPr>
          <p:cNvCxnSpPr>
            <a:cxnSpLocks/>
          </p:cNvCxnSpPr>
          <p:nvPr/>
        </p:nvCxnSpPr>
        <p:spPr>
          <a:xfrm flipV="1">
            <a:off x="5613400" y="2774676"/>
            <a:ext cx="0" cy="1694803"/>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4" name="文本框 143">
            <a:extLst>
              <a:ext uri="{FF2B5EF4-FFF2-40B4-BE49-F238E27FC236}">
                <a16:creationId xmlns:a16="http://schemas.microsoft.com/office/drawing/2014/main" id="{278120F9-0D3A-F7B1-E7F5-0C4359F4634A}"/>
              </a:ext>
            </a:extLst>
          </p:cNvPr>
          <p:cNvSpPr txBox="1"/>
          <p:nvPr/>
        </p:nvSpPr>
        <p:spPr>
          <a:xfrm>
            <a:off x="5289749" y="3397448"/>
            <a:ext cx="631904" cy="307777"/>
          </a:xfrm>
          <a:prstGeom prst="rect">
            <a:avLst/>
          </a:prstGeom>
          <a:solidFill>
            <a:schemeClr val="bg1"/>
          </a:solidFill>
        </p:spPr>
        <p:txBody>
          <a:bodyPr wrap="none" rtlCol="0">
            <a:spAutoFit/>
          </a:bodyPr>
          <a:lstStyle/>
          <a:p>
            <a:r>
              <a:rPr kumimoji="1" lang="en-US" altLang="zh-CN" sz="1400" dirty="0">
                <a:latin typeface="HarmonyOS Sans SC Medium" pitchFamily="2" charset="-122"/>
                <a:ea typeface="HarmonyOS Sans SC Medium" pitchFamily="2" charset="-122"/>
              </a:rPr>
              <a:t>~4.0x</a:t>
            </a:r>
          </a:p>
        </p:txBody>
      </p:sp>
      <p:cxnSp>
        <p:nvCxnSpPr>
          <p:cNvPr id="145" name="直线连接符 144">
            <a:extLst>
              <a:ext uri="{FF2B5EF4-FFF2-40B4-BE49-F238E27FC236}">
                <a16:creationId xmlns:a16="http://schemas.microsoft.com/office/drawing/2014/main" id="{25DEF4A7-C5FA-B3AA-36C6-B9E30C57CD40}"/>
              </a:ext>
            </a:extLst>
          </p:cNvPr>
          <p:cNvCxnSpPr>
            <a:cxnSpLocks/>
          </p:cNvCxnSpPr>
          <p:nvPr/>
        </p:nvCxnSpPr>
        <p:spPr>
          <a:xfrm flipH="1">
            <a:off x="5435838" y="4735417"/>
            <a:ext cx="109696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6" name="直线箭头连接符 145">
            <a:extLst>
              <a:ext uri="{FF2B5EF4-FFF2-40B4-BE49-F238E27FC236}">
                <a16:creationId xmlns:a16="http://schemas.microsoft.com/office/drawing/2014/main" id="{BF7BDDDF-9698-4C2A-7267-651F1A82E861}"/>
              </a:ext>
            </a:extLst>
          </p:cNvPr>
          <p:cNvCxnSpPr>
            <a:cxnSpLocks/>
          </p:cNvCxnSpPr>
          <p:nvPr/>
        </p:nvCxnSpPr>
        <p:spPr>
          <a:xfrm flipV="1">
            <a:off x="6348413" y="3740150"/>
            <a:ext cx="0" cy="992062"/>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7" name="直线连接符 146">
            <a:extLst>
              <a:ext uri="{FF2B5EF4-FFF2-40B4-BE49-F238E27FC236}">
                <a16:creationId xmlns:a16="http://schemas.microsoft.com/office/drawing/2014/main" id="{3BE37FD8-26CB-21AA-A19F-97C3E8ED2E8D}"/>
              </a:ext>
            </a:extLst>
          </p:cNvPr>
          <p:cNvCxnSpPr>
            <a:cxnSpLocks/>
          </p:cNvCxnSpPr>
          <p:nvPr/>
        </p:nvCxnSpPr>
        <p:spPr>
          <a:xfrm flipH="1">
            <a:off x="6272213" y="3702019"/>
            <a:ext cx="40798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48" name="文本框 147">
            <a:extLst>
              <a:ext uri="{FF2B5EF4-FFF2-40B4-BE49-F238E27FC236}">
                <a16:creationId xmlns:a16="http://schemas.microsoft.com/office/drawing/2014/main" id="{A28908CB-248A-0E8A-66E9-26DE31626CA8}"/>
              </a:ext>
            </a:extLst>
          </p:cNvPr>
          <p:cNvSpPr txBox="1"/>
          <p:nvPr/>
        </p:nvSpPr>
        <p:spPr>
          <a:xfrm>
            <a:off x="6032500" y="4161702"/>
            <a:ext cx="631904" cy="307777"/>
          </a:xfrm>
          <a:prstGeom prst="rect">
            <a:avLst/>
          </a:prstGeom>
          <a:solidFill>
            <a:schemeClr val="bg1"/>
          </a:solidFill>
        </p:spPr>
        <p:txBody>
          <a:bodyPr wrap="none" rtlCol="0">
            <a:spAutoFit/>
          </a:bodyPr>
          <a:lstStyle/>
          <a:p>
            <a:r>
              <a:rPr kumimoji="1" lang="en-US" altLang="zh-CN" sz="1400" dirty="0">
                <a:latin typeface="HarmonyOS Sans SC Medium" pitchFamily="2" charset="-122"/>
                <a:ea typeface="HarmonyOS Sans SC Medium" pitchFamily="2" charset="-122"/>
              </a:rPr>
              <a:t>~3.5x</a:t>
            </a:r>
          </a:p>
        </p:txBody>
      </p:sp>
      <p:sp>
        <p:nvSpPr>
          <p:cNvPr id="152" name="文本框 151">
            <a:extLst>
              <a:ext uri="{FF2B5EF4-FFF2-40B4-BE49-F238E27FC236}">
                <a16:creationId xmlns:a16="http://schemas.microsoft.com/office/drawing/2014/main" id="{FD65F633-9CB7-C69C-D835-15BA6DE44FA1}"/>
              </a:ext>
            </a:extLst>
          </p:cNvPr>
          <p:cNvSpPr txBox="1"/>
          <p:nvPr/>
        </p:nvSpPr>
        <p:spPr>
          <a:xfrm>
            <a:off x="8763000" y="1572184"/>
            <a:ext cx="2178050" cy="307975"/>
          </a:xfrm>
          <a:prstGeom prst="rect">
            <a:avLst/>
          </a:prstGeom>
          <a:noFill/>
        </p:spPr>
        <p:txBody>
          <a:bodyPr wrap="none" rtlCol="0">
            <a:spAutoFit/>
          </a:bodyPr>
          <a:lstStyle/>
          <a:p>
            <a:r>
              <a:rPr kumimoji="1" lang="en-US" altLang="zh-CN" sz="1400" dirty="0">
                <a:latin typeface="HarmonyOS Sans SC" pitchFamily="2" charset="-122"/>
                <a:ea typeface="HarmonyOS Sans SC" pitchFamily="2" charset="-122"/>
              </a:rPr>
              <a:t>Fintech jobs,</a:t>
            </a:r>
            <a:r>
              <a:rPr kumimoji="1" lang="en-US" altLang="zh-CN" sz="1400" b="1" baseline="30000" dirty="0">
                <a:latin typeface="HarmonyOS Sans SC Light" pitchFamily="2" charset="-122"/>
                <a:ea typeface="HarmonyOS Sans SC Light" pitchFamily="2" charset="-122"/>
              </a:rPr>
              <a:t>2</a:t>
            </a:r>
            <a:r>
              <a:rPr kumimoji="1" lang="en-US" altLang="zh-CN" sz="1400" baseline="30000" dirty="0">
                <a:latin typeface="HarmonyOS Sans SC Light" pitchFamily="2" charset="-122"/>
                <a:ea typeface="HarmonyOS Sans SC Light" pitchFamily="2" charset="-122"/>
              </a:rPr>
              <a:t> </a:t>
            </a:r>
            <a:r>
              <a:rPr kumimoji="1" lang="en-US" altLang="zh-CN" sz="1400" dirty="0">
                <a:latin typeface="HarmonyOS Sans SC Light" pitchFamily="2" charset="-122"/>
                <a:ea typeface="HarmonyOS Sans SC Light" pitchFamily="2" charset="-122"/>
              </a:rPr>
              <a:t>thousands</a:t>
            </a:r>
            <a:endParaRPr kumimoji="1" lang="zh-CN" altLang="en-US" sz="1400" dirty="0">
              <a:latin typeface="HarmonyOS Sans SC Light" pitchFamily="2" charset="-122"/>
              <a:ea typeface="HarmonyOS Sans SC Light" pitchFamily="2" charset="-122"/>
            </a:endParaRPr>
          </a:p>
        </p:txBody>
      </p:sp>
      <p:graphicFrame>
        <p:nvGraphicFramePr>
          <p:cNvPr id="232" name="Chart 3">
            <a:extLst>
              <a:ext uri="{FF2B5EF4-FFF2-40B4-BE49-F238E27FC236}">
                <a16:creationId xmlns:a16="http://schemas.microsoft.com/office/drawing/2014/main" id="{7BD86F79-455B-243D-3A51-29008679183E}"/>
              </a:ext>
            </a:extLst>
          </p:cNvPr>
          <p:cNvGraphicFramePr/>
          <p:nvPr>
            <p:custDataLst>
              <p:tags r:id="rId12"/>
            </p:custDataLst>
          </p:nvPr>
        </p:nvGraphicFramePr>
        <p:xfrm>
          <a:off x="7869238" y="1858963"/>
          <a:ext cx="3929062" cy="3546475"/>
        </p:xfrm>
        <a:graphic>
          <a:graphicData uri="http://schemas.openxmlformats.org/drawingml/2006/chart">
            <c:chart xmlns:c="http://schemas.openxmlformats.org/drawingml/2006/chart" xmlns:r="http://schemas.openxmlformats.org/officeDocument/2006/relationships" r:id="rId28"/>
          </a:graphicData>
        </a:graphic>
      </p:graphicFrame>
      <p:sp>
        <p:nvSpPr>
          <p:cNvPr id="154" name="文本占位符 2">
            <a:extLst>
              <a:ext uri="{FF2B5EF4-FFF2-40B4-BE49-F238E27FC236}">
                <a16:creationId xmlns:a16="http://schemas.microsoft.com/office/drawing/2014/main" id="{240014C2-7C36-D273-15D4-D0DECA7223FF}"/>
              </a:ext>
            </a:extLst>
          </p:cNvPr>
          <p:cNvSpPr txBox="1">
            <a:spLocks/>
          </p:cNvSpPr>
          <p:nvPr>
            <p:custDataLst>
              <p:tags r:id="rId13"/>
            </p:custDataLst>
          </p:nvPr>
        </p:nvSpPr>
        <p:spPr bwMode="auto">
          <a:xfrm>
            <a:off x="8518525" y="5189538"/>
            <a:ext cx="74930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A2558BC3-6770-42C0-B061-E3C8FD0C1238}" type="datetime'Status'''''' q''u''''''''''''''''''''''''''o'''''''''''''''''">
              <a:rPr kumimoji="1" lang="en-US" altLang="en-US" sz="1200" smtClean="0">
                <a:latin typeface="HarmonyOS Sans SC Light" pitchFamily="2" charset="-122"/>
                <a:ea typeface="HarmonyOS Sans SC Light" pitchFamily="2" charset="-122"/>
              </a:rPr>
              <a:pPr/>
              <a:t>Status quo</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55" name="文本占位符 2">
            <a:extLst>
              <a:ext uri="{FF2B5EF4-FFF2-40B4-BE49-F238E27FC236}">
                <a16:creationId xmlns:a16="http://schemas.microsoft.com/office/drawing/2014/main" id="{E50A42E7-7F5B-3759-0EF8-BBDC2041D60E}"/>
              </a:ext>
            </a:extLst>
          </p:cNvPr>
          <p:cNvSpPr txBox="1">
            <a:spLocks/>
          </p:cNvSpPr>
          <p:nvPr>
            <p:custDataLst>
              <p:tags r:id="rId14"/>
            </p:custDataLst>
          </p:nvPr>
        </p:nvSpPr>
        <p:spPr bwMode="auto">
          <a:xfrm>
            <a:off x="10466388" y="5189538"/>
            <a:ext cx="615950"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1D351C0-302D-4D06-A1DB-AD8CDE7F8D5E}" type="datetime'''''''''Po''''''t''e''''''''''''''n''''t''i''''''''al'''''''">
              <a:rPr kumimoji="1" lang="en-US" altLang="en-US" sz="1200" smtClean="0">
                <a:latin typeface="HarmonyOS Sans SC Light" pitchFamily="2" charset="-122"/>
                <a:ea typeface="HarmonyOS Sans SC Light" pitchFamily="2" charset="-122"/>
              </a:rPr>
              <a:pPr/>
              <a:t>Potential</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56" name="文本占位符 2">
            <a:extLst>
              <a:ext uri="{FF2B5EF4-FFF2-40B4-BE49-F238E27FC236}">
                <a16:creationId xmlns:a16="http://schemas.microsoft.com/office/drawing/2014/main" id="{6C5DF5A9-A1DB-6BDC-4C84-51D5C8974479}"/>
              </a:ext>
            </a:extLst>
          </p:cNvPr>
          <p:cNvSpPr txBox="1">
            <a:spLocks/>
          </p:cNvSpPr>
          <p:nvPr>
            <p:custDataLst>
              <p:tags r:id="rId15"/>
            </p:custDataLst>
          </p:nvPr>
        </p:nvSpPr>
        <p:spPr bwMode="gray">
          <a:xfrm>
            <a:off x="8745538" y="3636963"/>
            <a:ext cx="2968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369FFBF2-7C9D-4CCF-AEE8-1533E7C5B1BA}" type="datetime'''''4''''''''''''''''''2''''''''7'''''">
              <a:rPr kumimoji="1" lang="zh-CN" altLang="en-US" sz="1200" smtClean="0">
                <a:latin typeface="HarmonyOS Sans SC Light" pitchFamily="2" charset="-122"/>
                <a:ea typeface="HarmonyOS Sans SC Light" pitchFamily="2" charset="-122"/>
              </a:rPr>
              <a:pPr/>
              <a:t>427</a:t>
            </a:fld>
            <a:endParaRPr kumimoji="1" lang="zh-CN" altLang="en-US" sz="1200" dirty="0">
              <a:latin typeface="HarmonyOS Sans SC Light" pitchFamily="2" charset="-122"/>
              <a:ea typeface="HarmonyOS Sans SC Light" pitchFamily="2" charset="-122"/>
              <a:sym typeface="HarmonyOS Sans SC Light" pitchFamily="2" charset="-122"/>
            </a:endParaRPr>
          </a:p>
        </p:txBody>
      </p:sp>
      <p:sp>
        <p:nvSpPr>
          <p:cNvPr id="157" name="文本占位符 2">
            <a:extLst>
              <a:ext uri="{FF2B5EF4-FFF2-40B4-BE49-F238E27FC236}">
                <a16:creationId xmlns:a16="http://schemas.microsoft.com/office/drawing/2014/main" id="{159BD11A-6C20-0547-20AA-82B0DED6F04F}"/>
              </a:ext>
            </a:extLst>
          </p:cNvPr>
          <p:cNvSpPr txBox="1">
            <a:spLocks/>
          </p:cNvSpPr>
          <p:nvPr>
            <p:custDataLst>
              <p:tags r:id="rId16"/>
            </p:custDataLst>
          </p:nvPr>
        </p:nvSpPr>
        <p:spPr bwMode="gray">
          <a:xfrm>
            <a:off x="10626725" y="1935163"/>
            <a:ext cx="296863" cy="1651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ct val="0"/>
              </a:spcAft>
            </a:pPr>
            <a:fld id="{09C5FC66-3CA3-40BB-87D8-6432C75B5887}" type="datetime'''''''''''''''''98''1'''''''''''''''''''''''''''''''''">
              <a:rPr kumimoji="1" lang="zh-CN" altLang="en-US" sz="1200" smtClean="0">
                <a:latin typeface="HarmonyOS Sans SC Light" pitchFamily="2" charset="-122"/>
                <a:ea typeface="HarmonyOS Sans SC Light" pitchFamily="2" charset="-122"/>
              </a:rPr>
              <a:pPr/>
              <a:t>981</a:t>
            </a:fld>
            <a:endParaRPr kumimoji="1" lang="zh-CN" altLang="en-US" sz="1200" dirty="0">
              <a:latin typeface="HarmonyOS Sans SC Light" pitchFamily="2" charset="-122"/>
              <a:ea typeface="HarmonyOS Sans SC Light" pitchFamily="2" charset="-122"/>
              <a:sym typeface="HarmonyOS Sans SC Light" pitchFamily="2" charset="-122"/>
            </a:endParaRPr>
          </a:p>
        </p:txBody>
      </p:sp>
      <p:cxnSp>
        <p:nvCxnSpPr>
          <p:cNvPr id="158" name="直线连接符 157">
            <a:extLst>
              <a:ext uri="{FF2B5EF4-FFF2-40B4-BE49-F238E27FC236}">
                <a16:creationId xmlns:a16="http://schemas.microsoft.com/office/drawing/2014/main" id="{7EE7BCFC-5CE8-989D-E40E-9922FAFBC9C5}"/>
              </a:ext>
            </a:extLst>
          </p:cNvPr>
          <p:cNvCxnSpPr/>
          <p:nvPr/>
        </p:nvCxnSpPr>
        <p:spPr>
          <a:xfrm flipH="1">
            <a:off x="8651875" y="2139950"/>
            <a:ext cx="179228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9" name="直线箭头连接符 158">
            <a:extLst>
              <a:ext uri="{FF2B5EF4-FFF2-40B4-BE49-F238E27FC236}">
                <a16:creationId xmlns:a16="http://schemas.microsoft.com/office/drawing/2014/main" id="{DE7BBE3D-FF43-6279-1CC3-4A44AE115807}"/>
              </a:ext>
            </a:extLst>
          </p:cNvPr>
          <p:cNvCxnSpPr/>
          <p:nvPr/>
        </p:nvCxnSpPr>
        <p:spPr>
          <a:xfrm flipV="1">
            <a:off x="8893175" y="2160588"/>
            <a:ext cx="0" cy="1673225"/>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0" name="文本框 159">
            <a:extLst>
              <a:ext uri="{FF2B5EF4-FFF2-40B4-BE49-F238E27FC236}">
                <a16:creationId xmlns:a16="http://schemas.microsoft.com/office/drawing/2014/main" id="{BCE8086C-C085-DCB8-4254-A1C07E97AC53}"/>
              </a:ext>
            </a:extLst>
          </p:cNvPr>
          <p:cNvSpPr txBox="1"/>
          <p:nvPr/>
        </p:nvSpPr>
        <p:spPr>
          <a:xfrm>
            <a:off x="8329461" y="2241616"/>
            <a:ext cx="1116011" cy="615553"/>
          </a:xfrm>
          <a:prstGeom prst="rect">
            <a:avLst/>
          </a:prstGeom>
          <a:solidFill>
            <a:schemeClr val="bg1"/>
          </a:solidFill>
        </p:spPr>
        <p:txBody>
          <a:bodyPr wrap="none" rtlCol="0">
            <a:spAutoFit/>
          </a:bodyPr>
          <a:lstStyle/>
          <a:p>
            <a:pPr algn="ctr"/>
            <a:r>
              <a:rPr kumimoji="1" lang="en-US" altLang="zh-CN" sz="1400" dirty="0">
                <a:latin typeface="HarmonyOS Sans SC Medium" pitchFamily="2" charset="-122"/>
                <a:ea typeface="HarmonyOS Sans SC Medium" pitchFamily="2" charset="-122"/>
              </a:rPr>
              <a:t>~2.3x</a:t>
            </a:r>
          </a:p>
          <a:p>
            <a:pPr algn="ctr"/>
            <a:r>
              <a:rPr kumimoji="1" lang="en-US" altLang="zh-CN" sz="1000" dirty="0">
                <a:latin typeface="HarmonyOS Sans SC Light" pitchFamily="2" charset="-122"/>
                <a:ea typeface="HarmonyOS Sans SC Light" pitchFamily="2" charset="-122"/>
              </a:rPr>
              <a:t>Valuation gap</a:t>
            </a:r>
            <a:r>
              <a:rPr kumimoji="1" lang="zh-CN" altLang="en-US" sz="1000" dirty="0">
                <a:latin typeface="HarmonyOS Sans SC Light" pitchFamily="2" charset="-122"/>
                <a:ea typeface="HarmonyOS Sans SC Light" pitchFamily="2" charset="-122"/>
              </a:rPr>
              <a:t>：</a:t>
            </a:r>
          </a:p>
          <a:p>
            <a:pPr algn="ctr"/>
            <a:r>
              <a:rPr kumimoji="1" lang="en-US" altLang="zh-CN" sz="1000" dirty="0">
                <a:latin typeface="HarmonyOS Sans SC Light" pitchFamily="2" charset="-122"/>
                <a:ea typeface="HarmonyOS Sans SC Light" pitchFamily="2" charset="-122"/>
              </a:rPr>
              <a:t>~555 billion</a:t>
            </a:r>
            <a:r>
              <a:rPr kumimoji="1" lang="en-US" altLang="zh-CN" sz="1000" baseline="30000" dirty="0">
                <a:latin typeface="HarmonyOS Sans SC Light" pitchFamily="2" charset="-122"/>
                <a:ea typeface="HarmonyOS Sans SC Light" pitchFamily="2" charset="-122"/>
              </a:rPr>
              <a:t>3</a:t>
            </a:r>
            <a:endParaRPr kumimoji="1" lang="zh-CN" altLang="en-US" sz="1000" baseline="30000" dirty="0">
              <a:latin typeface="HarmonyOS Sans SC Light" pitchFamily="2" charset="-122"/>
              <a:ea typeface="HarmonyOS Sans SC Light" pitchFamily="2" charset="-122"/>
            </a:endParaRPr>
          </a:p>
        </p:txBody>
      </p:sp>
      <p:cxnSp>
        <p:nvCxnSpPr>
          <p:cNvPr id="161" name="直线连接符 160">
            <a:extLst>
              <a:ext uri="{FF2B5EF4-FFF2-40B4-BE49-F238E27FC236}">
                <a16:creationId xmlns:a16="http://schemas.microsoft.com/office/drawing/2014/main" id="{951D90E3-6F1C-F4F0-205F-D0276FB05A5D}"/>
              </a:ext>
            </a:extLst>
          </p:cNvPr>
          <p:cNvCxnSpPr>
            <a:cxnSpLocks/>
          </p:cNvCxnSpPr>
          <p:nvPr/>
        </p:nvCxnSpPr>
        <p:spPr>
          <a:xfrm flipH="1">
            <a:off x="9205689" y="4555653"/>
            <a:ext cx="3397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2" name="直线连接符 161">
            <a:extLst>
              <a:ext uri="{FF2B5EF4-FFF2-40B4-BE49-F238E27FC236}">
                <a16:creationId xmlns:a16="http://schemas.microsoft.com/office/drawing/2014/main" id="{122B7067-C608-7443-2BF5-583BAB386709}"/>
              </a:ext>
            </a:extLst>
          </p:cNvPr>
          <p:cNvCxnSpPr>
            <a:cxnSpLocks/>
          </p:cNvCxnSpPr>
          <p:nvPr/>
        </p:nvCxnSpPr>
        <p:spPr>
          <a:xfrm flipH="1">
            <a:off x="9338310" y="2846867"/>
            <a:ext cx="1114425"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3" name="直线箭头连接符 162">
            <a:extLst>
              <a:ext uri="{FF2B5EF4-FFF2-40B4-BE49-F238E27FC236}">
                <a16:creationId xmlns:a16="http://schemas.microsoft.com/office/drawing/2014/main" id="{35BD638D-5E10-CDE5-3889-26A3A2E44BA7}"/>
              </a:ext>
            </a:extLst>
          </p:cNvPr>
          <p:cNvCxnSpPr>
            <a:cxnSpLocks/>
          </p:cNvCxnSpPr>
          <p:nvPr/>
        </p:nvCxnSpPr>
        <p:spPr>
          <a:xfrm flipV="1">
            <a:off x="9377363" y="2846867"/>
            <a:ext cx="0" cy="170878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4" name="文本框 163">
            <a:extLst>
              <a:ext uri="{FF2B5EF4-FFF2-40B4-BE49-F238E27FC236}">
                <a16:creationId xmlns:a16="http://schemas.microsoft.com/office/drawing/2014/main" id="{5A8A15E5-1532-D6AF-6861-52E9961BC858}"/>
              </a:ext>
            </a:extLst>
          </p:cNvPr>
          <p:cNvSpPr txBox="1"/>
          <p:nvPr/>
        </p:nvSpPr>
        <p:spPr>
          <a:xfrm>
            <a:off x="9054862" y="3193814"/>
            <a:ext cx="631825" cy="307975"/>
          </a:xfrm>
          <a:prstGeom prst="rect">
            <a:avLst/>
          </a:prstGeom>
          <a:solidFill>
            <a:schemeClr val="bg1"/>
          </a:solidFill>
        </p:spPr>
        <p:txBody>
          <a:bodyPr wrap="none" rtlCol="0">
            <a:spAutoFit/>
          </a:bodyPr>
          <a:lstStyle/>
          <a:p>
            <a:r>
              <a:rPr kumimoji="1" lang="en-US" altLang="zh-CN" sz="1400" dirty="0">
                <a:latin typeface="HarmonyOS Sans SC Medium" pitchFamily="2" charset="-122"/>
                <a:ea typeface="HarmonyOS Sans SC Medium" pitchFamily="2" charset="-122"/>
              </a:rPr>
              <a:t>~2.0x</a:t>
            </a:r>
          </a:p>
        </p:txBody>
      </p:sp>
      <p:cxnSp>
        <p:nvCxnSpPr>
          <p:cNvPr id="165" name="直线连接符 164">
            <a:extLst>
              <a:ext uri="{FF2B5EF4-FFF2-40B4-BE49-F238E27FC236}">
                <a16:creationId xmlns:a16="http://schemas.microsoft.com/office/drawing/2014/main" id="{233672FB-D988-658F-E30B-4C96E78AE8C1}"/>
              </a:ext>
            </a:extLst>
          </p:cNvPr>
          <p:cNvCxnSpPr>
            <a:cxnSpLocks/>
          </p:cNvCxnSpPr>
          <p:nvPr/>
        </p:nvCxnSpPr>
        <p:spPr>
          <a:xfrm flipH="1">
            <a:off x="9205689" y="4894976"/>
            <a:ext cx="1096963"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直线箭头连接符 165">
            <a:extLst>
              <a:ext uri="{FF2B5EF4-FFF2-40B4-BE49-F238E27FC236}">
                <a16:creationId xmlns:a16="http://schemas.microsoft.com/office/drawing/2014/main" id="{06F36336-4795-2280-17CE-CC8FDACDA9C5}"/>
              </a:ext>
            </a:extLst>
          </p:cNvPr>
          <p:cNvCxnSpPr>
            <a:cxnSpLocks/>
          </p:cNvCxnSpPr>
          <p:nvPr/>
        </p:nvCxnSpPr>
        <p:spPr>
          <a:xfrm flipV="1">
            <a:off x="10112375" y="3657600"/>
            <a:ext cx="0" cy="1237376"/>
          </a:xfrm>
          <a:prstGeom prst="straightConnector1">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7" name="直线连接符 166">
            <a:extLst>
              <a:ext uri="{FF2B5EF4-FFF2-40B4-BE49-F238E27FC236}">
                <a16:creationId xmlns:a16="http://schemas.microsoft.com/office/drawing/2014/main" id="{03FAA11E-E42A-C9D7-12C3-3BBA392754C7}"/>
              </a:ext>
            </a:extLst>
          </p:cNvPr>
          <p:cNvCxnSpPr>
            <a:cxnSpLocks/>
          </p:cNvCxnSpPr>
          <p:nvPr/>
        </p:nvCxnSpPr>
        <p:spPr>
          <a:xfrm flipH="1">
            <a:off x="10036175" y="3660530"/>
            <a:ext cx="407988"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68" name="文本框 167">
            <a:extLst>
              <a:ext uri="{FF2B5EF4-FFF2-40B4-BE49-F238E27FC236}">
                <a16:creationId xmlns:a16="http://schemas.microsoft.com/office/drawing/2014/main" id="{370A2E73-7D0A-FE0A-960E-B99F374DB8B0}"/>
              </a:ext>
            </a:extLst>
          </p:cNvPr>
          <p:cNvSpPr txBox="1"/>
          <p:nvPr/>
        </p:nvSpPr>
        <p:spPr>
          <a:xfrm>
            <a:off x="9796463" y="3865563"/>
            <a:ext cx="631825" cy="307975"/>
          </a:xfrm>
          <a:prstGeom prst="rect">
            <a:avLst/>
          </a:prstGeom>
          <a:solidFill>
            <a:schemeClr val="bg1"/>
          </a:solidFill>
        </p:spPr>
        <p:txBody>
          <a:bodyPr wrap="none" rtlCol="0">
            <a:spAutoFit/>
          </a:bodyPr>
          <a:lstStyle/>
          <a:p>
            <a:r>
              <a:rPr kumimoji="1" lang="en-US" altLang="zh-CN" sz="1400" dirty="0">
                <a:latin typeface="HarmonyOS Sans SC Medium" pitchFamily="2" charset="-122"/>
                <a:ea typeface="HarmonyOS Sans SC Medium" pitchFamily="2" charset="-122"/>
              </a:rPr>
              <a:t>~6.0x</a:t>
            </a:r>
          </a:p>
        </p:txBody>
      </p:sp>
      <p:cxnSp>
        <p:nvCxnSpPr>
          <p:cNvPr id="181" name="直线连接符 180">
            <a:extLst>
              <a:ext uri="{FF2B5EF4-FFF2-40B4-BE49-F238E27FC236}">
                <a16:creationId xmlns:a16="http://schemas.microsoft.com/office/drawing/2014/main" id="{5F019CB2-9E2A-4A0C-3786-6E9FD621295E}"/>
              </a:ext>
            </a:extLst>
          </p:cNvPr>
          <p:cNvCxnSpPr>
            <a:cxnSpLocks/>
          </p:cNvCxnSpPr>
          <p:nvPr/>
        </p:nvCxnSpPr>
        <p:spPr>
          <a:xfrm>
            <a:off x="4166964" y="1858963"/>
            <a:ext cx="0" cy="3495675"/>
          </a:xfrm>
          <a:prstGeom prst="line">
            <a:avLst/>
          </a:prstGeom>
          <a:ln>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2" name="直线连接符 181">
            <a:extLst>
              <a:ext uri="{FF2B5EF4-FFF2-40B4-BE49-F238E27FC236}">
                <a16:creationId xmlns:a16="http://schemas.microsoft.com/office/drawing/2014/main" id="{3F93618C-5AF8-A2AF-B6F9-4AF6422208E0}"/>
              </a:ext>
            </a:extLst>
          </p:cNvPr>
          <p:cNvCxnSpPr>
            <a:cxnSpLocks/>
          </p:cNvCxnSpPr>
          <p:nvPr/>
        </p:nvCxnSpPr>
        <p:spPr>
          <a:xfrm>
            <a:off x="7940142" y="1858963"/>
            <a:ext cx="0" cy="3495675"/>
          </a:xfrm>
          <a:prstGeom prst="line">
            <a:avLst/>
          </a:prstGeom>
          <a:ln>
            <a:solidFill>
              <a:schemeClr val="bg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222" name="文本框 221">
            <a:extLst>
              <a:ext uri="{FF2B5EF4-FFF2-40B4-BE49-F238E27FC236}">
                <a16:creationId xmlns:a16="http://schemas.microsoft.com/office/drawing/2014/main" id="{00C9D435-009E-E0FB-DAC2-D7E4AC4AF73C}"/>
              </a:ext>
            </a:extLst>
          </p:cNvPr>
          <p:cNvSpPr txBox="1"/>
          <p:nvPr/>
        </p:nvSpPr>
        <p:spPr>
          <a:xfrm>
            <a:off x="1626931" y="5154107"/>
            <a:ext cx="250390" cy="235962"/>
          </a:xfrm>
          <a:prstGeom prst="rect">
            <a:avLst/>
          </a:prstGeom>
          <a:noFill/>
        </p:spPr>
        <p:txBody>
          <a:bodyPr wrap="none" rtlCol="0">
            <a:spAutoFit/>
          </a:bodyPr>
          <a:lstStyle/>
          <a:p>
            <a:r>
              <a:rPr kumimoji="1" lang="en-US" altLang="zh-CN" sz="1400" baseline="30000" dirty="0">
                <a:latin typeface="HarmonyOS Sans SC Light" pitchFamily="2" charset="-122"/>
                <a:ea typeface="HarmonyOS Sans SC Light" pitchFamily="2" charset="-122"/>
              </a:rPr>
              <a:t>1</a:t>
            </a:r>
            <a:endParaRPr kumimoji="1" lang="zh-CN" altLang="en-US" sz="1400" baseline="30000" dirty="0">
              <a:latin typeface="HarmonyOS Sans SC Light" pitchFamily="2" charset="-122"/>
              <a:ea typeface="HarmonyOS Sans SC Light" pitchFamily="2" charset="-122"/>
            </a:endParaRPr>
          </a:p>
        </p:txBody>
      </p:sp>
      <p:sp>
        <p:nvSpPr>
          <p:cNvPr id="223" name="文本框 222">
            <a:extLst>
              <a:ext uri="{FF2B5EF4-FFF2-40B4-BE49-F238E27FC236}">
                <a16:creationId xmlns:a16="http://schemas.microsoft.com/office/drawing/2014/main" id="{159D62F5-CAD3-CEE4-0839-3C6B6F0A5401}"/>
              </a:ext>
            </a:extLst>
          </p:cNvPr>
          <p:cNvSpPr txBox="1"/>
          <p:nvPr/>
        </p:nvSpPr>
        <p:spPr>
          <a:xfrm>
            <a:off x="3442302" y="5154107"/>
            <a:ext cx="250390" cy="235962"/>
          </a:xfrm>
          <a:prstGeom prst="rect">
            <a:avLst/>
          </a:prstGeom>
          <a:noFill/>
        </p:spPr>
        <p:txBody>
          <a:bodyPr wrap="none" rtlCol="0">
            <a:spAutoFit/>
          </a:bodyPr>
          <a:lstStyle/>
          <a:p>
            <a:r>
              <a:rPr kumimoji="1" lang="en-US" altLang="zh-CN" sz="1400" baseline="30000" dirty="0">
                <a:latin typeface="HarmonyOS Sans SC Light" pitchFamily="2" charset="-122"/>
                <a:ea typeface="HarmonyOS Sans SC Light" pitchFamily="2" charset="-122"/>
              </a:rPr>
              <a:t>2</a:t>
            </a:r>
            <a:endParaRPr kumimoji="1" lang="zh-CN" altLang="en-US" sz="1400" baseline="30000" dirty="0">
              <a:latin typeface="HarmonyOS Sans SC Light" pitchFamily="2" charset="-122"/>
              <a:ea typeface="HarmonyOS Sans SC Light" pitchFamily="2" charset="-122"/>
            </a:endParaRPr>
          </a:p>
        </p:txBody>
      </p:sp>
      <p:sp>
        <p:nvSpPr>
          <p:cNvPr id="224" name="文本框 223">
            <a:extLst>
              <a:ext uri="{FF2B5EF4-FFF2-40B4-BE49-F238E27FC236}">
                <a16:creationId xmlns:a16="http://schemas.microsoft.com/office/drawing/2014/main" id="{1AFF0DF2-EFC6-E730-DA8F-4271A690DB5B}"/>
              </a:ext>
            </a:extLst>
          </p:cNvPr>
          <p:cNvSpPr txBox="1"/>
          <p:nvPr/>
        </p:nvSpPr>
        <p:spPr>
          <a:xfrm>
            <a:off x="5424559" y="5170851"/>
            <a:ext cx="250390" cy="235962"/>
          </a:xfrm>
          <a:prstGeom prst="rect">
            <a:avLst/>
          </a:prstGeom>
          <a:noFill/>
        </p:spPr>
        <p:txBody>
          <a:bodyPr wrap="none" rtlCol="0">
            <a:spAutoFit/>
          </a:bodyPr>
          <a:lstStyle/>
          <a:p>
            <a:r>
              <a:rPr kumimoji="1" lang="en-US" altLang="zh-CN" sz="1400" baseline="30000" dirty="0">
                <a:latin typeface="HarmonyOS Sans SC Light" pitchFamily="2" charset="-122"/>
                <a:ea typeface="HarmonyOS Sans SC Light" pitchFamily="2" charset="-122"/>
              </a:rPr>
              <a:t>1</a:t>
            </a:r>
            <a:endParaRPr kumimoji="1" lang="zh-CN" altLang="en-US" sz="1400" baseline="30000" dirty="0">
              <a:latin typeface="HarmonyOS Sans SC Light" pitchFamily="2" charset="-122"/>
              <a:ea typeface="HarmonyOS Sans SC Light" pitchFamily="2" charset="-122"/>
            </a:endParaRPr>
          </a:p>
        </p:txBody>
      </p:sp>
      <p:sp>
        <p:nvSpPr>
          <p:cNvPr id="225" name="文本框 224">
            <a:extLst>
              <a:ext uri="{FF2B5EF4-FFF2-40B4-BE49-F238E27FC236}">
                <a16:creationId xmlns:a16="http://schemas.microsoft.com/office/drawing/2014/main" id="{C89D4268-9A84-9322-50CE-291BF9B78F30}"/>
              </a:ext>
            </a:extLst>
          </p:cNvPr>
          <p:cNvSpPr txBox="1"/>
          <p:nvPr/>
        </p:nvSpPr>
        <p:spPr>
          <a:xfrm>
            <a:off x="7239930" y="5170851"/>
            <a:ext cx="250390" cy="235962"/>
          </a:xfrm>
          <a:prstGeom prst="rect">
            <a:avLst/>
          </a:prstGeom>
          <a:noFill/>
        </p:spPr>
        <p:txBody>
          <a:bodyPr wrap="none" rtlCol="0">
            <a:spAutoFit/>
          </a:bodyPr>
          <a:lstStyle/>
          <a:p>
            <a:r>
              <a:rPr kumimoji="1" lang="en-US" altLang="zh-CN" sz="1400" baseline="30000" dirty="0">
                <a:latin typeface="HarmonyOS Sans SC Light" pitchFamily="2" charset="-122"/>
                <a:ea typeface="HarmonyOS Sans SC Light" pitchFamily="2" charset="-122"/>
              </a:rPr>
              <a:t>2</a:t>
            </a:r>
            <a:endParaRPr kumimoji="1" lang="zh-CN" altLang="en-US" sz="1400" baseline="30000" dirty="0">
              <a:latin typeface="HarmonyOS Sans SC Light" pitchFamily="2" charset="-122"/>
              <a:ea typeface="HarmonyOS Sans SC Light" pitchFamily="2" charset="-122"/>
            </a:endParaRPr>
          </a:p>
        </p:txBody>
      </p:sp>
      <p:sp>
        <p:nvSpPr>
          <p:cNvPr id="226" name="文本框 225">
            <a:extLst>
              <a:ext uri="{FF2B5EF4-FFF2-40B4-BE49-F238E27FC236}">
                <a16:creationId xmlns:a16="http://schemas.microsoft.com/office/drawing/2014/main" id="{4009D5E4-F07F-92A0-CC28-F85E42925D8B}"/>
              </a:ext>
            </a:extLst>
          </p:cNvPr>
          <p:cNvSpPr txBox="1"/>
          <p:nvPr/>
        </p:nvSpPr>
        <p:spPr>
          <a:xfrm>
            <a:off x="9172429" y="5169476"/>
            <a:ext cx="250390" cy="235962"/>
          </a:xfrm>
          <a:prstGeom prst="rect">
            <a:avLst/>
          </a:prstGeom>
          <a:noFill/>
        </p:spPr>
        <p:txBody>
          <a:bodyPr wrap="none" rtlCol="0">
            <a:spAutoFit/>
          </a:bodyPr>
          <a:lstStyle/>
          <a:p>
            <a:r>
              <a:rPr kumimoji="1" lang="en-US" altLang="zh-CN" sz="1400" baseline="30000" dirty="0">
                <a:latin typeface="HarmonyOS Sans SC Light" pitchFamily="2" charset="-122"/>
                <a:ea typeface="HarmonyOS Sans SC Light" pitchFamily="2" charset="-122"/>
              </a:rPr>
              <a:t>1</a:t>
            </a:r>
            <a:endParaRPr kumimoji="1" lang="zh-CN" altLang="en-US" sz="1400" baseline="30000" dirty="0">
              <a:latin typeface="HarmonyOS Sans SC Light" pitchFamily="2" charset="-122"/>
              <a:ea typeface="HarmonyOS Sans SC Light" pitchFamily="2" charset="-122"/>
            </a:endParaRPr>
          </a:p>
        </p:txBody>
      </p:sp>
      <p:sp>
        <p:nvSpPr>
          <p:cNvPr id="227" name="文本框 226">
            <a:extLst>
              <a:ext uri="{FF2B5EF4-FFF2-40B4-BE49-F238E27FC236}">
                <a16:creationId xmlns:a16="http://schemas.microsoft.com/office/drawing/2014/main" id="{A97B6644-F62A-BC25-B394-AC8CBB5C7F34}"/>
              </a:ext>
            </a:extLst>
          </p:cNvPr>
          <p:cNvSpPr txBox="1"/>
          <p:nvPr/>
        </p:nvSpPr>
        <p:spPr>
          <a:xfrm>
            <a:off x="10987800" y="5169476"/>
            <a:ext cx="250390" cy="235962"/>
          </a:xfrm>
          <a:prstGeom prst="rect">
            <a:avLst/>
          </a:prstGeom>
          <a:noFill/>
        </p:spPr>
        <p:txBody>
          <a:bodyPr wrap="none" rtlCol="0">
            <a:spAutoFit/>
          </a:bodyPr>
          <a:lstStyle/>
          <a:p>
            <a:r>
              <a:rPr kumimoji="1" lang="en-US" altLang="zh-CN" sz="1400" baseline="30000" dirty="0">
                <a:latin typeface="HarmonyOS Sans SC Light" pitchFamily="2" charset="-122"/>
                <a:ea typeface="HarmonyOS Sans SC Light" pitchFamily="2" charset="-122"/>
              </a:rPr>
              <a:t>2</a:t>
            </a:r>
            <a:endParaRPr kumimoji="1" lang="zh-CN" altLang="en-US" sz="1400" baseline="30000" dirty="0">
              <a:latin typeface="HarmonyOS Sans SC Light" pitchFamily="2" charset="-122"/>
              <a:ea typeface="HarmonyOS Sans SC Light" pitchFamily="2" charset="-122"/>
            </a:endParaRPr>
          </a:p>
        </p:txBody>
      </p:sp>
      <p:sp>
        <p:nvSpPr>
          <p:cNvPr id="233" name="矩形 232">
            <a:extLst>
              <a:ext uri="{FF2B5EF4-FFF2-40B4-BE49-F238E27FC236}">
                <a16:creationId xmlns:a16="http://schemas.microsoft.com/office/drawing/2014/main" id="{171F6A1B-8956-B51D-803D-46CB4BA3238D}"/>
              </a:ext>
            </a:extLst>
          </p:cNvPr>
          <p:cNvSpPr/>
          <p:nvPr>
            <p:custDataLst>
              <p:tags r:id="rId17"/>
            </p:custDataLst>
          </p:nvPr>
        </p:nvSpPr>
        <p:spPr bwMode="auto">
          <a:xfrm>
            <a:off x="6362700" y="1376363"/>
            <a:ext cx="179388" cy="133350"/>
          </a:xfrm>
          <a:prstGeom prst="rect">
            <a:avLst/>
          </a:prstGeom>
          <a:solidFill>
            <a:schemeClr val="tx1"/>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4" name="矩形 233">
            <a:extLst>
              <a:ext uri="{FF2B5EF4-FFF2-40B4-BE49-F238E27FC236}">
                <a16:creationId xmlns:a16="http://schemas.microsoft.com/office/drawing/2014/main" id="{93D9C855-76DD-D171-4900-F1C59C03DDF8}"/>
              </a:ext>
            </a:extLst>
          </p:cNvPr>
          <p:cNvSpPr/>
          <p:nvPr>
            <p:custDataLst>
              <p:tags r:id="rId18"/>
            </p:custDataLst>
          </p:nvPr>
        </p:nvSpPr>
        <p:spPr bwMode="auto">
          <a:xfrm>
            <a:off x="7627938" y="1376363"/>
            <a:ext cx="179388" cy="133350"/>
          </a:xfrm>
          <a:prstGeom prst="rect">
            <a:avLst/>
          </a:prstGeom>
          <a:solidFill>
            <a:srgbClr val="00ADFF"/>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5" name="矩形 234">
            <a:extLst>
              <a:ext uri="{FF2B5EF4-FFF2-40B4-BE49-F238E27FC236}">
                <a16:creationId xmlns:a16="http://schemas.microsoft.com/office/drawing/2014/main" id="{63E70B7B-AFD6-C5FA-53A4-BB0C77108781}"/>
              </a:ext>
            </a:extLst>
          </p:cNvPr>
          <p:cNvSpPr/>
          <p:nvPr>
            <p:custDataLst>
              <p:tags r:id="rId19"/>
            </p:custDataLst>
          </p:nvPr>
        </p:nvSpPr>
        <p:spPr bwMode="auto">
          <a:xfrm>
            <a:off x="9958388" y="1376363"/>
            <a:ext cx="179388" cy="133350"/>
          </a:xfrm>
          <a:prstGeom prst="rect">
            <a:avLst/>
          </a:prstGeom>
          <a:solidFill>
            <a:srgbClr val="83DFFF"/>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8" name="文本占位符 2">
            <a:extLst>
              <a:ext uri="{FF2B5EF4-FFF2-40B4-BE49-F238E27FC236}">
                <a16:creationId xmlns:a16="http://schemas.microsoft.com/office/drawing/2014/main" id="{E2A82853-A01E-84D9-7DDA-9049C7E0EA6A}"/>
              </a:ext>
            </a:extLst>
          </p:cNvPr>
          <p:cNvSpPr txBox="1">
            <a:spLocks/>
          </p:cNvSpPr>
          <p:nvPr>
            <p:custDataLst>
              <p:tags r:id="rId20"/>
            </p:custDataLst>
          </p:nvPr>
        </p:nvSpPr>
        <p:spPr bwMode="auto">
          <a:xfrm>
            <a:off x="10188575" y="1384300"/>
            <a:ext cx="139541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EA7C1AD-FC88-4CA6-A165-4C401C69CE96}" type="datetime'Mi''ddle and'' ''''''bot''''''t''''''''om'' thir''''d'''''">
              <a:rPr kumimoji="1" lang="en-US" altLang="en-US" sz="10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Middle and bottom third</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30" name="文本占位符 2">
            <a:extLst>
              <a:ext uri="{FF2B5EF4-FFF2-40B4-BE49-F238E27FC236}">
                <a16:creationId xmlns:a16="http://schemas.microsoft.com/office/drawing/2014/main" id="{DFB2A8EA-D5FB-EFDB-F6F4-9C850EA4A0DB}"/>
              </a:ext>
            </a:extLst>
          </p:cNvPr>
          <p:cNvSpPr txBox="1">
            <a:spLocks/>
          </p:cNvSpPr>
          <p:nvPr>
            <p:custDataLst>
              <p:tags r:id="rId21"/>
            </p:custDataLst>
          </p:nvPr>
        </p:nvSpPr>
        <p:spPr bwMode="auto">
          <a:xfrm>
            <a:off x="7858125" y="1384300"/>
            <a:ext cx="1998663"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99566022-6EE8-46FC-9DF5-492FB531A101}" type="datetime'T''o''p th''ir''d'''' （''e''x''''cl Un''''i''ted ''King''dom）'">
              <a:rPr kumimoji="1" lang="en-US" altLang="en-US" sz="10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Top third （excl United Kingdom）</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31" name="文本占位符 2">
            <a:extLst>
              <a:ext uri="{FF2B5EF4-FFF2-40B4-BE49-F238E27FC236}">
                <a16:creationId xmlns:a16="http://schemas.microsoft.com/office/drawing/2014/main" id="{09B286ED-FBB7-3691-0194-876CF19B863A}"/>
              </a:ext>
            </a:extLst>
          </p:cNvPr>
          <p:cNvSpPr txBox="1">
            <a:spLocks/>
          </p:cNvSpPr>
          <p:nvPr>
            <p:custDataLst>
              <p:tags r:id="rId22"/>
            </p:custDataLst>
          </p:nvPr>
        </p:nvSpPr>
        <p:spPr bwMode="auto">
          <a:xfrm>
            <a:off x="6592888" y="1384300"/>
            <a:ext cx="933450" cy="1365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ct val="0"/>
              </a:spcAft>
            </a:pPr>
            <a:fld id="{59D441F1-3646-4961-BD2F-ED3ABD5FB65E}" type="datetime'''U''n''ite''d'''''''' ''''''''K''i''ngd''om'">
              <a:rPr kumimoji="1" lang="en-US" altLang="en-US" sz="1000" smtClean="0">
                <a:effectLst/>
                <a:latin typeface="HarmonyOS Sans SC Light" pitchFamily="2" charset="-122"/>
                <a:ea typeface="HarmonyOS Sans SC Light" pitchFamily="2" charset="-122"/>
                <a:sym typeface="HarmonyOS Sans SC Light" pitchFamily="2" charset="-122"/>
              </a:rPr>
              <a:pPr algn="l">
                <a:spcBef>
                  <a:spcPct val="0"/>
                </a:spcBef>
                <a:spcAft>
                  <a:spcPct val="0"/>
                </a:spcAft>
              </a:pPr>
              <a:t>United Kingdom</a:t>
            </a:fld>
            <a:endParaRPr kumimoji="1" lang="zh-CN" altLang="en-US" sz="1000" dirty="0">
              <a:latin typeface="HarmonyOS Sans SC Light" pitchFamily="2" charset="-122"/>
              <a:ea typeface="HarmonyOS Sans SC Light" pitchFamily="2" charset="-122"/>
              <a:sym typeface="HarmonyOS Sans SC Light" pitchFamily="2" charset="-122"/>
            </a:endParaRPr>
          </a:p>
        </p:txBody>
      </p:sp>
      <p:sp>
        <p:nvSpPr>
          <p:cNvPr id="240" name="文本框 239">
            <a:extLst>
              <a:ext uri="{FF2B5EF4-FFF2-40B4-BE49-F238E27FC236}">
                <a16:creationId xmlns:a16="http://schemas.microsoft.com/office/drawing/2014/main" id="{FA1A3F7C-A1F8-4C92-C447-8EF4E7BA3B32}"/>
              </a:ext>
            </a:extLst>
          </p:cNvPr>
          <p:cNvSpPr txBox="1"/>
          <p:nvPr/>
        </p:nvSpPr>
        <p:spPr>
          <a:xfrm>
            <a:off x="400050" y="944885"/>
            <a:ext cx="11315700" cy="307777"/>
          </a:xfrm>
          <a:prstGeom prst="rect">
            <a:avLst/>
          </a:prstGeom>
          <a:noFill/>
        </p:spPr>
        <p:txBody>
          <a:bodyPr wrap="square" rtlCol="0">
            <a:spAutoFit/>
          </a:bodyPr>
          <a:lstStyle/>
          <a:p>
            <a:r>
              <a:rPr kumimoji="1" lang="en-US" altLang="zh-CN" sz="1400" dirty="0">
                <a:latin typeface="HarmonyOS Sans SC" pitchFamily="2" charset="-122"/>
                <a:ea typeface="HarmonyOS Sans SC" pitchFamily="2" charset="-122"/>
              </a:rPr>
              <a:t>Relative ambition of countries compared with United Kingdom and leading European fintech ecosystems, as of end of June 2022</a:t>
            </a:r>
            <a:r>
              <a:rPr kumimoji="1" lang="en-US" altLang="zh-CN" sz="1400" baseline="30000" dirty="0">
                <a:latin typeface="HarmonyOS Sans SC" pitchFamily="2" charset="-122"/>
                <a:ea typeface="HarmonyOS Sans SC" pitchFamily="2" charset="-122"/>
              </a:rPr>
              <a:t>2</a:t>
            </a:r>
            <a:endParaRPr kumimoji="1" lang="zh-CN" altLang="en-US" sz="1400" baseline="30000" dirty="0">
              <a:latin typeface="HarmonyOS Sans SC" pitchFamily="2" charset="-122"/>
              <a:ea typeface="HarmonyOS Sans SC" pitchFamily="2" charset="-122"/>
            </a:endParaRPr>
          </a:p>
        </p:txBody>
      </p:sp>
    </p:spTree>
    <p:extLst>
      <p:ext uri="{BB962C8B-B14F-4D97-AF65-F5344CB8AC3E}">
        <p14:creationId xmlns:p14="http://schemas.microsoft.com/office/powerpoint/2010/main" val="22357629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573&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3&quot;&gt;&lt;elem m_fUsage=&quot;6.83073923262610982476E+00&quot;&gt;&lt;m_msothmcolidx val=&quot;0&quot;/&gt;&lt;m_rgb r=&quot;00&quot; g=&quot;AD&quot; b=&quot;FF&quot;/&gt;&lt;/elem&gt;&lt;elem m_fUsage=&quot;8.50426715403900135293E-01&quot;&gt;&lt;m_msothmcolidx val=&quot;0&quot;/&gt;&lt;m_rgb r=&quot;4D&quot; g=&quot;4D&quot; b=&quot;4D&quot;/&gt;&lt;/elem&gt;&lt;elem m_fUsage=&quot;8.17887699000000023553E-01&quot;&gt;&lt;m_msothmcolidx val=&quot;0&quot;/&gt;&lt;m_rgb r=&quot;03&quot; g=&quot;52&quot; b=&quot;FF&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aQzb.hTvfbl7VWGR2Ip6w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Iwk6UPZND2.cKC4Z.MncS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ROuHZYqnZh7A7Ui5nXjko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NPJAyxFD.FHUj1T30ARJB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XzUFAFGZdDyN6jA.tuVM.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NE4GKWScMgW8rUwNNTfmR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gkJtmH67jNP4JSX9INU5G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VwMUeyJU3B5E9ZWAw_ZIF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4QHj1av9rV2RSCURYGqLH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LXoCb4OmTGxfV32KqMcNC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1zbtzzOYZcdrGTKyUG2cb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Sp2URJEOgTYUXj2mixIzK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AhhvKJezUlnXFEC5ejkh4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nF_er8P4vQQ_HfrsI0uzq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NkDgHfTbkoRDO7J.DBzg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e0mBgTPWrC2ea0XST_2an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YRvARKD469irNFMgBVbc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3S7Re2wn.hGTww7TO4tIA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iv8to3gwl9hq.Zk1kmp3.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cfQIwuEK0GUezRhvhOINh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dW8CMeXKUKmeUoD00INAd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eHhpPn4V4FxSbgxf48X8e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tnhXsP1h4CJ_ylWLSSiis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X93BvI.RHChTX38X2GUiZ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lXt6dt_Z0wJj27kj0Gm0J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z4g_hz2msciqIJI2gXEoa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TQC9D55OFQ3K12VAxYySf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ql7WLeJUr2v_eS.17r2CI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QKLmTmFmLDx1N0T8bD42y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e1.Q46grvvNF9.xk9DnYz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SpvmVBistxMqYCyhjru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RgoQeR6mosqfSkf2Kv4X9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0zlTcqqqHTGsPqYVuANEV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SZTVNcePgBOgFsY1_b6Xt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NcO8PDLj_BT2U4pLhjYGG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mzydd_ZEArqAky1N4NudH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7WXqIxLLAqGeYxWoYbdzq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3F95sShTq2jzcxB7.zrR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y52F0b66iUNspVZqmgN.i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AZ_j0L0hvtzHhxH43Hha0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GUKH8QSvuKC_EnP9xsMd_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CRJtp8kmKWUVufhvo2OFX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VsS_.omLAy9Jqz3G5zjQf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v7lKjdLrtPaIbBMOSoUF8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DZqK4A0nCPqHzDEED4Pp9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ZvrEuZxASvmwQMdtgqAFNw"/>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Fk2WVKYHconjqlAVvh4FsQ"/>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aii9OoXMQt3B1AQaVZ19n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W8vA7Gv_zYsaQnYdYOIdew"/>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RDq3wuysn1FXMPzubfcafA"/>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9Eq6ueLTp4X0B0Gh_E.C7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w6tImXiZgXpx6KPPwL7a7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qGuLgUUFJUTbXDkKmVc9k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eRFT3MXKVwAjb_6giS0Zw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AniQiWUXMz5K6I4gqmvft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617W29foURFLoLWg7mhGr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kI7rhQJjwz75OOX62lFnP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bJ64.FifQ.jK2iTqlDTWp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E9eNqLzVQZ2j7DbNlWpdc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I.EbylNWrEmlBk9x8nesv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mQA0f3m6bWHuw9rSmAf_B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t.fRfrXSPsBX3yG6BW4N2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GKeiZkoSEjB3Da5kOfkxu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bAolhxZ1qbRh3KYJVXpy2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SBSfsNBGGUmswrmZkPf2x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_rhjYc.rkbsktxczbr57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iH9c3uCm.2iZFc95eDkMQQ"/>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Zi0WrSx3P6ENM3.CLJcDL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oa05FCHYsFn2nL7B3aScmQ"/>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DfsMcc8lWPM3.2VZIseyc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jAOqXUrWuaEy01_M2FYp0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AxcmJLU0.ti1_i4brmHW_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1_4TLMWhqZZe9.pOtwuksA"/>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AmUZBd9zaUAmcJYkfVLj1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9.E3LD0b0BveOOuHX8acS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09tHS8nrAKSF7_TvhYR5V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Q_20LVcqm0FGznkZggFrxQ"/>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pGC3L5zREcVDZkGuftx_L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DRXZ8gIbpaGJXtnsCrDm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iFNNpv4bcyJtvdvwNeIuM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QZktyjMNUaHiaMqUU1qwlQ"/>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wrpyS05ukSiIghlNKB8ZQ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GmbBbvIjp03qgNFGthqRp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U49UCR7skyD9Rad5yTVCy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N6P5U.oaTD10fiGhAr5aE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0QDo3QNok1HVDGoCisSq6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geD_4Gm.uza9LvqNZDzoz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X9RnZBgs2.XXPF4K26n7D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qLopJ9wm5tLFWarn8baa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42y3pcvOPkoJ3X_20ZmMBw"/>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cJ1svzEraTKubyfIj6HQq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26lsumK_2yWfQKiyb7ZYL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Xac.RHee2PrdO4BrZSfU2g"/>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v3AfLdiwwwU4q5E7OlNfE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tybehLpJXfl5wiDIWF.U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swUVAYcKFJ3N5AMalrEBJ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SPO0CVRHAyRgOCarutGF_A"/>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6ORxUFp9tknbjbhDtl7RX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2rSSGJbHBZvC3PZCCZpFD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LZ.t3WZj0QwriH5yo7_JQ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ygJfbLvImzljWLckxLsH2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Bb6m6f0Twu8lZW.atH5st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j7_mCDEfbXZv7wm7ARQf6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sDD6STota8e9dLLrcQhgE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14h75UJMz6cp0XzFVDbAv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_Tf3XTqe_DkC_8ry70GPi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n5ASUa1p6cZd9xTchhCyF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GKiFFxmWqidDJ1c57.xHJ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oF7iUdq4DR04iHJ4yXo1c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BXDW.ST7BYCcK69r4y7Eq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CP45BUWc7JReLNEAsUzh.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_9VTnjQsBRwFlBcA9wqwh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SvJQjEc60DzHn4eA3DCJJg"/>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48wfB1tpHHApVYaE3cIuHA"/>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a0_A2geWwmGwoSjOeZ2rw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m8tED143Jb_39bsA63tW.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3Ad5h9aLtGYCOfNc2iDXh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jk2ZfKjKqXqUefMQ0HBcgw"/>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n7046fFpV2clOwmJ3.Acg"/>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Yo6mWmI67EV381Y52bdsLw"/>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ZDeJtUU2vkTVxtkxx6VQg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6zL_jq4PljkIM9MJF2Cs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myVSdcErGa9FON3pWhzSsg"/>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WS2GAAMh5tBKMOAix6PIJg"/>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b_zc7RSU1kUabAVSpjmu1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s8AulhLZ.wyPBNBK5.GG.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I2BOKruMTXkDgoV4jD36PQ"/>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day5jP9ivq_6fpKxQnSei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dafeuDRDDlgDifj3EPY5HA"/>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6zNJnXF4BH6Vn3BL8F2zQ"/>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yDewPhzNAo8771foXVyer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PKIh6iQFTnHRaky0YrolbA"/>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EDGdURNfwD8gs.hZWCpS.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NnphIwOVNAYJ1tfRnDHfN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7qDquw4QawC4obvj5H6v6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Lt59WWCkt.yiHy3Dq8nNqQ"/>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vfS0anFry15Udbbd_1QBng"/>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7KTIM80VgQCMbquy_XQFd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2byxZvtCocHpDmS6Bx2Gy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fX1ws9M3DjAHZT9y0E5R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BAjw2RsskqSb2pgCLsCvR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cVqdG2bJUEaMCwTIrnZeew"/>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0Bzp59Nt8SuQDuQj3LVEE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pxxuUbcyK6pWfJKZMtBowA"/>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SLYcT30g5hWo5KjsnbFUyQ"/>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zQMvZQdEtLFsBWCRzvMSrQ"/>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IeU4qCZOHi09enqZo_4Lw"/>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VvNN1bqTOjYjw8y3E2suaA"/>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mD1JGHvbNuQMqwltlk3rrA"/>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4O62S9gzvWzh8lh_OTG6ww"/>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FGFuQzjy1xmruRGlpFJLkQ"/>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32zPY7GeHcHZrBChoRgk5A"/>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oTK9SVYMlgutckWs9T1p0w"/>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Z9Cbc3kNsSHxwlENLgU6HA"/>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CZgDU_g1YBuydYZ6ZwGubw"/>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Zn68YWqS2xoIX3asrjyrrA"/>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Py4gmyn5F1YaWf_Wfmf.0Q"/>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XnGf1pzfCAC2A4m36k930g"/>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waq.4_60xR_sqdcyKpQoB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qfRF6zY2j2bTpM6_MxHwHA"/>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OGnANhRBDISv1VHCalmZtA"/>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cLaB_jiDGPP3ikct3Gd.sg"/>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BieFYDmIi6toTMsWqCBH3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tsafAPAC7cfqdB57bI.kF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miQJj7ZNzxpbXL0eT7FbBQ"/>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qpO8WAatFxK4fT40Wz.Jvw"/>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SCv079vXf0059EbRb.ME6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d0d3UYFoZ_GXY5TVOHP_wQ"/>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avbTzBmylgouc1h3zyigWg"/>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cqoJag7M3jgbfTem_l8hDw"/>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75p3WvVTOddjhiL7m.PrFg"/>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G8qHHMIUk.CT7Bei2LPNKQ"/>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wSbZ6h9b8EAwagWEKJpkyw"/>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6Y_Lb6.Sdjpze6PEtX9ESw"/>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z4BSn8decW3VYBQXq6_k9g"/>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tIzvQK0adBBwtg0b4RWudg"/>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Lun50Qlx23sP.PRLzjx3cw"/>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vm29w3E0n8Be6JpBxkbnw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FAwQhX96e_hftficP0WPBw"/>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DgGfiLUCD8kbNmj2L99bNw"/>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4_.NFheS63VLI0KEgD2tCQ"/>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vEwKJbxSFqmd59rVMyhkQg"/>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NDW0uhqQX840.Okl1bpJ.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QuIZgDAUF0ovVr6QWYCJw"/>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pLX.T3kquSEg9oACIPxVA"/>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gqHdBGroVNWN9VKDsM9TqQ"/>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1pQherE1s9JODkJi.cq86A"/>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pfBGu_FMjtq6wus4bnEa0w"/>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VHdQWskRiSe4oj60OeTsh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8cfzb2mGCzvw14s_P.ge.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KAahZU7z2Dy0KkYI3lRH4g"/>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RDwJENeDOujJrzmGUhyc_w"/>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PSbQ7g8p2_YqYsMEejPpS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3673Fg1uU2sDfBln2zRcGg"/>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QOkymx4kZBe8KCeCSslld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wyMUw_QMhLJPgjnN4bZNC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k4VneoXJWGceFE78NGlz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WVXt7RNv8kbr6mv3ZLbIFA"/>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Iv0DO13b0W8liPLARhVFM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vk5v5BnBGTQcthO0YSeBzA"/>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3S6.9I0Yfom1qGUcORdOUw"/>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GJp305yDisdwCi9ELI2DCg"/>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L.0bqWI099xx66Sg7A4Qbw"/>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npO03EuNIxh7yqY1OxD0EQ"/>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psMQrGgC_9ufGAitqw1icQ"/>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uZniCBkKr9BVsGzXAHmh3A"/>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FfgtY2H8eoUfL4rV5LtTj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CHB_kpOJhtOzM35PQ46JU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mkZNTYDxSr0P6xHc_n1Tzg"/>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GEXEaRWaGJlT.ZdL5Sig7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ipmmC6ylq6orMZm_Sw23bw"/>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92eSw7W_jia5GRBl.lif5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Nyavft1NBSWTPscJTzHP1A"/>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R2wwYu0gZ2_PcNfzeiCpQQ"/>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Q7.NfoMZeKncDlZZyX0fHQ"/>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qDkzy9OOyfh1OrU9wWBbyw"/>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kLYzMZanI8UjTr4WpxmzwQ"/>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l67X_800golaf1Ott.sNi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G52bqy_Z5BkK0BCKG3wreA"/>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YScxDKe9zFyqyalBWVq.9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4hs4ArKw6CnqxNMO5HrHhA"/>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BJRAqzenxksRv.dIu6TBxQ"/>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nZz9WrIErjbD5g2zH4_9GQ"/>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FtXQjbBK45h6aslGsOljw"/>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AnqVWkzgGpVfESjOd952l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l5frvhRwuXOJCMDKt5fiHA"/>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w9O1AgEsSIcBG6n8S9t5a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qZinGMcqjrOmBcbQUSymSA"/>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2Y5Z25He0mTqLoGGcQk.A"/>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vDHIcNVmg3gow_F5X_4Q6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5.F1gfTRLPoFUsp5LOd9kw"/>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0Bj4VNOshMl7j_Lay2m3Bg"/>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7wm3Y.SQ4N_Rqmjh87peGw"/>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mzY18vKDSh7PhcReuzLptw"/>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mLXe2qgJCmkgYo_uu2J9a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XXmej5NVaJK0rgY1H_VKQ"/>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OOtSTkm5aDPMS.cZ0cBZHA"/>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q_P_hgVnJyS8dqWuTCdpow"/>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Rs38Ph.naN.YxYshD1SDp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f0ZiWycE7XyhaInZVEAcuw"/>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dh24nEphptW.1Nd3YhBFZA"/>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b3ybYdb5s7kzifpV2fALd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1390</Words>
  <Application>Microsoft Macintosh PowerPoint</Application>
  <PresentationFormat>宽屏</PresentationFormat>
  <Paragraphs>453</Paragraphs>
  <Slides>11</Slides>
  <Notes>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20" baseType="lpstr">
      <vt:lpstr>等线</vt:lpstr>
      <vt:lpstr>等线 Light</vt:lpstr>
      <vt:lpstr>HarmonyOS Sans SC</vt:lpstr>
      <vt:lpstr>HarmonyOS Sans SC Black</vt:lpstr>
      <vt:lpstr>HarmonyOS Sans SC Light</vt:lpstr>
      <vt:lpstr>HarmonyOS Sans SC Medium</vt:lpstr>
      <vt:lpstr>Arial</vt:lpstr>
      <vt:lpstr>Office 主题​​</vt:lpstr>
      <vt:lpstr>think-cell 幻灯片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zhangbaoxu</dc:creator>
  <cp:lastModifiedBy>zhangbaoxu</cp:lastModifiedBy>
  <cp:revision>3</cp:revision>
  <dcterms:created xsi:type="dcterms:W3CDTF">2024-10-21T12:45:25Z</dcterms:created>
  <dcterms:modified xsi:type="dcterms:W3CDTF">2024-10-25T02:41:56Z</dcterms:modified>
</cp:coreProperties>
</file>