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3.xml" ContentType="application/vnd.openxmlformats-officedocument.drawingml.chart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08.xml" ContentType="application/vnd.openxmlformats-officedocument.presentationml.tags+xml"/>
  <Override PartName="/ppt/charts/chart10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152" r:id="rId2"/>
    <p:sldId id="265" r:id="rId3"/>
    <p:sldId id="266" r:id="rId4"/>
    <p:sldId id="5153" r:id="rId5"/>
    <p:sldId id="5154" r:id="rId6"/>
    <p:sldId id="256" r:id="rId7"/>
    <p:sldId id="257" r:id="rId8"/>
    <p:sldId id="5155" r:id="rId9"/>
    <p:sldId id="5156" r:id="rId10"/>
    <p:sldId id="258" r:id="rId11"/>
    <p:sldId id="25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9"/>
    <p:restoredTop sz="95748"/>
  </p:normalViewPr>
  <p:slideViewPr>
    <p:cSldViewPr snapToGrid="0">
      <p:cViewPr varScale="1">
        <p:scale>
          <a:sx n="110" d="100"/>
          <a:sy n="110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b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0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6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135135135135137E-2"/>
          <c:y val="6.4354784928309441E-2"/>
          <c:w val="0.83716216216216222"/>
          <c:h val="0.8712904301433811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8310810810810811"/>
                  <c:y val="1.00033344448149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B38-6B4E-AECE-B6A0B7043474}"/>
                </c:ext>
              </c:extLst>
            </c:dLbl>
            <c:dLbl>
              <c:idx val="1"/>
              <c:layout>
                <c:manualLayout>
                  <c:x val="0.45540540540540542"/>
                  <c:y val="1.00033344448149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B38-6B4E-AECE-B6A0B7043474}"/>
                </c:ext>
              </c:extLst>
            </c:dLbl>
            <c:dLbl>
              <c:idx val="2"/>
              <c:layout>
                <c:manualLayout>
                  <c:x val="0.41418918918918918"/>
                  <c:y val="1.00033344448149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B38-6B4E-AECE-B6A0B7043474}"/>
                </c:ext>
              </c:extLst>
            </c:dLbl>
            <c:dLbl>
              <c:idx val="3"/>
              <c:layout>
                <c:manualLayout>
                  <c:x val="0.3993243243243243"/>
                  <c:y val="1.00033344448149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6B38-6B4E-AECE-B6A0B7043474}"/>
                </c:ext>
              </c:extLst>
            </c:dLbl>
            <c:dLbl>
              <c:idx val="4"/>
              <c:layout>
                <c:manualLayout>
                  <c:x val="0.38581081081081081"/>
                  <c:y val="1.00033344448149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B38-6B4E-AECE-B6A0B704347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30</c:v>
                </c:pt>
                <c:pt idx="1">
                  <c:v>28.000000000000004</c:v>
                </c:pt>
                <c:pt idx="2">
                  <c:v>25</c:v>
                </c:pt>
                <c:pt idx="3">
                  <c:v>24</c:v>
                </c:pt>
                <c:pt idx="4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B38-6B4E-AECE-B6A0B7043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02359728"/>
        <c:axId val="1"/>
      </c:barChart>
      <c:catAx>
        <c:axId val="200235972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200235972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5F-044A-BE36-1B0B6B952E8D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5F-044A-BE36-1B0B6B952E8D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65F-044A-BE36-1B0B6B952E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Source Han Serif CN Medium" panose="02020400000000000000" pitchFamily="18" charset="-128"/>
                    <a:ea typeface="Source Han Serif CN Medium" panose="02020400000000000000" pitchFamily="18" charset="-128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35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5F-044A-BE36-1B0B6B952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9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6923076923076927E-3"/>
          <c:y val="8.3874188716924619E-2"/>
          <c:w val="0.98461538461538467"/>
          <c:h val="0.8322516225661508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8F4-A842-A4FE-76C26B3D8689}"/>
                </c:ext>
              </c:extLst>
            </c:dLbl>
            <c:dLbl>
              <c:idx val="2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8F4-A842-A4FE-76C26B3D8689}"/>
                </c:ext>
              </c:extLst>
            </c:dLbl>
            <c:dLbl>
              <c:idx val="3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8F4-A842-A4FE-76C26B3D8689}"/>
                </c:ext>
              </c:extLst>
            </c:dLbl>
            <c:dLbl>
              <c:idx val="4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8F4-A842-A4FE-76C26B3D8689}"/>
                </c:ext>
              </c:extLst>
            </c:dLbl>
            <c:dLbl>
              <c:idx val="5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8F4-A842-A4FE-76C26B3D8689}"/>
                </c:ext>
              </c:extLst>
            </c:dLbl>
            <c:dLbl>
              <c:idx val="6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8F4-A842-A4FE-76C26B3D8689}"/>
                </c:ext>
              </c:extLst>
            </c:dLbl>
            <c:dLbl>
              <c:idx val="7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8F4-A842-A4FE-76C26B3D8689}"/>
                </c:ext>
              </c:extLst>
            </c:dLbl>
            <c:dLbl>
              <c:idx val="8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F8F4-A842-A4FE-76C26B3D8689}"/>
                </c:ext>
              </c:extLst>
            </c:dLbl>
            <c:dLbl>
              <c:idx val="9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F8F4-A842-A4FE-76C26B3D8689}"/>
                </c:ext>
              </c:extLst>
            </c:dLbl>
            <c:dLbl>
              <c:idx val="10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8F4-A842-A4FE-76C26B3D8689}"/>
                </c:ext>
              </c:extLst>
            </c:dLbl>
            <c:dLbl>
              <c:idx val="11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8F4-A842-A4FE-76C26B3D868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Sheet1!$A$1:$L$1</c:f>
              <c:numCache>
                <c:formatCode>General</c:formatCode>
                <c:ptCount val="12"/>
                <c:pt idx="0">
                  <c:v>3</c:v>
                </c:pt>
                <c:pt idx="1">
                  <c:v>14</c:v>
                </c:pt>
                <c:pt idx="2">
                  <c:v>5</c:v>
                </c:pt>
                <c:pt idx="3">
                  <c:v>15</c:v>
                </c:pt>
                <c:pt idx="4">
                  <c:v>4</c:v>
                </c:pt>
                <c:pt idx="5">
                  <c:v>26</c:v>
                </c:pt>
                <c:pt idx="6">
                  <c:v>5</c:v>
                </c:pt>
                <c:pt idx="7">
                  <c:v>15</c:v>
                </c:pt>
                <c:pt idx="8">
                  <c:v>11</c:v>
                </c:pt>
                <c:pt idx="9">
                  <c:v>43</c:v>
                </c:pt>
                <c:pt idx="10">
                  <c:v>6</c:v>
                </c:pt>
                <c:pt idx="1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8F4-A842-A4FE-76C26B3D8689}"/>
            </c:ext>
          </c:extLst>
        </c:ser>
        <c:ser>
          <c:idx val="1"/>
          <c:order val="1"/>
          <c:spPr>
            <a:solidFill>
              <a:srgbClr val="004D7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8F4-A842-A4FE-76C26B3D8689}"/>
                </c:ext>
              </c:extLst>
            </c:dLbl>
            <c:dLbl>
              <c:idx val="1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F8F4-A842-A4FE-76C26B3D8689}"/>
                </c:ext>
              </c:extLst>
            </c:dLbl>
            <c:dLbl>
              <c:idx val="2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8F4-A842-A4FE-76C26B3D8689}"/>
                </c:ext>
              </c:extLst>
            </c:dLbl>
            <c:dLbl>
              <c:idx val="3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F8F4-A842-A4FE-76C26B3D8689}"/>
                </c:ext>
              </c:extLst>
            </c:dLbl>
            <c:dLbl>
              <c:idx val="4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F8F4-A842-A4FE-76C26B3D8689}"/>
                </c:ext>
              </c:extLst>
            </c:dLbl>
            <c:dLbl>
              <c:idx val="5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F8F4-A842-A4FE-76C26B3D8689}"/>
                </c:ext>
              </c:extLst>
            </c:dLbl>
            <c:dLbl>
              <c:idx val="6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F8F4-A842-A4FE-76C26B3D8689}"/>
                </c:ext>
              </c:extLst>
            </c:dLbl>
            <c:dLbl>
              <c:idx val="7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F8F4-A842-A4FE-76C26B3D8689}"/>
                </c:ext>
              </c:extLst>
            </c:dLbl>
            <c:dLbl>
              <c:idx val="8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F8F4-A842-A4FE-76C26B3D8689}"/>
                </c:ext>
              </c:extLst>
            </c:dLbl>
            <c:dLbl>
              <c:idx val="9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F8F4-A842-A4FE-76C26B3D8689}"/>
                </c:ext>
              </c:extLst>
            </c:dLbl>
            <c:dLbl>
              <c:idx val="10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F8F4-A842-A4FE-76C26B3D8689}"/>
                </c:ext>
              </c:extLst>
            </c:dLbl>
            <c:dLbl>
              <c:idx val="11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F8F4-A842-A4FE-76C26B3D868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0">
                  <c:v>6</c:v>
                </c:pt>
                <c:pt idx="1">
                  <c:v>16</c:v>
                </c:pt>
                <c:pt idx="2">
                  <c:v>6</c:v>
                </c:pt>
                <c:pt idx="3">
                  <c:v>12</c:v>
                </c:pt>
                <c:pt idx="4">
                  <c:v>19</c:v>
                </c:pt>
                <c:pt idx="5">
                  <c:v>25</c:v>
                </c:pt>
                <c:pt idx="6">
                  <c:v>8</c:v>
                </c:pt>
                <c:pt idx="7">
                  <c:v>12</c:v>
                </c:pt>
                <c:pt idx="8">
                  <c:v>26</c:v>
                </c:pt>
                <c:pt idx="9">
                  <c:v>24</c:v>
                </c:pt>
                <c:pt idx="10">
                  <c:v>11</c:v>
                </c:pt>
                <c:pt idx="1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8F4-A842-A4FE-76C26B3D8689}"/>
            </c:ext>
          </c:extLst>
        </c:ser>
        <c:ser>
          <c:idx val="2"/>
          <c:order val="2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F8F4-A842-A4FE-76C26B3D8689}"/>
                </c:ext>
              </c:extLst>
            </c:dLbl>
            <c:dLbl>
              <c:idx val="1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F8F4-A842-A4FE-76C26B3D8689}"/>
                </c:ext>
              </c:extLst>
            </c:dLbl>
            <c:dLbl>
              <c:idx val="2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F8F4-A842-A4FE-76C26B3D8689}"/>
                </c:ext>
              </c:extLst>
            </c:dLbl>
            <c:dLbl>
              <c:idx val="3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F8F4-A842-A4FE-76C26B3D8689}"/>
                </c:ext>
              </c:extLst>
            </c:dLbl>
            <c:dLbl>
              <c:idx val="4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F8F4-A842-A4FE-76C26B3D8689}"/>
                </c:ext>
              </c:extLst>
            </c:dLbl>
            <c:dLbl>
              <c:idx val="5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F8F4-A842-A4FE-76C26B3D8689}"/>
                </c:ext>
              </c:extLst>
            </c:dLbl>
            <c:dLbl>
              <c:idx val="6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F8F4-A842-A4FE-76C26B3D8689}"/>
                </c:ext>
              </c:extLst>
            </c:dLbl>
            <c:dLbl>
              <c:idx val="7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F8F4-A842-A4FE-76C26B3D8689}"/>
                </c:ext>
              </c:extLst>
            </c:dLbl>
            <c:dLbl>
              <c:idx val="8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F8F4-A842-A4FE-76C26B3D8689}"/>
                </c:ext>
              </c:extLst>
            </c:dLbl>
            <c:dLbl>
              <c:idx val="9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F8F4-A842-A4FE-76C26B3D8689}"/>
                </c:ext>
              </c:extLst>
            </c:dLbl>
            <c:dLbl>
              <c:idx val="10"/>
              <c:layout>
                <c:manualLayout>
                  <c:x val="0"/>
                  <c:y val="-1.997004493260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F8F4-A842-A4FE-76C26B3D8689}"/>
                </c:ext>
              </c:extLst>
            </c:dLbl>
            <c:dLbl>
              <c:idx val="11"/>
              <c:layout>
                <c:manualLayout>
                  <c:x val="0"/>
                  <c:y val="-1.49775336994508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F8F4-A842-A4FE-76C26B3D868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0">
                  <c:v>17</c:v>
                </c:pt>
                <c:pt idx="1">
                  <c:v>17</c:v>
                </c:pt>
                <c:pt idx="2">
                  <c:v>10</c:v>
                </c:pt>
                <c:pt idx="3">
                  <c:v>13</c:v>
                </c:pt>
                <c:pt idx="4">
                  <c:v>22</c:v>
                </c:pt>
                <c:pt idx="5">
                  <c:v>15</c:v>
                </c:pt>
                <c:pt idx="6">
                  <c:v>12</c:v>
                </c:pt>
                <c:pt idx="7">
                  <c:v>13</c:v>
                </c:pt>
                <c:pt idx="8">
                  <c:v>20</c:v>
                </c:pt>
                <c:pt idx="9">
                  <c:v>10</c:v>
                </c:pt>
                <c:pt idx="10">
                  <c:v>15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5-F8F4-A842-A4FE-76C26B3D8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00054976"/>
        <c:axId val="1"/>
      </c:barChart>
      <c:catAx>
        <c:axId val="6000549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000549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0.15535248041775457"/>
          <c:w val="0.94537815126050417"/>
          <c:h val="0.7349869451697127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26370757180156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CC5-8141-BAED-9A19BA5379BC}"/>
                </c:ext>
              </c:extLst>
            </c:dLbl>
            <c:dLbl>
              <c:idx val="1"/>
              <c:layout>
                <c:manualLayout>
                  <c:x val="0"/>
                  <c:y val="-0.326370757180156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CC5-8141-BAED-9A19BA5379BC}"/>
                </c:ext>
              </c:extLst>
            </c:dLbl>
            <c:dLbl>
              <c:idx val="2"/>
              <c:layout>
                <c:manualLayout>
                  <c:x val="0"/>
                  <c:y val="-0.4138381201044386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CC5-8141-BAED-9A19BA5379B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569</c:v>
                </c:pt>
                <c:pt idx="1">
                  <c:v>570</c:v>
                </c:pt>
                <c:pt idx="2">
                  <c:v>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CC5-8141-BAED-9A19BA537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100"/>
        <c:axId val="241096815"/>
        <c:axId val="1"/>
      </c:barChart>
      <c:catAx>
        <c:axId val="2410968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4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410968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0.12592592592592591"/>
          <c:w val="0.94537815126050417"/>
          <c:h val="0.7851851851851852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2433862433862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DF4-7546-8131-E67861534384}"/>
                </c:ext>
              </c:extLst>
            </c:dLbl>
            <c:dLbl>
              <c:idx val="1"/>
              <c:layout>
                <c:manualLayout>
                  <c:x val="0"/>
                  <c:y val="-0.417989417989417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DF4-7546-8131-E67861534384}"/>
                </c:ext>
              </c:extLst>
            </c:dLbl>
            <c:dLbl>
              <c:idx val="2"/>
              <c:layout>
                <c:manualLayout>
                  <c:x val="0"/>
                  <c:y val="-0.430158730158730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DF4-7546-8131-E678615343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754</c:v>
                </c:pt>
                <c:pt idx="1">
                  <c:v>883</c:v>
                </c:pt>
                <c:pt idx="2">
                  <c:v>912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F4-7546-8131-E67861534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100"/>
        <c:axId val="1092352608"/>
        <c:axId val="1"/>
      </c:barChart>
      <c:catAx>
        <c:axId val="109235260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1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923526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8.3086053412462904E-2"/>
          <c:w val="0.94537815126050417"/>
          <c:h val="0.8338278931750742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97823936696340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667-7049-8E9B-3EDE37C0BF81}"/>
                </c:ext>
              </c:extLst>
            </c:dLbl>
            <c:dLbl>
              <c:idx val="1"/>
              <c:layout>
                <c:manualLayout>
                  <c:x val="0"/>
                  <c:y val="-1.48367952522255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667-7049-8E9B-3EDE37C0BF81}"/>
                </c:ext>
              </c:extLst>
            </c:dLbl>
            <c:dLbl>
              <c:idx val="2"/>
              <c:layout>
                <c:manualLayout>
                  <c:x val="0"/>
                  <c:y val="-1.48367952522255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667-7049-8E9B-3EDE37C0BF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512</c:v>
                </c:pt>
                <c:pt idx="1">
                  <c:v>539</c:v>
                </c:pt>
                <c:pt idx="2">
                  <c:v>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67-7049-8E9B-3EDE37C0BF81}"/>
            </c:ext>
          </c:extLst>
        </c:ser>
        <c:ser>
          <c:idx val="1"/>
          <c:order val="1"/>
          <c:spPr>
            <a:solidFill>
              <a:srgbClr val="00467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97823936696340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667-7049-8E9B-3EDE37C0BF81}"/>
                </c:ext>
              </c:extLst>
            </c:dLbl>
            <c:dLbl>
              <c:idx val="1"/>
              <c:layout>
                <c:manualLayout>
                  <c:x val="0"/>
                  <c:y val="-1.48367952522255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667-7049-8E9B-3EDE37C0BF81}"/>
                </c:ext>
              </c:extLst>
            </c:dLbl>
            <c:dLbl>
              <c:idx val="2"/>
              <c:layout>
                <c:manualLayout>
                  <c:x val="0"/>
                  <c:y val="-1.48367952522255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667-7049-8E9B-3EDE37C0BF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208</c:v>
                </c:pt>
                <c:pt idx="1">
                  <c:v>445</c:v>
                </c:pt>
                <c:pt idx="2">
                  <c:v>543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667-7049-8E9B-3EDE37C0B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100"/>
        <c:axId val="1092596496"/>
        <c:axId val="1"/>
      </c:barChart>
      <c:catAx>
        <c:axId val="10925964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6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925964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952380952380953E-2"/>
          <c:y val="3.6827195467422094E-2"/>
          <c:w val="0.93809523809523809"/>
          <c:h val="0.9263456090651558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E69-9145-B2F1-5DE17187E371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100</c:v>
                </c:pt>
                <c:pt idx="1">
                  <c:v>103.7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69-9145-B2F1-5DE17187E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55027871"/>
        <c:axId val="1"/>
      </c:barChart>
      <c:catAx>
        <c:axId val="2550278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3.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550278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936672423719057E-2"/>
          <c:y val="3.1100478468899521E-2"/>
          <c:w val="0.94012665515256189"/>
          <c:h val="0.937799043062200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8B3-2745-8791-5ED59A3E3A7B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100</c:v>
                </c:pt>
                <c:pt idx="1">
                  <c:v>127.5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B3-2745-8791-5ED59A3E3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55254207"/>
        <c:axId val="1"/>
      </c:barChart>
      <c:catAx>
        <c:axId val="2552542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7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552542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919447640966629E-2"/>
          <c:y val="3.2418952618453865E-2"/>
          <c:w val="0.9401611047180668"/>
          <c:h val="0.935162094763092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B1C-EF42-A4DC-0F3389B96975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100</c:v>
                </c:pt>
                <c:pt idx="1">
                  <c:v>122.9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1C-EF42-A4DC-0F3389B96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55695519"/>
        <c:axId val="1"/>
      </c:barChart>
      <c:catAx>
        <c:axId val="2556955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2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556955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F79-5845-AE6A-2B56CCA1CE5E}"/>
              </c:ext>
            </c:extLst>
          </c:dPt>
          <c:dPt>
            <c:idx val="1"/>
            <c:bubble3D val="0"/>
            <c:spPr>
              <a:solidFill>
                <a:srgbClr val="1041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F79-5845-AE6A-2B56CCA1CE5E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F79-5845-AE6A-2B56CCA1CE5E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20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79-5845-AE6A-2B56CCA1C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EB-634E-B406-10CC70F58886}"/>
              </c:ext>
            </c:extLst>
          </c:dPt>
          <c:dPt>
            <c:idx val="1"/>
            <c:bubble3D val="0"/>
            <c:spPr>
              <a:solidFill>
                <a:srgbClr val="1041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EB-634E-B406-10CC70F58886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0EB-634E-B406-10CC70F58886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</c:v>
                </c:pt>
                <c:pt idx="1">
                  <c:v>18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EB-634E-B406-10CC70F588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4B-D54D-B233-A4B8ED047038}"/>
              </c:ext>
            </c:extLst>
          </c:dPt>
          <c:dPt>
            <c:idx val="1"/>
            <c:bubble3D val="0"/>
            <c:spPr>
              <a:solidFill>
                <a:srgbClr val="1041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4B-D54D-B233-A4B8ED047038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E4B-D54D-B233-A4B8ED047038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26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4B-D54D-B233-A4B8ED0470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51-764C-A0C2-EE1121DCDDA7}"/>
              </c:ext>
            </c:extLst>
          </c:dPt>
          <c:dPt>
            <c:idx val="1"/>
            <c:bubble3D val="0"/>
            <c:spPr>
              <a:solidFill>
                <a:srgbClr val="1041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51-764C-A0C2-EE1121DCDDA7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51-764C-A0C2-EE1121DCDDA7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</c:v>
                </c:pt>
                <c:pt idx="1">
                  <c:v>17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51-764C-A0C2-EE1121DCDD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C3-8245-BDCA-70DE38993D7A}"/>
              </c:ext>
            </c:extLst>
          </c:dPt>
          <c:dPt>
            <c:idx val="1"/>
            <c:bubble3D val="0"/>
            <c:spPr>
              <a:solidFill>
                <a:srgbClr val="1041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C3-8245-BDCA-70DE38993D7A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C3-8245-BDCA-70DE38993D7A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14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C3-8245-BDCA-70DE38993D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F4-3247-9590-E34FD206C186}"/>
              </c:ext>
            </c:extLst>
          </c:dPt>
          <c:dPt>
            <c:idx val="1"/>
            <c:bubble3D val="0"/>
            <c:spPr>
              <a:solidFill>
                <a:srgbClr val="1041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F4-3247-9590-E34FD206C186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F4-3247-9590-E34FD206C186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19</c:v>
                </c:pt>
                <c:pt idx="2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F4-3247-9590-E34FD206C1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81818181818182E-2"/>
          <c:y val="6.2756817332835266E-2"/>
          <c:w val="0.92436363636363639"/>
          <c:h val="0.8744863653343294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9F7-B74C-9DB7-5BA51FAAAA5F}"/>
                </c:ext>
              </c:extLst>
            </c:dLbl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9F7-B74C-9DB7-5BA51FAAAA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11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F7-B74C-9DB7-5BA51FAAAA5F}"/>
            </c:ext>
          </c:extLst>
        </c:ser>
        <c:ser>
          <c:idx val="1"/>
          <c:order val="1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942099364960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9F7-B74C-9DB7-5BA51FAAAA5F}"/>
                </c:ext>
              </c:extLst>
            </c:dLbl>
            <c:dLbl>
              <c:idx val="1"/>
              <c:layout>
                <c:manualLayout>
                  <c:x val="0"/>
                  <c:y val="-1.4942099364960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9F7-B74C-9DB7-5BA51FAAAA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18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9F7-B74C-9DB7-5BA51FAAAA5F}"/>
            </c:ext>
          </c:extLst>
        </c:ser>
        <c:ser>
          <c:idx val="2"/>
          <c:order val="2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9F7-B74C-9DB7-5BA51FAAAA5F}"/>
                </c:ext>
              </c:extLst>
            </c:dLbl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9F7-B74C-9DB7-5BA51FAAAA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21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9F7-B74C-9DB7-5BA51FAAAA5F}"/>
            </c:ext>
          </c:extLst>
        </c:ser>
        <c:ser>
          <c:idx val="3"/>
          <c:order val="3"/>
          <c:spPr>
            <a:solidFill>
              <a:srgbClr val="48E9F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59F7-B74C-9DB7-5BA51FAAAA5F}"/>
                </c:ext>
              </c:extLst>
            </c:dLbl>
            <c:dLbl>
              <c:idx val="1"/>
              <c:layout>
                <c:manualLayout>
                  <c:x val="0"/>
                  <c:y val="-1.4942099364960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9F7-B74C-9DB7-5BA51FAAAA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22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9F7-B74C-9DB7-5BA51FAAAA5F}"/>
            </c:ext>
          </c:extLst>
        </c:ser>
        <c:ser>
          <c:idx val="4"/>
          <c:order val="4"/>
          <c:spPr>
            <a:solidFill>
              <a:srgbClr val="0099B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942099364960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9F7-B74C-9DB7-5BA51FAAAA5F}"/>
                </c:ext>
              </c:extLst>
            </c:dLbl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9F7-B74C-9DB7-5BA51FAAAA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Sheet1!$A$5:$B$5</c:f>
              <c:numCache>
                <c:formatCode>General</c:formatCode>
                <c:ptCount val="2"/>
                <c:pt idx="0">
                  <c:v>15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9F7-B74C-9DB7-5BA51FAAAA5F}"/>
            </c:ext>
          </c:extLst>
        </c:ser>
        <c:ser>
          <c:idx val="5"/>
          <c:order val="5"/>
          <c:spPr>
            <a:solidFill>
              <a:srgbClr val="9357C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59F7-B74C-9DB7-5BA51FAAAA5F}"/>
                </c:ext>
              </c:extLst>
            </c:dLbl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9F7-B74C-9DB7-5BA51FAAAA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Sheet1!$A$6:$B$6</c:f>
              <c:numCache>
                <c:formatCode>General</c:formatCode>
                <c:ptCount val="2"/>
                <c:pt idx="0">
                  <c:v>13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59F7-B74C-9DB7-5BA51FAAA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07488592"/>
        <c:axId val="1"/>
      </c:barChart>
      <c:catAx>
        <c:axId val="130748859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074885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845705967976713E-2"/>
          <c:y val="6.2756817332835266E-2"/>
          <c:w val="0.92430858806404659"/>
          <c:h val="0.8744863653343294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942099364960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BD1-C74A-A6EF-15DF3D2B5026}"/>
                </c:ext>
              </c:extLst>
            </c:dLbl>
            <c:dLbl>
              <c:idx val="1"/>
              <c:layout>
                <c:manualLayout>
                  <c:x val="0"/>
                  <c:y val="-1.4942099364960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BD1-C74A-A6EF-15DF3D2B50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29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D1-C74A-A6EF-15DF3D2B5026}"/>
            </c:ext>
          </c:extLst>
        </c:ser>
        <c:ser>
          <c:idx val="1"/>
          <c:order val="1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BD1-C74A-A6EF-15DF3D2B5026}"/>
                </c:ext>
              </c:extLst>
            </c:dLbl>
            <c:dLbl>
              <c:idx val="1"/>
              <c:layout>
                <c:manualLayout>
                  <c:x val="0"/>
                  <c:y val="-1.4942099364960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BD1-C74A-A6EF-15DF3D2B50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51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BD1-C74A-A6EF-15DF3D2B5026}"/>
            </c:ext>
          </c:extLst>
        </c:ser>
        <c:ser>
          <c:idx val="2"/>
          <c:order val="2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BD1-C74A-A6EF-15DF3D2B5026}"/>
                </c:ext>
              </c:extLst>
            </c:dLbl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2BD1-C74A-A6EF-15DF3D2B50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17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D1-C74A-A6EF-15DF3D2B5026}"/>
            </c:ext>
          </c:extLst>
        </c:ser>
        <c:ser>
          <c:idx val="3"/>
          <c:order val="3"/>
          <c:spPr>
            <a:solidFill>
              <a:srgbClr val="48E9FE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BD1-C74A-A6EF-15DF3D2B50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D1-C74A-A6EF-15DF3D2B50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46048144"/>
        <c:axId val="1"/>
      </c:barChart>
      <c:catAx>
        <c:axId val="2460481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460481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845705967976713E-2"/>
          <c:y val="6.2756817332835266E-2"/>
          <c:w val="0.92430858806404659"/>
          <c:h val="0.8744863653343294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C84-CC44-9A66-240941A1791C}"/>
                </c:ext>
              </c:extLst>
            </c:dLbl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C84-CC44-9A66-240941A179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74</c:v>
                </c:pt>
                <c:pt idx="1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84-CC44-9A66-240941A1791C}"/>
            </c:ext>
          </c:extLst>
        </c:ser>
        <c:ser>
          <c:idx val="1"/>
          <c:order val="1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C84-CC44-9A66-240941A1791C}"/>
                </c:ext>
              </c:extLst>
            </c:dLbl>
            <c:dLbl>
              <c:idx val="1"/>
              <c:layout>
                <c:manualLayout>
                  <c:x val="0"/>
                  <c:y val="-1.1206574523720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C84-CC44-9A66-240941A179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26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84-CC44-9A66-240941A17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38540063"/>
        <c:axId val="1"/>
      </c:barChart>
      <c:catAx>
        <c:axId val="3385400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385400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2857142857142856E-2"/>
          <c:y val="5.6775937816830012E-2"/>
          <c:w val="0.93265306122448977"/>
          <c:h val="0.8864481243663400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80B-E847-8576-0B33553342CC}"/>
              </c:ext>
            </c:extLst>
          </c:dPt>
          <c:dPt>
            <c:idx val="8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80B-E847-8576-0B33553342CC}"/>
              </c:ext>
            </c:extLst>
          </c:dPt>
          <c:dPt>
            <c:idx val="9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80B-E847-8576-0B33553342CC}"/>
              </c:ext>
            </c:extLst>
          </c:dPt>
          <c:dPt>
            <c:idx val="1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80B-E847-8576-0B33553342CC}"/>
              </c:ext>
            </c:extLst>
          </c:dPt>
          <c:dLbls>
            <c:dLbl>
              <c:idx val="0"/>
              <c:layout>
                <c:manualLayout>
                  <c:x val="0.39040816326530614"/>
                  <c:y val="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80B-E847-8576-0B33553342CC}"/>
                </c:ext>
              </c:extLst>
            </c:dLbl>
            <c:dLbl>
              <c:idx val="1"/>
              <c:layout>
                <c:manualLayout>
                  <c:x val="0.15061224489795919"/>
                  <c:y val="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80B-E847-8576-0B33553342CC}"/>
                </c:ext>
              </c:extLst>
            </c:dLbl>
            <c:dLbl>
              <c:idx val="2"/>
              <c:layout>
                <c:manualLayout>
                  <c:x val="5.1632653061224491E-2"/>
                  <c:y val="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80B-E847-8576-0B33553342CC}"/>
                </c:ext>
              </c:extLst>
            </c:dLbl>
            <c:dLbl>
              <c:idx val="3"/>
              <c:layout>
                <c:manualLayout>
                  <c:x val="3.8163265306122449E-2"/>
                  <c:y val="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80B-E847-8576-0B33553342CC}"/>
                </c:ext>
              </c:extLst>
            </c:dLbl>
            <c:dLbl>
              <c:idx val="4"/>
              <c:layout>
                <c:manualLayout>
                  <c:x val="2.510204081632653E-2"/>
                  <c:y val="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E80B-E847-8576-0B33553342CC}"/>
                </c:ext>
              </c:extLst>
            </c:dLbl>
            <c:dLbl>
              <c:idx val="5"/>
              <c:layout>
                <c:manualLayout>
                  <c:x val="2.510204081632653E-2"/>
                  <c:y val="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80B-E847-8576-0B33553342CC}"/>
                </c:ext>
              </c:extLst>
            </c:dLbl>
            <c:dLbl>
              <c:idx val="6"/>
              <c:layout>
                <c:manualLayout>
                  <c:x val="2.510204081632653E-2"/>
                  <c:y val="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E80B-E847-8576-0B33553342CC}"/>
                </c:ext>
              </c:extLst>
            </c:dLbl>
            <c:dLbl>
              <c:idx val="7"/>
              <c:layout>
                <c:manualLayout>
                  <c:x val="-5.6530612244897957E-2"/>
                  <c:y val="-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80B-E847-8576-0B33553342CC}"/>
                </c:ext>
              </c:extLst>
            </c:dLbl>
            <c:dLbl>
              <c:idx val="8"/>
              <c:layout>
                <c:manualLayout>
                  <c:x val="-6.9795918367346943E-2"/>
                  <c:y val="-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80B-E847-8576-0B33553342CC}"/>
                </c:ext>
              </c:extLst>
            </c:dLbl>
            <c:dLbl>
              <c:idx val="9"/>
              <c:layout>
                <c:manualLayout>
                  <c:x val="-6.9795918367346943E-2"/>
                  <c:y val="-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80B-E847-8576-0B33553342CC}"/>
                </c:ext>
              </c:extLst>
            </c:dLbl>
            <c:dLbl>
              <c:idx val="10"/>
              <c:layout>
                <c:manualLayout>
                  <c:x val="-0.10979591836734694"/>
                  <c:y val="-1.01385603244339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80B-E847-8576-0B33553342C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Sheet1!$A$1:$K$1</c:f>
              <c:numCache>
                <c:formatCode>General</c:formatCode>
                <c:ptCount val="11"/>
                <c:pt idx="0">
                  <c:v>28</c:v>
                </c:pt>
                <c:pt idx="1">
                  <c:v>10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-3</c:v>
                </c:pt>
                <c:pt idx="8">
                  <c:v>-4</c:v>
                </c:pt>
                <c:pt idx="9">
                  <c:v>-4</c:v>
                </c:pt>
                <c:pt idx="10">
                  <c:v>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80B-E847-8576-0B3355334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31726879"/>
        <c:axId val="1"/>
      </c:barChart>
      <c:catAx>
        <c:axId val="23172687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8"/>
          <c:min val="-7"/>
        </c:scaling>
        <c:delete val="1"/>
        <c:axPos val="t"/>
        <c:numFmt formatCode="General" sourceLinked="1"/>
        <c:majorTickMark val="out"/>
        <c:minorTickMark val="none"/>
        <c:tickLblPos val="nextTo"/>
        <c:crossAx val="2317268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80675-33BA-884E-A000-C2FFF5E1E556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112F6-CFFB-674B-9E32-239779DA08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511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41C9D-6E42-C741-A7A1-1FA7654026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2490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41C9D-6E42-C741-A7A1-1FA76540267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024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610EC-5F09-4E4B-B583-3389E578D64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966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EF981-285B-41EC-23AA-1BCB18E3C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FB045D-743C-2109-6920-D712B6651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974AF-EF8F-16F1-E5FD-61D2672B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10CC25-FB97-480E-6FD9-FDC8C18E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73EAE8-3EBF-8F98-B420-A127441B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799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B9181-3AE6-517C-C14A-333C9FDC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D3601-374C-39CD-D32D-57C203B1F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C1853E-53F1-1D87-B765-C5609629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2FE9CF-19D1-6315-A632-C98EF9DC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A44B6-493B-EE45-E09E-C6696F05E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006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AE3BD-305D-ED83-5883-B8D1FA8B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7DD5A5-B419-44AD-E50D-1EA47B4B3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8F30F6-0A1C-29B3-348D-DC2232B9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F4944-D5EE-28C4-AD36-3AC48441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18F01C-6951-FC76-DFC9-4A53961E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982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6C954-1AAA-A3B1-4873-92290994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80E399-E3A5-7636-649E-43AFC462A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B0CC81-0CC7-89BB-DBBF-96EE25293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585071-0E54-A96A-8365-46FA358F1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F0F417-4CE9-FD8F-C671-F9FDD1F0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21764D-04CD-3BD4-4020-7C0C2BAE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768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DC4AE-FFA7-B2D9-5BDB-F78DDC99F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E9EE04-A2DA-E19B-E95E-0B2351C7D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3A33B4-DCF0-EA7F-9007-0302106D5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8A26CD-4DF8-0DBD-CDD0-382D024DD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56AAB6-1E62-008F-7875-9D9D8D6E7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CF06F0-6F0F-76E0-5942-BD43C12D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5F4D67-BEB8-A8F2-8528-85C2BFA6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16E6D5-360F-A79E-D0F9-D548F01F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08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A2B31-C241-171D-0A01-AF6A3976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07D86C-EE36-D25A-7E0A-7F10187E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889C1E-3C57-A583-4980-827BF8C3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D8D2B-7DE4-24B2-9183-D9C72396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11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CE1268-73EB-8E3E-EB20-8CA0797D5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2E7B66-1B2C-9B82-0726-8B801662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67D041-8171-E2E8-F6A2-3E8B6BFA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975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6D469-9162-76A1-C382-BF848CFD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E731A7-613E-DCB8-3A19-50923E627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0CA72C-E77D-C343-51A5-7CA0EF75D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13F73A-75A6-F6F6-F7E2-6AE35161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30DB6C-1F72-4D38-179D-59BB2225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0D856D-32B4-0D8E-0444-1175950B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1EA3C-D646-AC6D-7C77-F998EA79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EAD429-5C52-61E9-CFE7-3FC842E51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0F1AB7-929B-5EA5-2C51-EAAAA813B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7815AC-1C12-9B7B-93B6-88371F2C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77F0D0-2BE3-3CA3-7A45-0E276A7C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40A112-9F16-AAC5-4ACC-BF281BCF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4231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43061-5BCD-43EB-0054-20D8EA0AB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BBEA9B-0B97-C0D7-FB9B-5D3E99090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6C99D-72B5-ED03-6DEB-EDEDAFF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1A261-2FC4-2A80-E10F-120E44FA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D94267-3389-A2C5-9D18-9A6F6EBA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755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57E485-E4A4-72AA-BAEF-063EFAD11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23A5DF-2BCE-7D88-9000-C5E190E11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A8E15B-EF71-1259-D8B5-59A80225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644CB-7C17-C724-B2A7-9CCA8EC4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3371B6-B2F3-D285-75CC-73E021B7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426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FA4078D-63A0-971B-C0CD-3F4115D541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6653385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11C823-6EA6-72F1-0409-F5F40F1C0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7F5CB7-D3B7-E3CF-0421-CFF2DC7F4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984A62-E22D-4950-CE74-2D70D83E2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22B2A-50BE-8442-900D-6D3DA688127D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2EE507-307A-A051-B6A3-772CFB5F4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25D1EA-3014-0BAC-A3BF-0BEC3FFCB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1667C-EADC-794E-8F3C-3A8E201789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865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chart" Target="../charts/char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emf"/><Relationship Id="rId5" Type="http://schemas.openxmlformats.org/officeDocument/2006/relationships/tags" Target="../tags/tag6.xml"/><Relationship Id="rId10" Type="http://schemas.openxmlformats.org/officeDocument/2006/relationships/oleObject" Target="../embeddings/oleObject2.bin"/><Relationship Id="rId4" Type="http://schemas.openxmlformats.org/officeDocument/2006/relationships/tags" Target="../tags/tag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chart" Target="../charts/char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21" Type="http://schemas.openxmlformats.org/officeDocument/2006/relationships/tags" Target="../tags/tag32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tags" Target="../tags/tag44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tags" Target="../tags/tag40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37" Type="http://schemas.openxmlformats.org/officeDocument/2006/relationships/chart" Target="../charts/chart3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image" Target="../media/image7.emf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tags" Target="../tags/tag42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oleObject" Target="../embeddings/oleObject6.bin"/><Relationship Id="rId8" Type="http://schemas.openxmlformats.org/officeDocument/2006/relationships/tags" Target="../tags/tag19.xml"/><Relationship Id="rId3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57.xml"/><Relationship Id="rId18" Type="http://schemas.openxmlformats.org/officeDocument/2006/relationships/tags" Target="../tags/tag62.xml"/><Relationship Id="rId26" Type="http://schemas.openxmlformats.org/officeDocument/2006/relationships/tags" Target="../tags/tag70.xml"/><Relationship Id="rId39" Type="http://schemas.openxmlformats.org/officeDocument/2006/relationships/slideLayout" Target="../slideLayouts/slideLayout1.xml"/><Relationship Id="rId21" Type="http://schemas.openxmlformats.org/officeDocument/2006/relationships/tags" Target="../tags/tag65.xml"/><Relationship Id="rId34" Type="http://schemas.openxmlformats.org/officeDocument/2006/relationships/tags" Target="../tags/tag78.xml"/><Relationship Id="rId42" Type="http://schemas.openxmlformats.org/officeDocument/2006/relationships/chart" Target="../charts/chart4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tags" Target="../tags/tag64.xml"/><Relationship Id="rId29" Type="http://schemas.openxmlformats.org/officeDocument/2006/relationships/tags" Target="../tags/tag73.xml"/><Relationship Id="rId41" Type="http://schemas.openxmlformats.org/officeDocument/2006/relationships/image" Target="../media/image10.emf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tags" Target="../tags/tag68.xml"/><Relationship Id="rId32" Type="http://schemas.openxmlformats.org/officeDocument/2006/relationships/tags" Target="../tags/tag76.xml"/><Relationship Id="rId37" Type="http://schemas.openxmlformats.org/officeDocument/2006/relationships/tags" Target="../tags/tag81.xml"/><Relationship Id="rId40" Type="http://schemas.openxmlformats.org/officeDocument/2006/relationships/oleObject" Target="../embeddings/oleObject7.bin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tags" Target="../tags/tag67.xml"/><Relationship Id="rId28" Type="http://schemas.openxmlformats.org/officeDocument/2006/relationships/tags" Target="../tags/tag72.xml"/><Relationship Id="rId36" Type="http://schemas.openxmlformats.org/officeDocument/2006/relationships/tags" Target="../tags/tag80.xml"/><Relationship Id="rId10" Type="http://schemas.openxmlformats.org/officeDocument/2006/relationships/tags" Target="../tags/tag54.xml"/><Relationship Id="rId19" Type="http://schemas.openxmlformats.org/officeDocument/2006/relationships/tags" Target="../tags/tag63.xml"/><Relationship Id="rId31" Type="http://schemas.openxmlformats.org/officeDocument/2006/relationships/tags" Target="../tags/tag75.xml"/><Relationship Id="rId44" Type="http://schemas.openxmlformats.org/officeDocument/2006/relationships/chart" Target="../charts/chart6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tags" Target="../tags/tag66.xml"/><Relationship Id="rId27" Type="http://schemas.openxmlformats.org/officeDocument/2006/relationships/tags" Target="../tags/tag71.xml"/><Relationship Id="rId30" Type="http://schemas.openxmlformats.org/officeDocument/2006/relationships/tags" Target="../tags/tag74.xml"/><Relationship Id="rId35" Type="http://schemas.openxmlformats.org/officeDocument/2006/relationships/tags" Target="../tags/tag79.xml"/><Relationship Id="rId43" Type="http://schemas.openxmlformats.org/officeDocument/2006/relationships/chart" Target="../charts/chart5.xml"/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tags" Target="../tags/tag69.xml"/><Relationship Id="rId33" Type="http://schemas.openxmlformats.org/officeDocument/2006/relationships/tags" Target="../tags/tag77.xml"/><Relationship Id="rId38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1" Type="http://schemas.openxmlformats.org/officeDocument/2006/relationships/tags" Target="../tags/tag103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tags" Target="../tags/tag107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image" Target="../media/image10.emf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32" Type="http://schemas.openxmlformats.org/officeDocument/2006/relationships/chart" Target="../charts/chart9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openxmlformats.org/officeDocument/2006/relationships/oleObject" Target="../embeddings/oleObject8.bin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chart" Target="../charts/chart8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notesSlide" Target="../notesSlides/notesSlide3.xml"/><Relationship Id="rId30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3" Type="http://schemas.openxmlformats.org/officeDocument/2006/relationships/oleObject" Target="../embeddings/oleObject9.bin"/><Relationship Id="rId7" Type="http://schemas.openxmlformats.org/officeDocument/2006/relationships/chart" Target="../charts/chart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8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10" Type="http://schemas.openxmlformats.org/officeDocument/2006/relationships/chart" Target="../charts/chart15.xml"/><Relationship Id="rId4" Type="http://schemas.openxmlformats.org/officeDocument/2006/relationships/image" Target="../media/image11.emf"/><Relationship Id="rId9" Type="http://schemas.openxmlformats.org/officeDocument/2006/relationships/chart" Target="../charts/char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tags" Target="../tags/tag121.xml"/><Relationship Id="rId18" Type="http://schemas.openxmlformats.org/officeDocument/2006/relationships/tags" Target="../tags/tag126.xml"/><Relationship Id="rId26" Type="http://schemas.openxmlformats.org/officeDocument/2006/relationships/image" Target="../media/image11.emf"/><Relationship Id="rId3" Type="http://schemas.openxmlformats.org/officeDocument/2006/relationships/tags" Target="../tags/tag111.xml"/><Relationship Id="rId21" Type="http://schemas.openxmlformats.org/officeDocument/2006/relationships/tags" Target="../tags/tag129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5" Type="http://schemas.openxmlformats.org/officeDocument/2006/relationships/oleObject" Target="../embeddings/oleObject10.bin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20" Type="http://schemas.openxmlformats.org/officeDocument/2006/relationships/tags" Target="../tags/tag128.xml"/><Relationship Id="rId29" Type="http://schemas.openxmlformats.org/officeDocument/2006/relationships/chart" Target="../charts/chart18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23" Type="http://schemas.openxmlformats.org/officeDocument/2006/relationships/tags" Target="../tags/tag131.xml"/><Relationship Id="rId28" Type="http://schemas.openxmlformats.org/officeDocument/2006/relationships/chart" Target="../charts/chart17.xml"/><Relationship Id="rId10" Type="http://schemas.openxmlformats.org/officeDocument/2006/relationships/tags" Target="../tags/tag118.xml"/><Relationship Id="rId19" Type="http://schemas.openxmlformats.org/officeDocument/2006/relationships/tags" Target="../tags/tag127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Relationship Id="rId22" Type="http://schemas.openxmlformats.org/officeDocument/2006/relationships/tags" Target="../tags/tag130.xml"/><Relationship Id="rId27" Type="http://schemas.openxmlformats.org/officeDocument/2006/relationships/chart" Target="../charts/char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tags" Target="../tags/tag145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17" Type="http://schemas.openxmlformats.org/officeDocument/2006/relationships/chart" Target="../charts/chart19.xml"/><Relationship Id="rId2" Type="http://schemas.openxmlformats.org/officeDocument/2006/relationships/tags" Target="../tags/tag134.xml"/><Relationship Id="rId16" Type="http://schemas.openxmlformats.org/officeDocument/2006/relationships/image" Target="../media/image11.emf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oleObject" Target="../embeddings/oleObject12.bin"/><Relationship Id="rId10" Type="http://schemas.openxmlformats.org/officeDocument/2006/relationships/tags" Target="../tags/tag14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09AD3BC-C06F-D525-136F-B6E19D8F3F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7772400" imgH="10058400" progId="TCLayout.ActiveDocument.1">
                  <p:embed/>
                </p:oleObj>
              </mc:Choice>
              <mc:Fallback>
                <p:oleObj name="think-cell 幻灯片" r:id="rId10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9AD3BC-C06F-D525-136F-B6E19D8F3F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任意形状 8">
            <a:extLst>
              <a:ext uri="{FF2B5EF4-FFF2-40B4-BE49-F238E27FC236}">
                <a16:creationId xmlns:a16="http://schemas.microsoft.com/office/drawing/2014/main" id="{3AAA7CC5-983B-97DF-B0BF-E5D9839E4407}"/>
              </a:ext>
            </a:extLst>
          </p:cNvPr>
          <p:cNvSpPr/>
          <p:nvPr/>
        </p:nvSpPr>
        <p:spPr>
          <a:xfrm>
            <a:off x="1013792" y="2265378"/>
            <a:ext cx="3717235" cy="2584199"/>
          </a:xfrm>
          <a:custGeom>
            <a:avLst/>
            <a:gdLst>
              <a:gd name="connsiteX0" fmla="*/ 0 w 3717235"/>
              <a:gd name="connsiteY0" fmla="*/ 39757 h 2584199"/>
              <a:gd name="connsiteX1" fmla="*/ 1848679 w 3717235"/>
              <a:gd name="connsiteY1" fmla="*/ 2584174 h 2584199"/>
              <a:gd name="connsiteX2" fmla="*/ 3717235 w 3717235"/>
              <a:gd name="connsiteY2" fmla="*/ 0 h 258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7235" h="2584199">
                <a:moveTo>
                  <a:pt x="0" y="39757"/>
                </a:moveTo>
                <a:cubicBezTo>
                  <a:pt x="614570" y="1315278"/>
                  <a:pt x="1229140" y="2590800"/>
                  <a:pt x="1848679" y="2584174"/>
                </a:cubicBezTo>
                <a:cubicBezTo>
                  <a:pt x="2468218" y="2577548"/>
                  <a:pt x="3392557" y="440635"/>
                  <a:pt x="3717235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076C51-BA56-66F0-2795-5D9FEC0CEC0F}"/>
              </a:ext>
            </a:extLst>
          </p:cNvPr>
          <p:cNvSpPr txBox="1"/>
          <p:nvPr/>
        </p:nvSpPr>
        <p:spPr>
          <a:xfrm>
            <a:off x="334963" y="283771"/>
            <a:ext cx="5867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Personal energy changes before and during the crisis</a:t>
            </a:r>
            <a:endParaRPr lang="en-US" altLang="zh-CN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F200D6-81EC-450C-4D50-B389E2D61656}"/>
              </a:ext>
            </a:extLst>
          </p:cNvPr>
          <p:cNvSpPr txBox="1"/>
          <p:nvPr/>
        </p:nvSpPr>
        <p:spPr>
          <a:xfrm>
            <a:off x="334963" y="734173"/>
            <a:ext cx="2704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Average energy value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Total # of respondents = 1,300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EFC8EE5-5691-E8CA-4CEF-D4CEB9739EC7}"/>
              </a:ext>
            </a:extLst>
          </p:cNvPr>
          <p:cNvSpPr/>
          <p:nvPr/>
        </p:nvSpPr>
        <p:spPr>
          <a:xfrm>
            <a:off x="616227" y="1549759"/>
            <a:ext cx="735496" cy="755375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E41D75D-A4D9-E6F4-1B63-1182B7D969DE}"/>
              </a:ext>
            </a:extLst>
          </p:cNvPr>
          <p:cNvSpPr/>
          <p:nvPr/>
        </p:nvSpPr>
        <p:spPr>
          <a:xfrm>
            <a:off x="4393095" y="1549759"/>
            <a:ext cx="735496" cy="755375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BD97AB-6018-2CA3-73BB-57F59678D6C0}"/>
              </a:ext>
            </a:extLst>
          </p:cNvPr>
          <p:cNvSpPr/>
          <p:nvPr/>
        </p:nvSpPr>
        <p:spPr>
          <a:xfrm>
            <a:off x="2464904" y="3948403"/>
            <a:ext cx="735496" cy="755375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EEE6D1-70C2-721D-08EF-5662CFA3DAE1}"/>
              </a:ext>
            </a:extLst>
          </p:cNvPr>
          <p:cNvSpPr txBox="1"/>
          <p:nvPr/>
        </p:nvSpPr>
        <p:spPr>
          <a:xfrm>
            <a:off x="646683" y="174278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8.21</a:t>
            </a:r>
            <a:endParaRPr kumimoji="1" lang="zh-CN" altLang="en-US" b="1" dirty="0">
              <a:solidFill>
                <a:schemeClr val="bg1"/>
              </a:solidFill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4974BB-70B1-F517-9F0B-2E5C6DA9437B}"/>
              </a:ext>
            </a:extLst>
          </p:cNvPr>
          <p:cNvSpPr txBox="1"/>
          <p:nvPr/>
        </p:nvSpPr>
        <p:spPr>
          <a:xfrm>
            <a:off x="4417639" y="174278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8.23</a:t>
            </a:r>
            <a:endParaRPr kumimoji="1" lang="zh-CN" altLang="en-US" b="1" dirty="0">
              <a:solidFill>
                <a:schemeClr val="bg1"/>
              </a:solidFill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F59D80-C8BB-6FD6-6F9F-7E69A9354E6C}"/>
              </a:ext>
            </a:extLst>
          </p:cNvPr>
          <p:cNvSpPr txBox="1"/>
          <p:nvPr/>
        </p:nvSpPr>
        <p:spPr>
          <a:xfrm>
            <a:off x="2489449" y="414142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7.76</a:t>
            </a:r>
            <a:endParaRPr kumimoji="1" lang="zh-CN" altLang="en-US" b="1" dirty="0">
              <a:solidFill>
                <a:schemeClr val="bg1"/>
              </a:solidFill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7FA40061-AA8B-EBDF-364A-B2109410CA88}"/>
              </a:ext>
            </a:extLst>
          </p:cNvPr>
          <p:cNvCxnSpPr>
            <a:cxnSpLocks/>
          </p:cNvCxnSpPr>
          <p:nvPr/>
        </p:nvCxnSpPr>
        <p:spPr>
          <a:xfrm>
            <a:off x="408497" y="5167602"/>
            <a:ext cx="51137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437B686-85CA-EAF8-8B13-14B2842DB632}"/>
              </a:ext>
            </a:extLst>
          </p:cNvPr>
          <p:cNvSpPr txBox="1"/>
          <p:nvPr/>
        </p:nvSpPr>
        <p:spPr>
          <a:xfrm>
            <a:off x="408498" y="5238834"/>
            <a:ext cx="1048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Before the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outbreak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1D3DDDE-0EF2-37CD-5EFD-291EF0C49A5D}"/>
              </a:ext>
            </a:extLst>
          </p:cNvPr>
          <p:cNvSpPr txBox="1"/>
          <p:nvPr/>
        </p:nvSpPr>
        <p:spPr>
          <a:xfrm>
            <a:off x="2306389" y="5238835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Early stage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6CFAA4-045B-39AD-3A5C-1639459B026D}"/>
              </a:ext>
            </a:extLst>
          </p:cNvPr>
          <p:cNvSpPr txBox="1"/>
          <p:nvPr/>
        </p:nvSpPr>
        <p:spPr>
          <a:xfrm>
            <a:off x="4474244" y="5238834"/>
            <a:ext cx="654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Late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stage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8F8E130-ED80-8BE9-AEDF-F4B1DAFEA2BC}"/>
              </a:ext>
            </a:extLst>
          </p:cNvPr>
          <p:cNvCxnSpPr>
            <a:cxnSpLocks/>
          </p:cNvCxnSpPr>
          <p:nvPr/>
        </p:nvCxnSpPr>
        <p:spPr>
          <a:xfrm>
            <a:off x="5981700" y="914400"/>
            <a:ext cx="0" cy="48063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Chart 3">
            <a:extLst>
              <a:ext uri="{FF2B5EF4-FFF2-40B4-BE49-F238E27FC236}">
                <a16:creationId xmlns:a16="http://schemas.microsoft.com/office/drawing/2014/main" id="{674E5E17-FA11-572B-4FA3-3C767D9F2DB3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9271000" y="1243013"/>
          <a:ext cx="2349500" cy="4760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7C198B-392C-D509-9F68-3B2A7994FAE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6454775" y="1771650"/>
            <a:ext cx="18843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1595263-82B3-405D-BC66-C9DEAD489DE1}" type="datetime'T''he ''b''oundar''y be''tween&#10;work and ''l''ife blu''''rred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The boundary between
work and life blurred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EB75B241-2C84-3627-8A91-1068EF7F79A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6454775" y="2601913"/>
            <a:ext cx="182403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D7C01A93-126B-4558-BF89-F5CF11386FC6}" type="datetime'Anx''i''et''''y d''eepened a''s&#10;the'' epi''dem''ic'' unfolded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Anxiety deepened as
the epidemic unfolded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435E360B-BD27-479F-605A-095507FBEE89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454775" y="3430588"/>
            <a:ext cx="214788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51FC18B1-EF2B-4518-90E1-F79F96105709}" type="datetime'Telecommu''tin''g'' u''nsui''ta''''ble''&#10;''f''or work flow''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Telecommuting unsuitable
for work flow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2" name="文本占位符 2">
            <a:extLst>
              <a:ext uri="{FF2B5EF4-FFF2-40B4-BE49-F238E27FC236}">
                <a16:creationId xmlns:a16="http://schemas.microsoft.com/office/drawing/2014/main" id="{079885AB-DEAC-6C59-E5A8-83CAE38DFCC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6454775" y="4165600"/>
            <a:ext cx="27813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9DDA8CF-C9EA-4F45-A9A1-FF79BBB8CD76}" type="thinkcell&lt;?xml version=&quot;1.0&quot; encoding=&quot;UTF-16&quot; standalone=&quot;yes&quot;?&gt;&lt;root reqver=&quot;28224&quot;&gt;&lt;version val=&quot;35557&quot;/&gt;&lt;PersistentType&gt;&lt;m_guid val=&quot;e315d122-13df-441e-8396-c0dffb7e85c4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Concerned over business
prospects as corporate or
department performance declined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5" name="文本占位符 2">
            <a:extLst>
              <a:ext uri="{FF2B5EF4-FFF2-40B4-BE49-F238E27FC236}">
                <a16:creationId xmlns:a16="http://schemas.microsoft.com/office/drawing/2014/main" id="{4D05C0C4-5207-00DB-2A12-BE388168B2F7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6454775" y="5089525"/>
            <a:ext cx="22336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72DF24E-9BF8-4BF4-A892-D4AC8D366C3D}" type="datetime'Distracted by demands and&#10;in''terrup''tion''s ''at ''h''ome''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Distracted by demands and
interruptions at home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7A8E107-A8C0-9186-1493-E3DB6E801E4F}"/>
              </a:ext>
            </a:extLst>
          </p:cNvPr>
          <p:cNvSpPr txBox="1"/>
          <p:nvPr/>
        </p:nvSpPr>
        <p:spPr>
          <a:xfrm>
            <a:off x="334963" y="6045517"/>
            <a:ext cx="766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Survey on Centered Leadership and Agile Work during the Coronavirus Epidemic in China, conducted March 12 - 18, 2020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"Early stage" refers to the period from late January to late February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；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"Late stage" refers to the period following late February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8A596E9-DF25-2FD0-97FA-7EACF9C42B5C}"/>
              </a:ext>
            </a:extLst>
          </p:cNvPr>
          <p:cNvSpPr txBox="1"/>
          <p:nvPr/>
        </p:nvSpPr>
        <p:spPr>
          <a:xfrm>
            <a:off x="6202275" y="841894"/>
            <a:ext cx="2880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Top 5 reasons for weaker energy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000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E339980-F190-D492-629A-ABE7C1297F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339980-F190-D492-629A-ABE7C1297F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4D10041-03DB-1B8A-2FF7-6F3BEF68BF20}"/>
              </a:ext>
            </a:extLst>
          </p:cNvPr>
          <p:cNvSpPr txBox="1"/>
          <p:nvPr/>
        </p:nvSpPr>
        <p:spPr>
          <a:xfrm>
            <a:off x="334964" y="256617"/>
            <a:ext cx="6328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Changes in family relationships during the covID-19 crisis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650425-8907-C5A5-F640-99609B899056}"/>
              </a:ext>
            </a:extLst>
          </p:cNvPr>
          <p:cNvSpPr txBox="1"/>
          <p:nvPr/>
        </p:nvSpPr>
        <p:spPr>
          <a:xfrm>
            <a:off x="334963" y="746312"/>
            <a:ext cx="11522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Total #of respondents = 1,300</a:t>
            </a:r>
          </a:p>
          <a:p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Q: What changes did you experience in your relationships with your family during the outbreak, compared with</a:t>
            </a:r>
            <a:r>
              <a:rPr kumimoji="1" lang="zh-CN" altLang="en-US" sz="1400" b="1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before the epidemic?</a:t>
            </a:r>
            <a:endParaRPr kumimoji="1" lang="zh-CN" altLang="en-US" sz="1400" b="1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58EDA7B4-867E-8FDE-E66C-6C811C8C4E12}"/>
              </a:ext>
            </a:extLst>
          </p:cNvPr>
          <p:cNvGraphicFramePr/>
          <p:nvPr/>
        </p:nvGraphicFramePr>
        <p:xfrm>
          <a:off x="-294107" y="1497974"/>
          <a:ext cx="5892800" cy="4117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3A069186-BC96-544D-B242-BD8D309C74F8}"/>
              </a:ext>
            </a:extLst>
          </p:cNvPr>
          <p:cNvGrpSpPr/>
          <p:nvPr/>
        </p:nvGrpSpPr>
        <p:grpSpPr>
          <a:xfrm>
            <a:off x="3916901" y="1516385"/>
            <a:ext cx="2179099" cy="1801583"/>
            <a:chOff x="3916901" y="1890741"/>
            <a:chExt cx="2179099" cy="180158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7A007E3-759D-B06E-9FF4-9F1D8D4C08C1}"/>
                </a:ext>
              </a:extLst>
            </p:cNvPr>
            <p:cNvGrpSpPr/>
            <p:nvPr/>
          </p:nvGrpSpPr>
          <p:grpSpPr>
            <a:xfrm>
              <a:off x="3916901" y="2702273"/>
              <a:ext cx="2179099" cy="81853"/>
              <a:chOff x="3916901" y="2702273"/>
              <a:chExt cx="2179099" cy="81853"/>
            </a:xfrm>
          </p:grpSpPr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CB17618F-0C5E-74B7-52B5-49D06AFD718B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3981070" y="2743200"/>
                <a:ext cx="211493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5A5F8572-781E-3845-FE1E-4CE82784E5A9}"/>
                  </a:ext>
                </a:extLst>
              </p:cNvPr>
              <p:cNvSpPr/>
              <p:nvPr/>
            </p:nvSpPr>
            <p:spPr>
              <a:xfrm>
                <a:off x="3916901" y="2702273"/>
                <a:ext cx="64169" cy="8185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1B2D5869-D06D-1B4F-BD77-B87A2700DD4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890741"/>
              <a:ext cx="0" cy="18015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790FFD3-FB89-3AF7-27D8-EE6103186D9C}"/>
              </a:ext>
            </a:extLst>
          </p:cNvPr>
          <p:cNvGrpSpPr/>
          <p:nvPr/>
        </p:nvGrpSpPr>
        <p:grpSpPr>
          <a:xfrm>
            <a:off x="3606892" y="4113458"/>
            <a:ext cx="2489109" cy="1801583"/>
            <a:chOff x="3606891" y="1890741"/>
            <a:chExt cx="2489109" cy="1801583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ADA305C-5553-29D9-A4FE-FEBC39E778BF}"/>
                </a:ext>
              </a:extLst>
            </p:cNvPr>
            <p:cNvGrpSpPr/>
            <p:nvPr/>
          </p:nvGrpSpPr>
          <p:grpSpPr>
            <a:xfrm>
              <a:off x="3606891" y="2702273"/>
              <a:ext cx="2489109" cy="81853"/>
              <a:chOff x="3606891" y="2702273"/>
              <a:chExt cx="2489109" cy="81853"/>
            </a:xfrm>
          </p:grpSpPr>
          <p:cxnSp>
            <p:nvCxnSpPr>
              <p:cNvPr id="20" name="直线连接符 19">
                <a:extLst>
                  <a:ext uri="{FF2B5EF4-FFF2-40B4-BE49-F238E27FC236}">
                    <a16:creationId xmlns:a16="http://schemas.microsoft.com/office/drawing/2014/main" id="{B43286BB-70BF-FCD6-47B8-82719AF016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2876" y="2743200"/>
                <a:ext cx="247312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A201DBB9-CAF1-82D3-EC1F-BBDBE8EACCAB}"/>
                  </a:ext>
                </a:extLst>
              </p:cNvPr>
              <p:cNvSpPr/>
              <p:nvPr/>
            </p:nvSpPr>
            <p:spPr>
              <a:xfrm>
                <a:off x="3606891" y="2702273"/>
                <a:ext cx="64169" cy="8185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1C4F825D-5FEB-167E-FAAE-24327BA3084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890741"/>
              <a:ext cx="0" cy="18015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椭圆 23">
            <a:extLst>
              <a:ext uri="{FF2B5EF4-FFF2-40B4-BE49-F238E27FC236}">
                <a16:creationId xmlns:a16="http://schemas.microsoft.com/office/drawing/2014/main" id="{0B0BC55B-7700-693F-8A24-0406A11633A0}"/>
              </a:ext>
            </a:extLst>
          </p:cNvPr>
          <p:cNvSpPr/>
          <p:nvPr/>
        </p:nvSpPr>
        <p:spPr>
          <a:xfrm>
            <a:off x="6270168" y="1442362"/>
            <a:ext cx="522515" cy="5225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形 25" descr="引号 轮廓">
            <a:extLst>
              <a:ext uri="{FF2B5EF4-FFF2-40B4-BE49-F238E27FC236}">
                <a16:creationId xmlns:a16="http://schemas.microsoft.com/office/drawing/2014/main" id="{066E3977-257E-2E09-1A23-13D16CE7A2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5432" y="1480918"/>
            <a:ext cx="431987" cy="43198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7745316-86D2-A01B-BF8D-884644DE0235}"/>
              </a:ext>
            </a:extLst>
          </p:cNvPr>
          <p:cNvSpPr txBox="1"/>
          <p:nvPr/>
        </p:nvSpPr>
        <p:spPr>
          <a:xfrm>
            <a:off x="6837950" y="1385810"/>
            <a:ext cx="5019087" cy="227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" I have spent more time accompanying them " " I have got more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time to communicate with them and show my care for them"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"Life has become easier" "Our understanding of each other's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working state and pain points has deepened"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" I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have found it pleasing to handle trifles/watch TV with them/be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with my kids"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"I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have become aware that families come to the fore as my life</a:t>
            </a: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and health are threatened"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A277B62-D5B1-2F35-7D09-0C3F64069D68}"/>
              </a:ext>
            </a:extLst>
          </p:cNvPr>
          <p:cNvSpPr txBox="1"/>
          <p:nvPr/>
        </p:nvSpPr>
        <p:spPr>
          <a:xfrm>
            <a:off x="6837947" y="4113458"/>
            <a:ext cx="5224344" cy="199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2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"We lack a sense of distance"</a:t>
            </a:r>
          </a:p>
          <a:p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"Helping kids with their homework is tiresome'" "1 have to make</a:t>
            </a:r>
          </a:p>
          <a:p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meals for my family every day, which is energy consuming"</a:t>
            </a:r>
          </a:p>
          <a:p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"Different roles I need to play have pressured me and worsened</a:t>
            </a:r>
          </a:p>
          <a:p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my mood, which is easy to hurt my relations with my family"</a:t>
            </a:r>
          </a:p>
          <a:p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"My husband and 1 are both working from home, and our</a:t>
            </a:r>
          </a:p>
          <a:p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differences in looking after the elderly and our kids have</a:t>
            </a:r>
            <a:r>
              <a:rPr lang="zh-CN" altLang="en-US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lang="en-US" altLang="zh-CN" dirty="0">
                <a:latin typeface="HarmonyOS Sans SC" pitchFamily="2" charset="-122"/>
                <a:ea typeface="HarmonyOS Sans SC" pitchFamily="2" charset="-122"/>
              </a:rPr>
              <a:t>widened"</a:t>
            </a:r>
            <a:endParaRPr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ECFD30D-17A8-CD10-D8C3-E868F051633B}"/>
              </a:ext>
            </a:extLst>
          </p:cNvPr>
          <p:cNvGrpSpPr/>
          <p:nvPr/>
        </p:nvGrpSpPr>
        <p:grpSpPr>
          <a:xfrm>
            <a:off x="6270168" y="4144411"/>
            <a:ext cx="522515" cy="522515"/>
            <a:chOff x="4736574" y="2997190"/>
            <a:chExt cx="391886" cy="391886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EF255A5F-EA52-089E-1285-FFF33D6A378D}"/>
                </a:ext>
              </a:extLst>
            </p:cNvPr>
            <p:cNvSpPr/>
            <p:nvPr/>
          </p:nvSpPr>
          <p:spPr>
            <a:xfrm>
              <a:off x="4736574" y="2997190"/>
              <a:ext cx="391886" cy="3918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0" name="图形 29" descr="引号 轮廓">
              <a:extLst>
                <a:ext uri="{FF2B5EF4-FFF2-40B4-BE49-F238E27FC236}">
                  <a16:creationId xmlns:a16="http://schemas.microsoft.com/office/drawing/2014/main" id="{8130F589-70C9-D495-3197-5EF52D50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70522" y="3031137"/>
              <a:ext cx="323990" cy="323991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2600CDE-5E3D-D482-5CCA-38361EC0E8F9}"/>
              </a:ext>
            </a:extLst>
          </p:cNvPr>
          <p:cNvSpPr txBox="1"/>
          <p:nvPr/>
        </p:nvSpPr>
        <p:spPr>
          <a:xfrm>
            <a:off x="1632418" y="1631697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Less Close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432E7D-A4D3-AE65-3C95-C5647E7A711B}"/>
              </a:ext>
            </a:extLst>
          </p:cNvPr>
          <p:cNvSpPr txBox="1"/>
          <p:nvPr/>
        </p:nvSpPr>
        <p:spPr>
          <a:xfrm>
            <a:off x="953594" y="4974366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As usual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9DF93F-8D22-3F37-4F48-4BC99B57DD22}"/>
              </a:ext>
            </a:extLst>
          </p:cNvPr>
          <p:cNvSpPr txBox="1"/>
          <p:nvPr/>
        </p:nvSpPr>
        <p:spPr>
          <a:xfrm>
            <a:off x="4143766" y="2571665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Closer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98B59A-6CFA-184E-BC5C-1873378834C0}"/>
              </a:ext>
            </a:extLst>
          </p:cNvPr>
          <p:cNvSpPr txBox="1"/>
          <p:nvPr/>
        </p:nvSpPr>
        <p:spPr>
          <a:xfrm>
            <a:off x="334963" y="6264464"/>
            <a:ext cx="75328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Survey on Centered Leadership and Agile Work amid the Coronavirus Epidemic in China, conducted March 12- 18, 2020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302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6AF13BE-61BA-2D79-B8BB-318BB9E3A2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AF13BE-61BA-2D79-B8BB-318BB9E3A2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83916B8-5CCA-3FC0-2D5F-3A001A083C4D}"/>
              </a:ext>
            </a:extLst>
          </p:cNvPr>
          <p:cNvSpPr txBox="1"/>
          <p:nvPr/>
        </p:nvSpPr>
        <p:spPr>
          <a:xfrm>
            <a:off x="334963" y="333375"/>
            <a:ext cx="1152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A plan-ahead team is modular, with cells focusing on specific issues across time horizons</a:t>
            </a:r>
            <a:endParaRPr lang="en-US" altLang="zh-CN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CE8B43-EA7D-FAA9-8D94-F548029C7E9D}"/>
              </a:ext>
            </a:extLst>
          </p:cNvPr>
          <p:cNvSpPr txBox="1"/>
          <p:nvPr/>
        </p:nvSpPr>
        <p:spPr>
          <a:xfrm>
            <a:off x="335366" y="910106"/>
            <a:ext cx="3499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221F1F"/>
                </a:solidFill>
                <a:latin typeface="HarmonyOS Sans SC" pitchFamily="2" charset="-122"/>
                <a:ea typeface="HarmonyOS Sans SC" pitchFamily="2" charset="-122"/>
              </a:rPr>
              <a:t>Immediate response to COVID-19 crisis: </a:t>
            </a:r>
            <a:endParaRPr lang="en-US" altLang="zh-CN" sz="1400" dirty="0">
              <a:latin typeface="HarmonyOS Sans SC" pitchFamily="2" charset="-122"/>
              <a:ea typeface="HarmonyOS Sans SC" pitchFamily="2" charset="-122"/>
            </a:endParaRPr>
          </a:p>
          <a:p>
            <a:r>
              <a:rPr lang="en-US" altLang="zh-CN" sz="1400" dirty="0">
                <a:solidFill>
                  <a:srgbClr val="221F1F"/>
                </a:solidFill>
                <a:latin typeface="HarmonyOS Sans SC" pitchFamily="2" charset="-122"/>
                <a:ea typeface="HarmonyOS Sans SC" pitchFamily="2" charset="-122"/>
              </a:rPr>
              <a:t>Safeguard your day-to-day business </a:t>
            </a:r>
            <a:endParaRPr lang="en-US" altLang="zh-CN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09DD26C-06D9-C6D8-D37F-FA10286F16DF}"/>
              </a:ext>
            </a:extLst>
          </p:cNvPr>
          <p:cNvGrpSpPr/>
          <p:nvPr/>
        </p:nvGrpSpPr>
        <p:grpSpPr>
          <a:xfrm>
            <a:off x="404836" y="1562987"/>
            <a:ext cx="4657060" cy="531627"/>
            <a:chOff x="850605" y="1562987"/>
            <a:chExt cx="4657060" cy="531627"/>
          </a:xfrm>
          <a:solidFill>
            <a:schemeClr val="tx1"/>
          </a:solidFill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D75BF98-0C5F-5391-13D3-9B1A854F37C9}"/>
                </a:ext>
              </a:extLst>
            </p:cNvPr>
            <p:cNvSpPr/>
            <p:nvPr/>
          </p:nvSpPr>
          <p:spPr>
            <a:xfrm>
              <a:off x="850605" y="1562987"/>
              <a:ext cx="4657060" cy="5316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9E34762-32E3-43F7-172C-387316CC341E}"/>
                </a:ext>
              </a:extLst>
            </p:cNvPr>
            <p:cNvSpPr txBox="1"/>
            <p:nvPr/>
          </p:nvSpPr>
          <p:spPr>
            <a:xfrm>
              <a:off x="2290032" y="1678791"/>
              <a:ext cx="1941557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COVID-19 crisis team</a:t>
              </a:r>
              <a:endParaRPr kumimoji="1" lang="zh-CN" altLang="en-US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9B08741-5B30-015D-7B95-135748C17E01}"/>
              </a:ext>
            </a:extLst>
          </p:cNvPr>
          <p:cNvSpPr txBox="1"/>
          <p:nvPr/>
        </p:nvSpPr>
        <p:spPr>
          <a:xfrm>
            <a:off x="404836" y="2206002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Work from home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386EBB-373F-1B86-793A-677441B09713}"/>
              </a:ext>
            </a:extLst>
          </p:cNvPr>
          <p:cNvSpPr txBox="1"/>
          <p:nvPr/>
        </p:nvSpPr>
        <p:spPr>
          <a:xfrm>
            <a:off x="3394451" y="2206002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Business continuity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B8EFEAB-205F-748D-4308-7CC203897EBC}"/>
              </a:ext>
            </a:extLst>
          </p:cNvPr>
          <p:cNvSpPr txBox="1"/>
          <p:nvPr/>
        </p:nvSpPr>
        <p:spPr>
          <a:xfrm>
            <a:off x="404836" y="3618234"/>
            <a:ext cx="1489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Supply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endParaRPr kumimoji="1"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chain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0158069-C077-D48C-DB50-E61A5E444DCA}"/>
              </a:ext>
            </a:extLst>
          </p:cNvPr>
          <p:cNvSpPr txBox="1"/>
          <p:nvPr/>
        </p:nvSpPr>
        <p:spPr>
          <a:xfrm>
            <a:off x="4337018" y="3618234"/>
            <a:ext cx="7248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pPr algn="r"/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Client</a:t>
            </a:r>
            <a:r>
              <a:rPr lang="zh-CN" altLang="en-US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endParaRPr lang="en-US" altLang="zh-CN" dirty="0">
              <a:latin typeface="HarmonyOS Sans SC Light" pitchFamily="2" charset="-122"/>
              <a:ea typeface="HarmonyOS Sans SC Light" pitchFamily="2" charset="-122"/>
            </a:endParaRPr>
          </a:p>
          <a:p>
            <a:pPr algn="r"/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support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A706EEA-F107-0E9E-739B-0ABABE2B9398}"/>
              </a:ext>
            </a:extLst>
          </p:cNvPr>
          <p:cNvSpPr txBox="1"/>
          <p:nvPr/>
        </p:nvSpPr>
        <p:spPr>
          <a:xfrm>
            <a:off x="850605" y="6292181"/>
            <a:ext cx="2246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latin typeface="HarmonyOS Sans SC Light" pitchFamily="2" charset="-122"/>
                <a:ea typeface="HarmonyOS Sans SC Light" pitchFamily="2" charset="-122"/>
              </a:rPr>
              <a:t>Working group (WG) for issue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763F05E-C672-E5B9-8D04-751530361E33}"/>
              </a:ext>
            </a:extLst>
          </p:cNvPr>
          <p:cNvGrpSpPr/>
          <p:nvPr/>
        </p:nvGrpSpPr>
        <p:grpSpPr>
          <a:xfrm>
            <a:off x="6241757" y="1562987"/>
            <a:ext cx="2692694" cy="531628"/>
            <a:chOff x="850605" y="1562986"/>
            <a:chExt cx="4657060" cy="531628"/>
          </a:xfrm>
          <a:solidFill>
            <a:schemeClr val="tx1"/>
          </a:solidFill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295DCF6-767D-1B4E-37E3-9E8029C8996D}"/>
                </a:ext>
              </a:extLst>
            </p:cNvPr>
            <p:cNvSpPr/>
            <p:nvPr/>
          </p:nvSpPr>
          <p:spPr>
            <a:xfrm>
              <a:off x="850605" y="1562986"/>
              <a:ext cx="4657060" cy="531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1EC473B-6B75-2798-9F5F-55F0339D4B24}"/>
                </a:ext>
              </a:extLst>
            </p:cNvPr>
            <p:cNvSpPr txBox="1"/>
            <p:nvPr/>
          </p:nvSpPr>
          <p:spPr>
            <a:xfrm>
              <a:off x="1308860" y="1674911"/>
              <a:ext cx="3357956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COVID-19 crisis team</a:t>
              </a:r>
              <a:endParaRPr kumimoji="1" lang="zh-CN" altLang="en-US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97B33C9-5AE0-B405-2553-DC787B7950EE}"/>
              </a:ext>
            </a:extLst>
          </p:cNvPr>
          <p:cNvGrpSpPr/>
          <p:nvPr/>
        </p:nvGrpSpPr>
        <p:grpSpPr>
          <a:xfrm>
            <a:off x="9164344" y="1562987"/>
            <a:ext cx="2692694" cy="531628"/>
            <a:chOff x="850605" y="1562986"/>
            <a:chExt cx="4657060" cy="531628"/>
          </a:xfrm>
          <a:solidFill>
            <a:srgbClr val="00ACFB"/>
          </a:solidFill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499C16C-1F04-A5C6-D87D-385162C1B35B}"/>
                </a:ext>
              </a:extLst>
            </p:cNvPr>
            <p:cNvSpPr/>
            <p:nvPr/>
          </p:nvSpPr>
          <p:spPr>
            <a:xfrm>
              <a:off x="850605" y="1562986"/>
              <a:ext cx="4657060" cy="531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B9B2FA8-4006-5E47-9F6E-AE766D14E2A0}"/>
                </a:ext>
              </a:extLst>
            </p:cNvPr>
            <p:cNvSpPr txBox="1"/>
            <p:nvPr/>
          </p:nvSpPr>
          <p:spPr>
            <a:xfrm>
              <a:off x="1308860" y="1674911"/>
              <a:ext cx="3357956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COVID-19 crisis team</a:t>
              </a:r>
              <a:endParaRPr kumimoji="1" lang="zh-CN" altLang="en-US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13337D9-D7EE-1652-7225-00C8CD766510}"/>
              </a:ext>
            </a:extLst>
          </p:cNvPr>
          <p:cNvGrpSpPr/>
          <p:nvPr/>
        </p:nvGrpSpPr>
        <p:grpSpPr>
          <a:xfrm>
            <a:off x="6265802" y="2533411"/>
            <a:ext cx="974181" cy="1065452"/>
            <a:chOff x="957231" y="2690070"/>
            <a:chExt cx="1276256" cy="1482317"/>
          </a:xfrm>
        </p:grpSpPr>
        <p:sp>
          <p:nvSpPr>
            <p:cNvPr id="58" name="六边形 57">
              <a:extLst>
                <a:ext uri="{FF2B5EF4-FFF2-40B4-BE49-F238E27FC236}">
                  <a16:creationId xmlns:a16="http://schemas.microsoft.com/office/drawing/2014/main" id="{46301D5C-9F28-DF49-F69F-F42F329B848E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FD0B2AF3-28C9-DEF4-8938-4D6D7A0E2BE0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1FC42592-AD9C-56B2-7602-02C0B40ED67E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4E02A158-048B-7A2C-C865-DA55B1E46031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51FE1AB1-9249-D443-D09F-16CBD46E1B23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825C89CF-63D6-D1BE-3711-0E2CCE91723E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34690C71-9BA4-E2C7-2D24-C1A46AE63E50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A079ECE-5FEA-8A80-3672-83036FC8344B}"/>
                </a:ext>
              </a:extLst>
            </p:cNvPr>
            <p:cNvSpPr txBox="1"/>
            <p:nvPr/>
          </p:nvSpPr>
          <p:spPr>
            <a:xfrm>
              <a:off x="1292562" y="3240999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7547DB0-C505-81D9-4DB1-ED1976F89F65}"/>
              </a:ext>
            </a:extLst>
          </p:cNvPr>
          <p:cNvGrpSpPr/>
          <p:nvPr/>
        </p:nvGrpSpPr>
        <p:grpSpPr>
          <a:xfrm>
            <a:off x="7794160" y="2533411"/>
            <a:ext cx="974181" cy="1065452"/>
            <a:chOff x="957231" y="2690070"/>
            <a:chExt cx="1276256" cy="1482317"/>
          </a:xfrm>
        </p:grpSpPr>
        <p:sp>
          <p:nvSpPr>
            <p:cNvPr id="67" name="六边形 66">
              <a:extLst>
                <a:ext uri="{FF2B5EF4-FFF2-40B4-BE49-F238E27FC236}">
                  <a16:creationId xmlns:a16="http://schemas.microsoft.com/office/drawing/2014/main" id="{4F8ED7F6-4447-4FFA-6699-49D2877A2E5A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E4B492D0-6B19-D699-7B10-C3A35BFFD171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A6AFB314-4262-A25C-E17A-84AFE56D1D26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D34DE3D1-ED24-A2D6-CE0A-F706EAE701A0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EC969908-1584-8254-A426-AA0A9FE50F36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2637C0BC-3985-AB54-3FF1-D76EBAF06E1C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E4702F7-D41A-68E4-833E-F60090CBC265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DC596E0E-2585-0FAE-1191-51B1D2B7219C}"/>
                </a:ext>
              </a:extLst>
            </p:cNvPr>
            <p:cNvSpPr txBox="1"/>
            <p:nvPr/>
          </p:nvSpPr>
          <p:spPr>
            <a:xfrm>
              <a:off x="1292566" y="3245898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1D9AD953-FCBB-AFDF-2222-6C244CC2BCA6}"/>
              </a:ext>
            </a:extLst>
          </p:cNvPr>
          <p:cNvGrpSpPr/>
          <p:nvPr/>
        </p:nvGrpSpPr>
        <p:grpSpPr>
          <a:xfrm>
            <a:off x="6265802" y="3879067"/>
            <a:ext cx="974181" cy="1065452"/>
            <a:chOff x="957231" y="2690070"/>
            <a:chExt cx="1276256" cy="1482317"/>
          </a:xfrm>
        </p:grpSpPr>
        <p:sp>
          <p:nvSpPr>
            <p:cNvPr id="76" name="六边形 75">
              <a:extLst>
                <a:ext uri="{FF2B5EF4-FFF2-40B4-BE49-F238E27FC236}">
                  <a16:creationId xmlns:a16="http://schemas.microsoft.com/office/drawing/2014/main" id="{90939708-444F-EC55-4953-20185E1CA63E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1EFFDC29-A728-5B81-1138-CFA075D5FF18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140918EC-F638-18DB-D280-AA14628EE70B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AD717FE4-5BE2-6110-8089-CA0FBA6BACB1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033EF2BA-9BAA-CAA5-E151-580C82FA583C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0C8DD3A-8430-B652-62EA-CC69329B13C3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2F21B983-174D-9314-C553-2A7ADD3B9E66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0E3462B-3F7C-94E5-DD39-D07ED7A70D62}"/>
                </a:ext>
              </a:extLst>
            </p:cNvPr>
            <p:cNvSpPr txBox="1"/>
            <p:nvPr/>
          </p:nvSpPr>
          <p:spPr>
            <a:xfrm>
              <a:off x="1305321" y="3248611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71EF80CC-9036-E632-5E57-9725E97200BC}"/>
              </a:ext>
            </a:extLst>
          </p:cNvPr>
          <p:cNvGrpSpPr/>
          <p:nvPr/>
        </p:nvGrpSpPr>
        <p:grpSpPr>
          <a:xfrm>
            <a:off x="7794160" y="3879067"/>
            <a:ext cx="974181" cy="1065452"/>
            <a:chOff x="957231" y="2690070"/>
            <a:chExt cx="1276256" cy="1482317"/>
          </a:xfrm>
        </p:grpSpPr>
        <p:sp>
          <p:nvSpPr>
            <p:cNvPr id="85" name="六边形 84">
              <a:extLst>
                <a:ext uri="{FF2B5EF4-FFF2-40B4-BE49-F238E27FC236}">
                  <a16:creationId xmlns:a16="http://schemas.microsoft.com/office/drawing/2014/main" id="{AD02D927-3837-9B2C-6F0B-79C926CD68CF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3C66A980-3CAF-EFA1-0C70-47AEA3F5A35C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720D14F-DF76-BB61-1B90-EDA28A364608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F959621A-62D8-C6AA-DBB6-36D0A6A924F0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FD579A7B-53EF-4937-C5AF-90DB127F54BE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2B649033-9936-D614-6ED7-30DB8DFF234A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0510B0A7-085C-92EA-16A8-CFAE2C3604A7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2302D11D-25C2-5632-0B0B-1E1D78AA3756}"/>
                </a:ext>
              </a:extLst>
            </p:cNvPr>
            <p:cNvSpPr txBox="1"/>
            <p:nvPr/>
          </p:nvSpPr>
          <p:spPr>
            <a:xfrm>
              <a:off x="1310598" y="3248147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A7D2B687-CF84-9D02-32DF-CE7B79D7C1B4}"/>
              </a:ext>
            </a:extLst>
          </p:cNvPr>
          <p:cNvGrpSpPr/>
          <p:nvPr/>
        </p:nvGrpSpPr>
        <p:grpSpPr>
          <a:xfrm>
            <a:off x="9322520" y="2533411"/>
            <a:ext cx="974181" cy="1065452"/>
            <a:chOff x="957231" y="2690070"/>
            <a:chExt cx="1276256" cy="1482317"/>
          </a:xfrm>
          <a:solidFill>
            <a:srgbClr val="00ACFB"/>
          </a:solidFill>
        </p:grpSpPr>
        <p:sp>
          <p:nvSpPr>
            <p:cNvPr id="94" name="六边形 93">
              <a:extLst>
                <a:ext uri="{FF2B5EF4-FFF2-40B4-BE49-F238E27FC236}">
                  <a16:creationId xmlns:a16="http://schemas.microsoft.com/office/drawing/2014/main" id="{2237D5C8-4EF4-EDD7-8BD4-0B8481D385A8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B1DABC41-1185-BF9B-BB41-0DC598CCEF6A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302AFB6B-0A62-F5F8-A4DD-46DC23056B0C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F4D4C35E-AB1C-228A-13F3-00596CFB9869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51BBD435-DB35-3EBD-56B3-62B8E42E134A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E946E221-2CDF-F7A5-F8D7-EC78A8E4F276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0DE5274B-270B-649D-4752-88A4869F69AC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E21FD152-9165-A57C-4253-39A0DCEAD9C6}"/>
                </a:ext>
              </a:extLst>
            </p:cNvPr>
            <p:cNvSpPr txBox="1"/>
            <p:nvPr/>
          </p:nvSpPr>
          <p:spPr>
            <a:xfrm>
              <a:off x="1339317" y="3239465"/>
              <a:ext cx="502335" cy="38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PG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EDD945D6-5D2B-0A03-3CB4-5A9B0D22C8AA}"/>
              </a:ext>
            </a:extLst>
          </p:cNvPr>
          <p:cNvGrpSpPr/>
          <p:nvPr/>
        </p:nvGrpSpPr>
        <p:grpSpPr>
          <a:xfrm>
            <a:off x="10850879" y="2533411"/>
            <a:ext cx="974181" cy="1065452"/>
            <a:chOff x="957231" y="2690070"/>
            <a:chExt cx="1276256" cy="1482317"/>
          </a:xfrm>
          <a:solidFill>
            <a:srgbClr val="00ACFB"/>
          </a:solidFill>
        </p:grpSpPr>
        <p:sp>
          <p:nvSpPr>
            <p:cNvPr id="103" name="六边形 102">
              <a:extLst>
                <a:ext uri="{FF2B5EF4-FFF2-40B4-BE49-F238E27FC236}">
                  <a16:creationId xmlns:a16="http://schemas.microsoft.com/office/drawing/2014/main" id="{CDD9949C-5C7D-6A1C-3A35-3F3740C3FC07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E5DB7FFD-1BCB-CF9F-774F-23C42688368E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2CD53D4-FEDE-C6AE-EFC3-BA7863F5376C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A62AAAFC-C1D5-E4E7-4C15-DB16B3F4EE9D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74406B16-5232-4C78-AAF9-CB18CFB135B1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72095E94-4386-B765-7CE7-F6D70D3B77DD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238C0795-DBF2-0915-1076-8E12782A3CD1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545F3EC7-12D6-6DD3-3B8A-A5F3A5B5DBED}"/>
                </a:ext>
              </a:extLst>
            </p:cNvPr>
            <p:cNvSpPr txBox="1"/>
            <p:nvPr/>
          </p:nvSpPr>
          <p:spPr>
            <a:xfrm>
              <a:off x="1333691" y="3239465"/>
              <a:ext cx="502335" cy="38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PG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9060C41C-64C8-516A-3C7F-65919A6A2551}"/>
              </a:ext>
            </a:extLst>
          </p:cNvPr>
          <p:cNvGrpSpPr/>
          <p:nvPr/>
        </p:nvGrpSpPr>
        <p:grpSpPr>
          <a:xfrm>
            <a:off x="9322520" y="3879067"/>
            <a:ext cx="974181" cy="1065452"/>
            <a:chOff x="957231" y="2690070"/>
            <a:chExt cx="1276256" cy="1482317"/>
          </a:xfrm>
          <a:solidFill>
            <a:srgbClr val="00ACFB"/>
          </a:solidFill>
        </p:grpSpPr>
        <p:sp>
          <p:nvSpPr>
            <p:cNvPr id="112" name="六边形 111">
              <a:extLst>
                <a:ext uri="{FF2B5EF4-FFF2-40B4-BE49-F238E27FC236}">
                  <a16:creationId xmlns:a16="http://schemas.microsoft.com/office/drawing/2014/main" id="{070CE151-B67F-5855-AB3B-9B1736AC2A56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3D9BC651-2918-85F5-2DA8-110E8AD898BE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6C413ABC-4843-AFA0-9F55-74AC3055BFCD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2CC62E44-05BC-7852-543A-A6473A504372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F5DCE8E0-38B1-D297-85EB-F36F18F3FC60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9B7FBBB4-414E-2FC7-8593-21D59C0AA5C8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3D5BDC29-0C2F-2E4E-11A3-D178A84D5E9B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FE95C613-8377-CCDA-BF35-F88D27A465E3}"/>
                </a:ext>
              </a:extLst>
            </p:cNvPr>
            <p:cNvSpPr txBox="1"/>
            <p:nvPr/>
          </p:nvSpPr>
          <p:spPr>
            <a:xfrm>
              <a:off x="1339317" y="3254798"/>
              <a:ext cx="502335" cy="38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PG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569D59FF-C6D9-862B-2E6D-815760EB24D8}"/>
              </a:ext>
            </a:extLst>
          </p:cNvPr>
          <p:cNvGrpSpPr/>
          <p:nvPr/>
        </p:nvGrpSpPr>
        <p:grpSpPr>
          <a:xfrm>
            <a:off x="10850879" y="3879067"/>
            <a:ext cx="974181" cy="1065452"/>
            <a:chOff x="957231" y="2690070"/>
            <a:chExt cx="1276256" cy="1482317"/>
          </a:xfrm>
          <a:solidFill>
            <a:srgbClr val="00ACFB"/>
          </a:solidFill>
        </p:grpSpPr>
        <p:sp>
          <p:nvSpPr>
            <p:cNvPr id="121" name="六边形 120">
              <a:extLst>
                <a:ext uri="{FF2B5EF4-FFF2-40B4-BE49-F238E27FC236}">
                  <a16:creationId xmlns:a16="http://schemas.microsoft.com/office/drawing/2014/main" id="{CA128B7B-D50B-F6BA-0DA2-2CB2080B0FA8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32F21F9A-6295-87F1-25BB-965BA4DAB5E5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B8FD9ACB-AFBA-4B8B-C9C2-94442714BC0F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6EB121AE-9846-FFAB-3CFC-226126D34A47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81CCEFE-09F9-AE96-A78E-ACFECDF9C5E1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AFC6112A-4233-23ED-C675-39B3C5A4800C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FAFA2756-23BA-C2FE-A785-A78F58B92547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C2AD5687-AC92-4946-9249-C468EF9C980D}"/>
                </a:ext>
              </a:extLst>
            </p:cNvPr>
            <p:cNvSpPr txBox="1"/>
            <p:nvPr/>
          </p:nvSpPr>
          <p:spPr>
            <a:xfrm>
              <a:off x="1333691" y="3248146"/>
              <a:ext cx="502335" cy="38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PG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2931B03A-BFAA-3F52-A3CB-DB2ADADE48E6}"/>
              </a:ext>
            </a:extLst>
          </p:cNvPr>
          <p:cNvGrpSpPr/>
          <p:nvPr/>
        </p:nvGrpSpPr>
        <p:grpSpPr>
          <a:xfrm>
            <a:off x="7030994" y="5037283"/>
            <a:ext cx="974181" cy="1065452"/>
            <a:chOff x="957231" y="2690070"/>
            <a:chExt cx="1276256" cy="1482317"/>
          </a:xfrm>
          <a:solidFill>
            <a:srgbClr val="00ACFB"/>
          </a:solidFill>
        </p:grpSpPr>
        <p:sp>
          <p:nvSpPr>
            <p:cNvPr id="130" name="六边形 129">
              <a:extLst>
                <a:ext uri="{FF2B5EF4-FFF2-40B4-BE49-F238E27FC236}">
                  <a16:creationId xmlns:a16="http://schemas.microsoft.com/office/drawing/2014/main" id="{71076E7E-9AD3-2513-BD86-9394A04FBAA8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A3E0BA2C-6379-2594-196F-4B79B7CED019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91F83399-5E66-98AD-D777-C16595350B28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EBD4A272-6715-E442-3416-8BA3EE1003EF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555C9F60-E4B3-9B16-2DD2-0AE03A0A228D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AECB4C64-B408-541E-6639-7A8AD822C533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68F75FA3-5711-7D4F-CF46-DA3F29F051C3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E5BAE39-876A-619E-235F-768FE308297D}"/>
                </a:ext>
              </a:extLst>
            </p:cNvPr>
            <p:cNvSpPr txBox="1"/>
            <p:nvPr/>
          </p:nvSpPr>
          <p:spPr>
            <a:xfrm>
              <a:off x="1307912" y="3236311"/>
              <a:ext cx="577937" cy="385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sp>
        <p:nvSpPr>
          <p:cNvPr id="140" name="任意形状 139">
            <a:extLst>
              <a:ext uri="{FF2B5EF4-FFF2-40B4-BE49-F238E27FC236}">
                <a16:creationId xmlns:a16="http://schemas.microsoft.com/office/drawing/2014/main" id="{FD7FC61B-0799-9852-27D9-3E15E6B6E194}"/>
              </a:ext>
            </a:extLst>
          </p:cNvPr>
          <p:cNvSpPr/>
          <p:nvPr/>
        </p:nvSpPr>
        <p:spPr>
          <a:xfrm>
            <a:off x="8374566" y="4865231"/>
            <a:ext cx="2196791" cy="789671"/>
          </a:xfrm>
          <a:custGeom>
            <a:avLst/>
            <a:gdLst>
              <a:gd name="connsiteX0" fmla="*/ 2185639 w 2404568"/>
              <a:gd name="connsiteY0" fmla="*/ 0 h 1042731"/>
              <a:gd name="connsiteX1" fmla="*/ 2196790 w 2404568"/>
              <a:gd name="connsiteY1" fmla="*/ 936703 h 1042731"/>
              <a:gd name="connsiteX2" fmla="*/ 0 w 2404568"/>
              <a:gd name="connsiteY2" fmla="*/ 981308 h 1042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4568" h="1042731">
                <a:moveTo>
                  <a:pt x="2185639" y="0"/>
                </a:moveTo>
                <a:cubicBezTo>
                  <a:pt x="2373351" y="386576"/>
                  <a:pt x="2561063" y="773152"/>
                  <a:pt x="2196790" y="936703"/>
                </a:cubicBezTo>
                <a:cubicBezTo>
                  <a:pt x="1832517" y="1100254"/>
                  <a:pt x="916258" y="1040781"/>
                  <a:pt x="0" y="981308"/>
                </a:cubicBezTo>
              </a:path>
            </a:pathLst>
          </a:custGeom>
          <a:noFill/>
          <a:ln>
            <a:solidFill>
              <a:srgbClr val="00AC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三角形 140">
            <a:extLst>
              <a:ext uri="{FF2B5EF4-FFF2-40B4-BE49-F238E27FC236}">
                <a16:creationId xmlns:a16="http://schemas.microsoft.com/office/drawing/2014/main" id="{C7EC3BB2-A0F1-A056-ADDE-0DE2CF5B1E2F}"/>
              </a:ext>
            </a:extLst>
          </p:cNvPr>
          <p:cNvSpPr/>
          <p:nvPr/>
        </p:nvSpPr>
        <p:spPr>
          <a:xfrm rot="16537629">
            <a:off x="8255667" y="5552289"/>
            <a:ext cx="150443" cy="113787"/>
          </a:xfrm>
          <a:prstGeom prst="triangle">
            <a:avLst/>
          </a:prstGeom>
          <a:solidFill>
            <a:srgbClr val="00ACFB"/>
          </a:solidFill>
          <a:ln>
            <a:solidFill>
              <a:srgbClr val="00AC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AA5B502D-6699-261F-51E7-1FE311AC3776}"/>
              </a:ext>
            </a:extLst>
          </p:cNvPr>
          <p:cNvSpPr txBox="1"/>
          <p:nvPr/>
        </p:nvSpPr>
        <p:spPr>
          <a:xfrm>
            <a:off x="6281440" y="6300481"/>
            <a:ext cx="34579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0000"/>
                </a:solidFill>
                <a:effectLst/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Modular, scalable planning group (PG) for issue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CD87D81-0B03-6AA3-22C6-C5490D31CA4B}"/>
              </a:ext>
            </a:extLst>
          </p:cNvPr>
          <p:cNvCxnSpPr>
            <a:cxnSpLocks/>
          </p:cNvCxnSpPr>
          <p:nvPr/>
        </p:nvCxnSpPr>
        <p:spPr>
          <a:xfrm>
            <a:off x="5629697" y="946826"/>
            <a:ext cx="0" cy="5240391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BA1962CD-15B6-BF00-EE17-57E97296DDEB}"/>
              </a:ext>
            </a:extLst>
          </p:cNvPr>
          <p:cNvSpPr txBox="1"/>
          <p:nvPr/>
        </p:nvSpPr>
        <p:spPr>
          <a:xfrm>
            <a:off x="6194358" y="864261"/>
            <a:ext cx="318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221F1F"/>
                </a:solidFill>
                <a:effectLst/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400" b="0" dirty="0">
                <a:latin typeface="HarmonyOS Sans SC" pitchFamily="2" charset="-122"/>
                <a:ea typeface="HarmonyOS Sans SC" pitchFamily="2" charset="-122"/>
              </a:rPr>
              <a:t>Getting ahead of next stage of crisis:</a:t>
            </a:r>
          </a:p>
          <a:p>
            <a:r>
              <a:rPr lang="en-US" altLang="zh-CN" sz="1400" b="0" dirty="0">
                <a:latin typeface="HarmonyOS Sans SC" pitchFamily="2" charset="-122"/>
                <a:ea typeface="HarmonyOS Sans SC" pitchFamily="2" charset="-122"/>
              </a:rPr>
              <a:t>Launch your plan-ahead team</a:t>
            </a:r>
            <a:endParaRPr lang="zh-CN" altLang="en-US" sz="1400" b="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BAE59B45-6E77-E562-28E7-1747DC3A35F1}"/>
              </a:ext>
            </a:extLst>
          </p:cNvPr>
          <p:cNvGrpSpPr/>
          <p:nvPr/>
        </p:nvGrpSpPr>
        <p:grpSpPr>
          <a:xfrm>
            <a:off x="1242273" y="2533411"/>
            <a:ext cx="974181" cy="1065452"/>
            <a:chOff x="957231" y="2690070"/>
            <a:chExt cx="1276256" cy="1482317"/>
          </a:xfrm>
        </p:grpSpPr>
        <p:sp>
          <p:nvSpPr>
            <p:cNvPr id="148" name="六边形 147">
              <a:extLst>
                <a:ext uri="{FF2B5EF4-FFF2-40B4-BE49-F238E27FC236}">
                  <a16:creationId xmlns:a16="http://schemas.microsoft.com/office/drawing/2014/main" id="{4FE74380-179C-804E-C4FE-D99A99923489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2D962B25-C537-2810-87F1-DB4F4CA9401A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C7A10739-F715-D900-CED7-9443A072FE87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681814F1-DC7E-7718-C0DB-B2B4CA0FFC62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8FC5C7C-21A0-4F23-7C28-43562A7FC00F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D0BBF9F8-54D8-0934-F523-DE941DDE7196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7DED9805-6D16-F0CE-9393-03B2697AE411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0D6F2D41-6DEE-E93C-C5DC-ECBA4B71A160}"/>
                </a:ext>
              </a:extLst>
            </p:cNvPr>
            <p:cNvSpPr txBox="1"/>
            <p:nvPr/>
          </p:nvSpPr>
          <p:spPr>
            <a:xfrm>
              <a:off x="1308292" y="3248609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CD6F829-6ADD-4155-72C3-4D0A5ADA6675}"/>
              </a:ext>
            </a:extLst>
          </p:cNvPr>
          <p:cNvGrpSpPr/>
          <p:nvPr/>
        </p:nvGrpSpPr>
        <p:grpSpPr>
          <a:xfrm>
            <a:off x="3302896" y="2533411"/>
            <a:ext cx="974181" cy="1065452"/>
            <a:chOff x="957231" y="2690070"/>
            <a:chExt cx="1276256" cy="1482317"/>
          </a:xfrm>
        </p:grpSpPr>
        <p:sp>
          <p:nvSpPr>
            <p:cNvPr id="157" name="六边形 156">
              <a:extLst>
                <a:ext uri="{FF2B5EF4-FFF2-40B4-BE49-F238E27FC236}">
                  <a16:creationId xmlns:a16="http://schemas.microsoft.com/office/drawing/2014/main" id="{143018B1-75D1-E842-AA6B-59B0B1A71937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AF09E012-C214-3290-8D67-02311CF6DFF7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40122FFE-C491-724B-F718-CA0608FABA93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A106576B-C9BE-501A-3309-83602010B69F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60FF6A30-27CE-8432-E0FA-E5CF29DEE32A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6DEBD880-BD1D-9D22-5B5E-7835C16A2381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843FFCF3-6BA1-1A04-D943-AB640A870987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4A5EE5FF-8FB3-4E2E-C0C1-E64218B78B8E}"/>
                </a:ext>
              </a:extLst>
            </p:cNvPr>
            <p:cNvSpPr txBox="1"/>
            <p:nvPr/>
          </p:nvSpPr>
          <p:spPr>
            <a:xfrm>
              <a:off x="1311844" y="3244808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21A9245C-9940-418D-F9EC-CC7055FF2085}"/>
              </a:ext>
            </a:extLst>
          </p:cNvPr>
          <p:cNvGrpSpPr/>
          <p:nvPr/>
        </p:nvGrpSpPr>
        <p:grpSpPr>
          <a:xfrm>
            <a:off x="1242273" y="3879067"/>
            <a:ext cx="974181" cy="1065452"/>
            <a:chOff x="957231" y="2690070"/>
            <a:chExt cx="1276256" cy="1482317"/>
          </a:xfrm>
        </p:grpSpPr>
        <p:sp>
          <p:nvSpPr>
            <p:cNvPr id="166" name="六边形 165">
              <a:extLst>
                <a:ext uri="{FF2B5EF4-FFF2-40B4-BE49-F238E27FC236}">
                  <a16:creationId xmlns:a16="http://schemas.microsoft.com/office/drawing/2014/main" id="{0D032D16-3DD0-9C08-C45A-CEF2F54E6B47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EC699EFF-A70F-851E-EB5C-61C4E07A7D74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3E543906-E9B7-D4C2-B8E1-941DD72764F1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37385C4D-5513-424E-E0BF-9C5E9619F827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A7A11CDD-BC61-AA70-A2C7-D258406461C0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D4525F6E-025C-7B92-D8B4-E289D84B4369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F346BD74-0B49-ED66-B8D6-C9CEA31E7806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A32634BD-0C18-D79A-C814-A9B9E62CC0D1}"/>
                </a:ext>
              </a:extLst>
            </p:cNvPr>
            <p:cNvSpPr txBox="1"/>
            <p:nvPr/>
          </p:nvSpPr>
          <p:spPr>
            <a:xfrm>
              <a:off x="1308292" y="3260048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A63B5939-00F0-6DFC-3A30-C3E13EEB6B5E}"/>
              </a:ext>
            </a:extLst>
          </p:cNvPr>
          <p:cNvGrpSpPr/>
          <p:nvPr/>
        </p:nvGrpSpPr>
        <p:grpSpPr>
          <a:xfrm>
            <a:off x="3302896" y="3879067"/>
            <a:ext cx="974181" cy="1065452"/>
            <a:chOff x="957231" y="2690070"/>
            <a:chExt cx="1276256" cy="1482317"/>
          </a:xfrm>
        </p:grpSpPr>
        <p:sp>
          <p:nvSpPr>
            <p:cNvPr id="175" name="六边形 174">
              <a:extLst>
                <a:ext uri="{FF2B5EF4-FFF2-40B4-BE49-F238E27FC236}">
                  <a16:creationId xmlns:a16="http://schemas.microsoft.com/office/drawing/2014/main" id="{87E7D94C-4945-4C57-A66A-5AEA0CC727CF}"/>
                </a:ext>
              </a:extLst>
            </p:cNvPr>
            <p:cNvSpPr/>
            <p:nvPr/>
          </p:nvSpPr>
          <p:spPr>
            <a:xfrm>
              <a:off x="1276383" y="3141921"/>
              <a:ext cx="637953" cy="574158"/>
            </a:xfrm>
            <a:prstGeom prst="hexagon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88371F4F-A818-D2EA-A455-8A200D106002}"/>
                </a:ext>
              </a:extLst>
            </p:cNvPr>
            <p:cNvSpPr/>
            <p:nvPr/>
          </p:nvSpPr>
          <p:spPr>
            <a:xfrm>
              <a:off x="1457136" y="2690070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8B72E10D-FF41-23D0-6E16-1C14E93652C6}"/>
                </a:ext>
              </a:extLst>
            </p:cNvPr>
            <p:cNvSpPr/>
            <p:nvPr/>
          </p:nvSpPr>
          <p:spPr>
            <a:xfrm>
              <a:off x="95723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D89F4DC6-4AEB-08D0-BA1C-208A1FD2EAE4}"/>
                </a:ext>
              </a:extLst>
            </p:cNvPr>
            <p:cNvSpPr/>
            <p:nvPr/>
          </p:nvSpPr>
          <p:spPr>
            <a:xfrm>
              <a:off x="1957041" y="2998316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84670369-8C44-0362-1A9E-FF185197D7C4}"/>
                </a:ext>
              </a:extLst>
            </p:cNvPr>
            <p:cNvSpPr/>
            <p:nvPr/>
          </p:nvSpPr>
          <p:spPr>
            <a:xfrm>
              <a:off x="195704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42FA95E0-9F26-8E9E-8C68-750686E598E6}"/>
                </a:ext>
              </a:extLst>
            </p:cNvPr>
            <p:cNvSpPr/>
            <p:nvPr/>
          </p:nvSpPr>
          <p:spPr>
            <a:xfrm>
              <a:off x="957231" y="3523801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BDC5453F-DD1F-A81A-06E2-210BB47C24D5}"/>
                </a:ext>
              </a:extLst>
            </p:cNvPr>
            <p:cNvSpPr/>
            <p:nvPr/>
          </p:nvSpPr>
          <p:spPr>
            <a:xfrm>
              <a:off x="1457136" y="3848094"/>
              <a:ext cx="276446" cy="324293"/>
            </a:xfrm>
            <a:prstGeom prst="ellipse">
              <a:avLst/>
            </a:prstGeom>
            <a:solidFill>
              <a:srgbClr val="001C2D"/>
            </a:solidFill>
            <a:ln>
              <a:solidFill>
                <a:srgbClr val="001C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358B208B-39FB-9833-518E-E9E35B299573}"/>
                </a:ext>
              </a:extLst>
            </p:cNvPr>
            <p:cNvSpPr txBox="1"/>
            <p:nvPr/>
          </p:nvSpPr>
          <p:spPr>
            <a:xfrm>
              <a:off x="1300932" y="3243471"/>
              <a:ext cx="577937" cy="385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WG</a:t>
              </a:r>
              <a:endPara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305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2233-F7F6-C40C-85AC-AD92DF18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D8D5783-36AF-1439-97CD-809AE47B62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8D5783-36AF-1439-97CD-809AE47B62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70B557E-D8FF-64D9-198A-55431AA6FBC4}"/>
              </a:ext>
            </a:extLst>
          </p:cNvPr>
          <p:cNvSpPr txBox="1"/>
          <p:nvPr/>
        </p:nvSpPr>
        <p:spPr>
          <a:xfrm>
            <a:off x="334963" y="333375"/>
            <a:ext cx="11522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Small, cross-functional teams are essential to getting work done while reducing communication</a:t>
            </a:r>
          </a:p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needs to manageable levels.</a:t>
            </a:r>
            <a:endParaRPr lang="en-US" altLang="zh-CN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3D07B-DDE6-66FB-DDA7-4C3D4941953E}"/>
              </a:ext>
            </a:extLst>
          </p:cNvPr>
          <p:cNvSpPr txBox="1"/>
          <p:nvPr/>
        </p:nvSpPr>
        <p:spPr>
          <a:xfrm>
            <a:off x="334963" y="1861094"/>
            <a:ext cx="2210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221F1F"/>
                </a:solidFill>
                <a:latin typeface="HarmonyOS Sans SC" pitchFamily="2" charset="-122"/>
                <a:ea typeface="HarmonyOS Sans SC" pitchFamily="2" charset="-122"/>
              </a:rPr>
              <a:t>Principles of </a:t>
            </a:r>
            <a:r>
              <a:rPr lang="en-US" altLang="zh-CN" sz="1400" dirty="0" err="1">
                <a:solidFill>
                  <a:srgbClr val="221F1F"/>
                </a:solidFill>
                <a:latin typeface="HarmonyOS Sans SC" pitchFamily="2" charset="-122"/>
                <a:ea typeface="HarmonyOS Sans SC" pitchFamily="2" charset="-122"/>
              </a:rPr>
              <a:t>small,cross</a:t>
            </a:r>
            <a:r>
              <a:rPr lang="en-US" altLang="zh-CN" sz="1400" dirty="0">
                <a:solidFill>
                  <a:srgbClr val="221F1F"/>
                </a:solidFill>
                <a:latin typeface="HarmonyOS Sans SC" pitchFamily="2" charset="-122"/>
                <a:ea typeface="HarmonyOS Sans SC" pitchFamily="2" charset="-122"/>
              </a:rPr>
              <a:t>-</a:t>
            </a:r>
          </a:p>
          <a:p>
            <a:r>
              <a:rPr lang="en-US" altLang="zh-CN" sz="1400" dirty="0">
                <a:solidFill>
                  <a:srgbClr val="221F1F"/>
                </a:solidFill>
                <a:latin typeface="HarmonyOS Sans SC" pitchFamily="2" charset="-122"/>
                <a:ea typeface="HarmonyOS Sans SC" pitchFamily="2" charset="-122"/>
              </a:rPr>
              <a:t>functional team setup</a:t>
            </a:r>
            <a:endParaRPr lang="en-US" altLang="zh-CN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43295E7-1978-5DE5-C593-86FE51D8A0E8}"/>
              </a:ext>
            </a:extLst>
          </p:cNvPr>
          <p:cNvSpPr/>
          <p:nvPr/>
        </p:nvSpPr>
        <p:spPr>
          <a:xfrm>
            <a:off x="3228975" y="1970602"/>
            <a:ext cx="365760" cy="365760"/>
          </a:xfrm>
          <a:prstGeom prst="ellipse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形 10" descr="插入点右移 纯色填充">
            <a:extLst>
              <a:ext uri="{FF2B5EF4-FFF2-40B4-BE49-F238E27FC236}">
                <a16:creationId xmlns:a16="http://schemas.microsoft.com/office/drawing/2014/main" id="{8A91F255-A101-4324-FDD4-D854448537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7386" y="1972175"/>
            <a:ext cx="365760" cy="36576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500DB7F-2C35-F7AE-F25F-782CBE53ED45}"/>
              </a:ext>
            </a:extLst>
          </p:cNvPr>
          <p:cNvSpPr txBox="1"/>
          <p:nvPr/>
        </p:nvSpPr>
        <p:spPr>
          <a:xfrm>
            <a:off x="4018471" y="1922649"/>
            <a:ext cx="176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 office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：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Large team, 20 people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8F2E8AD1-2887-7EC0-023C-1EAFA41762DA}"/>
              </a:ext>
            </a:extLst>
          </p:cNvPr>
          <p:cNvGrpSpPr/>
          <p:nvPr/>
        </p:nvGrpSpPr>
        <p:grpSpPr>
          <a:xfrm>
            <a:off x="4060068" y="2798433"/>
            <a:ext cx="2068140" cy="2531177"/>
            <a:chOff x="4060068" y="2798433"/>
            <a:chExt cx="2068140" cy="2531177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7146326-ABCD-3A3A-376B-723456E96B63}"/>
                </a:ext>
              </a:extLst>
            </p:cNvPr>
            <p:cNvSpPr/>
            <p:nvPr/>
          </p:nvSpPr>
          <p:spPr>
            <a:xfrm>
              <a:off x="4060068" y="2798433"/>
              <a:ext cx="341304" cy="341304"/>
            </a:xfrm>
            <a:prstGeom prst="ellipse">
              <a:avLst/>
            </a:prstGeom>
            <a:solidFill>
              <a:srgbClr val="104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98C88BD-2EC8-DF66-E6D4-47C21399CAC8}"/>
                </a:ext>
              </a:extLst>
            </p:cNvPr>
            <p:cNvSpPr/>
            <p:nvPr/>
          </p:nvSpPr>
          <p:spPr>
            <a:xfrm>
              <a:off x="4635680" y="2798433"/>
              <a:ext cx="341304" cy="341304"/>
            </a:xfrm>
            <a:prstGeom prst="ellipse">
              <a:avLst/>
            </a:prstGeom>
            <a:solidFill>
              <a:srgbClr val="104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189CA5C-020D-9DEB-00C1-3EFCE17F1714}"/>
                </a:ext>
              </a:extLst>
            </p:cNvPr>
            <p:cNvSpPr/>
            <p:nvPr/>
          </p:nvSpPr>
          <p:spPr>
            <a:xfrm>
              <a:off x="5211292" y="2798433"/>
              <a:ext cx="341304" cy="341304"/>
            </a:xfrm>
            <a:prstGeom prst="ellipse">
              <a:avLst/>
            </a:prstGeom>
            <a:solidFill>
              <a:srgbClr val="104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BC26C2C-D9E7-1F6F-9DFF-3B384A2E9754}"/>
                </a:ext>
              </a:extLst>
            </p:cNvPr>
            <p:cNvSpPr/>
            <p:nvPr/>
          </p:nvSpPr>
          <p:spPr>
            <a:xfrm>
              <a:off x="5786904" y="2798433"/>
              <a:ext cx="341304" cy="341304"/>
            </a:xfrm>
            <a:prstGeom prst="ellipse">
              <a:avLst/>
            </a:prstGeom>
            <a:solidFill>
              <a:srgbClr val="104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AEA2F6D-FF82-6499-1EAA-288DF8C70AE9}"/>
                </a:ext>
              </a:extLst>
            </p:cNvPr>
            <p:cNvSpPr/>
            <p:nvPr/>
          </p:nvSpPr>
          <p:spPr>
            <a:xfrm>
              <a:off x="4060068" y="3340863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5156D19-1DC4-580A-0797-3997066DF2A8}"/>
                </a:ext>
              </a:extLst>
            </p:cNvPr>
            <p:cNvSpPr/>
            <p:nvPr/>
          </p:nvSpPr>
          <p:spPr>
            <a:xfrm>
              <a:off x="4635680" y="3340863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200FD8D-DACC-4213-59C8-CE645B989F4A}"/>
                </a:ext>
              </a:extLst>
            </p:cNvPr>
            <p:cNvSpPr/>
            <p:nvPr/>
          </p:nvSpPr>
          <p:spPr>
            <a:xfrm>
              <a:off x="5211292" y="3340863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A4EC39F-2B24-1912-84C9-51140F52CBEB}"/>
                </a:ext>
              </a:extLst>
            </p:cNvPr>
            <p:cNvSpPr/>
            <p:nvPr/>
          </p:nvSpPr>
          <p:spPr>
            <a:xfrm>
              <a:off x="5786904" y="3340863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73EAFC0-B5E7-F89E-C0D5-F276D62F1339}"/>
                </a:ext>
              </a:extLst>
            </p:cNvPr>
            <p:cNvSpPr/>
            <p:nvPr/>
          </p:nvSpPr>
          <p:spPr>
            <a:xfrm>
              <a:off x="4060068" y="3903447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E334673-0C64-1E14-565F-BE4D52E93915}"/>
                </a:ext>
              </a:extLst>
            </p:cNvPr>
            <p:cNvSpPr/>
            <p:nvPr/>
          </p:nvSpPr>
          <p:spPr>
            <a:xfrm>
              <a:off x="4635680" y="3903447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73C20968-1371-3F77-7988-89369B6ED605}"/>
                </a:ext>
              </a:extLst>
            </p:cNvPr>
            <p:cNvSpPr/>
            <p:nvPr/>
          </p:nvSpPr>
          <p:spPr>
            <a:xfrm>
              <a:off x="5211292" y="3903447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6BFC6FB-33D3-F36F-A3A4-DB21495535CD}"/>
                </a:ext>
              </a:extLst>
            </p:cNvPr>
            <p:cNvSpPr/>
            <p:nvPr/>
          </p:nvSpPr>
          <p:spPr>
            <a:xfrm>
              <a:off x="5786904" y="3903447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534D8A1-C4C7-46CC-98B2-ABACFD3A9912}"/>
                </a:ext>
              </a:extLst>
            </p:cNvPr>
            <p:cNvSpPr/>
            <p:nvPr/>
          </p:nvSpPr>
          <p:spPr>
            <a:xfrm>
              <a:off x="4060068" y="444587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04A04F80-F67E-9A8A-5E41-CC9F45D0B626}"/>
                </a:ext>
              </a:extLst>
            </p:cNvPr>
            <p:cNvSpPr/>
            <p:nvPr/>
          </p:nvSpPr>
          <p:spPr>
            <a:xfrm>
              <a:off x="4635680" y="444587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0D717F4-503E-B5A1-52DB-A5C22BB53CA7}"/>
                </a:ext>
              </a:extLst>
            </p:cNvPr>
            <p:cNvSpPr/>
            <p:nvPr/>
          </p:nvSpPr>
          <p:spPr>
            <a:xfrm>
              <a:off x="5211292" y="444587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687343E-3009-1F33-6D80-7C5C490B7ADD}"/>
                </a:ext>
              </a:extLst>
            </p:cNvPr>
            <p:cNvSpPr/>
            <p:nvPr/>
          </p:nvSpPr>
          <p:spPr>
            <a:xfrm>
              <a:off x="5786904" y="444587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BF9FE3B-5F12-2EF4-6C7A-CFA53ED79815}"/>
                </a:ext>
              </a:extLst>
            </p:cNvPr>
            <p:cNvSpPr/>
            <p:nvPr/>
          </p:nvSpPr>
          <p:spPr>
            <a:xfrm>
              <a:off x="4060068" y="498830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0C67E85F-672B-307A-B13A-1F6F0F0B38A2}"/>
                </a:ext>
              </a:extLst>
            </p:cNvPr>
            <p:cNvSpPr/>
            <p:nvPr/>
          </p:nvSpPr>
          <p:spPr>
            <a:xfrm>
              <a:off x="4635680" y="498830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F348D8F-EFBF-388C-ADBA-7AD9975F54A4}"/>
                </a:ext>
              </a:extLst>
            </p:cNvPr>
            <p:cNvSpPr/>
            <p:nvPr/>
          </p:nvSpPr>
          <p:spPr>
            <a:xfrm>
              <a:off x="5211292" y="498830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5E04C675-8117-1141-2882-5902D6475AB0}"/>
                </a:ext>
              </a:extLst>
            </p:cNvPr>
            <p:cNvSpPr/>
            <p:nvPr/>
          </p:nvSpPr>
          <p:spPr>
            <a:xfrm>
              <a:off x="5786904" y="498830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A39AF0F5-2C9F-755B-3672-E17E5315C365}"/>
              </a:ext>
            </a:extLst>
          </p:cNvPr>
          <p:cNvSpPr txBox="1"/>
          <p:nvPr/>
        </p:nvSpPr>
        <p:spPr>
          <a:xfrm>
            <a:off x="334963" y="2602052"/>
            <a:ext cx="248497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Define </a:t>
            </a:r>
            <a:r>
              <a:rPr kumimoji="1" lang="en-US" altLang="zh-CN" sz="1400" dirty="0" err="1">
                <a:latin typeface="HarmonyOS Sans SC Light" pitchFamily="2" charset="-122"/>
                <a:ea typeface="HarmonyOS Sans SC Light" pitchFamily="2" charset="-122"/>
              </a:rPr>
              <a:t>clear,measurable</a:t>
            </a:r>
            <a:endParaRPr kumimoji="1" lang="en-US" altLang="zh-CN" sz="1400" dirty="0">
              <a:latin typeface="HarmonyOS Sans SC Light" pitchFamily="2" charset="-122"/>
              <a:ea typeface="HarmonyOS Sans SC Light" pitchFamily="2" charset="-122"/>
            </a:endParaRP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organization objectives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；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set small team size: no fewer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than 5, no more than 9</a:t>
            </a:r>
          </a:p>
          <a:p>
            <a:endParaRPr kumimoji="1" lang="en-US" altLang="zh-CN" sz="1400" dirty="0">
              <a:latin typeface="HarmonyOS Sans SC Light" pitchFamily="2" charset="-122"/>
              <a:ea typeface="HarmonyOS Sans SC Light" pitchFamily="2" charset="-122"/>
            </a:endParaRP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Minimize each team's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dependence on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other teams</a:t>
            </a:r>
          </a:p>
          <a:p>
            <a:endParaRPr kumimoji="1" lang="en-US" altLang="zh-CN" sz="1400" dirty="0">
              <a:latin typeface="HarmonyOS Sans SC Light" pitchFamily="2" charset="-122"/>
              <a:ea typeface="HarmonyOS Sans SC Light" pitchFamily="2" charset="-122"/>
            </a:endParaRP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Include on team all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types of competence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necessary to complete work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027337A-1850-C251-6851-6276821BC452}"/>
              </a:ext>
            </a:extLst>
          </p:cNvPr>
          <p:cNvSpPr/>
          <p:nvPr/>
        </p:nvSpPr>
        <p:spPr>
          <a:xfrm>
            <a:off x="8835926" y="2798433"/>
            <a:ext cx="341304" cy="341304"/>
          </a:xfrm>
          <a:prstGeom prst="ellipse">
            <a:avLst/>
          </a:prstGeom>
          <a:solidFill>
            <a:srgbClr val="104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1341C0EA-3429-1F70-9148-75CEBBEB8F94}"/>
              </a:ext>
            </a:extLst>
          </p:cNvPr>
          <p:cNvSpPr/>
          <p:nvPr/>
        </p:nvSpPr>
        <p:spPr>
          <a:xfrm>
            <a:off x="9307446" y="2798433"/>
            <a:ext cx="341304" cy="341304"/>
          </a:xfrm>
          <a:prstGeom prst="ellipse">
            <a:avLst/>
          </a:prstGeom>
          <a:solidFill>
            <a:srgbClr val="104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D3B091FD-BF3E-7F8C-6355-5942F695DD88}"/>
              </a:ext>
            </a:extLst>
          </p:cNvPr>
          <p:cNvGrpSpPr/>
          <p:nvPr/>
        </p:nvGrpSpPr>
        <p:grpSpPr>
          <a:xfrm>
            <a:off x="6931120" y="3940880"/>
            <a:ext cx="2068140" cy="1388730"/>
            <a:chOff x="6931120" y="3940880"/>
            <a:chExt cx="2068140" cy="1388730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137A0B3-5CE1-252A-41F1-3D28D1FF9DB9}"/>
                </a:ext>
              </a:extLst>
            </p:cNvPr>
            <p:cNvSpPr/>
            <p:nvPr/>
          </p:nvSpPr>
          <p:spPr>
            <a:xfrm>
              <a:off x="6931120" y="444587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FC9EC00-0026-94CE-AE49-2EEF1C3AA3E7}"/>
                </a:ext>
              </a:extLst>
            </p:cNvPr>
            <p:cNvSpPr/>
            <p:nvPr/>
          </p:nvSpPr>
          <p:spPr>
            <a:xfrm>
              <a:off x="7506732" y="444587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A2389EDA-B145-FB1E-E04A-938BBBF02834}"/>
                </a:ext>
              </a:extLst>
            </p:cNvPr>
            <p:cNvSpPr/>
            <p:nvPr/>
          </p:nvSpPr>
          <p:spPr>
            <a:xfrm>
              <a:off x="8082344" y="444587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11CA0163-33D3-8008-82BF-B09978F9E7FC}"/>
                </a:ext>
              </a:extLst>
            </p:cNvPr>
            <p:cNvSpPr/>
            <p:nvPr/>
          </p:nvSpPr>
          <p:spPr>
            <a:xfrm>
              <a:off x="8657956" y="444587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4985C57-71CD-EB75-7373-B081562FFEA4}"/>
                </a:ext>
              </a:extLst>
            </p:cNvPr>
            <p:cNvSpPr/>
            <p:nvPr/>
          </p:nvSpPr>
          <p:spPr>
            <a:xfrm>
              <a:off x="6931120" y="498830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B793DB7-B0A2-2609-FB23-1EE0FA56DE62}"/>
                </a:ext>
              </a:extLst>
            </p:cNvPr>
            <p:cNvSpPr/>
            <p:nvPr/>
          </p:nvSpPr>
          <p:spPr>
            <a:xfrm>
              <a:off x="7506732" y="498830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2810B1B5-1200-1326-C31A-D02FC11EB65C}"/>
                </a:ext>
              </a:extLst>
            </p:cNvPr>
            <p:cNvSpPr/>
            <p:nvPr/>
          </p:nvSpPr>
          <p:spPr>
            <a:xfrm>
              <a:off x="8082344" y="498830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E9AAC22-CE24-162E-1148-CA56EE020841}"/>
                </a:ext>
              </a:extLst>
            </p:cNvPr>
            <p:cNvSpPr/>
            <p:nvPr/>
          </p:nvSpPr>
          <p:spPr>
            <a:xfrm>
              <a:off x="8657956" y="498830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8E5B45DC-B1DE-C64C-CC7D-5A02AE18F71A}"/>
                </a:ext>
              </a:extLst>
            </p:cNvPr>
            <p:cNvSpPr/>
            <p:nvPr/>
          </p:nvSpPr>
          <p:spPr>
            <a:xfrm>
              <a:off x="7799312" y="3940880"/>
              <a:ext cx="341304" cy="341304"/>
            </a:xfrm>
            <a:prstGeom prst="ellipse">
              <a:avLst/>
            </a:prstGeom>
            <a:solidFill>
              <a:srgbClr val="104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C97C3034-EB43-8C6A-9E0A-2A88499B01C6}"/>
              </a:ext>
            </a:extLst>
          </p:cNvPr>
          <p:cNvGrpSpPr/>
          <p:nvPr/>
        </p:nvGrpSpPr>
        <p:grpSpPr>
          <a:xfrm>
            <a:off x="9587381" y="3940880"/>
            <a:ext cx="2068140" cy="1388730"/>
            <a:chOff x="9587381" y="3940880"/>
            <a:chExt cx="2068140" cy="1388730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01461E77-616C-FD73-2EEC-0D8AA81D6A8B}"/>
                </a:ext>
              </a:extLst>
            </p:cNvPr>
            <p:cNvSpPr/>
            <p:nvPr/>
          </p:nvSpPr>
          <p:spPr>
            <a:xfrm>
              <a:off x="9587381" y="444587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64F46385-08A6-BF03-A8E9-104257A0A67E}"/>
                </a:ext>
              </a:extLst>
            </p:cNvPr>
            <p:cNvSpPr/>
            <p:nvPr/>
          </p:nvSpPr>
          <p:spPr>
            <a:xfrm>
              <a:off x="10162993" y="444587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703B865E-DB15-37BF-08CE-4F53EA74ED67}"/>
                </a:ext>
              </a:extLst>
            </p:cNvPr>
            <p:cNvSpPr/>
            <p:nvPr/>
          </p:nvSpPr>
          <p:spPr>
            <a:xfrm>
              <a:off x="10738605" y="444587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8A7C4FDF-5D8E-D35C-6748-8F53C1073030}"/>
                </a:ext>
              </a:extLst>
            </p:cNvPr>
            <p:cNvSpPr/>
            <p:nvPr/>
          </p:nvSpPr>
          <p:spPr>
            <a:xfrm>
              <a:off x="11314217" y="444587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8EA491EB-F439-1A7F-2094-08BEF33DD684}"/>
                </a:ext>
              </a:extLst>
            </p:cNvPr>
            <p:cNvSpPr/>
            <p:nvPr/>
          </p:nvSpPr>
          <p:spPr>
            <a:xfrm>
              <a:off x="9587381" y="498830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4B963672-3273-D335-663E-5058504BC4B2}"/>
                </a:ext>
              </a:extLst>
            </p:cNvPr>
            <p:cNvSpPr/>
            <p:nvPr/>
          </p:nvSpPr>
          <p:spPr>
            <a:xfrm>
              <a:off x="10162993" y="4988306"/>
              <a:ext cx="341304" cy="341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2455BD54-A466-6E22-138C-C832E7B231E8}"/>
                </a:ext>
              </a:extLst>
            </p:cNvPr>
            <p:cNvSpPr/>
            <p:nvPr/>
          </p:nvSpPr>
          <p:spPr>
            <a:xfrm>
              <a:off x="10738605" y="498830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B79DBAD9-9FDA-A4AE-A843-CAAADFA218B3}"/>
                </a:ext>
              </a:extLst>
            </p:cNvPr>
            <p:cNvSpPr/>
            <p:nvPr/>
          </p:nvSpPr>
          <p:spPr>
            <a:xfrm>
              <a:off x="11314217" y="4988306"/>
              <a:ext cx="341304" cy="341304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C0488929-E4F2-FB2A-7CC4-176DDEC9A7C9}"/>
                </a:ext>
              </a:extLst>
            </p:cNvPr>
            <p:cNvSpPr/>
            <p:nvPr/>
          </p:nvSpPr>
          <p:spPr>
            <a:xfrm>
              <a:off x="10443299" y="3940880"/>
              <a:ext cx="341304" cy="341304"/>
            </a:xfrm>
            <a:prstGeom prst="ellipse">
              <a:avLst/>
            </a:prstGeom>
            <a:solidFill>
              <a:srgbClr val="104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FB223762-82E1-E73D-6864-9F2A5774B5CD}"/>
              </a:ext>
            </a:extLst>
          </p:cNvPr>
          <p:cNvCxnSpPr/>
          <p:nvPr/>
        </p:nvCxnSpPr>
        <p:spPr>
          <a:xfrm flipV="1">
            <a:off x="8082344" y="3139737"/>
            <a:ext cx="746264" cy="76371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BC9D58EE-BA71-6FC6-0BBC-479B7E1E4EEC}"/>
              </a:ext>
            </a:extLst>
          </p:cNvPr>
          <p:cNvCxnSpPr/>
          <p:nvPr/>
        </p:nvCxnSpPr>
        <p:spPr>
          <a:xfrm>
            <a:off x="9648750" y="3139737"/>
            <a:ext cx="855547" cy="8011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椭圆 190">
            <a:extLst>
              <a:ext uri="{FF2B5EF4-FFF2-40B4-BE49-F238E27FC236}">
                <a16:creationId xmlns:a16="http://schemas.microsoft.com/office/drawing/2014/main" id="{87682A81-775C-83B6-995F-FC97E6A0AAD6}"/>
              </a:ext>
            </a:extLst>
          </p:cNvPr>
          <p:cNvSpPr/>
          <p:nvPr/>
        </p:nvSpPr>
        <p:spPr>
          <a:xfrm>
            <a:off x="6474379" y="1970602"/>
            <a:ext cx="365760" cy="365760"/>
          </a:xfrm>
          <a:prstGeom prst="ellipse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2" name="图形 191" descr="插入点右移 纯色填充">
            <a:extLst>
              <a:ext uri="{FF2B5EF4-FFF2-40B4-BE49-F238E27FC236}">
                <a16:creationId xmlns:a16="http://schemas.microsoft.com/office/drawing/2014/main" id="{F6B901CD-C395-285E-E44E-8C696B429F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790" y="1972175"/>
            <a:ext cx="365760" cy="365760"/>
          </a:xfrm>
          <a:prstGeom prst="rect">
            <a:avLst/>
          </a:prstGeom>
        </p:spPr>
      </p:pic>
      <p:sp>
        <p:nvSpPr>
          <p:cNvPr id="193" name="文本框 192">
            <a:extLst>
              <a:ext uri="{FF2B5EF4-FFF2-40B4-BE49-F238E27FC236}">
                <a16:creationId xmlns:a16="http://schemas.microsoft.com/office/drawing/2014/main" id="{7D0B43F2-0DB7-4264-FD1E-EF5C1B6A9530}"/>
              </a:ext>
            </a:extLst>
          </p:cNvPr>
          <p:cNvSpPr txBox="1"/>
          <p:nvPr/>
        </p:nvSpPr>
        <p:spPr>
          <a:xfrm>
            <a:off x="8455476" y="1922648"/>
            <a:ext cx="1729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From home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：</a:t>
            </a:r>
            <a:endParaRPr kumimoji="1" lang="en-US" altLang="zh-CN" sz="1200" dirty="0">
              <a:latin typeface="HarmonyOS Sans SC" pitchFamily="2" charset="-122"/>
              <a:ea typeface="HarmonyOS Sans SC" pitchFamily="2" charset="-122"/>
            </a:endParaRP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Smal, cross-functional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team setup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94" name="椭圆 193">
            <a:extLst>
              <a:ext uri="{FF2B5EF4-FFF2-40B4-BE49-F238E27FC236}">
                <a16:creationId xmlns:a16="http://schemas.microsoft.com/office/drawing/2014/main" id="{63242D74-C8CD-39AC-880B-E24B788A0612}"/>
              </a:ext>
            </a:extLst>
          </p:cNvPr>
          <p:cNvSpPr/>
          <p:nvPr/>
        </p:nvSpPr>
        <p:spPr>
          <a:xfrm>
            <a:off x="382423" y="1264951"/>
            <a:ext cx="225314" cy="2253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3DD81772-20BD-088F-65F8-D37F7DE14604}"/>
              </a:ext>
            </a:extLst>
          </p:cNvPr>
          <p:cNvSpPr txBox="1"/>
          <p:nvPr/>
        </p:nvSpPr>
        <p:spPr>
          <a:xfrm>
            <a:off x="607737" y="1253761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Role 1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B97604C2-38C1-2F3F-2526-3D5F44A0FEE8}"/>
              </a:ext>
            </a:extLst>
          </p:cNvPr>
          <p:cNvSpPr/>
          <p:nvPr/>
        </p:nvSpPr>
        <p:spPr>
          <a:xfrm>
            <a:off x="1455322" y="1269569"/>
            <a:ext cx="225314" cy="225314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214146FC-0E96-E0F1-F7F2-51DC6841B42A}"/>
              </a:ext>
            </a:extLst>
          </p:cNvPr>
          <p:cNvSpPr txBox="1"/>
          <p:nvPr/>
        </p:nvSpPr>
        <p:spPr>
          <a:xfrm>
            <a:off x="1680636" y="1258379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Role 2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204172F5-6DF3-8B82-63EB-5BA06FD7F289}"/>
              </a:ext>
            </a:extLst>
          </p:cNvPr>
          <p:cNvSpPr/>
          <p:nvPr/>
        </p:nvSpPr>
        <p:spPr>
          <a:xfrm>
            <a:off x="2528221" y="1269569"/>
            <a:ext cx="225314" cy="225314"/>
          </a:xfrm>
          <a:prstGeom prst="ellipse">
            <a:avLst/>
          </a:prstGeom>
          <a:solidFill>
            <a:srgbClr val="104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8FA43DF-5011-F609-AD09-4A0348482D7F}"/>
              </a:ext>
            </a:extLst>
          </p:cNvPr>
          <p:cNvSpPr txBox="1"/>
          <p:nvPr/>
        </p:nvSpPr>
        <p:spPr>
          <a:xfrm>
            <a:off x="2753535" y="1258379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Role 3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50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FEBAE-C036-1747-79C9-2676F300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4C4D3C3-19EF-26C2-E7F1-6A23679620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5" imgW="7772400" imgH="10058400" progId="TCLayout.ActiveDocument.1">
                  <p:embed/>
                </p:oleObj>
              </mc:Choice>
              <mc:Fallback>
                <p:oleObj name="think-cell 幻灯片" r:id="rId3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C4D3C3-19EF-26C2-E7F1-6A2367962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8853515-81F7-0087-6B44-046C8B1DD94D}"/>
              </a:ext>
            </a:extLst>
          </p:cNvPr>
          <p:cNvSpPr txBox="1"/>
          <p:nvPr/>
        </p:nvSpPr>
        <p:spPr>
          <a:xfrm>
            <a:off x="334963" y="333375"/>
            <a:ext cx="11522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US higher-education institutions could face budget shortfalls as auxiliary and investment income falls and some students switch schools.</a:t>
            </a:r>
            <a:endParaRPr lang="en-US" altLang="zh-CN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C639A6-E3F8-0FB8-F88C-A977A09B7749}"/>
              </a:ext>
            </a:extLst>
          </p:cNvPr>
          <p:cNvSpPr txBox="1"/>
          <p:nvPr/>
        </p:nvSpPr>
        <p:spPr>
          <a:xfrm>
            <a:off x="334963" y="962025"/>
            <a:ext cx="3339376" cy="646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Share of higher-education institutions facing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potential gap of 25% between revenues and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costs in 2020-21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82DAA-E7D0-AECB-EC71-8B4AEB6C10E9}"/>
              </a:ext>
            </a:extLst>
          </p:cNvPr>
          <p:cNvSpPr txBox="1"/>
          <p:nvPr/>
        </p:nvSpPr>
        <p:spPr>
          <a:xfrm>
            <a:off x="7629525" y="962025"/>
            <a:ext cx="2829621" cy="461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Gap between projected revenues and</a:t>
            </a:r>
          </a:p>
          <a:p>
            <a:r>
              <a:rPr lang="en-US" altLang="zh-CN" dirty="0"/>
              <a:t>historical costs</a:t>
            </a:r>
            <a:endParaRPr lang="zh-CN" altLang="en-US" dirty="0"/>
          </a:p>
        </p:txBody>
      </p:sp>
      <p:graphicFrame>
        <p:nvGraphicFramePr>
          <p:cNvPr id="307" name="Chart 3">
            <a:extLst>
              <a:ext uri="{FF2B5EF4-FFF2-40B4-BE49-F238E27FC236}">
                <a16:creationId xmlns:a16="http://schemas.microsoft.com/office/drawing/2014/main" id="{46F2C7DB-45B3-72DF-DC85-D4098A9C2660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827088" y="2124075"/>
          <a:ext cx="10731500" cy="3179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CA89557B-249F-F6FF-0389-DC5FC3B4371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1239838" y="3952875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B780113-FD55-4FFC-B2D6-7834932F57C1}" type="datetime'''''''''''26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26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1" name="文本占位符 2">
            <a:extLst>
              <a:ext uri="{FF2B5EF4-FFF2-40B4-BE49-F238E27FC236}">
                <a16:creationId xmlns:a16="http://schemas.microsoft.com/office/drawing/2014/main" id="{BDB57A83-3F34-BB58-91C4-4A6F80B57AE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20900" y="323056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E0ACE0B-6E2D-426E-9EC1-2544DDD77203}" type="datetime'''''''''''''4''''''''''''''''''''''''''''''''''''''7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47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2" name="文本占位符 2">
            <a:extLst>
              <a:ext uri="{FF2B5EF4-FFF2-40B4-BE49-F238E27FC236}">
                <a16:creationId xmlns:a16="http://schemas.microsoft.com/office/drawing/2014/main" id="{F418C04A-8AD3-502A-4460-7F9C7EF2F4B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3000375" y="4124325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1A97548-8017-4F51-AF03-016FEEFA200E}" type="datetime'''''2''''1''''''''''''''''''''''''''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0" name="文本占位符 2">
            <a:extLst>
              <a:ext uri="{FF2B5EF4-FFF2-40B4-BE49-F238E27FC236}">
                <a16:creationId xmlns:a16="http://schemas.microsoft.com/office/drawing/2014/main" id="{B9C0DEF7-91FA-FA49-8C71-7BB0346F2B8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3881438" y="347186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2FC2BD3-1C05-4EFD-8958-135767CE79AE}" type="datetime'''''''''''''''''''''''4''''''''''''''''''''''''0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40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4" name="文本占位符 2">
            <a:extLst>
              <a:ext uri="{FF2B5EF4-FFF2-40B4-BE49-F238E27FC236}">
                <a16:creationId xmlns:a16="http://schemas.microsoft.com/office/drawing/2014/main" id="{6521761F-D5E4-8F1C-D37F-254CCB01034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4762500" y="330041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1AA98AC-B7BF-4246-A89B-3EEBCE413F9D}" type="datetime'''''''4''''''''''''''''''''''''''''''''''''5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45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3" name="文本占位符 2">
            <a:extLst>
              <a:ext uri="{FF2B5EF4-FFF2-40B4-BE49-F238E27FC236}">
                <a16:creationId xmlns:a16="http://schemas.microsoft.com/office/drawing/2014/main" id="{DDEE12CC-6024-6056-35E1-7E3650DC73E6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5641975" y="2578100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5E43F8D-FC3F-4524-AE3B-2530370C20FE}" type="datetime'''''''''''''''''''''''''6''''''6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66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6" name="文本占位符 2">
            <a:extLst>
              <a:ext uri="{FF2B5EF4-FFF2-40B4-BE49-F238E27FC236}">
                <a16:creationId xmlns:a16="http://schemas.microsoft.com/office/drawing/2014/main" id="{600E751C-ED94-7778-AC17-B5611ADB2DE3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284288" y="4902200"/>
            <a:ext cx="131763" cy="1651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6D43E52-C70C-4863-9649-61FE2301B914}" type="datetime'''''''''''''''''''''''''''''''''''''''''3''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3" name="文本占位符 2">
            <a:extLst>
              <a:ext uri="{FF2B5EF4-FFF2-40B4-BE49-F238E27FC236}">
                <a16:creationId xmlns:a16="http://schemas.microsoft.com/office/drawing/2014/main" id="{EBF0B277-C7B6-2270-BEF7-8F3A8BEB624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6523038" y="3987800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C4679B7-0A38-49B8-A235-F86E1D5117D2}" type="datetime'''''''''''''''''''''''''''2''''''5''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1" name="文本占位符 2">
            <a:extLst>
              <a:ext uri="{FF2B5EF4-FFF2-40B4-BE49-F238E27FC236}">
                <a16:creationId xmlns:a16="http://schemas.microsoft.com/office/drawing/2014/main" id="{5AF8D94A-B8D5-1E9E-7C80-0E865311621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404100" y="347186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B1AFFEC-9191-4802-83ED-324ED33CEDA8}" type="datetime'''''''''''''''''''''''''''4''''''''''''''0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40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1" name="文本占位符 2">
            <a:extLst>
              <a:ext uri="{FF2B5EF4-FFF2-40B4-BE49-F238E27FC236}">
                <a16:creationId xmlns:a16="http://schemas.microsoft.com/office/drawing/2014/main" id="{FC60BF3B-283B-866D-4D2E-BA5D277AD62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283575" y="288766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5CC40AB-C1EA-4A66-B313-3C3A67E0E0B7}" type="datetime'''''''''''5''''''''''''''''''''''''''''''''''''''7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57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20" name="文本占位符 2">
            <a:extLst>
              <a:ext uri="{FF2B5EF4-FFF2-40B4-BE49-F238E27FC236}">
                <a16:creationId xmlns:a16="http://schemas.microsoft.com/office/drawing/2014/main" id="{09438CE5-68BF-3C21-92D2-1208305841F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164638" y="2200275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EA49923-5FD7-46F0-9A8C-71C922AA62E3}" type="datetime'''''''''''''''''''''''''''''''''''''7''''7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77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0" name="文本占位符 2">
            <a:extLst>
              <a:ext uri="{FF2B5EF4-FFF2-40B4-BE49-F238E27FC236}">
                <a16:creationId xmlns:a16="http://schemas.microsoft.com/office/drawing/2014/main" id="{77235603-3C18-C111-E704-4E127586E34D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0045700" y="3746500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35C65FB-9010-4454-AF5E-AF70FB57E91C}" type="datetime'''''''''''''''''''32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32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DD800816-6F39-2CF2-F082-5B2D5A78FED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57275" y="5118100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7CCA6AD-3B88-4B7E-9179-EA361D029757}" type="datetime'Pub''''''''''l''ic，''''''&#10;''''4'''''''' ''''ye''''''''a''r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Public，
4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8" name="文本占位符 2">
            <a:extLst>
              <a:ext uri="{FF2B5EF4-FFF2-40B4-BE49-F238E27FC236}">
                <a16:creationId xmlns:a16="http://schemas.microsoft.com/office/drawing/2014/main" id="{8F5450B2-B92F-417A-6C9E-59D837F1DA3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1906588" y="5118100"/>
            <a:ext cx="649288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1723A3F-485E-4723-9064-1BFDB2E0D55B}" type="datetime'Priv''''a''''t''''e，''&#10;not''''fo''r&#10;''p''ro''''fit，''&#10;4 year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Private，
notfor
profit，
4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51" name="文本占位符 2">
            <a:extLst>
              <a:ext uri="{FF2B5EF4-FFF2-40B4-BE49-F238E27FC236}">
                <a16:creationId xmlns:a16="http://schemas.microsoft.com/office/drawing/2014/main" id="{30A64AA5-950C-9E0A-4568-A8181C56D37F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2809875" y="5118100"/>
            <a:ext cx="6016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3462A0B-5441-4BF1-A35D-3D4A1FB9D554}" type="datetime'Pu''b''''''l''''i''c''''''''''，&#10;≤''''''''2 ''''ye''ars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Public，
≤2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54" name="文本占位符 2">
            <a:extLst>
              <a:ext uri="{FF2B5EF4-FFF2-40B4-BE49-F238E27FC236}">
                <a16:creationId xmlns:a16="http://schemas.microsoft.com/office/drawing/2014/main" id="{2374B26D-C3C0-D32B-670C-82DFC37F917F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792538" y="5118100"/>
            <a:ext cx="3968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3BCB105-D61D-4D4F-A4AE-8B0642661080}" type="datetime'''''''''''''F''''''''o''r&#10;''''p''''rof''''i''''''''''''''t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For
profit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57" name="文本占位符 2">
            <a:extLst>
              <a:ext uri="{FF2B5EF4-FFF2-40B4-BE49-F238E27FC236}">
                <a16:creationId xmlns:a16="http://schemas.microsoft.com/office/drawing/2014/main" id="{B5C8BF46-301D-5EB7-75D0-3A83B8CED865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4579938" y="5118100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D5F5EE5-30A2-420E-86D1-AFDF97512A8F}" type="datetime'''P''''''''u''b''''l''''''i''''''''c''''，''&#10;''''4 ye''a''''r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Public，
4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0" name="文本占位符 2">
            <a:extLst>
              <a:ext uri="{FF2B5EF4-FFF2-40B4-BE49-F238E27FC236}">
                <a16:creationId xmlns:a16="http://schemas.microsoft.com/office/drawing/2014/main" id="{0378E38E-6F77-8AF6-970C-BA5B7AD4ECB4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5427663" y="5118100"/>
            <a:ext cx="649288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F996BD4-2898-4F12-B419-0643535C220E}" type="datetime'Priv''a''te，''&#10;n''o''tfor&#10;prof''''i''t，&#10;4''''''''ye''a''''r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Private，
notfor
profit，
4years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3" name="文本占位符 2">
            <a:extLst>
              <a:ext uri="{FF2B5EF4-FFF2-40B4-BE49-F238E27FC236}">
                <a16:creationId xmlns:a16="http://schemas.microsoft.com/office/drawing/2014/main" id="{E2DF2657-434C-94D5-5619-8110B954A1D9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6332538" y="5118100"/>
            <a:ext cx="6016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7E3C480-0BAA-4C98-87C2-F348B997CEF5}" type="datetime'''''Pu''''bl''''i''c''''''''，''&#10;≤2'''''' y''e''a''''r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Public，
≤2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6" name="文本占位符 2">
            <a:extLst>
              <a:ext uri="{FF2B5EF4-FFF2-40B4-BE49-F238E27FC236}">
                <a16:creationId xmlns:a16="http://schemas.microsoft.com/office/drawing/2014/main" id="{59AA5381-A0E4-549E-5D29-CAEBAA18AE2E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7315200" y="5118100"/>
            <a:ext cx="3968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B7430DA-EF12-444F-8CB6-17CC573D4A62}" type="datetime'Fo''''''''r''''''''''''''''''''''''''''''''''&#10;p''r''ofit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For
profit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9" name="文本占位符 2">
            <a:extLst>
              <a:ext uri="{FF2B5EF4-FFF2-40B4-BE49-F238E27FC236}">
                <a16:creationId xmlns:a16="http://schemas.microsoft.com/office/drawing/2014/main" id="{24495510-8B9A-E441-E38D-44391734CE64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8101013" y="5118100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95B3A17-DAD4-4276-80CB-14CD75156790}" type="datetime'P''''u''''''''b''li''''c''''''，''&#10;''''4 y''e''''a''''r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Public，
4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2" name="文本占位符 2">
            <a:extLst>
              <a:ext uri="{FF2B5EF4-FFF2-40B4-BE49-F238E27FC236}">
                <a16:creationId xmlns:a16="http://schemas.microsoft.com/office/drawing/2014/main" id="{D0E6C7FC-7CC4-A362-DE17-CEB0AEB6FBE1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8950325" y="5118100"/>
            <a:ext cx="649288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C98150E-4625-434A-9792-583FE8BEE7E4}" type="datetime'Pr''iv''ate，&#10;not ''''for''&#10;pr''o''f''''it''''''，''&#10;4 yea''r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Private，
not for
profit，
4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5" name="文本占位符 2">
            <a:extLst>
              <a:ext uri="{FF2B5EF4-FFF2-40B4-BE49-F238E27FC236}">
                <a16:creationId xmlns:a16="http://schemas.microsoft.com/office/drawing/2014/main" id="{828B8903-AE3B-7D13-A769-62D67AF3D1B5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9855200" y="5118100"/>
            <a:ext cx="6016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3864A1A-1890-4B25-BF6D-984D67EEEB90}" type="datetime'''Pu''''''b''li''c''，''''''''''&#10;≤''''2'' y''ea''r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Public，
≤2 years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8" name="文本占位符 2">
            <a:extLst>
              <a:ext uri="{FF2B5EF4-FFF2-40B4-BE49-F238E27FC236}">
                <a16:creationId xmlns:a16="http://schemas.microsoft.com/office/drawing/2014/main" id="{E27838C4-C980-D198-17F3-3C78DF7CF515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10836275" y="5118100"/>
            <a:ext cx="3968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4D8E011-4697-401F-A5E5-11EC1C0104A1}" type="datetime'''''Fo''''''''''''''''''''r''''&#10;''''pr''o''''f''''''it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For
profit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2" name="文本占位符 2">
            <a:extLst>
              <a:ext uri="{FF2B5EF4-FFF2-40B4-BE49-F238E27FC236}">
                <a16:creationId xmlns:a16="http://schemas.microsoft.com/office/drawing/2014/main" id="{26441474-1BC9-3A34-05F6-0E86A31A49EF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10925175" y="2819400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428CF77-12B2-424A-A686-BB3D3EFBE22E}" type="datetime'''''''''''''''''''''''''''''''''''''5''''''''''''''9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59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3FDF06D7-CB33-22E4-B7FA-B537D88A61F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7745413" y="1474788"/>
            <a:ext cx="179388" cy="133350"/>
          </a:xfrm>
          <a:prstGeom prst="rect">
            <a:avLst/>
          </a:prstGeom>
          <a:solidFill>
            <a:srgbClr val="00ACF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49A21CF3-D866-F348-9637-401851D5E4C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8445500" y="1474788"/>
            <a:ext cx="179388" cy="133350"/>
          </a:xfrm>
          <a:prstGeom prst="rect">
            <a:avLst/>
          </a:prstGeom>
          <a:solidFill>
            <a:srgbClr val="004D7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BE456FF9-9E7F-697B-9018-4BABFA159A7B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9215438" y="1474788"/>
            <a:ext cx="179388" cy="133350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3" name="文本占位符 2">
            <a:extLst>
              <a:ext uri="{FF2B5EF4-FFF2-40B4-BE49-F238E27FC236}">
                <a16:creationId xmlns:a16="http://schemas.microsoft.com/office/drawing/2014/main" id="{02ABA5CA-004E-78E1-2D5F-1BAE6BE17B3C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9445625" y="1482725"/>
            <a:ext cx="304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89327C81-193A-4BA5-8CE1-B98A1D10DECC}" type="datetime'''''''''''''''''''''''''''''''''''''''''&gt;2''''0''''''%'''''">
              <a:rPr kumimoji="1" lang="en-US" altLang="en-US" sz="10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&gt;20%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05" name="文本占位符 2">
            <a:extLst>
              <a:ext uri="{FF2B5EF4-FFF2-40B4-BE49-F238E27FC236}">
                <a16:creationId xmlns:a16="http://schemas.microsoft.com/office/drawing/2014/main" id="{806F355C-A568-A79A-D262-3A89056E1597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8675688" y="1482725"/>
            <a:ext cx="4381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E29C5D9-9061-4DF2-B12A-2C4D2B2C5870}" type="datetime'''''''1''0-''''''''20''''''''''''''%'''''''''''''''''">
              <a:rPr kumimoji="1" lang="en-US" altLang="en-US" sz="10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10-20%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06" name="文本占位符 2">
            <a:extLst>
              <a:ext uri="{FF2B5EF4-FFF2-40B4-BE49-F238E27FC236}">
                <a16:creationId xmlns:a16="http://schemas.microsoft.com/office/drawing/2014/main" id="{19F5AE5E-586C-47D8-E9C5-AB77D2081FD5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7975600" y="1482725"/>
            <a:ext cx="3683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D7393138-47ED-4E87-A0A6-619415BF314B}" type="datetime'''''''5''''''''''''''''''-''''''1''''0''''''''''''%'''">
              <a:rPr kumimoji="1" lang="en-US" altLang="en-US" sz="10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5-10%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2C1ABB47-756D-DD98-CD0E-4C3D70B04C3F}"/>
              </a:ext>
            </a:extLst>
          </p:cNvPr>
          <p:cNvSpPr txBox="1"/>
          <p:nvPr/>
        </p:nvSpPr>
        <p:spPr>
          <a:xfrm>
            <a:off x="1757420" y="1640869"/>
            <a:ext cx="1596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Virus contained</a:t>
            </a:r>
          </a:p>
          <a:p>
            <a:pPr algn="ctr"/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online until fall 2020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cxnSp>
        <p:nvCxnSpPr>
          <p:cNvPr id="315" name="直线连接符 314">
            <a:extLst>
              <a:ext uri="{FF2B5EF4-FFF2-40B4-BE49-F238E27FC236}">
                <a16:creationId xmlns:a16="http://schemas.microsoft.com/office/drawing/2014/main" id="{6DF9A652-2E21-B00A-78DF-B1D363E24335}"/>
              </a:ext>
            </a:extLst>
          </p:cNvPr>
          <p:cNvCxnSpPr>
            <a:cxnSpLocks/>
          </p:cNvCxnSpPr>
          <p:nvPr/>
        </p:nvCxnSpPr>
        <p:spPr>
          <a:xfrm>
            <a:off x="4423410" y="1682751"/>
            <a:ext cx="0" cy="40322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直线连接符 317">
            <a:extLst>
              <a:ext uri="{FF2B5EF4-FFF2-40B4-BE49-F238E27FC236}">
                <a16:creationId xmlns:a16="http://schemas.microsoft.com/office/drawing/2014/main" id="{4DFC1797-5AD8-0563-A026-09E51ED416AC}"/>
              </a:ext>
            </a:extLst>
          </p:cNvPr>
          <p:cNvCxnSpPr>
            <a:cxnSpLocks/>
          </p:cNvCxnSpPr>
          <p:nvPr/>
        </p:nvCxnSpPr>
        <p:spPr>
          <a:xfrm>
            <a:off x="7954862" y="1719253"/>
            <a:ext cx="0" cy="40322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文本框 318">
            <a:extLst>
              <a:ext uri="{FF2B5EF4-FFF2-40B4-BE49-F238E27FC236}">
                <a16:creationId xmlns:a16="http://schemas.microsoft.com/office/drawing/2014/main" id="{ED58FF57-78ED-1E18-05BC-BD6CEAE08303}"/>
              </a:ext>
            </a:extLst>
          </p:cNvPr>
          <p:cNvSpPr txBox="1"/>
          <p:nvPr/>
        </p:nvSpPr>
        <p:spPr>
          <a:xfrm>
            <a:off x="5253318" y="1640869"/>
            <a:ext cx="1879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Virus recurrence</a:t>
            </a:r>
          </a:p>
          <a:p>
            <a:pPr algn="ctr"/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online until January 2021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320" name="文本框 319">
            <a:extLst>
              <a:ext uri="{FF2B5EF4-FFF2-40B4-BE49-F238E27FC236}">
                <a16:creationId xmlns:a16="http://schemas.microsoft.com/office/drawing/2014/main" id="{3A010505-7395-BA82-A2B9-818290AA2BDD}"/>
              </a:ext>
            </a:extLst>
          </p:cNvPr>
          <p:cNvSpPr txBox="1"/>
          <p:nvPr/>
        </p:nvSpPr>
        <p:spPr>
          <a:xfrm>
            <a:off x="8704995" y="1635082"/>
            <a:ext cx="2103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Pandemic escalation</a:t>
            </a:r>
          </a:p>
          <a:p>
            <a:pPr algn="ctr"/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online until summer/fall 2021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cxnSp>
        <p:nvCxnSpPr>
          <p:cNvPr id="322" name="直线连接符 321">
            <a:extLst>
              <a:ext uri="{FF2B5EF4-FFF2-40B4-BE49-F238E27FC236}">
                <a16:creationId xmlns:a16="http://schemas.microsoft.com/office/drawing/2014/main" id="{F9D89141-77E4-A813-194B-904CC07B5A5D}"/>
              </a:ext>
            </a:extLst>
          </p:cNvPr>
          <p:cNvCxnSpPr/>
          <p:nvPr/>
        </p:nvCxnSpPr>
        <p:spPr>
          <a:xfrm>
            <a:off x="1012591" y="2038452"/>
            <a:ext cx="30879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直线连接符 322">
            <a:extLst>
              <a:ext uri="{FF2B5EF4-FFF2-40B4-BE49-F238E27FC236}">
                <a16:creationId xmlns:a16="http://schemas.microsoft.com/office/drawing/2014/main" id="{CEE52F9B-6865-7F92-CE2D-8C97D9C1134F}"/>
              </a:ext>
            </a:extLst>
          </p:cNvPr>
          <p:cNvCxnSpPr/>
          <p:nvPr/>
        </p:nvCxnSpPr>
        <p:spPr>
          <a:xfrm>
            <a:off x="4624153" y="2035192"/>
            <a:ext cx="30879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线连接符 323">
            <a:extLst>
              <a:ext uri="{FF2B5EF4-FFF2-40B4-BE49-F238E27FC236}">
                <a16:creationId xmlns:a16="http://schemas.microsoft.com/office/drawing/2014/main" id="{FB400FE2-87AB-1687-731A-3B02418DCAFB}"/>
              </a:ext>
            </a:extLst>
          </p:cNvPr>
          <p:cNvCxnSpPr/>
          <p:nvPr/>
        </p:nvCxnSpPr>
        <p:spPr>
          <a:xfrm>
            <a:off x="8206464" y="2035192"/>
            <a:ext cx="30879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直线连接符 324">
            <a:extLst>
              <a:ext uri="{FF2B5EF4-FFF2-40B4-BE49-F238E27FC236}">
                <a16:creationId xmlns:a16="http://schemas.microsoft.com/office/drawing/2014/main" id="{D6BBE7F5-4C43-5BA9-8C7B-9DCDF317E385}"/>
              </a:ext>
            </a:extLst>
          </p:cNvPr>
          <p:cNvCxnSpPr>
            <a:cxnSpLocks/>
          </p:cNvCxnSpPr>
          <p:nvPr/>
        </p:nvCxnSpPr>
        <p:spPr>
          <a:xfrm>
            <a:off x="612668" y="2238416"/>
            <a:ext cx="0" cy="27913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直线连接符 327">
            <a:extLst>
              <a:ext uri="{FF2B5EF4-FFF2-40B4-BE49-F238E27FC236}">
                <a16:creationId xmlns:a16="http://schemas.microsoft.com/office/drawing/2014/main" id="{B0EA0BBA-212A-3A4D-ABA5-008281EE6AA8}"/>
              </a:ext>
            </a:extLst>
          </p:cNvPr>
          <p:cNvCxnSpPr>
            <a:cxnSpLocks/>
          </p:cNvCxnSpPr>
          <p:nvPr/>
        </p:nvCxnSpPr>
        <p:spPr>
          <a:xfrm>
            <a:off x="612668" y="2238416"/>
            <a:ext cx="399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直线连接符 329">
            <a:extLst>
              <a:ext uri="{FF2B5EF4-FFF2-40B4-BE49-F238E27FC236}">
                <a16:creationId xmlns:a16="http://schemas.microsoft.com/office/drawing/2014/main" id="{74EEBAC1-CD24-8AB6-732C-5E096BB3F8E1}"/>
              </a:ext>
            </a:extLst>
          </p:cNvPr>
          <p:cNvCxnSpPr>
            <a:cxnSpLocks/>
          </p:cNvCxnSpPr>
          <p:nvPr/>
        </p:nvCxnSpPr>
        <p:spPr>
          <a:xfrm>
            <a:off x="612668" y="5029795"/>
            <a:ext cx="4446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文本框 335">
            <a:extLst>
              <a:ext uri="{FF2B5EF4-FFF2-40B4-BE49-F238E27FC236}">
                <a16:creationId xmlns:a16="http://schemas.microsoft.com/office/drawing/2014/main" id="{EC6E80F7-61D2-6FEA-75CA-231CAACECDE9}"/>
              </a:ext>
            </a:extLst>
          </p:cNvPr>
          <p:cNvSpPr txBox="1"/>
          <p:nvPr/>
        </p:nvSpPr>
        <p:spPr>
          <a:xfrm>
            <a:off x="349520" y="3357106"/>
            <a:ext cx="5677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100%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88DC7692-68BE-6A96-9120-2438FE6EB423}"/>
              </a:ext>
            </a:extLst>
          </p:cNvPr>
          <p:cNvSpPr txBox="1"/>
          <p:nvPr/>
        </p:nvSpPr>
        <p:spPr>
          <a:xfrm>
            <a:off x="349520" y="5966106"/>
            <a:ext cx="66928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Figures may not sum to totals listed, because of rounding.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Public, 4 years, n = 747; private, not for profit, 4 years, n = 1,606; public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≤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2 years, n = 1,179; for profit, n = 2,366.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Expert interviews; Integrated Postsecondary Education Data System; McKinsey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864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764903D-2362-F085-5A20-B2338FFADF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7772400" imgH="10058400" progId="TCLayout.ActiveDocument.1">
                  <p:embed/>
                </p:oleObj>
              </mc:Choice>
              <mc:Fallback>
                <p:oleObj name="think-cell 幻灯片" r:id="rId40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64903D-2362-F085-5A20-B2338FFADF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" name="矩形 197">
            <a:extLst>
              <a:ext uri="{FF2B5EF4-FFF2-40B4-BE49-F238E27FC236}">
                <a16:creationId xmlns:a16="http://schemas.microsoft.com/office/drawing/2014/main" id="{87CF927A-1522-FAB0-1938-5E054AC387F8}"/>
              </a:ext>
            </a:extLst>
          </p:cNvPr>
          <p:cNvSpPr/>
          <p:nvPr/>
        </p:nvSpPr>
        <p:spPr>
          <a:xfrm>
            <a:off x="8166735" y="907851"/>
            <a:ext cx="3320415" cy="4842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6097-BF85-524C-1722-FF3C20E38D9F}"/>
              </a:ext>
            </a:extLst>
          </p:cNvPr>
          <p:cNvSpPr txBox="1"/>
          <p:nvPr/>
        </p:nvSpPr>
        <p:spPr>
          <a:xfrm>
            <a:off x="314325" y="188595"/>
            <a:ext cx="791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Asia's historically strong growth in premiums has slowed in recent years.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2E8DB4-5520-19EB-BDA0-647618354675}"/>
              </a:ext>
            </a:extLst>
          </p:cNvPr>
          <p:cNvSpPr txBox="1"/>
          <p:nvPr/>
        </p:nvSpPr>
        <p:spPr>
          <a:xfrm>
            <a:off x="314325" y="600075"/>
            <a:ext cx="4798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Global life insurance gross written premiums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$ billion</a:t>
            </a:r>
            <a:r>
              <a:rPr kumimoji="1" lang="en-US" altLang="zh-CN" sz="14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endParaRPr kumimoji="1" lang="zh-CN" altLang="en-US" sz="14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95" name="Chart 3">
            <a:extLst>
              <a:ext uri="{FF2B5EF4-FFF2-40B4-BE49-F238E27FC236}">
                <a16:creationId xmlns:a16="http://schemas.microsoft.com/office/drawing/2014/main" id="{482E3845-149B-DE18-B857-E0A0D6E14520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755650" y="3211513"/>
          <a:ext cx="3022600" cy="2432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08E756B5-CD3B-92FF-3BF5-4BD06B4F4D8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628900" y="2630488"/>
            <a:ext cx="590550" cy="1317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A3BFF98D-3B78-C340-0BB6-1B2CF959C5C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1314450" y="2924175"/>
            <a:ext cx="592138" cy="1333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线连接符 137">
            <a:extLst>
              <a:ext uri="{FF2B5EF4-FFF2-40B4-BE49-F238E27FC236}">
                <a16:creationId xmlns:a16="http://schemas.microsoft.com/office/drawing/2014/main" id="{29385D7D-1C3B-61F2-384C-AAB31A4C0B11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2927350" y="2967038"/>
            <a:ext cx="292100" cy="1301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4F496AB3-6AD0-3ACC-A2FC-18A6061AA351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V="1">
            <a:off x="2266950" y="3262313"/>
            <a:ext cx="292100" cy="1301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F9B1858-90CC-D400-BDC2-B0CC13EA11C0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133475" y="54276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46A25F-353F-4343-8DB8-ABBBBBDB6278}" type="datetime'''2''''0''''''''''''''''''''''1''''''2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CDB7B40D-6791-501D-C1CE-05DD42892E5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994025" y="5427663"/>
            <a:ext cx="4524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C0691D2-D62C-4234-8C61-2D078E76864E}" type="datetime'''''''''''''2''''0''''''''2''2''''''''''E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2022E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04DAD80C-0954-C033-3F95-5A9D38628F0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085975" y="54276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622FB9-6041-45DE-A09D-01D5848BAD81}" type="datetime'''''''''''2''0''''''''''''''''''1''''''''''''''''''7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ECD57FDF-E58E-AD4E-BAD7-5FDF66AD0B6C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792288" y="2725738"/>
            <a:ext cx="950913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24D88B0-3491-4C43-980F-0AD171D4AECD}" type="datetime'''2'''''''''',''''''''''8''''''''''''%'''''''''''''''">
              <a:rPr kumimoji="1" lang="en-US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2,8%</a:t>
            </a:fld>
            <a:r>
              <a:rPr kumimoji="1" lang="zh-CN" altLang="en-US" sz="1200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p.a.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4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B168DBE6-5516-7250-EED0-098F58BEB1D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2268538" y="3062288"/>
            <a:ext cx="950913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179B103-E136-4861-8433-C6551F745ECD}" type="datetime'5'''',''6''''''''''''''%'''''''''''''''''''''''''''''''''''''">
              <a:rPr kumimoji="1" lang="en-US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5,6%</a:t>
            </a:fld>
            <a:r>
              <a:rPr kumimoji="1" lang="zh-CN" altLang="en-US" sz="1200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p.a.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4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196" name="Chart 3">
            <a:extLst>
              <a:ext uri="{FF2B5EF4-FFF2-40B4-BE49-F238E27FC236}">
                <a16:creationId xmlns:a16="http://schemas.microsoft.com/office/drawing/2014/main" id="{98C02D6F-BF5C-C253-7A71-1B4F30BDD3D7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4540250" y="2643188"/>
          <a:ext cx="30226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55DC6319-466A-5A5E-F4D9-A13E688693E8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 flipV="1">
            <a:off x="6413500" y="2071688"/>
            <a:ext cx="590550" cy="1270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00FDAF0F-C7C4-54FD-13B6-C8A85B9F43BB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V="1">
            <a:off x="5099050" y="2352675"/>
            <a:ext cx="592138" cy="1270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846CED0B-63CE-A529-5C35-D5D09F6D890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 flipV="1">
            <a:off x="6889750" y="2574925"/>
            <a:ext cx="114300" cy="95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BCFEEDB8-996B-67F4-6C6A-1BEACE667BD5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 flipV="1">
            <a:off x="6051550" y="2640013"/>
            <a:ext cx="115888" cy="95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文本占位符 2">
            <a:extLst>
              <a:ext uri="{FF2B5EF4-FFF2-40B4-BE49-F238E27FC236}">
                <a16:creationId xmlns:a16="http://schemas.microsoft.com/office/drawing/2014/main" id="{17F950BA-0068-9231-BE36-DA9F68639BC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4918075" y="54276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4EB7716-A21E-4489-8595-2D84C10732A3}" type="datetime'''''2''''''''''''''''''''''''''''0''1''2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0" name="文本占位符 2">
            <a:extLst>
              <a:ext uri="{FF2B5EF4-FFF2-40B4-BE49-F238E27FC236}">
                <a16:creationId xmlns:a16="http://schemas.microsoft.com/office/drawing/2014/main" id="{B9D243CB-848A-C6FD-122A-C47A148EE554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6778625" y="5427663"/>
            <a:ext cx="4524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CFB7A4B-1C6F-41C4-8F02-D5443BB3C230}" type="datetime'''''''2''''0''''''''''''''''''2''''''''''2''''E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2022E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1" name="文本占位符 2">
            <a:extLst>
              <a:ext uri="{FF2B5EF4-FFF2-40B4-BE49-F238E27FC236}">
                <a16:creationId xmlns:a16="http://schemas.microsoft.com/office/drawing/2014/main" id="{1E60D327-5CFA-B5E9-82DD-E0920CB4CE65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5870575" y="54276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2B42080-7FC2-4556-9056-9D5B67AC3410}" type="datetime'''''''''''''''''''''''''''''''201''''''''7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3" name="文本占位符 2">
            <a:extLst>
              <a:ext uri="{FF2B5EF4-FFF2-40B4-BE49-F238E27FC236}">
                <a16:creationId xmlns:a16="http://schemas.microsoft.com/office/drawing/2014/main" id="{EF45E996-ED61-43A5-B350-60E2ADC48AE5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5576889" y="2157413"/>
            <a:ext cx="950913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9174886-BED7-4148-A43E-615F4EDE5BE0}" type="datetime'''''''''1'''''''''''''''''',''''''''''9''''''''''%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1,9%</a:t>
            </a:fld>
            <a:r>
              <a:rPr kumimoji="1" lang="zh-CN" altLang="en-US" sz="1200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p.a.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4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5" name="文本占位符 2">
            <a:extLst>
              <a:ext uri="{FF2B5EF4-FFF2-40B4-BE49-F238E27FC236}">
                <a16:creationId xmlns:a16="http://schemas.microsoft.com/office/drawing/2014/main" id="{9F2B7A53-54D9-0173-8EAE-73FCDB3F39EF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6053138" y="2493963"/>
            <a:ext cx="950913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362772F-FBC4-4B24-B55C-ECC54A8105C5}" type="datetime'''0'''''',''''''''''''''''''''''''''6''%'''''''''''''''">
              <a:rPr kumimoji="1" lang="en-US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0,6%</a:t>
            </a:fld>
            <a:r>
              <a:rPr kumimoji="1" lang="zh-CN" altLang="en-US" sz="1200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p.a.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4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197" name="Chart 3">
            <a:extLst>
              <a:ext uri="{FF2B5EF4-FFF2-40B4-BE49-F238E27FC236}">
                <a16:creationId xmlns:a16="http://schemas.microsoft.com/office/drawing/2014/main" id="{4773B58A-324A-CBF8-902C-377909AD6320}"/>
              </a:ext>
            </a:extLst>
          </p:cNvPr>
          <p:cNvGraphicFramePr/>
          <p:nvPr>
            <p:custDataLst>
              <p:tags r:id="rId22"/>
            </p:custDataLst>
          </p:nvPr>
        </p:nvGraphicFramePr>
        <p:xfrm>
          <a:off x="8324850" y="2433638"/>
          <a:ext cx="3022600" cy="320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0C841C8D-29B1-0B0C-C3E7-B5C0A968FCB6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 bwMode="auto">
          <a:xfrm flipV="1">
            <a:off x="10017125" y="1520825"/>
            <a:ext cx="771525" cy="3508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21E4CA72-774A-3F7D-A9AF-FA695135376C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auto">
          <a:xfrm flipV="1">
            <a:off x="8883650" y="2036763"/>
            <a:ext cx="771525" cy="3508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889D7EE5-640A-5E15-AC94-70930077A0BA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 bwMode="auto">
          <a:xfrm flipV="1">
            <a:off x="9836150" y="2366963"/>
            <a:ext cx="115888" cy="254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B9237C75-9CA8-F553-F456-C16332C8979A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auto">
          <a:xfrm flipV="1">
            <a:off x="10674350" y="2189163"/>
            <a:ext cx="114300" cy="238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9F3E4F66-CE94-673E-AF40-B7A321F11D39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9655175" y="54276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7D2658-7DFB-4B41-8603-1CCB0EF4487C}" type="datetime'2''''''''''''0''''''''1''''''''''''''''''''''''''''''7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1" name="文本占位符 2">
            <a:extLst>
              <a:ext uri="{FF2B5EF4-FFF2-40B4-BE49-F238E27FC236}">
                <a16:creationId xmlns:a16="http://schemas.microsoft.com/office/drawing/2014/main" id="{C772E6F0-36DC-0BB0-6C25-7BA6FC8B30B0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8731250" y="3376613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44F11E5-535F-4A7F-87A2-4E1BA6E19178}" type="datetime'''''''''''''7''''''''''''''''2''''''''''''''''''''''0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720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FAD289F5-518D-46BF-4389-A17D470C46CF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10563225" y="5427663"/>
            <a:ext cx="4524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CBAD1D-92F3-4C23-BFB8-6EC734D1CD02}" type="datetime'''''''''''''2''0''''22''E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2022E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2" name="文本占位符 2">
            <a:extLst>
              <a:ext uri="{FF2B5EF4-FFF2-40B4-BE49-F238E27FC236}">
                <a16:creationId xmlns:a16="http://schemas.microsoft.com/office/drawing/2014/main" id="{103DC0A9-E9AD-4C00-0A40-B1240008C35C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10574338" y="2509838"/>
            <a:ext cx="4286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6777EB-5E27-4478-930D-20C38A40628F}" type="datetime'''''''1''''''''''''''''''''''''''''''''.''''''''''''''06''5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1.065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2" name="文本占位符 2">
            <a:extLst>
              <a:ext uri="{FF2B5EF4-FFF2-40B4-BE49-F238E27FC236}">
                <a16:creationId xmlns:a16="http://schemas.microsoft.com/office/drawing/2014/main" id="{557AC353-62A7-6E43-0E89-2BD5CD407C3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8702675" y="54276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B46BCF2-E929-43CC-B190-DED88281B2CC}" type="datetime'''''''''2''0''''''''''''''''''''''''''12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7" name="文本占位符 2">
            <a:extLst>
              <a:ext uri="{FF2B5EF4-FFF2-40B4-BE49-F238E27FC236}">
                <a16:creationId xmlns:a16="http://schemas.microsoft.com/office/drawing/2014/main" id="{C8855E6C-3F19-1619-A993-693CB70F1797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9683750" y="2713038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AFBC9E9-D3CF-43AD-9A5C-A7C05CC82906}" type="datetime'''''9''''8''''''''''''''''4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984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3" name="文本占位符 2">
            <a:extLst>
              <a:ext uri="{FF2B5EF4-FFF2-40B4-BE49-F238E27FC236}">
                <a16:creationId xmlns:a16="http://schemas.microsoft.com/office/drawing/2014/main" id="{714D720D-9F7D-F5B7-82B3-7C453A60DB1A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9361489" y="1836738"/>
            <a:ext cx="950913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F5672C-A9C4-44B6-93CF-44B93C968EF9}" type="datetime'''''''4'''''',''''''''0''''''''''''''''''''''''''''''''%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4,0%</a:t>
            </a:fld>
            <a:r>
              <a:rPr kumimoji="1" lang="zh-CN" altLang="en-US" sz="120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p.a.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4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4" name="文本占位符 2">
            <a:extLst>
              <a:ext uri="{FF2B5EF4-FFF2-40B4-BE49-F238E27FC236}">
                <a16:creationId xmlns:a16="http://schemas.microsoft.com/office/drawing/2014/main" id="{6BC17597-6DBC-E93E-975E-FB485368DC1C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9837738" y="2173288"/>
            <a:ext cx="950913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2B985D6-72D8-4411-8188-D11BA7F6380E}" type="datetime'''''''''1'''''''''''''''''''''''',''''''6%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1,6%</a:t>
            </a:fld>
            <a:r>
              <a:rPr kumimoji="1" lang="zh-CN" altLang="en-US" sz="120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p.a.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4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2584CECF-32EA-1999-E426-EE4D78AA4787}"/>
              </a:ext>
            </a:extLst>
          </p:cNvPr>
          <p:cNvSpPr txBox="1"/>
          <p:nvPr/>
        </p:nvSpPr>
        <p:spPr>
          <a:xfrm>
            <a:off x="1853214" y="1016288"/>
            <a:ext cx="827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Americas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A0FED969-F3E2-97F5-2D3B-968399051A0C}"/>
              </a:ext>
            </a:extLst>
          </p:cNvPr>
          <p:cNvSpPr txBox="1"/>
          <p:nvPr/>
        </p:nvSpPr>
        <p:spPr>
          <a:xfrm>
            <a:off x="5721171" y="1017985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EMEA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F2CDBC77-3452-71B5-704D-7B666EE787B2}"/>
              </a:ext>
            </a:extLst>
          </p:cNvPr>
          <p:cNvSpPr txBox="1"/>
          <p:nvPr/>
        </p:nvSpPr>
        <p:spPr>
          <a:xfrm>
            <a:off x="9505771" y="1011427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APAC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3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74D3DBCD-044F-104C-9CFB-5F98112699A9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9090025" y="1277938"/>
            <a:ext cx="179388" cy="133350"/>
          </a:xfrm>
          <a:prstGeom prst="rect">
            <a:avLst/>
          </a:prstGeom>
          <a:solidFill>
            <a:srgbClr val="00467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0ED796F8-8003-107D-67ED-BF0CD9E80A52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9967913" y="1277938"/>
            <a:ext cx="179388" cy="133350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3" name="文本占位符 2">
            <a:extLst>
              <a:ext uri="{FF2B5EF4-FFF2-40B4-BE49-F238E27FC236}">
                <a16:creationId xmlns:a16="http://schemas.microsoft.com/office/drawing/2014/main" id="{1B7E64C4-DD97-60E0-11F8-B6FE035AD1AB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auto">
          <a:xfrm>
            <a:off x="10198100" y="1285875"/>
            <a:ext cx="6143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10926FB-BFD7-483A-8A32-FB5705ED8C65}" type="datetime'''''D''''''''''''''''e''v''''e''l''''''''''o''''ped'''''''">
              <a:rPr kumimoji="1" lang="en-US" altLang="en-US" sz="10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Developed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85" name="文本占位符 2">
            <a:extLst>
              <a:ext uri="{FF2B5EF4-FFF2-40B4-BE49-F238E27FC236}">
                <a16:creationId xmlns:a16="http://schemas.microsoft.com/office/drawing/2014/main" id="{ED7431A6-D9B9-E580-0A97-0A6E3B2A6D9C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auto">
          <a:xfrm>
            <a:off x="9320213" y="1285875"/>
            <a:ext cx="546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8B2991E-981A-47CA-AD79-D216D1873FBC}" type="datetime'''''''E''''''''''''m''''''''er''''''''g''''i''ng'''''''''''">
              <a:rPr kumimoji="1" lang="en-US" altLang="en-US" sz="10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Emerging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D18DBD97-321A-F1DD-BDCA-B6BAA3B7E8DC}"/>
              </a:ext>
            </a:extLst>
          </p:cNvPr>
          <p:cNvSpPr txBox="1"/>
          <p:nvPr/>
        </p:nvSpPr>
        <p:spPr>
          <a:xfrm>
            <a:off x="314325" y="5750093"/>
            <a:ext cx="30155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Figures may not sum, because of rounding.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2021 average fixed exchange rate used.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Europe, the Middle East, and Africa.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Asia-Pacific.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4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Per annum.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Insurance Pools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17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0528-5262-4B79-380D-8D464D7E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EB6975C-1A6B-ED0F-66B4-DF8A3CAF05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8" imgW="7772400" imgH="10058400" progId="TCLayout.ActiveDocument.1">
                  <p:embed/>
                </p:oleObj>
              </mc:Choice>
              <mc:Fallback>
                <p:oleObj name="think-cell 幻灯片" r:id="rId2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B6975C-1A6B-ED0F-66B4-DF8A3CAF0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" name="矩形 151">
            <a:extLst>
              <a:ext uri="{FF2B5EF4-FFF2-40B4-BE49-F238E27FC236}">
                <a16:creationId xmlns:a16="http://schemas.microsoft.com/office/drawing/2014/main" id="{F86FCDE9-0903-187D-8757-06B5222C84E2}"/>
              </a:ext>
            </a:extLst>
          </p:cNvPr>
          <p:cNvSpPr/>
          <p:nvPr/>
        </p:nvSpPr>
        <p:spPr>
          <a:xfrm>
            <a:off x="8228799" y="1424844"/>
            <a:ext cx="2915033" cy="417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D335B41-5CE9-B77C-223D-1F5382F69DF5}"/>
              </a:ext>
            </a:extLst>
          </p:cNvPr>
          <p:cNvSpPr/>
          <p:nvPr/>
        </p:nvSpPr>
        <p:spPr>
          <a:xfrm>
            <a:off x="4166964" y="1417320"/>
            <a:ext cx="2915033" cy="417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8F605A-9853-17E3-8558-8BEEE42AC032}"/>
              </a:ext>
            </a:extLst>
          </p:cNvPr>
          <p:cNvSpPr txBox="1"/>
          <p:nvPr/>
        </p:nvSpPr>
        <p:spPr>
          <a:xfrm>
            <a:off x="314325" y="188595"/>
            <a:ext cx="7189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Agent productivity is largely stagnant in emerging Asian markets.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36B199-9056-0EC3-FB32-426286B7E6D1}"/>
              </a:ext>
            </a:extLst>
          </p:cNvPr>
          <p:cNvSpPr txBox="1"/>
          <p:nvPr/>
        </p:nvSpPr>
        <p:spPr>
          <a:xfrm>
            <a:off x="314325" y="600075"/>
            <a:ext cx="3746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Agency performance in emerging Asia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</a:p>
          <a:p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excluding China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），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index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2016=100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endParaRPr kumimoji="1" lang="zh-CN" altLang="en-US" sz="14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38751662-E354-D596-7B2E-C7C29DC3ABC9}"/>
              </a:ext>
            </a:extLst>
          </p:cNvPr>
          <p:cNvSpPr txBox="1"/>
          <p:nvPr/>
        </p:nvSpPr>
        <p:spPr>
          <a:xfrm>
            <a:off x="314325" y="5750093"/>
            <a:ext cx="42835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Includes India, Indonesia, Malaysia, Philippines, Thailand, and Vietnam.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Gross written premiums.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Per annum.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40" name="Chart 3">
            <a:extLst>
              <a:ext uri="{FF2B5EF4-FFF2-40B4-BE49-F238E27FC236}">
                <a16:creationId xmlns:a16="http://schemas.microsoft.com/office/drawing/2014/main" id="{9939E781-60F1-FD48-4661-1C1A0A8721A6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25463" y="3113088"/>
          <a:ext cx="2667000" cy="2241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0C160843-AB74-8EA3-AD58-0C39EA11BEDB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252663" y="2722563"/>
            <a:ext cx="230188" cy="142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9A7AFB41-665E-7231-76D4-80AE6D9CB76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1231900" y="2782888"/>
            <a:ext cx="230188" cy="142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占位符 2">
            <a:extLst>
              <a:ext uri="{FF2B5EF4-FFF2-40B4-BE49-F238E27FC236}">
                <a16:creationId xmlns:a16="http://schemas.microsoft.com/office/drawing/2014/main" id="{2BFA39CB-98D6-E90E-8D9E-2C1C1EF3410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241550" y="2978150"/>
            <a:ext cx="4841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51738F4-9A16-49FC-A421-BC0665653317}" type="datetime'''''10''''''''''''''''''''''''3'''',''''''''''''''''7'''''''">
              <a:rPr kumimoji="1" lang="zh-CN" altLang="en-US" sz="14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103,7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CF5D1360-6699-D31E-7A77-FAA339B9728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028700" y="5330825"/>
            <a:ext cx="4064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4D6B6AA-2CD3-42FE-83B8-994F95F11670}" type="datetime'''2''''''''''''''''01''''''''6''''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2016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25B16213-C573-840F-2591-514500DD491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990600" y="3052763"/>
            <a:ext cx="4841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C2F0B70-6744-49EB-A018-C05BC6B176DB}" type="datetime'''1''''''''''''''0''''''''0'''',''0'''">
              <a:rPr kumimoji="1" lang="zh-CN" altLang="en-US" sz="14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100,0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F29D0714-AE2D-2E04-EEB8-77F3C45A9E7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279650" y="5330825"/>
            <a:ext cx="4064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1845141-F5F5-41E1-91E7-D8CB12BACB5A}" type="datetime'''''2''''''0''2''''''''''''''''''''''''''''''''''''''''1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2021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8" name="文本占位符 2">
            <a:extLst>
              <a:ext uri="{FF2B5EF4-FFF2-40B4-BE49-F238E27FC236}">
                <a16:creationId xmlns:a16="http://schemas.microsoft.com/office/drawing/2014/main" id="{5E0B1AF8-6E5B-436B-3935-6F0A37D5D72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1333500" y="2641600"/>
            <a:ext cx="1047750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E29BBA7-66BB-46FA-A12C-82AB631B21E5}" type="datetime'''''''''''''+0'''''''''''''''',''7''''''''''''''''''''%'''''">
              <a:rPr kumimoji="1" lang="en-US" altLang="en-US" sz="12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+0,7%</a:t>
            </a:fld>
            <a:r>
              <a:rPr kumimoji="1" lang="zh-CN" altLang="en-US" sz="1200" dirty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p.a.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3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0768956-6EEA-857A-D4DB-DADCF4FD5E2A}"/>
              </a:ext>
            </a:extLst>
          </p:cNvPr>
          <p:cNvSpPr txBox="1"/>
          <p:nvPr/>
        </p:nvSpPr>
        <p:spPr>
          <a:xfrm>
            <a:off x="1183953" y="1480855"/>
            <a:ext cx="1346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GWP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 per agent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per annum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34" name="Chart 3">
            <a:extLst>
              <a:ext uri="{FF2B5EF4-FFF2-40B4-BE49-F238E27FC236}">
                <a16:creationId xmlns:a16="http://schemas.microsoft.com/office/drawing/2014/main" id="{B4F24B8A-3257-F2DC-85E2-34B8FFD650D2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4246563" y="2700338"/>
          <a:ext cx="2757487" cy="265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3694B10F-CEA1-141E-8030-0117AD08039C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5824538" y="2078037"/>
            <a:ext cx="449263" cy="1857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5A941B21-829F-09A0-D27E-5B0FB3B8A253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4976813" y="2428874"/>
            <a:ext cx="449263" cy="1857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文本占位符 2">
            <a:extLst>
              <a:ext uri="{FF2B5EF4-FFF2-40B4-BE49-F238E27FC236}">
                <a16:creationId xmlns:a16="http://schemas.microsoft.com/office/drawing/2014/main" id="{F9DBB172-EB2A-058F-F2B6-A39729A29874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6070600" y="5330825"/>
            <a:ext cx="4064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0523002-9445-4DEA-94F7-93E2B38DFF9C}" type="datetime'''''''''''''''''''20''2''''1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2021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0" name="文本占位符 2">
            <a:extLst>
              <a:ext uri="{FF2B5EF4-FFF2-40B4-BE49-F238E27FC236}">
                <a16:creationId xmlns:a16="http://schemas.microsoft.com/office/drawing/2014/main" id="{19F10223-2F24-382D-0B3F-A556D4093C5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4735513" y="3101975"/>
            <a:ext cx="4841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179C8F9-0C5B-42D6-A944-4765542C4DAE}" type="datetime'''''''''''1''''''''''''0''''0'''''',''''''0''''''''''''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100,0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78" name="文本占位符 2">
            <a:extLst>
              <a:ext uri="{FF2B5EF4-FFF2-40B4-BE49-F238E27FC236}">
                <a16:creationId xmlns:a16="http://schemas.microsoft.com/office/drawing/2014/main" id="{0C2EC62E-742B-3864-0CBF-38C4BA036F1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6032500" y="2565400"/>
            <a:ext cx="4841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6B083C9-5393-4DD4-8145-5DDB95F56B24}" type="datetime'''''''1''''27'''''',''5''''''''''''''''''''''''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127,5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79" name="文本占位符 2">
            <a:extLst>
              <a:ext uri="{FF2B5EF4-FFF2-40B4-BE49-F238E27FC236}">
                <a16:creationId xmlns:a16="http://schemas.microsoft.com/office/drawing/2014/main" id="{F31BA28D-5B00-4343-319C-A30781185B7C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4773613" y="5330825"/>
            <a:ext cx="4064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DD1E2CE-4BDE-49F8-A13E-F4E31C3E34CF}" type="datetime'''20''''''1''''''''''''''''''''''''6''''''''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2016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2" name="文本占位符 2">
            <a:extLst>
              <a:ext uri="{FF2B5EF4-FFF2-40B4-BE49-F238E27FC236}">
                <a16:creationId xmlns:a16="http://schemas.microsoft.com/office/drawing/2014/main" id="{422A77BB-A1AA-90AF-8028-808E75DBAF54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5100638" y="2228850"/>
            <a:ext cx="1047750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F2596B-0BE7-4CB9-867F-04122F14A582}" type="datetime'''''''''''''+''''5'''''''''''''''''''',''''''''0''''%''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</a:rPr>
              <a:pPr/>
              <a:t>+5,0%</a:t>
            </a:fld>
            <a:r>
              <a:rPr kumimoji="1" lang="zh-CN" altLang="en-US" sz="120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p.a.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3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E19AF41-3823-B58A-218E-E7C40FEB13D9}"/>
              </a:ext>
            </a:extLst>
          </p:cNvPr>
          <p:cNvSpPr txBox="1"/>
          <p:nvPr/>
        </p:nvSpPr>
        <p:spPr>
          <a:xfrm>
            <a:off x="4852988" y="1485553"/>
            <a:ext cx="154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GWP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 from agency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channel per annum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44" name="Chart 3">
            <a:extLst>
              <a:ext uri="{FF2B5EF4-FFF2-40B4-BE49-F238E27FC236}">
                <a16:creationId xmlns:a16="http://schemas.microsoft.com/office/drawing/2014/main" id="{40CC5CCF-554D-4058-4E8B-BA7B5FD8FAD7}"/>
              </a:ext>
            </a:extLst>
          </p:cNvPr>
          <p:cNvGraphicFramePr/>
          <p:nvPr>
            <p:custDataLst>
              <p:tags r:id="rId18"/>
            </p:custDataLst>
          </p:nvPr>
        </p:nvGraphicFramePr>
        <p:xfrm>
          <a:off x="8289925" y="2808288"/>
          <a:ext cx="2759075" cy="2546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7AEAB793-A9BE-2961-1326-601E9C5BB75E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V="1">
            <a:off x="9912350" y="2233613"/>
            <a:ext cx="404813" cy="1381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6EA763BE-F06F-F452-C069-4E158B58D4C5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V="1">
            <a:off x="9020175" y="2536825"/>
            <a:ext cx="409575" cy="1397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文本占位符 2">
            <a:extLst>
              <a:ext uri="{FF2B5EF4-FFF2-40B4-BE49-F238E27FC236}">
                <a16:creationId xmlns:a16="http://schemas.microsoft.com/office/drawing/2014/main" id="{739BD7A6-B5D1-ABDA-38A2-E744230F5CCB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10113963" y="5330825"/>
            <a:ext cx="4064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563E645-2412-4150-B408-0AE05AF45843}" type="datetime'''2''''''0''''''''''2''''''''1''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2021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7" name="文本占位符 2">
            <a:extLst>
              <a:ext uri="{FF2B5EF4-FFF2-40B4-BE49-F238E27FC236}">
                <a16:creationId xmlns:a16="http://schemas.microsoft.com/office/drawing/2014/main" id="{F2913E8E-C02A-842B-3690-F9A1EF7B6058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8778875" y="3116263"/>
            <a:ext cx="4841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6C82E8D-79AD-4FE0-92CA-76BF2BCCD3E7}" type="datetime'''''''''1''''''''''''''''0''0'''''''',''''''''''''''''0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100,0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8" name="文本占位符 2">
            <a:extLst>
              <a:ext uri="{FF2B5EF4-FFF2-40B4-BE49-F238E27FC236}">
                <a16:creationId xmlns:a16="http://schemas.microsoft.com/office/drawing/2014/main" id="{38F629C0-507B-7584-7BE8-DDF37AEC3B7D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10075863" y="2673350"/>
            <a:ext cx="4841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8252760-3CBD-43F4-B2C8-6CF4B15C8144}" type="datetime'''''''''''1''''''''2''''2'''',''9''''''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122,9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9" name="文本占位符 2">
            <a:extLst>
              <a:ext uri="{FF2B5EF4-FFF2-40B4-BE49-F238E27FC236}">
                <a16:creationId xmlns:a16="http://schemas.microsoft.com/office/drawing/2014/main" id="{B7D99DE2-CD66-C5B9-109C-3FEFF185AB7F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8816975" y="5330825"/>
            <a:ext cx="4064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C541B9B-16CF-4A1C-BB06-5B350F4CDCF2}" type="datetime'''2''''''''''''0''''16'''''''''''">
              <a:rPr kumimoji="1" lang="zh-CN" altLang="en-US" sz="1400" smtClean="0">
                <a:latin typeface="HarmonyOS Sans SC Light" pitchFamily="2" charset="-122"/>
                <a:ea typeface="HarmonyOS Sans SC Light" pitchFamily="2" charset="-122"/>
              </a:rPr>
              <a:pPr/>
              <a:t>2016</a:t>
            </a:fld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0" name="文本占位符 2">
            <a:extLst>
              <a:ext uri="{FF2B5EF4-FFF2-40B4-BE49-F238E27FC236}">
                <a16:creationId xmlns:a16="http://schemas.microsoft.com/office/drawing/2014/main" id="{649A574D-4329-73B1-1FFA-5EF22CC75351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9144000" y="2336800"/>
            <a:ext cx="1047750" cy="234950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1C18356-865D-4A35-AF67-0DF6084EC31B}" type="datetime'''''''+''4'''''''',''''''''''''''''''''''2''''''''''''''''''%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</a:rPr>
              <a:pPr/>
              <a:t>+4,2%</a:t>
            </a:fld>
            <a:r>
              <a:rPr kumimoji="1" lang="zh-CN" altLang="en-US" sz="120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p.a.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t>3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439FFA1-400B-4837-B7B8-2FD3B7799FBE}"/>
              </a:ext>
            </a:extLst>
          </p:cNvPr>
          <p:cNvSpPr txBox="1"/>
          <p:nvPr/>
        </p:nvSpPr>
        <p:spPr>
          <a:xfrm>
            <a:off x="9245308" y="1485900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Number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of agents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89261A7-642C-1A22-C9CB-625221F626A7}"/>
              </a:ext>
            </a:extLst>
          </p:cNvPr>
          <p:cNvCxnSpPr/>
          <p:nvPr/>
        </p:nvCxnSpPr>
        <p:spPr>
          <a:xfrm>
            <a:off x="3645555" y="1417320"/>
            <a:ext cx="0" cy="410559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63AFCA01-97D7-2052-3A10-E80E36D21684}"/>
              </a:ext>
            </a:extLst>
          </p:cNvPr>
          <p:cNvGrpSpPr/>
          <p:nvPr/>
        </p:nvGrpSpPr>
        <p:grpSpPr>
          <a:xfrm>
            <a:off x="3329272" y="3195267"/>
            <a:ext cx="632565" cy="632565"/>
            <a:chOff x="6687767" y="5922592"/>
            <a:chExt cx="632565" cy="632565"/>
          </a:xfrm>
          <a:solidFill>
            <a:schemeClr val="bg1"/>
          </a:solidFill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29A85377-E8D7-14E7-F613-048EDC7DE61A}"/>
                </a:ext>
              </a:extLst>
            </p:cNvPr>
            <p:cNvSpPr/>
            <p:nvPr/>
          </p:nvSpPr>
          <p:spPr>
            <a:xfrm>
              <a:off x="6687767" y="5922592"/>
              <a:ext cx="632565" cy="632565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54AF27A2-22DC-DCEB-DB9D-C0C609EDC1B5}"/>
                </a:ext>
              </a:extLst>
            </p:cNvPr>
            <p:cNvCxnSpPr/>
            <p:nvPr/>
          </p:nvCxnSpPr>
          <p:spPr>
            <a:xfrm>
              <a:off x="6849388" y="6205341"/>
              <a:ext cx="314325" cy="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线连接符 123">
              <a:extLst>
                <a:ext uri="{FF2B5EF4-FFF2-40B4-BE49-F238E27FC236}">
                  <a16:creationId xmlns:a16="http://schemas.microsoft.com/office/drawing/2014/main" id="{7526AA25-59B1-79C2-4FC0-CCCD8BC03E83}"/>
                </a:ext>
              </a:extLst>
            </p:cNvPr>
            <p:cNvCxnSpPr/>
            <p:nvPr/>
          </p:nvCxnSpPr>
          <p:spPr>
            <a:xfrm>
              <a:off x="6854150" y="6303766"/>
              <a:ext cx="314325" cy="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37D60887-E67C-C4CC-C9E7-D191ED849829}"/>
              </a:ext>
            </a:extLst>
          </p:cNvPr>
          <p:cNvGrpSpPr/>
          <p:nvPr/>
        </p:nvGrpSpPr>
        <p:grpSpPr>
          <a:xfrm>
            <a:off x="7367852" y="3195266"/>
            <a:ext cx="632565" cy="632565"/>
            <a:chOff x="5693079" y="5956126"/>
            <a:chExt cx="632565" cy="632565"/>
          </a:xfrm>
          <a:solidFill>
            <a:schemeClr val="bg1"/>
          </a:solidFill>
        </p:grpSpPr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1722274C-2ED6-5436-46D2-AF7C51BFC8DD}"/>
                </a:ext>
              </a:extLst>
            </p:cNvPr>
            <p:cNvSpPr/>
            <p:nvPr/>
          </p:nvSpPr>
          <p:spPr>
            <a:xfrm>
              <a:off x="5693079" y="5956126"/>
              <a:ext cx="632565" cy="632565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20" name="直线连接符 119">
              <a:extLst>
                <a:ext uri="{FF2B5EF4-FFF2-40B4-BE49-F238E27FC236}">
                  <a16:creationId xmlns:a16="http://schemas.microsoft.com/office/drawing/2014/main" id="{511400BA-6843-A03E-7375-95AB5D513004}"/>
                </a:ext>
              </a:extLst>
            </p:cNvPr>
            <p:cNvCxnSpPr/>
            <p:nvPr/>
          </p:nvCxnSpPr>
          <p:spPr>
            <a:xfrm>
              <a:off x="5852198" y="6275583"/>
              <a:ext cx="314325" cy="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5309EC7A-00D8-A0B4-6CAE-E1A26A014F96}"/>
                </a:ext>
              </a:extLst>
            </p:cNvPr>
            <p:cNvSpPr/>
            <p:nvPr/>
          </p:nvSpPr>
          <p:spPr>
            <a:xfrm>
              <a:off x="5966497" y="6124575"/>
              <a:ext cx="85725" cy="85725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E8A666EF-6C5E-9F0F-9BE6-6B029B513C59}"/>
                </a:ext>
              </a:extLst>
            </p:cNvPr>
            <p:cNvSpPr/>
            <p:nvPr/>
          </p:nvSpPr>
          <p:spPr>
            <a:xfrm>
              <a:off x="5967170" y="6340867"/>
              <a:ext cx="85725" cy="85725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7" name="椭圆 146">
            <a:extLst>
              <a:ext uri="{FF2B5EF4-FFF2-40B4-BE49-F238E27FC236}">
                <a16:creationId xmlns:a16="http://schemas.microsoft.com/office/drawing/2014/main" id="{943C9668-8E44-3B99-3CBA-A172D43D75BB}"/>
              </a:ext>
            </a:extLst>
          </p:cNvPr>
          <p:cNvSpPr/>
          <p:nvPr/>
        </p:nvSpPr>
        <p:spPr>
          <a:xfrm>
            <a:off x="8516747" y="724562"/>
            <a:ext cx="329716" cy="32971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A1C76ACA-2E3F-8D9F-0DE2-456FCE5E4FBA}"/>
              </a:ext>
            </a:extLst>
          </p:cNvPr>
          <p:cNvSpPr txBox="1"/>
          <p:nvPr/>
        </p:nvSpPr>
        <p:spPr>
          <a:xfrm>
            <a:off x="8516747" y="747694"/>
            <a:ext cx="332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xx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B340F26-7EF7-4BB8-D276-9B7ED83C9B1F}"/>
              </a:ext>
            </a:extLst>
          </p:cNvPr>
          <p:cNvSpPr txBox="1"/>
          <p:nvPr/>
        </p:nvSpPr>
        <p:spPr>
          <a:xfrm>
            <a:off x="8878213" y="655360"/>
            <a:ext cx="217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premiums distributed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through tied agency channel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105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0857031-FC0A-63F6-1CBC-FD490D9A27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857031-FC0A-63F6-1CBC-FD490D9A27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B8AAA73-2C57-B977-0822-94BD3CFCA880}"/>
              </a:ext>
            </a:extLst>
          </p:cNvPr>
          <p:cNvSpPr txBox="1"/>
          <p:nvPr/>
        </p:nvSpPr>
        <p:spPr>
          <a:xfrm>
            <a:off x="505476" y="283975"/>
            <a:ext cx="1125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Developing countries such as Brazil, India, and Mexico have had faster rates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of digital adoption in the past six months.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2F10BB-702A-3338-5508-98F1CC9E0E40}"/>
              </a:ext>
            </a:extLst>
          </p:cNvPr>
          <p:cNvSpPr txBox="1"/>
          <p:nvPr/>
        </p:nvSpPr>
        <p:spPr>
          <a:xfrm>
            <a:off x="505476" y="1033669"/>
            <a:ext cx="3260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Digital adoption by region in 2021,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1%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4A78FDCE-53A4-5D0F-63A5-7063035A920F}"/>
              </a:ext>
            </a:extLst>
          </p:cNvPr>
          <p:cNvGraphicFramePr/>
          <p:nvPr/>
        </p:nvGraphicFramePr>
        <p:xfrm>
          <a:off x="585256" y="1615655"/>
          <a:ext cx="1723791" cy="147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AF013F97-ADE6-5E50-60ED-F6D2B3A1F89C}"/>
              </a:ext>
            </a:extLst>
          </p:cNvPr>
          <p:cNvGraphicFramePr/>
          <p:nvPr/>
        </p:nvGraphicFramePr>
        <p:xfrm>
          <a:off x="2444795" y="1615654"/>
          <a:ext cx="1723791" cy="147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F65F230E-B001-0D8D-2EB9-CC384177CEAD}"/>
              </a:ext>
            </a:extLst>
          </p:cNvPr>
          <p:cNvGraphicFramePr/>
          <p:nvPr/>
        </p:nvGraphicFramePr>
        <p:xfrm>
          <a:off x="4304334" y="1615653"/>
          <a:ext cx="1723791" cy="147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0F0A2B1F-31AE-600C-6556-A88AA374346D}"/>
              </a:ext>
            </a:extLst>
          </p:cNvPr>
          <p:cNvGraphicFramePr/>
          <p:nvPr/>
        </p:nvGraphicFramePr>
        <p:xfrm>
          <a:off x="6163873" y="1615653"/>
          <a:ext cx="1723791" cy="147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7996952B-ADF9-BB35-E8E0-1BEF82225860}"/>
              </a:ext>
            </a:extLst>
          </p:cNvPr>
          <p:cNvGraphicFramePr/>
          <p:nvPr/>
        </p:nvGraphicFramePr>
        <p:xfrm>
          <a:off x="8023412" y="1615653"/>
          <a:ext cx="1723791" cy="147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172B6BB9-F250-1720-9467-3A02A19B52EB}"/>
              </a:ext>
            </a:extLst>
          </p:cNvPr>
          <p:cNvGraphicFramePr/>
          <p:nvPr/>
        </p:nvGraphicFramePr>
        <p:xfrm>
          <a:off x="9882953" y="1615653"/>
          <a:ext cx="1723791" cy="147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3377B587-166E-DED6-752A-B42E9D070D6C}"/>
              </a:ext>
            </a:extLst>
          </p:cNvPr>
          <p:cNvSpPr txBox="1"/>
          <p:nvPr/>
        </p:nvSpPr>
        <p:spPr>
          <a:xfrm>
            <a:off x="1180090" y="2123494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88</a:t>
            </a:r>
            <a:endParaRPr kumimoji="1" lang="zh-CN" altLang="en-US" sz="2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ACB571-8AA6-30AC-2C0B-54507AE91766}"/>
              </a:ext>
            </a:extLst>
          </p:cNvPr>
          <p:cNvSpPr txBox="1"/>
          <p:nvPr/>
        </p:nvSpPr>
        <p:spPr>
          <a:xfrm>
            <a:off x="3039630" y="2123493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87</a:t>
            </a:r>
            <a:endParaRPr kumimoji="1" lang="zh-CN" altLang="en-US" sz="2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7943BA-FCB4-4A12-0F9B-20DB6C8DA694}"/>
              </a:ext>
            </a:extLst>
          </p:cNvPr>
          <p:cNvSpPr txBox="1"/>
          <p:nvPr/>
        </p:nvSpPr>
        <p:spPr>
          <a:xfrm>
            <a:off x="4899168" y="2123492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84</a:t>
            </a:r>
            <a:endParaRPr kumimoji="1" lang="zh-CN" altLang="en-US" sz="2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6B178E-83BB-2FAF-64AB-A59D42B06A90}"/>
              </a:ext>
            </a:extLst>
          </p:cNvPr>
          <p:cNvSpPr txBox="1"/>
          <p:nvPr/>
        </p:nvSpPr>
        <p:spPr>
          <a:xfrm>
            <a:off x="6758707" y="2123492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80</a:t>
            </a:r>
            <a:endParaRPr kumimoji="1" lang="zh-CN" altLang="en-US" sz="2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4DA32B-4163-AD3D-49B9-281AA0E5DD9A}"/>
              </a:ext>
            </a:extLst>
          </p:cNvPr>
          <p:cNvSpPr txBox="1"/>
          <p:nvPr/>
        </p:nvSpPr>
        <p:spPr>
          <a:xfrm>
            <a:off x="8618246" y="2123491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80</a:t>
            </a:r>
            <a:endParaRPr kumimoji="1" lang="zh-CN" altLang="en-US" sz="2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EE42C6-C14C-524F-06C9-0543EE41501E}"/>
              </a:ext>
            </a:extLst>
          </p:cNvPr>
          <p:cNvSpPr txBox="1"/>
          <p:nvPr/>
        </p:nvSpPr>
        <p:spPr>
          <a:xfrm>
            <a:off x="10477789" y="2123491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79</a:t>
            </a:r>
            <a:endParaRPr kumimoji="1" lang="zh-CN" altLang="en-US" sz="2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9BA835-208A-5EF2-84C1-47E0739C87C8}"/>
              </a:ext>
            </a:extLst>
          </p:cNvPr>
          <p:cNvSpPr txBox="1"/>
          <p:nvPr/>
        </p:nvSpPr>
        <p:spPr>
          <a:xfrm>
            <a:off x="1124786" y="1361743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India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8D8B640-FCF9-9DBC-4B0B-760315EF7146}"/>
              </a:ext>
            </a:extLst>
          </p:cNvPr>
          <p:cNvSpPr txBox="1"/>
          <p:nvPr/>
        </p:nvSpPr>
        <p:spPr>
          <a:xfrm>
            <a:off x="2954669" y="1362111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Brazil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64C283-8019-8354-DF39-78E7C4F94601}"/>
              </a:ext>
            </a:extLst>
          </p:cNvPr>
          <p:cNvSpPr txBox="1"/>
          <p:nvPr/>
        </p:nvSpPr>
        <p:spPr>
          <a:xfrm>
            <a:off x="4807796" y="1361741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China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C85575-5AFE-192B-AC57-2330F5179290}"/>
              </a:ext>
            </a:extLst>
          </p:cNvPr>
          <p:cNvSpPr txBox="1"/>
          <p:nvPr/>
        </p:nvSpPr>
        <p:spPr>
          <a:xfrm>
            <a:off x="6797179" y="1361741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EU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7D6A1D0-BE5E-5D61-0C1E-88A42EE493F2}"/>
              </a:ext>
            </a:extLst>
          </p:cNvPr>
          <p:cNvSpPr txBox="1"/>
          <p:nvPr/>
        </p:nvSpPr>
        <p:spPr>
          <a:xfrm>
            <a:off x="8656718" y="1362111"/>
            <a:ext cx="4523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US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1065A2-0649-9E02-CC2F-8C764DE14D1A}"/>
              </a:ext>
            </a:extLst>
          </p:cNvPr>
          <p:cNvSpPr txBox="1"/>
          <p:nvPr/>
        </p:nvSpPr>
        <p:spPr>
          <a:xfrm>
            <a:off x="10319891" y="1361741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Mexico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66C62A8-856E-D068-1044-FBEB3DFF2F23}"/>
              </a:ext>
            </a:extLst>
          </p:cNvPr>
          <p:cNvSpPr txBox="1"/>
          <p:nvPr/>
        </p:nvSpPr>
        <p:spPr>
          <a:xfrm>
            <a:off x="656650" y="1791979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20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9A6329-D885-947E-BD6F-337F7921A985}"/>
              </a:ext>
            </a:extLst>
          </p:cNvPr>
          <p:cNvSpPr txBox="1"/>
          <p:nvPr/>
        </p:nvSpPr>
        <p:spPr>
          <a:xfrm>
            <a:off x="1740590" y="281600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68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01AA5D9-FB44-E8EC-675B-06015AE84336}"/>
              </a:ext>
            </a:extLst>
          </p:cNvPr>
          <p:cNvSpPr txBox="1"/>
          <p:nvPr/>
        </p:nvSpPr>
        <p:spPr>
          <a:xfrm>
            <a:off x="2479097" y="1791979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18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DD41F6E-34A7-D36B-250E-D14C45296058}"/>
              </a:ext>
            </a:extLst>
          </p:cNvPr>
          <p:cNvSpPr txBox="1"/>
          <p:nvPr/>
        </p:nvSpPr>
        <p:spPr>
          <a:xfrm>
            <a:off x="3563037" y="281600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69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A3AD4F0-8F7D-E728-F81B-6D36CAC1DEDD}"/>
              </a:ext>
            </a:extLst>
          </p:cNvPr>
          <p:cNvSpPr txBox="1"/>
          <p:nvPr/>
        </p:nvSpPr>
        <p:spPr>
          <a:xfrm>
            <a:off x="4304332" y="1930478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26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1FF8F2-F8FB-D0B8-167D-1C9A1A4F5608}"/>
              </a:ext>
            </a:extLst>
          </p:cNvPr>
          <p:cNvSpPr txBox="1"/>
          <p:nvPr/>
        </p:nvSpPr>
        <p:spPr>
          <a:xfrm>
            <a:off x="5433289" y="281600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58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D173AAB-4300-E1B9-45F0-8ECE1AE2929D}"/>
              </a:ext>
            </a:extLst>
          </p:cNvPr>
          <p:cNvSpPr txBox="1"/>
          <p:nvPr/>
        </p:nvSpPr>
        <p:spPr>
          <a:xfrm>
            <a:off x="6100293" y="2068977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17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98A6546-D719-C02B-77ED-7209AE943AA3}"/>
              </a:ext>
            </a:extLst>
          </p:cNvPr>
          <p:cNvSpPr txBox="1"/>
          <p:nvPr/>
        </p:nvSpPr>
        <p:spPr>
          <a:xfrm>
            <a:off x="7248078" y="281600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63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77042B2-1F99-6EC1-3A90-DF71361A7379}"/>
              </a:ext>
            </a:extLst>
          </p:cNvPr>
          <p:cNvSpPr txBox="1"/>
          <p:nvPr/>
        </p:nvSpPr>
        <p:spPr>
          <a:xfrm>
            <a:off x="7959832" y="2068977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14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AAB69D5-E466-4B4B-382E-F88B951D9207}"/>
              </a:ext>
            </a:extLst>
          </p:cNvPr>
          <p:cNvSpPr txBox="1"/>
          <p:nvPr/>
        </p:nvSpPr>
        <p:spPr>
          <a:xfrm>
            <a:off x="9109086" y="2815985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66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F12F3EE-559C-7FA3-59FB-6FC55C5E9A03}"/>
              </a:ext>
            </a:extLst>
          </p:cNvPr>
          <p:cNvSpPr txBox="1"/>
          <p:nvPr/>
        </p:nvSpPr>
        <p:spPr>
          <a:xfrm>
            <a:off x="9840052" y="2068977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19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2B2C8A9-0E60-D05A-B81B-0ADE462C5935}"/>
              </a:ext>
            </a:extLst>
          </p:cNvPr>
          <p:cNvSpPr txBox="1"/>
          <p:nvPr/>
        </p:nvSpPr>
        <p:spPr>
          <a:xfrm>
            <a:off x="10989306" y="2815985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60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FCDEE3B-E93B-1AE8-99B4-9B237F543BC9}"/>
              </a:ext>
            </a:extLst>
          </p:cNvPr>
          <p:cNvSpPr txBox="1"/>
          <p:nvPr/>
        </p:nvSpPr>
        <p:spPr>
          <a:xfrm>
            <a:off x="505476" y="3136712"/>
            <a:ext cx="35974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New digital users added in past six months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 %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210F2E6E-EEBD-CD08-0C8E-338DDE4C3862}"/>
              </a:ext>
            </a:extLst>
          </p:cNvPr>
          <p:cNvGrpSpPr/>
          <p:nvPr/>
        </p:nvGrpSpPr>
        <p:grpSpPr>
          <a:xfrm>
            <a:off x="886968" y="3806207"/>
            <a:ext cx="1123302" cy="1058127"/>
            <a:chOff x="5192083" y="3788281"/>
            <a:chExt cx="2531927" cy="2385022"/>
          </a:xfrm>
          <a:solidFill>
            <a:srgbClr val="E1E1E1"/>
          </a:solidFill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9C684F4-28FF-5C2E-534A-139859CCF44A}"/>
                </a:ext>
              </a:extLst>
            </p:cNvPr>
            <p:cNvSpPr/>
            <p:nvPr/>
          </p:nvSpPr>
          <p:spPr>
            <a:xfrm>
              <a:off x="5192083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2E65FE7-F4A8-F4DE-E7F2-4A310DD27065}"/>
                </a:ext>
              </a:extLst>
            </p:cNvPr>
            <p:cNvSpPr/>
            <p:nvPr/>
          </p:nvSpPr>
          <p:spPr>
            <a:xfrm>
              <a:off x="5450327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3B67FBC-8803-9BDD-2C5B-E4349BA00AAE}"/>
                </a:ext>
              </a:extLst>
            </p:cNvPr>
            <p:cNvSpPr/>
            <p:nvPr/>
          </p:nvSpPr>
          <p:spPr>
            <a:xfrm>
              <a:off x="5708571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74047072-A438-F0ED-BA67-24DD2ED28AA3}"/>
                </a:ext>
              </a:extLst>
            </p:cNvPr>
            <p:cNvSpPr/>
            <p:nvPr/>
          </p:nvSpPr>
          <p:spPr>
            <a:xfrm>
              <a:off x="5966815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1E93C79-78DF-7751-9019-C2E8ACA83FC6}"/>
                </a:ext>
              </a:extLst>
            </p:cNvPr>
            <p:cNvSpPr/>
            <p:nvPr/>
          </p:nvSpPr>
          <p:spPr>
            <a:xfrm>
              <a:off x="6225059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43A1F3B0-BB46-7DC8-44FD-76969DC58AFB}"/>
                </a:ext>
              </a:extLst>
            </p:cNvPr>
            <p:cNvSpPr/>
            <p:nvPr/>
          </p:nvSpPr>
          <p:spPr>
            <a:xfrm>
              <a:off x="6480226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B495BC36-E78B-DC24-095F-B2E3A5ED2379}"/>
                </a:ext>
              </a:extLst>
            </p:cNvPr>
            <p:cNvSpPr/>
            <p:nvPr/>
          </p:nvSpPr>
          <p:spPr>
            <a:xfrm>
              <a:off x="6738470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A0EFBFB-E468-4C3A-CB7E-BF45E46E70AB}"/>
                </a:ext>
              </a:extLst>
            </p:cNvPr>
            <p:cNvSpPr/>
            <p:nvPr/>
          </p:nvSpPr>
          <p:spPr>
            <a:xfrm>
              <a:off x="6996714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511C863-EA29-5BF4-A543-F4F5C89E9BD5}"/>
                </a:ext>
              </a:extLst>
            </p:cNvPr>
            <p:cNvSpPr/>
            <p:nvPr/>
          </p:nvSpPr>
          <p:spPr>
            <a:xfrm>
              <a:off x="7254958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3CE9D397-9A55-70BA-76BE-26B491A304CD}"/>
                </a:ext>
              </a:extLst>
            </p:cNvPr>
            <p:cNvSpPr/>
            <p:nvPr/>
          </p:nvSpPr>
          <p:spPr>
            <a:xfrm>
              <a:off x="7513202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DB41F67-0068-9BAF-58F7-A8180A7245A7}"/>
                </a:ext>
              </a:extLst>
            </p:cNvPr>
            <p:cNvSpPr/>
            <p:nvPr/>
          </p:nvSpPr>
          <p:spPr>
            <a:xfrm>
              <a:off x="5192083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490887E0-2054-7299-59F2-9FE3B0953495}"/>
                </a:ext>
              </a:extLst>
            </p:cNvPr>
            <p:cNvSpPr/>
            <p:nvPr/>
          </p:nvSpPr>
          <p:spPr>
            <a:xfrm>
              <a:off x="5450327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0DC9ED29-849F-E832-EA61-F72CF15FFB88}"/>
                </a:ext>
              </a:extLst>
            </p:cNvPr>
            <p:cNvSpPr/>
            <p:nvPr/>
          </p:nvSpPr>
          <p:spPr>
            <a:xfrm>
              <a:off x="5708571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18C2A34B-D331-3422-9BD2-8A984BC4A22C}"/>
                </a:ext>
              </a:extLst>
            </p:cNvPr>
            <p:cNvSpPr/>
            <p:nvPr/>
          </p:nvSpPr>
          <p:spPr>
            <a:xfrm>
              <a:off x="5966815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FD77659-B4B0-1ECB-9287-90AB4A73D13C}"/>
                </a:ext>
              </a:extLst>
            </p:cNvPr>
            <p:cNvSpPr/>
            <p:nvPr/>
          </p:nvSpPr>
          <p:spPr>
            <a:xfrm>
              <a:off x="6225059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AD7A92F2-623C-45AB-CAB4-C114FEFBF1B9}"/>
                </a:ext>
              </a:extLst>
            </p:cNvPr>
            <p:cNvSpPr/>
            <p:nvPr/>
          </p:nvSpPr>
          <p:spPr>
            <a:xfrm>
              <a:off x="6480226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171AE0EC-56E5-2B82-6995-FFA278467811}"/>
                </a:ext>
              </a:extLst>
            </p:cNvPr>
            <p:cNvSpPr/>
            <p:nvPr/>
          </p:nvSpPr>
          <p:spPr>
            <a:xfrm>
              <a:off x="6738470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D1E8C87-2B0F-6001-F9AF-A5D7C9E433EB}"/>
                </a:ext>
              </a:extLst>
            </p:cNvPr>
            <p:cNvSpPr/>
            <p:nvPr/>
          </p:nvSpPr>
          <p:spPr>
            <a:xfrm>
              <a:off x="6996714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5867294-6EB9-2F90-C4D5-692B682AF2DE}"/>
                </a:ext>
              </a:extLst>
            </p:cNvPr>
            <p:cNvSpPr/>
            <p:nvPr/>
          </p:nvSpPr>
          <p:spPr>
            <a:xfrm>
              <a:off x="7254958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E85503FB-35EF-AE98-7AA1-ECC0CDC84622}"/>
                </a:ext>
              </a:extLst>
            </p:cNvPr>
            <p:cNvSpPr/>
            <p:nvPr/>
          </p:nvSpPr>
          <p:spPr>
            <a:xfrm>
              <a:off x="7513202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88CD3334-8CE7-8A6C-48EA-3F52B3F29FC8}"/>
                </a:ext>
              </a:extLst>
            </p:cNvPr>
            <p:cNvSpPr/>
            <p:nvPr/>
          </p:nvSpPr>
          <p:spPr>
            <a:xfrm>
              <a:off x="5192083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2F08294E-06E4-6C47-7196-DCDF16CF0886}"/>
                </a:ext>
              </a:extLst>
            </p:cNvPr>
            <p:cNvSpPr/>
            <p:nvPr/>
          </p:nvSpPr>
          <p:spPr>
            <a:xfrm>
              <a:off x="5450327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78AEDC7D-0FCF-52FA-FB3D-AB5C6B381A28}"/>
                </a:ext>
              </a:extLst>
            </p:cNvPr>
            <p:cNvSpPr/>
            <p:nvPr/>
          </p:nvSpPr>
          <p:spPr>
            <a:xfrm>
              <a:off x="5708571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59DFD6F4-873F-48E5-AEAF-C56F2E82932E}"/>
                </a:ext>
              </a:extLst>
            </p:cNvPr>
            <p:cNvSpPr/>
            <p:nvPr/>
          </p:nvSpPr>
          <p:spPr>
            <a:xfrm>
              <a:off x="5966815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C70CB70E-AA41-03C6-FFDE-F336DF42F384}"/>
                </a:ext>
              </a:extLst>
            </p:cNvPr>
            <p:cNvSpPr/>
            <p:nvPr/>
          </p:nvSpPr>
          <p:spPr>
            <a:xfrm>
              <a:off x="6225059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0B857643-0F97-1514-C47F-BF8B8366D0D2}"/>
                </a:ext>
              </a:extLst>
            </p:cNvPr>
            <p:cNvSpPr/>
            <p:nvPr/>
          </p:nvSpPr>
          <p:spPr>
            <a:xfrm>
              <a:off x="6480226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889B31A-8592-F7EE-FE09-37A1DDACF9AB}"/>
                </a:ext>
              </a:extLst>
            </p:cNvPr>
            <p:cNvSpPr/>
            <p:nvPr/>
          </p:nvSpPr>
          <p:spPr>
            <a:xfrm>
              <a:off x="6738470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45B430D1-53E5-0CA0-F0FC-737DC2E1B1A8}"/>
                </a:ext>
              </a:extLst>
            </p:cNvPr>
            <p:cNvSpPr/>
            <p:nvPr/>
          </p:nvSpPr>
          <p:spPr>
            <a:xfrm>
              <a:off x="6996714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745BFCF-2C99-7EE6-ED79-928611092BC3}"/>
                </a:ext>
              </a:extLst>
            </p:cNvPr>
            <p:cNvSpPr/>
            <p:nvPr/>
          </p:nvSpPr>
          <p:spPr>
            <a:xfrm>
              <a:off x="7254958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5B3DE4DE-117C-0C35-AEF0-1A2276E02B48}"/>
                </a:ext>
              </a:extLst>
            </p:cNvPr>
            <p:cNvSpPr/>
            <p:nvPr/>
          </p:nvSpPr>
          <p:spPr>
            <a:xfrm>
              <a:off x="7513202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710ECC31-B460-854B-48AD-7CBC9D95AD76}"/>
                </a:ext>
              </a:extLst>
            </p:cNvPr>
            <p:cNvSpPr/>
            <p:nvPr/>
          </p:nvSpPr>
          <p:spPr>
            <a:xfrm>
              <a:off x="5192083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29A6C38E-C265-317C-A58A-084C7477722C}"/>
                </a:ext>
              </a:extLst>
            </p:cNvPr>
            <p:cNvSpPr/>
            <p:nvPr/>
          </p:nvSpPr>
          <p:spPr>
            <a:xfrm>
              <a:off x="5450327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12B0F1AC-760E-D2ED-1FCE-52E6698EA47D}"/>
                </a:ext>
              </a:extLst>
            </p:cNvPr>
            <p:cNvSpPr/>
            <p:nvPr/>
          </p:nvSpPr>
          <p:spPr>
            <a:xfrm>
              <a:off x="5708571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91234E1-0BC1-D458-C144-D78C207E99B9}"/>
                </a:ext>
              </a:extLst>
            </p:cNvPr>
            <p:cNvSpPr/>
            <p:nvPr/>
          </p:nvSpPr>
          <p:spPr>
            <a:xfrm>
              <a:off x="5966815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F785062A-C2AA-0639-F3F4-BA4B49D2D6F0}"/>
                </a:ext>
              </a:extLst>
            </p:cNvPr>
            <p:cNvSpPr/>
            <p:nvPr/>
          </p:nvSpPr>
          <p:spPr>
            <a:xfrm>
              <a:off x="6225059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9ED940F-95A1-64CD-8B29-898784D91FA7}"/>
                </a:ext>
              </a:extLst>
            </p:cNvPr>
            <p:cNvSpPr/>
            <p:nvPr/>
          </p:nvSpPr>
          <p:spPr>
            <a:xfrm>
              <a:off x="6480226" y="4515128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E9BB83A8-C2D1-1413-45D2-982F9644AF99}"/>
                </a:ext>
              </a:extLst>
            </p:cNvPr>
            <p:cNvSpPr/>
            <p:nvPr/>
          </p:nvSpPr>
          <p:spPr>
            <a:xfrm>
              <a:off x="6738470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37B1069-F648-CD0A-43C6-BD49998D489B}"/>
                </a:ext>
              </a:extLst>
            </p:cNvPr>
            <p:cNvSpPr/>
            <p:nvPr/>
          </p:nvSpPr>
          <p:spPr>
            <a:xfrm>
              <a:off x="6996714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8366A0E1-BEF4-C715-0985-0C2E5605B20D}"/>
                </a:ext>
              </a:extLst>
            </p:cNvPr>
            <p:cNvSpPr/>
            <p:nvPr/>
          </p:nvSpPr>
          <p:spPr>
            <a:xfrm>
              <a:off x="7254958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FD4A7C52-8053-3BE4-EADE-C85CC89D9506}"/>
                </a:ext>
              </a:extLst>
            </p:cNvPr>
            <p:cNvSpPr/>
            <p:nvPr/>
          </p:nvSpPr>
          <p:spPr>
            <a:xfrm>
              <a:off x="7513202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BC991FDF-46F6-A9E4-18ED-5E2AC87EE6FC}"/>
                </a:ext>
              </a:extLst>
            </p:cNvPr>
            <p:cNvSpPr/>
            <p:nvPr/>
          </p:nvSpPr>
          <p:spPr>
            <a:xfrm>
              <a:off x="5192083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38CB0C0-0E3F-9B04-4FBC-0C9AF265BDB0}"/>
                </a:ext>
              </a:extLst>
            </p:cNvPr>
            <p:cNvSpPr/>
            <p:nvPr/>
          </p:nvSpPr>
          <p:spPr>
            <a:xfrm>
              <a:off x="5450327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76F43BDE-2E21-6A84-F463-211C3AE64C5C}"/>
                </a:ext>
              </a:extLst>
            </p:cNvPr>
            <p:cNvSpPr/>
            <p:nvPr/>
          </p:nvSpPr>
          <p:spPr>
            <a:xfrm>
              <a:off x="5708571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9498CEFF-D7E4-63F2-18ED-A51D63CC4E22}"/>
                </a:ext>
              </a:extLst>
            </p:cNvPr>
            <p:cNvSpPr/>
            <p:nvPr/>
          </p:nvSpPr>
          <p:spPr>
            <a:xfrm>
              <a:off x="5966815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73E7A826-F561-24E2-8708-A725673089BB}"/>
                </a:ext>
              </a:extLst>
            </p:cNvPr>
            <p:cNvSpPr/>
            <p:nvPr/>
          </p:nvSpPr>
          <p:spPr>
            <a:xfrm>
              <a:off x="6225059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3248B8AF-9F59-C4DE-3A31-65AEA2724D5F}"/>
                </a:ext>
              </a:extLst>
            </p:cNvPr>
            <p:cNvSpPr/>
            <p:nvPr/>
          </p:nvSpPr>
          <p:spPr>
            <a:xfrm>
              <a:off x="6480226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7FA838C9-39E8-142F-8E26-D300F6CAA39E}"/>
                </a:ext>
              </a:extLst>
            </p:cNvPr>
            <p:cNvSpPr/>
            <p:nvPr/>
          </p:nvSpPr>
          <p:spPr>
            <a:xfrm>
              <a:off x="6738470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E6E34005-EA6A-0924-2EE2-21B7D36EB548}"/>
                </a:ext>
              </a:extLst>
            </p:cNvPr>
            <p:cNvSpPr/>
            <p:nvPr/>
          </p:nvSpPr>
          <p:spPr>
            <a:xfrm>
              <a:off x="6996714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C5D90DAA-9825-511E-C036-DF4777DC4E2D}"/>
                </a:ext>
              </a:extLst>
            </p:cNvPr>
            <p:cNvSpPr/>
            <p:nvPr/>
          </p:nvSpPr>
          <p:spPr>
            <a:xfrm>
              <a:off x="7254958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6AA737BF-45FB-7344-CDC0-836EA72DEB25}"/>
                </a:ext>
              </a:extLst>
            </p:cNvPr>
            <p:cNvSpPr/>
            <p:nvPr/>
          </p:nvSpPr>
          <p:spPr>
            <a:xfrm>
              <a:off x="7513202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5F8908CD-2B41-49CA-F158-A762E93844B1}"/>
                </a:ext>
              </a:extLst>
            </p:cNvPr>
            <p:cNvSpPr/>
            <p:nvPr/>
          </p:nvSpPr>
          <p:spPr>
            <a:xfrm>
              <a:off x="5192083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607CDE03-FDDA-0870-6FE2-5C64C7995720}"/>
                </a:ext>
              </a:extLst>
            </p:cNvPr>
            <p:cNvSpPr/>
            <p:nvPr/>
          </p:nvSpPr>
          <p:spPr>
            <a:xfrm>
              <a:off x="5450327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9D7E5C5E-E0B8-48B1-FC2A-BDA303FFF9F8}"/>
                </a:ext>
              </a:extLst>
            </p:cNvPr>
            <p:cNvSpPr/>
            <p:nvPr/>
          </p:nvSpPr>
          <p:spPr>
            <a:xfrm>
              <a:off x="5708571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CC4C6B3-5846-A50F-F560-88B3684C62D4}"/>
                </a:ext>
              </a:extLst>
            </p:cNvPr>
            <p:cNvSpPr/>
            <p:nvPr/>
          </p:nvSpPr>
          <p:spPr>
            <a:xfrm>
              <a:off x="5966815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C9DCF3E8-2FD4-5B23-9E5E-7460175C5013}"/>
                </a:ext>
              </a:extLst>
            </p:cNvPr>
            <p:cNvSpPr/>
            <p:nvPr/>
          </p:nvSpPr>
          <p:spPr>
            <a:xfrm>
              <a:off x="6225059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8A319888-6A06-9E6D-FEA3-5F1B044CC9CA}"/>
                </a:ext>
              </a:extLst>
            </p:cNvPr>
            <p:cNvSpPr/>
            <p:nvPr/>
          </p:nvSpPr>
          <p:spPr>
            <a:xfrm>
              <a:off x="6480226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86DF7441-173C-A08D-FBB9-78010C3B9356}"/>
                </a:ext>
              </a:extLst>
            </p:cNvPr>
            <p:cNvSpPr/>
            <p:nvPr/>
          </p:nvSpPr>
          <p:spPr>
            <a:xfrm>
              <a:off x="6738470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83CE6329-C40E-1C86-4F4F-613677D07675}"/>
                </a:ext>
              </a:extLst>
            </p:cNvPr>
            <p:cNvSpPr/>
            <p:nvPr/>
          </p:nvSpPr>
          <p:spPr>
            <a:xfrm>
              <a:off x="6996714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A54D76A2-A067-4949-B81F-E3EF45FCE954}"/>
                </a:ext>
              </a:extLst>
            </p:cNvPr>
            <p:cNvSpPr/>
            <p:nvPr/>
          </p:nvSpPr>
          <p:spPr>
            <a:xfrm>
              <a:off x="7254958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8292378B-0A50-17D7-53B8-77F883D3923A}"/>
                </a:ext>
              </a:extLst>
            </p:cNvPr>
            <p:cNvSpPr/>
            <p:nvPr/>
          </p:nvSpPr>
          <p:spPr>
            <a:xfrm>
              <a:off x="7513202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655B169D-313D-70C2-9091-16CB49A8775F}"/>
                </a:ext>
              </a:extLst>
            </p:cNvPr>
            <p:cNvSpPr/>
            <p:nvPr/>
          </p:nvSpPr>
          <p:spPr>
            <a:xfrm>
              <a:off x="5192083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6FABF10C-C2D6-D259-6B67-858CA8BFDC15}"/>
                </a:ext>
              </a:extLst>
            </p:cNvPr>
            <p:cNvSpPr/>
            <p:nvPr/>
          </p:nvSpPr>
          <p:spPr>
            <a:xfrm>
              <a:off x="5450327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6EA5B459-7083-0CB6-8E2E-E0BFE0F329D3}"/>
                </a:ext>
              </a:extLst>
            </p:cNvPr>
            <p:cNvSpPr/>
            <p:nvPr/>
          </p:nvSpPr>
          <p:spPr>
            <a:xfrm>
              <a:off x="5708571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90130A8A-4D37-E5FB-2465-5CA17534775B}"/>
                </a:ext>
              </a:extLst>
            </p:cNvPr>
            <p:cNvSpPr/>
            <p:nvPr/>
          </p:nvSpPr>
          <p:spPr>
            <a:xfrm>
              <a:off x="5966815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B3E74A00-91A7-5172-EC36-199DB607C9AE}"/>
                </a:ext>
              </a:extLst>
            </p:cNvPr>
            <p:cNvSpPr/>
            <p:nvPr/>
          </p:nvSpPr>
          <p:spPr>
            <a:xfrm>
              <a:off x="6225059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41408951-F406-6510-F2FD-0FE323C48F64}"/>
                </a:ext>
              </a:extLst>
            </p:cNvPr>
            <p:cNvSpPr/>
            <p:nvPr/>
          </p:nvSpPr>
          <p:spPr>
            <a:xfrm>
              <a:off x="6480226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937CB50-6F78-4C29-DCCA-AC41051A2D36}"/>
                </a:ext>
              </a:extLst>
            </p:cNvPr>
            <p:cNvSpPr/>
            <p:nvPr/>
          </p:nvSpPr>
          <p:spPr>
            <a:xfrm>
              <a:off x="6738470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9E078EBF-672A-52E9-7C2E-E41CC3D67723}"/>
                </a:ext>
              </a:extLst>
            </p:cNvPr>
            <p:cNvSpPr/>
            <p:nvPr/>
          </p:nvSpPr>
          <p:spPr>
            <a:xfrm>
              <a:off x="6996714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71B1AF8A-5F61-A3CC-BCAB-3379C3BA6D67}"/>
                </a:ext>
              </a:extLst>
            </p:cNvPr>
            <p:cNvSpPr/>
            <p:nvPr/>
          </p:nvSpPr>
          <p:spPr>
            <a:xfrm>
              <a:off x="7254958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0586D5D7-729A-261E-AD7E-173AC97AB238}"/>
                </a:ext>
              </a:extLst>
            </p:cNvPr>
            <p:cNvSpPr/>
            <p:nvPr/>
          </p:nvSpPr>
          <p:spPr>
            <a:xfrm>
              <a:off x="7513202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6EE2A3B3-8DFD-13F4-3B80-FAFB0F653FCB}"/>
                </a:ext>
              </a:extLst>
            </p:cNvPr>
            <p:cNvSpPr/>
            <p:nvPr/>
          </p:nvSpPr>
          <p:spPr>
            <a:xfrm>
              <a:off x="5192083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3788C1AE-CAD2-009D-F0F3-7941095BD4F7}"/>
                </a:ext>
              </a:extLst>
            </p:cNvPr>
            <p:cNvSpPr/>
            <p:nvPr/>
          </p:nvSpPr>
          <p:spPr>
            <a:xfrm>
              <a:off x="5450327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71152EB-38D0-90B1-C36C-F749811D6EFE}"/>
                </a:ext>
              </a:extLst>
            </p:cNvPr>
            <p:cNvSpPr/>
            <p:nvPr/>
          </p:nvSpPr>
          <p:spPr>
            <a:xfrm>
              <a:off x="5708571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74BD6E3D-B7AF-34D1-7161-DBF75E14DEF0}"/>
                </a:ext>
              </a:extLst>
            </p:cNvPr>
            <p:cNvSpPr/>
            <p:nvPr/>
          </p:nvSpPr>
          <p:spPr>
            <a:xfrm>
              <a:off x="5966815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91A294C4-D5B8-F3D7-92CA-4EB85F8D7D5D}"/>
                </a:ext>
              </a:extLst>
            </p:cNvPr>
            <p:cNvSpPr/>
            <p:nvPr/>
          </p:nvSpPr>
          <p:spPr>
            <a:xfrm>
              <a:off x="6225059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C9109BBB-4D82-19B3-467D-293ADE79D495}"/>
                </a:ext>
              </a:extLst>
            </p:cNvPr>
            <p:cNvSpPr/>
            <p:nvPr/>
          </p:nvSpPr>
          <p:spPr>
            <a:xfrm>
              <a:off x="6480226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847628D7-E123-161E-DF91-F061D0E27B7B}"/>
                </a:ext>
              </a:extLst>
            </p:cNvPr>
            <p:cNvSpPr/>
            <p:nvPr/>
          </p:nvSpPr>
          <p:spPr>
            <a:xfrm>
              <a:off x="6738470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2C397183-1950-29C1-32E3-EE2194630D52}"/>
                </a:ext>
              </a:extLst>
            </p:cNvPr>
            <p:cNvSpPr/>
            <p:nvPr/>
          </p:nvSpPr>
          <p:spPr>
            <a:xfrm>
              <a:off x="6996714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939C3DDE-38AA-7C44-A8D5-A54548CE85E0}"/>
                </a:ext>
              </a:extLst>
            </p:cNvPr>
            <p:cNvSpPr/>
            <p:nvPr/>
          </p:nvSpPr>
          <p:spPr>
            <a:xfrm>
              <a:off x="7254958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36380E0A-1B1E-F45C-E45A-3EA863EFF68C}"/>
                </a:ext>
              </a:extLst>
            </p:cNvPr>
            <p:cNvSpPr/>
            <p:nvPr/>
          </p:nvSpPr>
          <p:spPr>
            <a:xfrm>
              <a:off x="7513202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B7BBC845-7B41-FDF9-5851-2CED63981959}"/>
                </a:ext>
              </a:extLst>
            </p:cNvPr>
            <p:cNvSpPr/>
            <p:nvPr/>
          </p:nvSpPr>
          <p:spPr>
            <a:xfrm>
              <a:off x="5192083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DED4C89C-38CB-8CC1-3602-787B1514E0D0}"/>
                </a:ext>
              </a:extLst>
            </p:cNvPr>
            <p:cNvSpPr/>
            <p:nvPr/>
          </p:nvSpPr>
          <p:spPr>
            <a:xfrm>
              <a:off x="5450327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478E7A40-399D-F7F9-C013-268258D8A6C5}"/>
                </a:ext>
              </a:extLst>
            </p:cNvPr>
            <p:cNvSpPr/>
            <p:nvPr/>
          </p:nvSpPr>
          <p:spPr>
            <a:xfrm>
              <a:off x="5708571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567D0814-B09D-89E7-2683-9614F5378703}"/>
                </a:ext>
              </a:extLst>
            </p:cNvPr>
            <p:cNvSpPr/>
            <p:nvPr/>
          </p:nvSpPr>
          <p:spPr>
            <a:xfrm>
              <a:off x="5966815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8DAE7CD0-5FC2-9635-7BF8-24298C7390A2}"/>
                </a:ext>
              </a:extLst>
            </p:cNvPr>
            <p:cNvSpPr/>
            <p:nvPr/>
          </p:nvSpPr>
          <p:spPr>
            <a:xfrm>
              <a:off x="6225059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3A0B7815-3BD8-F5E4-C668-EC67613B08DE}"/>
                </a:ext>
              </a:extLst>
            </p:cNvPr>
            <p:cNvSpPr/>
            <p:nvPr/>
          </p:nvSpPr>
          <p:spPr>
            <a:xfrm>
              <a:off x="6480226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79FFFBB0-D70D-419C-0F77-E5D5BAFCE95E}"/>
                </a:ext>
              </a:extLst>
            </p:cNvPr>
            <p:cNvSpPr/>
            <p:nvPr/>
          </p:nvSpPr>
          <p:spPr>
            <a:xfrm>
              <a:off x="6738470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5B5C3FDD-1A2D-D4F9-AA85-BC7803F162E5}"/>
                </a:ext>
              </a:extLst>
            </p:cNvPr>
            <p:cNvSpPr/>
            <p:nvPr/>
          </p:nvSpPr>
          <p:spPr>
            <a:xfrm>
              <a:off x="6996714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C8DE78DA-BCCD-6E98-CD5E-2198C8CE9F21}"/>
                </a:ext>
              </a:extLst>
            </p:cNvPr>
            <p:cNvSpPr/>
            <p:nvPr/>
          </p:nvSpPr>
          <p:spPr>
            <a:xfrm>
              <a:off x="7254958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59EF2847-4DCA-0D24-9338-6AB3B2F79799}"/>
                </a:ext>
              </a:extLst>
            </p:cNvPr>
            <p:cNvSpPr/>
            <p:nvPr/>
          </p:nvSpPr>
          <p:spPr>
            <a:xfrm>
              <a:off x="7513202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63CA4B9B-14EA-14F2-A328-41F4DAEC4438}"/>
                </a:ext>
              </a:extLst>
            </p:cNvPr>
            <p:cNvSpPr/>
            <p:nvPr/>
          </p:nvSpPr>
          <p:spPr>
            <a:xfrm>
              <a:off x="5192083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C0286078-B863-D19D-B847-F8CC94A4B441}"/>
                </a:ext>
              </a:extLst>
            </p:cNvPr>
            <p:cNvSpPr/>
            <p:nvPr/>
          </p:nvSpPr>
          <p:spPr>
            <a:xfrm>
              <a:off x="5450327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DD9D549B-3355-16CC-9312-08C3AC38D7E4}"/>
                </a:ext>
              </a:extLst>
            </p:cNvPr>
            <p:cNvSpPr/>
            <p:nvPr/>
          </p:nvSpPr>
          <p:spPr>
            <a:xfrm>
              <a:off x="5708571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B66BE8DB-D498-C388-21BE-1B507AA2752D}"/>
                </a:ext>
              </a:extLst>
            </p:cNvPr>
            <p:cNvSpPr/>
            <p:nvPr/>
          </p:nvSpPr>
          <p:spPr>
            <a:xfrm>
              <a:off x="5966815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E19C2625-B276-0EB3-DA22-3DA4E4CE2BCC}"/>
                </a:ext>
              </a:extLst>
            </p:cNvPr>
            <p:cNvSpPr/>
            <p:nvPr/>
          </p:nvSpPr>
          <p:spPr>
            <a:xfrm>
              <a:off x="6225059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2034B53B-AE13-4581-471F-BA0E7AEF5449}"/>
                </a:ext>
              </a:extLst>
            </p:cNvPr>
            <p:cNvSpPr/>
            <p:nvPr/>
          </p:nvSpPr>
          <p:spPr>
            <a:xfrm>
              <a:off x="6480226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F35719C4-1F8A-CEDB-63B5-27F88C865243}"/>
                </a:ext>
              </a:extLst>
            </p:cNvPr>
            <p:cNvSpPr/>
            <p:nvPr/>
          </p:nvSpPr>
          <p:spPr>
            <a:xfrm>
              <a:off x="6738470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65A91B63-70DD-319B-211C-94BFC75362AF}"/>
                </a:ext>
              </a:extLst>
            </p:cNvPr>
            <p:cNvSpPr/>
            <p:nvPr/>
          </p:nvSpPr>
          <p:spPr>
            <a:xfrm>
              <a:off x="6996714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0D99F909-45B1-13A4-4170-B79CCB1D7159}"/>
                </a:ext>
              </a:extLst>
            </p:cNvPr>
            <p:cNvSpPr/>
            <p:nvPr/>
          </p:nvSpPr>
          <p:spPr>
            <a:xfrm>
              <a:off x="7254958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4CC1EF09-BC1B-06FC-D212-8071F79736AC}"/>
                </a:ext>
              </a:extLst>
            </p:cNvPr>
            <p:cNvSpPr/>
            <p:nvPr/>
          </p:nvSpPr>
          <p:spPr>
            <a:xfrm>
              <a:off x="7513202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9FFEFAB4-A853-6CC1-B67A-BA255DBC52B1}"/>
              </a:ext>
            </a:extLst>
          </p:cNvPr>
          <p:cNvGrpSpPr/>
          <p:nvPr/>
        </p:nvGrpSpPr>
        <p:grpSpPr>
          <a:xfrm>
            <a:off x="2775049" y="3806207"/>
            <a:ext cx="1123302" cy="1058127"/>
            <a:chOff x="5192083" y="3788281"/>
            <a:chExt cx="2531927" cy="2385022"/>
          </a:xfrm>
          <a:solidFill>
            <a:srgbClr val="E1E1E1"/>
          </a:solidFill>
        </p:grpSpPr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EBD3B3A2-95D5-359D-AE80-6358A6EC0944}"/>
                </a:ext>
              </a:extLst>
            </p:cNvPr>
            <p:cNvSpPr/>
            <p:nvPr/>
          </p:nvSpPr>
          <p:spPr>
            <a:xfrm>
              <a:off x="5192083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AEFE4AB5-8182-8607-0C7D-4A5F77EA6F5A}"/>
                </a:ext>
              </a:extLst>
            </p:cNvPr>
            <p:cNvSpPr/>
            <p:nvPr/>
          </p:nvSpPr>
          <p:spPr>
            <a:xfrm>
              <a:off x="5450327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36956B88-A4F1-648D-A180-7B2835F95231}"/>
                </a:ext>
              </a:extLst>
            </p:cNvPr>
            <p:cNvSpPr/>
            <p:nvPr/>
          </p:nvSpPr>
          <p:spPr>
            <a:xfrm>
              <a:off x="5708571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B564DB6A-68D6-C381-7D47-07BD422BEC0B}"/>
                </a:ext>
              </a:extLst>
            </p:cNvPr>
            <p:cNvSpPr/>
            <p:nvPr/>
          </p:nvSpPr>
          <p:spPr>
            <a:xfrm>
              <a:off x="5966815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BCC59612-F627-03A2-4A27-9F00A9E6F0E0}"/>
                </a:ext>
              </a:extLst>
            </p:cNvPr>
            <p:cNvSpPr/>
            <p:nvPr/>
          </p:nvSpPr>
          <p:spPr>
            <a:xfrm>
              <a:off x="6225059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769987A0-C115-6BF9-FF7F-A0F9B7F2D775}"/>
                </a:ext>
              </a:extLst>
            </p:cNvPr>
            <p:cNvSpPr/>
            <p:nvPr/>
          </p:nvSpPr>
          <p:spPr>
            <a:xfrm>
              <a:off x="6480226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8795A83B-4550-3E5B-36C3-EAAA2784EC42}"/>
                </a:ext>
              </a:extLst>
            </p:cNvPr>
            <p:cNvSpPr/>
            <p:nvPr/>
          </p:nvSpPr>
          <p:spPr>
            <a:xfrm>
              <a:off x="6738470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D2E739A9-8C26-8A34-4A2F-B1F7A2528CD0}"/>
                </a:ext>
              </a:extLst>
            </p:cNvPr>
            <p:cNvSpPr/>
            <p:nvPr/>
          </p:nvSpPr>
          <p:spPr>
            <a:xfrm>
              <a:off x="6996714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DFB6C224-A39B-D69A-37AC-89772AAD7F6A}"/>
                </a:ext>
              </a:extLst>
            </p:cNvPr>
            <p:cNvSpPr/>
            <p:nvPr/>
          </p:nvSpPr>
          <p:spPr>
            <a:xfrm>
              <a:off x="7254958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6F663850-3F1F-F08D-41F7-86EC251C0844}"/>
                </a:ext>
              </a:extLst>
            </p:cNvPr>
            <p:cNvSpPr/>
            <p:nvPr/>
          </p:nvSpPr>
          <p:spPr>
            <a:xfrm>
              <a:off x="7513202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FBE83D9D-1EA3-AC81-BCC5-5FF2513C8E1A}"/>
                </a:ext>
              </a:extLst>
            </p:cNvPr>
            <p:cNvSpPr/>
            <p:nvPr/>
          </p:nvSpPr>
          <p:spPr>
            <a:xfrm>
              <a:off x="5192083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C244DFC4-12C6-1B3E-BC87-45245024F736}"/>
                </a:ext>
              </a:extLst>
            </p:cNvPr>
            <p:cNvSpPr/>
            <p:nvPr/>
          </p:nvSpPr>
          <p:spPr>
            <a:xfrm>
              <a:off x="5450327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FB6849DF-73E6-3656-6FC4-64F33B4DF1E2}"/>
                </a:ext>
              </a:extLst>
            </p:cNvPr>
            <p:cNvSpPr/>
            <p:nvPr/>
          </p:nvSpPr>
          <p:spPr>
            <a:xfrm>
              <a:off x="5708571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73BA056D-FDAB-5BF7-976D-3D221E92F5BE}"/>
                </a:ext>
              </a:extLst>
            </p:cNvPr>
            <p:cNvSpPr/>
            <p:nvPr/>
          </p:nvSpPr>
          <p:spPr>
            <a:xfrm>
              <a:off x="5966815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A6F4C763-2475-8224-8CC7-145CC8BD4874}"/>
                </a:ext>
              </a:extLst>
            </p:cNvPr>
            <p:cNvSpPr/>
            <p:nvPr/>
          </p:nvSpPr>
          <p:spPr>
            <a:xfrm>
              <a:off x="6225059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639A8ABE-2AD7-78F4-383A-9F4CB0ECC91C}"/>
                </a:ext>
              </a:extLst>
            </p:cNvPr>
            <p:cNvSpPr/>
            <p:nvPr/>
          </p:nvSpPr>
          <p:spPr>
            <a:xfrm>
              <a:off x="6480226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D3A8A284-0F71-2AFE-ADF1-813D3E6127B6}"/>
                </a:ext>
              </a:extLst>
            </p:cNvPr>
            <p:cNvSpPr/>
            <p:nvPr/>
          </p:nvSpPr>
          <p:spPr>
            <a:xfrm>
              <a:off x="6738470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D7E4BA7F-098D-A352-4FA5-7F8D4F5D32A8}"/>
                </a:ext>
              </a:extLst>
            </p:cNvPr>
            <p:cNvSpPr/>
            <p:nvPr/>
          </p:nvSpPr>
          <p:spPr>
            <a:xfrm>
              <a:off x="6996714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92903D66-7208-4EC3-BB99-1423B9853DCD}"/>
                </a:ext>
              </a:extLst>
            </p:cNvPr>
            <p:cNvSpPr/>
            <p:nvPr/>
          </p:nvSpPr>
          <p:spPr>
            <a:xfrm>
              <a:off x="7254958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BACE0DAC-0A01-ECDB-9217-8F649A7E9C94}"/>
                </a:ext>
              </a:extLst>
            </p:cNvPr>
            <p:cNvSpPr/>
            <p:nvPr/>
          </p:nvSpPr>
          <p:spPr>
            <a:xfrm>
              <a:off x="7513202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6FD2DBD1-0450-2901-0356-D9EC5259F8A9}"/>
                </a:ext>
              </a:extLst>
            </p:cNvPr>
            <p:cNvSpPr/>
            <p:nvPr/>
          </p:nvSpPr>
          <p:spPr>
            <a:xfrm>
              <a:off x="5192083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30A69E27-EAC1-F539-8066-3254AF42C0B0}"/>
                </a:ext>
              </a:extLst>
            </p:cNvPr>
            <p:cNvSpPr/>
            <p:nvPr/>
          </p:nvSpPr>
          <p:spPr>
            <a:xfrm>
              <a:off x="5450327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4D1C4527-DCE0-2189-F4DD-CCCFEAEE8744}"/>
                </a:ext>
              </a:extLst>
            </p:cNvPr>
            <p:cNvSpPr/>
            <p:nvPr/>
          </p:nvSpPr>
          <p:spPr>
            <a:xfrm>
              <a:off x="5708571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34FC9EAD-561B-A3FE-7E99-6384DBABD20D}"/>
                </a:ext>
              </a:extLst>
            </p:cNvPr>
            <p:cNvSpPr/>
            <p:nvPr/>
          </p:nvSpPr>
          <p:spPr>
            <a:xfrm>
              <a:off x="5966815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534947DA-A022-C09D-52F1-FF8BA9D04B4C}"/>
                </a:ext>
              </a:extLst>
            </p:cNvPr>
            <p:cNvSpPr/>
            <p:nvPr/>
          </p:nvSpPr>
          <p:spPr>
            <a:xfrm>
              <a:off x="6225059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8188EB1E-F459-EC40-8F01-5CB72A0B773C}"/>
                </a:ext>
              </a:extLst>
            </p:cNvPr>
            <p:cNvSpPr/>
            <p:nvPr/>
          </p:nvSpPr>
          <p:spPr>
            <a:xfrm>
              <a:off x="6480226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41CD4473-9881-D6AD-6C5C-F3D630A35F65}"/>
                </a:ext>
              </a:extLst>
            </p:cNvPr>
            <p:cNvSpPr/>
            <p:nvPr/>
          </p:nvSpPr>
          <p:spPr>
            <a:xfrm>
              <a:off x="6738470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67523CA5-11ED-3CE6-3711-73A604F67036}"/>
                </a:ext>
              </a:extLst>
            </p:cNvPr>
            <p:cNvSpPr/>
            <p:nvPr/>
          </p:nvSpPr>
          <p:spPr>
            <a:xfrm>
              <a:off x="6996714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009BE2D8-E94E-C82B-92E8-1C7184914626}"/>
                </a:ext>
              </a:extLst>
            </p:cNvPr>
            <p:cNvSpPr/>
            <p:nvPr/>
          </p:nvSpPr>
          <p:spPr>
            <a:xfrm>
              <a:off x="7254958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319838AA-334A-4732-0F30-07CFAB887F2D}"/>
                </a:ext>
              </a:extLst>
            </p:cNvPr>
            <p:cNvSpPr/>
            <p:nvPr/>
          </p:nvSpPr>
          <p:spPr>
            <a:xfrm>
              <a:off x="7513202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628DEDA8-5540-3738-8BD4-A407CE99AC92}"/>
                </a:ext>
              </a:extLst>
            </p:cNvPr>
            <p:cNvSpPr/>
            <p:nvPr/>
          </p:nvSpPr>
          <p:spPr>
            <a:xfrm>
              <a:off x="5192083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10A6B814-BAC0-1B81-D4C1-26059FB244D9}"/>
                </a:ext>
              </a:extLst>
            </p:cNvPr>
            <p:cNvSpPr/>
            <p:nvPr/>
          </p:nvSpPr>
          <p:spPr>
            <a:xfrm>
              <a:off x="5450327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B9114820-9667-0AA1-0D97-81C00750439E}"/>
                </a:ext>
              </a:extLst>
            </p:cNvPr>
            <p:cNvSpPr/>
            <p:nvPr/>
          </p:nvSpPr>
          <p:spPr>
            <a:xfrm>
              <a:off x="5708571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96FDAC15-D35E-2588-4646-3B064C277497}"/>
                </a:ext>
              </a:extLst>
            </p:cNvPr>
            <p:cNvSpPr/>
            <p:nvPr/>
          </p:nvSpPr>
          <p:spPr>
            <a:xfrm>
              <a:off x="5966815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CD4420D9-0A93-A8EF-6C90-A7B29A496EA5}"/>
                </a:ext>
              </a:extLst>
            </p:cNvPr>
            <p:cNvSpPr/>
            <p:nvPr/>
          </p:nvSpPr>
          <p:spPr>
            <a:xfrm>
              <a:off x="6225059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371838E0-A2BB-F498-5AE0-42496432B425}"/>
                </a:ext>
              </a:extLst>
            </p:cNvPr>
            <p:cNvSpPr/>
            <p:nvPr/>
          </p:nvSpPr>
          <p:spPr>
            <a:xfrm>
              <a:off x="6480226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31EB6478-E53F-3AB4-CD9A-839FD7E2F66E}"/>
                </a:ext>
              </a:extLst>
            </p:cNvPr>
            <p:cNvSpPr/>
            <p:nvPr/>
          </p:nvSpPr>
          <p:spPr>
            <a:xfrm>
              <a:off x="6738470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AA85E972-0B8A-1077-71D6-11D09AA42BBD}"/>
                </a:ext>
              </a:extLst>
            </p:cNvPr>
            <p:cNvSpPr/>
            <p:nvPr/>
          </p:nvSpPr>
          <p:spPr>
            <a:xfrm>
              <a:off x="6996714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217F02D6-3F0B-CB35-FE52-4DFD1BD3454A}"/>
                </a:ext>
              </a:extLst>
            </p:cNvPr>
            <p:cNvSpPr/>
            <p:nvPr/>
          </p:nvSpPr>
          <p:spPr>
            <a:xfrm>
              <a:off x="7254958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EEE10963-29F3-C5D2-C2D1-F8E29720AFAB}"/>
                </a:ext>
              </a:extLst>
            </p:cNvPr>
            <p:cNvSpPr/>
            <p:nvPr/>
          </p:nvSpPr>
          <p:spPr>
            <a:xfrm>
              <a:off x="7513202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8EB46551-86E7-6AF0-08EC-B7AFB66C6189}"/>
                </a:ext>
              </a:extLst>
            </p:cNvPr>
            <p:cNvSpPr/>
            <p:nvPr/>
          </p:nvSpPr>
          <p:spPr>
            <a:xfrm>
              <a:off x="5192083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50742C42-C10A-0559-65FC-6B9D1E137F9C}"/>
                </a:ext>
              </a:extLst>
            </p:cNvPr>
            <p:cNvSpPr/>
            <p:nvPr/>
          </p:nvSpPr>
          <p:spPr>
            <a:xfrm>
              <a:off x="5450327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6023FE23-4C44-43C7-DF0D-DC38A69FBE65}"/>
                </a:ext>
              </a:extLst>
            </p:cNvPr>
            <p:cNvSpPr/>
            <p:nvPr/>
          </p:nvSpPr>
          <p:spPr>
            <a:xfrm>
              <a:off x="5708571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1EF151BB-892F-06F0-EB8B-DC5B26397D84}"/>
                </a:ext>
              </a:extLst>
            </p:cNvPr>
            <p:cNvSpPr/>
            <p:nvPr/>
          </p:nvSpPr>
          <p:spPr>
            <a:xfrm>
              <a:off x="5966815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11008B1F-FAF7-F5A5-4E39-2E02F23E0BA3}"/>
                </a:ext>
              </a:extLst>
            </p:cNvPr>
            <p:cNvSpPr/>
            <p:nvPr/>
          </p:nvSpPr>
          <p:spPr>
            <a:xfrm>
              <a:off x="6225059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01C7B719-1C28-6D1A-5880-E67086129C81}"/>
                </a:ext>
              </a:extLst>
            </p:cNvPr>
            <p:cNvSpPr/>
            <p:nvPr/>
          </p:nvSpPr>
          <p:spPr>
            <a:xfrm>
              <a:off x="6480226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06E9626F-D75A-811F-55FA-E54826A47C9D}"/>
                </a:ext>
              </a:extLst>
            </p:cNvPr>
            <p:cNvSpPr/>
            <p:nvPr/>
          </p:nvSpPr>
          <p:spPr>
            <a:xfrm>
              <a:off x="6738470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1B08C770-AA9F-7A53-CAF0-6C9C43F28455}"/>
                </a:ext>
              </a:extLst>
            </p:cNvPr>
            <p:cNvSpPr/>
            <p:nvPr/>
          </p:nvSpPr>
          <p:spPr>
            <a:xfrm>
              <a:off x="6996714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077B33A1-D1F2-C77A-6507-BD6444FA0A1C}"/>
                </a:ext>
              </a:extLst>
            </p:cNvPr>
            <p:cNvSpPr/>
            <p:nvPr/>
          </p:nvSpPr>
          <p:spPr>
            <a:xfrm>
              <a:off x="7254958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F413D385-BF19-A386-CF58-B58635EE852D}"/>
                </a:ext>
              </a:extLst>
            </p:cNvPr>
            <p:cNvSpPr/>
            <p:nvPr/>
          </p:nvSpPr>
          <p:spPr>
            <a:xfrm>
              <a:off x="7513202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5C676B7C-4B42-01D8-1A8A-D858D2F3F597}"/>
                </a:ext>
              </a:extLst>
            </p:cNvPr>
            <p:cNvSpPr/>
            <p:nvPr/>
          </p:nvSpPr>
          <p:spPr>
            <a:xfrm>
              <a:off x="5192083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196C58B7-B741-B230-1D2C-4E9D994F75D0}"/>
                </a:ext>
              </a:extLst>
            </p:cNvPr>
            <p:cNvSpPr/>
            <p:nvPr/>
          </p:nvSpPr>
          <p:spPr>
            <a:xfrm>
              <a:off x="5450327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63D30123-CD73-6178-07DC-6C5EE57AF19E}"/>
                </a:ext>
              </a:extLst>
            </p:cNvPr>
            <p:cNvSpPr/>
            <p:nvPr/>
          </p:nvSpPr>
          <p:spPr>
            <a:xfrm>
              <a:off x="5708571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A2771BDB-FBE7-0A52-9056-2A128269E590}"/>
                </a:ext>
              </a:extLst>
            </p:cNvPr>
            <p:cNvSpPr/>
            <p:nvPr/>
          </p:nvSpPr>
          <p:spPr>
            <a:xfrm>
              <a:off x="5966815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D94E5E45-8339-873B-BEF7-97783CEC46F1}"/>
                </a:ext>
              </a:extLst>
            </p:cNvPr>
            <p:cNvSpPr/>
            <p:nvPr/>
          </p:nvSpPr>
          <p:spPr>
            <a:xfrm>
              <a:off x="6225059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F0CF994E-E7FC-5B88-5FC3-3B821FB38C14}"/>
                </a:ext>
              </a:extLst>
            </p:cNvPr>
            <p:cNvSpPr/>
            <p:nvPr/>
          </p:nvSpPr>
          <p:spPr>
            <a:xfrm>
              <a:off x="6480226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AC649103-BFBD-6599-163D-125D35275686}"/>
                </a:ext>
              </a:extLst>
            </p:cNvPr>
            <p:cNvSpPr/>
            <p:nvPr/>
          </p:nvSpPr>
          <p:spPr>
            <a:xfrm>
              <a:off x="6738470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BC68CAAB-F927-2F5D-743A-2E6E30D20C95}"/>
                </a:ext>
              </a:extLst>
            </p:cNvPr>
            <p:cNvSpPr/>
            <p:nvPr/>
          </p:nvSpPr>
          <p:spPr>
            <a:xfrm>
              <a:off x="6996714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D811FD35-99B0-5C2D-8497-C3E09267FF0A}"/>
                </a:ext>
              </a:extLst>
            </p:cNvPr>
            <p:cNvSpPr/>
            <p:nvPr/>
          </p:nvSpPr>
          <p:spPr>
            <a:xfrm>
              <a:off x="7254958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B55E1F45-3ED7-C6AE-7A6B-816D0CD8E721}"/>
                </a:ext>
              </a:extLst>
            </p:cNvPr>
            <p:cNvSpPr/>
            <p:nvPr/>
          </p:nvSpPr>
          <p:spPr>
            <a:xfrm>
              <a:off x="7513202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BC623FC5-DC8C-29F3-FAB7-628E66FF6A94}"/>
                </a:ext>
              </a:extLst>
            </p:cNvPr>
            <p:cNvSpPr/>
            <p:nvPr/>
          </p:nvSpPr>
          <p:spPr>
            <a:xfrm>
              <a:off x="5192083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C4B6690E-A559-F2EE-047F-2F7CD59C901E}"/>
                </a:ext>
              </a:extLst>
            </p:cNvPr>
            <p:cNvSpPr/>
            <p:nvPr/>
          </p:nvSpPr>
          <p:spPr>
            <a:xfrm>
              <a:off x="5450327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F435C764-4E2F-5D38-3293-4D1E67956B13}"/>
                </a:ext>
              </a:extLst>
            </p:cNvPr>
            <p:cNvSpPr/>
            <p:nvPr/>
          </p:nvSpPr>
          <p:spPr>
            <a:xfrm>
              <a:off x="5708571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5C4FB019-1A15-3700-A2E0-EEEFCB8D813B}"/>
                </a:ext>
              </a:extLst>
            </p:cNvPr>
            <p:cNvSpPr/>
            <p:nvPr/>
          </p:nvSpPr>
          <p:spPr>
            <a:xfrm>
              <a:off x="5966815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E19B2400-CDA5-34FE-43B9-04067B7C30A4}"/>
                </a:ext>
              </a:extLst>
            </p:cNvPr>
            <p:cNvSpPr/>
            <p:nvPr/>
          </p:nvSpPr>
          <p:spPr>
            <a:xfrm>
              <a:off x="6225059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177C1042-3E15-3A71-0206-0F643B819930}"/>
                </a:ext>
              </a:extLst>
            </p:cNvPr>
            <p:cNvSpPr/>
            <p:nvPr/>
          </p:nvSpPr>
          <p:spPr>
            <a:xfrm>
              <a:off x="6480226" y="524011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B17501EA-91A9-3095-845A-8E183EF26BC3}"/>
                </a:ext>
              </a:extLst>
            </p:cNvPr>
            <p:cNvSpPr/>
            <p:nvPr/>
          </p:nvSpPr>
          <p:spPr>
            <a:xfrm>
              <a:off x="6738470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099E32F1-7828-D863-E91A-4E367007DA28}"/>
                </a:ext>
              </a:extLst>
            </p:cNvPr>
            <p:cNvSpPr/>
            <p:nvPr/>
          </p:nvSpPr>
          <p:spPr>
            <a:xfrm>
              <a:off x="6996714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9" name="椭圆 218">
              <a:extLst>
                <a:ext uri="{FF2B5EF4-FFF2-40B4-BE49-F238E27FC236}">
                  <a16:creationId xmlns:a16="http://schemas.microsoft.com/office/drawing/2014/main" id="{DE2B0BF0-4EF9-3B1F-95AD-485FABC1BD71}"/>
                </a:ext>
              </a:extLst>
            </p:cNvPr>
            <p:cNvSpPr/>
            <p:nvPr/>
          </p:nvSpPr>
          <p:spPr>
            <a:xfrm>
              <a:off x="7254958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D89C9F2B-947B-70FA-A4E4-50CA5F8C4BEA}"/>
                </a:ext>
              </a:extLst>
            </p:cNvPr>
            <p:cNvSpPr/>
            <p:nvPr/>
          </p:nvSpPr>
          <p:spPr>
            <a:xfrm>
              <a:off x="7513202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9B50180B-6A1D-FA20-C84D-C4D895F8D264}"/>
                </a:ext>
              </a:extLst>
            </p:cNvPr>
            <p:cNvSpPr/>
            <p:nvPr/>
          </p:nvSpPr>
          <p:spPr>
            <a:xfrm>
              <a:off x="5192083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36D6A1E4-4EF5-4CCA-BA66-7531D0CC980D}"/>
                </a:ext>
              </a:extLst>
            </p:cNvPr>
            <p:cNvSpPr/>
            <p:nvPr/>
          </p:nvSpPr>
          <p:spPr>
            <a:xfrm>
              <a:off x="5450327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D990CD83-8281-4CE4-C647-1857AD869145}"/>
                </a:ext>
              </a:extLst>
            </p:cNvPr>
            <p:cNvSpPr/>
            <p:nvPr/>
          </p:nvSpPr>
          <p:spPr>
            <a:xfrm>
              <a:off x="5708571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4" name="椭圆 223">
              <a:extLst>
                <a:ext uri="{FF2B5EF4-FFF2-40B4-BE49-F238E27FC236}">
                  <a16:creationId xmlns:a16="http://schemas.microsoft.com/office/drawing/2014/main" id="{90A6D6D5-2DDA-89F5-E5EB-F64005725284}"/>
                </a:ext>
              </a:extLst>
            </p:cNvPr>
            <p:cNvSpPr/>
            <p:nvPr/>
          </p:nvSpPr>
          <p:spPr>
            <a:xfrm>
              <a:off x="5966815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92EFD4CF-BEAF-32E3-05BC-DC0B7B7D19E0}"/>
                </a:ext>
              </a:extLst>
            </p:cNvPr>
            <p:cNvSpPr/>
            <p:nvPr/>
          </p:nvSpPr>
          <p:spPr>
            <a:xfrm>
              <a:off x="6225059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FF70E56E-B5EB-2781-444C-9825E0A956D8}"/>
                </a:ext>
              </a:extLst>
            </p:cNvPr>
            <p:cNvSpPr/>
            <p:nvPr/>
          </p:nvSpPr>
          <p:spPr>
            <a:xfrm>
              <a:off x="6480226" y="547592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B62E3FDA-7A2E-3216-3C41-14A78952D432}"/>
                </a:ext>
              </a:extLst>
            </p:cNvPr>
            <p:cNvSpPr/>
            <p:nvPr/>
          </p:nvSpPr>
          <p:spPr>
            <a:xfrm>
              <a:off x="6738470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6F37EB5E-2CF0-595C-959D-8AA4774225C9}"/>
                </a:ext>
              </a:extLst>
            </p:cNvPr>
            <p:cNvSpPr/>
            <p:nvPr/>
          </p:nvSpPr>
          <p:spPr>
            <a:xfrm>
              <a:off x="6996714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09A25680-0197-F729-8820-1B2192103FEB}"/>
                </a:ext>
              </a:extLst>
            </p:cNvPr>
            <p:cNvSpPr/>
            <p:nvPr/>
          </p:nvSpPr>
          <p:spPr>
            <a:xfrm>
              <a:off x="7254958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D1C3351D-5CA2-7CC7-36C9-F717EAF6C35E}"/>
                </a:ext>
              </a:extLst>
            </p:cNvPr>
            <p:cNvSpPr/>
            <p:nvPr/>
          </p:nvSpPr>
          <p:spPr>
            <a:xfrm>
              <a:off x="7513202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3292E0DF-2FC7-A18C-D3D5-7CB54F1FF52F}"/>
                </a:ext>
              </a:extLst>
            </p:cNvPr>
            <p:cNvSpPr/>
            <p:nvPr/>
          </p:nvSpPr>
          <p:spPr>
            <a:xfrm>
              <a:off x="5192083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7B29C665-6F17-7D2A-0FEF-AB0F0DB7E34A}"/>
                </a:ext>
              </a:extLst>
            </p:cNvPr>
            <p:cNvSpPr/>
            <p:nvPr/>
          </p:nvSpPr>
          <p:spPr>
            <a:xfrm>
              <a:off x="5450327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B6CDA0E1-97C4-E925-1B92-3F3F9DF57F50}"/>
                </a:ext>
              </a:extLst>
            </p:cNvPr>
            <p:cNvSpPr/>
            <p:nvPr/>
          </p:nvSpPr>
          <p:spPr>
            <a:xfrm>
              <a:off x="5708571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9D6FAC94-B893-8A21-4C02-AC9637123B3C}"/>
                </a:ext>
              </a:extLst>
            </p:cNvPr>
            <p:cNvSpPr/>
            <p:nvPr/>
          </p:nvSpPr>
          <p:spPr>
            <a:xfrm>
              <a:off x="5966815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4D2A9F1F-DF7D-1E75-3D54-E1B250267828}"/>
                </a:ext>
              </a:extLst>
            </p:cNvPr>
            <p:cNvSpPr/>
            <p:nvPr/>
          </p:nvSpPr>
          <p:spPr>
            <a:xfrm>
              <a:off x="6225059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BB2F8C98-5B79-4B0E-7BFE-31868BA0122B}"/>
                </a:ext>
              </a:extLst>
            </p:cNvPr>
            <p:cNvSpPr/>
            <p:nvPr/>
          </p:nvSpPr>
          <p:spPr>
            <a:xfrm>
              <a:off x="6480226" y="5721439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B3EDE563-3A2F-EE66-AE31-795370220FD2}"/>
                </a:ext>
              </a:extLst>
            </p:cNvPr>
            <p:cNvSpPr/>
            <p:nvPr/>
          </p:nvSpPr>
          <p:spPr>
            <a:xfrm>
              <a:off x="6738470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D87501F1-99FC-4334-EED7-E58A354254E8}"/>
                </a:ext>
              </a:extLst>
            </p:cNvPr>
            <p:cNvSpPr/>
            <p:nvPr/>
          </p:nvSpPr>
          <p:spPr>
            <a:xfrm>
              <a:off x="6996714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9" name="椭圆 238">
              <a:extLst>
                <a:ext uri="{FF2B5EF4-FFF2-40B4-BE49-F238E27FC236}">
                  <a16:creationId xmlns:a16="http://schemas.microsoft.com/office/drawing/2014/main" id="{80754C39-E9B8-E75D-8F82-DB0F3BEC8BA1}"/>
                </a:ext>
              </a:extLst>
            </p:cNvPr>
            <p:cNvSpPr/>
            <p:nvPr/>
          </p:nvSpPr>
          <p:spPr>
            <a:xfrm>
              <a:off x="7254958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ED00C95B-9AD1-1C40-E958-9E01A59D502A}"/>
                </a:ext>
              </a:extLst>
            </p:cNvPr>
            <p:cNvSpPr/>
            <p:nvPr/>
          </p:nvSpPr>
          <p:spPr>
            <a:xfrm>
              <a:off x="7513202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45A52570-7A87-C206-FDC9-4B516AA81849}"/>
                </a:ext>
              </a:extLst>
            </p:cNvPr>
            <p:cNvSpPr/>
            <p:nvPr/>
          </p:nvSpPr>
          <p:spPr>
            <a:xfrm>
              <a:off x="5192083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3B7D8237-2848-D3A3-1861-D670A0E1DFB4}"/>
                </a:ext>
              </a:extLst>
            </p:cNvPr>
            <p:cNvSpPr/>
            <p:nvPr/>
          </p:nvSpPr>
          <p:spPr>
            <a:xfrm>
              <a:off x="5450327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3" name="椭圆 242">
              <a:extLst>
                <a:ext uri="{FF2B5EF4-FFF2-40B4-BE49-F238E27FC236}">
                  <a16:creationId xmlns:a16="http://schemas.microsoft.com/office/drawing/2014/main" id="{D46D43BB-0EDF-F1AA-FADA-54EE42F0A234}"/>
                </a:ext>
              </a:extLst>
            </p:cNvPr>
            <p:cNvSpPr/>
            <p:nvPr/>
          </p:nvSpPr>
          <p:spPr>
            <a:xfrm>
              <a:off x="5708571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DD59C1FF-A7EE-3D70-3A98-16F711502AA1}"/>
                </a:ext>
              </a:extLst>
            </p:cNvPr>
            <p:cNvSpPr/>
            <p:nvPr/>
          </p:nvSpPr>
          <p:spPr>
            <a:xfrm>
              <a:off x="5966815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7BC6A789-FF49-736F-6DCC-F75B641AC1B2}"/>
                </a:ext>
              </a:extLst>
            </p:cNvPr>
            <p:cNvSpPr/>
            <p:nvPr/>
          </p:nvSpPr>
          <p:spPr>
            <a:xfrm>
              <a:off x="6225059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A0B7C22B-351D-EDAD-35DF-C6E663475779}"/>
                </a:ext>
              </a:extLst>
            </p:cNvPr>
            <p:cNvSpPr/>
            <p:nvPr/>
          </p:nvSpPr>
          <p:spPr>
            <a:xfrm>
              <a:off x="6480226" y="5966957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9B4A60BD-109D-909A-BB59-F78C7B9B0D78}"/>
                </a:ext>
              </a:extLst>
            </p:cNvPr>
            <p:cNvSpPr/>
            <p:nvPr/>
          </p:nvSpPr>
          <p:spPr>
            <a:xfrm>
              <a:off x="6738470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1E6E12A8-5088-E5B4-51FF-61A4AF191641}"/>
                </a:ext>
              </a:extLst>
            </p:cNvPr>
            <p:cNvSpPr/>
            <p:nvPr/>
          </p:nvSpPr>
          <p:spPr>
            <a:xfrm>
              <a:off x="6996714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0F1F2AD3-2CD5-7F4C-F992-C49A3930043E}"/>
                </a:ext>
              </a:extLst>
            </p:cNvPr>
            <p:cNvSpPr/>
            <p:nvPr/>
          </p:nvSpPr>
          <p:spPr>
            <a:xfrm>
              <a:off x="7254958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9C53B956-4D82-9A68-4683-4A9D10652636}"/>
                </a:ext>
              </a:extLst>
            </p:cNvPr>
            <p:cNvSpPr/>
            <p:nvPr/>
          </p:nvSpPr>
          <p:spPr>
            <a:xfrm>
              <a:off x="7513202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C2A88BD9-969B-223F-B725-D9B32B2D4501}"/>
              </a:ext>
            </a:extLst>
          </p:cNvPr>
          <p:cNvGrpSpPr/>
          <p:nvPr/>
        </p:nvGrpSpPr>
        <p:grpSpPr>
          <a:xfrm>
            <a:off x="4665328" y="3802860"/>
            <a:ext cx="1123302" cy="1058127"/>
            <a:chOff x="5192083" y="3788281"/>
            <a:chExt cx="2531927" cy="2385022"/>
          </a:xfrm>
          <a:solidFill>
            <a:srgbClr val="E1E1E1"/>
          </a:solidFill>
        </p:grpSpPr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FCB82B7B-939E-B67B-D513-526ED7092695}"/>
                </a:ext>
              </a:extLst>
            </p:cNvPr>
            <p:cNvSpPr/>
            <p:nvPr/>
          </p:nvSpPr>
          <p:spPr>
            <a:xfrm>
              <a:off x="5192083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721DECA2-F963-41DA-347A-F83C70EB8059}"/>
                </a:ext>
              </a:extLst>
            </p:cNvPr>
            <p:cNvSpPr/>
            <p:nvPr/>
          </p:nvSpPr>
          <p:spPr>
            <a:xfrm>
              <a:off x="5450327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4" name="椭圆 253">
              <a:extLst>
                <a:ext uri="{FF2B5EF4-FFF2-40B4-BE49-F238E27FC236}">
                  <a16:creationId xmlns:a16="http://schemas.microsoft.com/office/drawing/2014/main" id="{4E24A626-70C2-0E75-DBA4-8D50AC2154A3}"/>
                </a:ext>
              </a:extLst>
            </p:cNvPr>
            <p:cNvSpPr/>
            <p:nvPr/>
          </p:nvSpPr>
          <p:spPr>
            <a:xfrm>
              <a:off x="5708571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B52C1AD0-DDC5-5AAB-3EEA-4218F834A5F2}"/>
                </a:ext>
              </a:extLst>
            </p:cNvPr>
            <p:cNvSpPr/>
            <p:nvPr/>
          </p:nvSpPr>
          <p:spPr>
            <a:xfrm>
              <a:off x="5966815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D56ECF13-ED63-B9B1-F066-3D45681D69D8}"/>
                </a:ext>
              </a:extLst>
            </p:cNvPr>
            <p:cNvSpPr/>
            <p:nvPr/>
          </p:nvSpPr>
          <p:spPr>
            <a:xfrm>
              <a:off x="6225059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7" name="椭圆 256">
              <a:extLst>
                <a:ext uri="{FF2B5EF4-FFF2-40B4-BE49-F238E27FC236}">
                  <a16:creationId xmlns:a16="http://schemas.microsoft.com/office/drawing/2014/main" id="{AB82BF4D-9A7E-0E98-5013-C25018A91CFD}"/>
                </a:ext>
              </a:extLst>
            </p:cNvPr>
            <p:cNvSpPr/>
            <p:nvPr/>
          </p:nvSpPr>
          <p:spPr>
            <a:xfrm>
              <a:off x="6480226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8" name="椭圆 257">
              <a:extLst>
                <a:ext uri="{FF2B5EF4-FFF2-40B4-BE49-F238E27FC236}">
                  <a16:creationId xmlns:a16="http://schemas.microsoft.com/office/drawing/2014/main" id="{B418407A-65BE-0382-95DE-3953B9110D7C}"/>
                </a:ext>
              </a:extLst>
            </p:cNvPr>
            <p:cNvSpPr/>
            <p:nvPr/>
          </p:nvSpPr>
          <p:spPr>
            <a:xfrm>
              <a:off x="6738470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DE96FB2D-D29B-1BA1-4CC4-EE134261AB4E}"/>
                </a:ext>
              </a:extLst>
            </p:cNvPr>
            <p:cNvSpPr/>
            <p:nvPr/>
          </p:nvSpPr>
          <p:spPr>
            <a:xfrm>
              <a:off x="6996714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0" name="椭圆 259">
              <a:extLst>
                <a:ext uri="{FF2B5EF4-FFF2-40B4-BE49-F238E27FC236}">
                  <a16:creationId xmlns:a16="http://schemas.microsoft.com/office/drawing/2014/main" id="{9935ABEB-C84C-4AF3-9950-101F1F849CDC}"/>
                </a:ext>
              </a:extLst>
            </p:cNvPr>
            <p:cNvSpPr/>
            <p:nvPr/>
          </p:nvSpPr>
          <p:spPr>
            <a:xfrm>
              <a:off x="7254958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9CCC3406-18EC-B9BD-DF96-43B89022BBDF}"/>
                </a:ext>
              </a:extLst>
            </p:cNvPr>
            <p:cNvSpPr/>
            <p:nvPr/>
          </p:nvSpPr>
          <p:spPr>
            <a:xfrm>
              <a:off x="7513202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0ED4C9DF-7C2D-23FF-739A-F169097CFF68}"/>
                </a:ext>
              </a:extLst>
            </p:cNvPr>
            <p:cNvSpPr/>
            <p:nvPr/>
          </p:nvSpPr>
          <p:spPr>
            <a:xfrm>
              <a:off x="5192083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B550B307-ED61-4107-4AC3-2F3FA5985870}"/>
                </a:ext>
              </a:extLst>
            </p:cNvPr>
            <p:cNvSpPr/>
            <p:nvPr/>
          </p:nvSpPr>
          <p:spPr>
            <a:xfrm>
              <a:off x="5450327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6DB9C3FA-9E2A-07EA-F84F-06A52F95F056}"/>
                </a:ext>
              </a:extLst>
            </p:cNvPr>
            <p:cNvSpPr/>
            <p:nvPr/>
          </p:nvSpPr>
          <p:spPr>
            <a:xfrm>
              <a:off x="5708571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A2264994-8464-8FC6-2ACF-1FFAF963CAFD}"/>
                </a:ext>
              </a:extLst>
            </p:cNvPr>
            <p:cNvSpPr/>
            <p:nvPr/>
          </p:nvSpPr>
          <p:spPr>
            <a:xfrm>
              <a:off x="5966815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48F9DE8A-0B96-BCE5-E01C-3F729F8933CB}"/>
                </a:ext>
              </a:extLst>
            </p:cNvPr>
            <p:cNvSpPr/>
            <p:nvPr/>
          </p:nvSpPr>
          <p:spPr>
            <a:xfrm>
              <a:off x="6225059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52262B90-D61A-F574-0BB5-6F8AD185B524}"/>
                </a:ext>
              </a:extLst>
            </p:cNvPr>
            <p:cNvSpPr/>
            <p:nvPr/>
          </p:nvSpPr>
          <p:spPr>
            <a:xfrm>
              <a:off x="6480226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B821ADE8-59B2-A05B-BCA1-E3A2B2F215EB}"/>
                </a:ext>
              </a:extLst>
            </p:cNvPr>
            <p:cNvSpPr/>
            <p:nvPr/>
          </p:nvSpPr>
          <p:spPr>
            <a:xfrm>
              <a:off x="6738470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7718D686-A4FF-9222-84A8-B9ACD16354A0}"/>
                </a:ext>
              </a:extLst>
            </p:cNvPr>
            <p:cNvSpPr/>
            <p:nvPr/>
          </p:nvSpPr>
          <p:spPr>
            <a:xfrm>
              <a:off x="6996714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594574E0-110C-9314-5276-9E733C664D5E}"/>
                </a:ext>
              </a:extLst>
            </p:cNvPr>
            <p:cNvSpPr/>
            <p:nvPr/>
          </p:nvSpPr>
          <p:spPr>
            <a:xfrm>
              <a:off x="7254958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375D7898-0903-6A01-4E6C-3265B97E0A4B}"/>
                </a:ext>
              </a:extLst>
            </p:cNvPr>
            <p:cNvSpPr/>
            <p:nvPr/>
          </p:nvSpPr>
          <p:spPr>
            <a:xfrm>
              <a:off x="7513202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CB963057-1477-7640-D4AC-2DAA968F6981}"/>
                </a:ext>
              </a:extLst>
            </p:cNvPr>
            <p:cNvSpPr/>
            <p:nvPr/>
          </p:nvSpPr>
          <p:spPr>
            <a:xfrm>
              <a:off x="5192083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0F3025CE-5355-B825-8FEC-3E011E7764BE}"/>
                </a:ext>
              </a:extLst>
            </p:cNvPr>
            <p:cNvSpPr/>
            <p:nvPr/>
          </p:nvSpPr>
          <p:spPr>
            <a:xfrm>
              <a:off x="5450327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C2DB7B1E-79E4-D4C3-C4F8-F0FB2B6A10E0}"/>
                </a:ext>
              </a:extLst>
            </p:cNvPr>
            <p:cNvSpPr/>
            <p:nvPr/>
          </p:nvSpPr>
          <p:spPr>
            <a:xfrm>
              <a:off x="5708571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3618DBAC-222F-4B75-CB27-90EFE1C66F46}"/>
                </a:ext>
              </a:extLst>
            </p:cNvPr>
            <p:cNvSpPr/>
            <p:nvPr/>
          </p:nvSpPr>
          <p:spPr>
            <a:xfrm>
              <a:off x="5966815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1B8CCDCD-FBCB-6AC6-0F0F-AD126F675E4F}"/>
                </a:ext>
              </a:extLst>
            </p:cNvPr>
            <p:cNvSpPr/>
            <p:nvPr/>
          </p:nvSpPr>
          <p:spPr>
            <a:xfrm>
              <a:off x="6225059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07D97645-8597-4FED-58C0-98304F6A3890}"/>
                </a:ext>
              </a:extLst>
            </p:cNvPr>
            <p:cNvSpPr/>
            <p:nvPr/>
          </p:nvSpPr>
          <p:spPr>
            <a:xfrm>
              <a:off x="6480226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8" name="椭圆 277">
              <a:extLst>
                <a:ext uri="{FF2B5EF4-FFF2-40B4-BE49-F238E27FC236}">
                  <a16:creationId xmlns:a16="http://schemas.microsoft.com/office/drawing/2014/main" id="{FC0F5A7D-4D13-A541-DC6D-5CC9A01E19D8}"/>
                </a:ext>
              </a:extLst>
            </p:cNvPr>
            <p:cNvSpPr/>
            <p:nvPr/>
          </p:nvSpPr>
          <p:spPr>
            <a:xfrm>
              <a:off x="6738470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E85C7471-D9A5-0CD3-07F6-C50ADE1C7F52}"/>
                </a:ext>
              </a:extLst>
            </p:cNvPr>
            <p:cNvSpPr/>
            <p:nvPr/>
          </p:nvSpPr>
          <p:spPr>
            <a:xfrm>
              <a:off x="6996714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F50ADB9D-AB54-DEA4-92E0-1C4CFAC58CF0}"/>
                </a:ext>
              </a:extLst>
            </p:cNvPr>
            <p:cNvSpPr/>
            <p:nvPr/>
          </p:nvSpPr>
          <p:spPr>
            <a:xfrm>
              <a:off x="7254958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B06B9AE6-9517-21E4-B90B-9FEDBA0FF6F5}"/>
                </a:ext>
              </a:extLst>
            </p:cNvPr>
            <p:cNvSpPr/>
            <p:nvPr/>
          </p:nvSpPr>
          <p:spPr>
            <a:xfrm>
              <a:off x="7513202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BD72ECA3-6537-5EA1-07F3-144BC0EE11DD}"/>
                </a:ext>
              </a:extLst>
            </p:cNvPr>
            <p:cNvSpPr/>
            <p:nvPr/>
          </p:nvSpPr>
          <p:spPr>
            <a:xfrm>
              <a:off x="5192083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2E01CDB3-D787-4FBE-9D7C-5BAD3CD545BB}"/>
                </a:ext>
              </a:extLst>
            </p:cNvPr>
            <p:cNvSpPr/>
            <p:nvPr/>
          </p:nvSpPr>
          <p:spPr>
            <a:xfrm>
              <a:off x="5450327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A0C61282-A763-CD35-D2BF-B830F32EE816}"/>
                </a:ext>
              </a:extLst>
            </p:cNvPr>
            <p:cNvSpPr/>
            <p:nvPr/>
          </p:nvSpPr>
          <p:spPr>
            <a:xfrm>
              <a:off x="5708571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484B3CE8-3694-42A9-D4D4-B7A403E17165}"/>
                </a:ext>
              </a:extLst>
            </p:cNvPr>
            <p:cNvSpPr/>
            <p:nvPr/>
          </p:nvSpPr>
          <p:spPr>
            <a:xfrm>
              <a:off x="5966815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387EB124-F2DF-418C-815F-9EC57FBB5AE9}"/>
                </a:ext>
              </a:extLst>
            </p:cNvPr>
            <p:cNvSpPr/>
            <p:nvPr/>
          </p:nvSpPr>
          <p:spPr>
            <a:xfrm>
              <a:off x="6225059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D29DF986-9F0D-06C6-EBE0-A71AE08D3622}"/>
                </a:ext>
              </a:extLst>
            </p:cNvPr>
            <p:cNvSpPr/>
            <p:nvPr/>
          </p:nvSpPr>
          <p:spPr>
            <a:xfrm>
              <a:off x="6480226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1D4A3969-9FCE-6AA2-E943-185292F96B01}"/>
                </a:ext>
              </a:extLst>
            </p:cNvPr>
            <p:cNvSpPr/>
            <p:nvPr/>
          </p:nvSpPr>
          <p:spPr>
            <a:xfrm>
              <a:off x="6738470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9" name="椭圆 288">
              <a:extLst>
                <a:ext uri="{FF2B5EF4-FFF2-40B4-BE49-F238E27FC236}">
                  <a16:creationId xmlns:a16="http://schemas.microsoft.com/office/drawing/2014/main" id="{05D30BF5-21C4-CAB6-A6CA-7A0C2CF4FEF9}"/>
                </a:ext>
              </a:extLst>
            </p:cNvPr>
            <p:cNvSpPr/>
            <p:nvPr/>
          </p:nvSpPr>
          <p:spPr>
            <a:xfrm>
              <a:off x="6996714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0" name="椭圆 289">
              <a:extLst>
                <a:ext uri="{FF2B5EF4-FFF2-40B4-BE49-F238E27FC236}">
                  <a16:creationId xmlns:a16="http://schemas.microsoft.com/office/drawing/2014/main" id="{B502A895-C30E-6F91-8F91-08D3A23D0D10}"/>
                </a:ext>
              </a:extLst>
            </p:cNvPr>
            <p:cNvSpPr/>
            <p:nvPr/>
          </p:nvSpPr>
          <p:spPr>
            <a:xfrm>
              <a:off x="7254958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1" name="椭圆 290">
              <a:extLst>
                <a:ext uri="{FF2B5EF4-FFF2-40B4-BE49-F238E27FC236}">
                  <a16:creationId xmlns:a16="http://schemas.microsoft.com/office/drawing/2014/main" id="{8B622B5F-C054-5910-4547-708DE0CBAF23}"/>
                </a:ext>
              </a:extLst>
            </p:cNvPr>
            <p:cNvSpPr/>
            <p:nvPr/>
          </p:nvSpPr>
          <p:spPr>
            <a:xfrm>
              <a:off x="7513202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2" name="椭圆 291">
              <a:extLst>
                <a:ext uri="{FF2B5EF4-FFF2-40B4-BE49-F238E27FC236}">
                  <a16:creationId xmlns:a16="http://schemas.microsoft.com/office/drawing/2014/main" id="{0C511262-FFF4-6BC7-17CB-867B765EA436}"/>
                </a:ext>
              </a:extLst>
            </p:cNvPr>
            <p:cNvSpPr/>
            <p:nvPr/>
          </p:nvSpPr>
          <p:spPr>
            <a:xfrm>
              <a:off x="5192083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3" name="椭圆 292">
              <a:extLst>
                <a:ext uri="{FF2B5EF4-FFF2-40B4-BE49-F238E27FC236}">
                  <a16:creationId xmlns:a16="http://schemas.microsoft.com/office/drawing/2014/main" id="{8D0E1400-83C4-06A7-C1F6-888618873F23}"/>
                </a:ext>
              </a:extLst>
            </p:cNvPr>
            <p:cNvSpPr/>
            <p:nvPr/>
          </p:nvSpPr>
          <p:spPr>
            <a:xfrm>
              <a:off x="5450327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4" name="椭圆 293">
              <a:extLst>
                <a:ext uri="{FF2B5EF4-FFF2-40B4-BE49-F238E27FC236}">
                  <a16:creationId xmlns:a16="http://schemas.microsoft.com/office/drawing/2014/main" id="{F18C2B18-1177-197C-AB8D-53D82E73F7DD}"/>
                </a:ext>
              </a:extLst>
            </p:cNvPr>
            <p:cNvSpPr/>
            <p:nvPr/>
          </p:nvSpPr>
          <p:spPr>
            <a:xfrm>
              <a:off x="5708571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5" name="椭圆 294">
              <a:extLst>
                <a:ext uri="{FF2B5EF4-FFF2-40B4-BE49-F238E27FC236}">
                  <a16:creationId xmlns:a16="http://schemas.microsoft.com/office/drawing/2014/main" id="{28D0BFA9-1C59-89E5-CC08-F38700993FD9}"/>
                </a:ext>
              </a:extLst>
            </p:cNvPr>
            <p:cNvSpPr/>
            <p:nvPr/>
          </p:nvSpPr>
          <p:spPr>
            <a:xfrm>
              <a:off x="5966815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6" name="椭圆 295">
              <a:extLst>
                <a:ext uri="{FF2B5EF4-FFF2-40B4-BE49-F238E27FC236}">
                  <a16:creationId xmlns:a16="http://schemas.microsoft.com/office/drawing/2014/main" id="{B1E76482-1D47-3930-1145-87244D1382D2}"/>
                </a:ext>
              </a:extLst>
            </p:cNvPr>
            <p:cNvSpPr/>
            <p:nvPr/>
          </p:nvSpPr>
          <p:spPr>
            <a:xfrm>
              <a:off x="6225059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7" name="椭圆 296">
              <a:extLst>
                <a:ext uri="{FF2B5EF4-FFF2-40B4-BE49-F238E27FC236}">
                  <a16:creationId xmlns:a16="http://schemas.microsoft.com/office/drawing/2014/main" id="{5080EB80-88D8-EAA0-3907-D9B593D18D05}"/>
                </a:ext>
              </a:extLst>
            </p:cNvPr>
            <p:cNvSpPr/>
            <p:nvPr/>
          </p:nvSpPr>
          <p:spPr>
            <a:xfrm>
              <a:off x="6480226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8" name="椭圆 297">
              <a:extLst>
                <a:ext uri="{FF2B5EF4-FFF2-40B4-BE49-F238E27FC236}">
                  <a16:creationId xmlns:a16="http://schemas.microsoft.com/office/drawing/2014/main" id="{647CF29B-48CB-BD05-545F-52A212D425A2}"/>
                </a:ext>
              </a:extLst>
            </p:cNvPr>
            <p:cNvSpPr/>
            <p:nvPr/>
          </p:nvSpPr>
          <p:spPr>
            <a:xfrm>
              <a:off x="6738470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9" name="椭圆 298">
              <a:extLst>
                <a:ext uri="{FF2B5EF4-FFF2-40B4-BE49-F238E27FC236}">
                  <a16:creationId xmlns:a16="http://schemas.microsoft.com/office/drawing/2014/main" id="{EEA9C60D-8566-BF88-6359-7AAD30350E84}"/>
                </a:ext>
              </a:extLst>
            </p:cNvPr>
            <p:cNvSpPr/>
            <p:nvPr/>
          </p:nvSpPr>
          <p:spPr>
            <a:xfrm>
              <a:off x="6996714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666D42B2-2E7C-27E9-AE92-5D1F0B5A7174}"/>
                </a:ext>
              </a:extLst>
            </p:cNvPr>
            <p:cNvSpPr/>
            <p:nvPr/>
          </p:nvSpPr>
          <p:spPr>
            <a:xfrm>
              <a:off x="7254958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1" name="椭圆 300">
              <a:extLst>
                <a:ext uri="{FF2B5EF4-FFF2-40B4-BE49-F238E27FC236}">
                  <a16:creationId xmlns:a16="http://schemas.microsoft.com/office/drawing/2014/main" id="{3995B28C-20B5-1868-5D62-474936D542C2}"/>
                </a:ext>
              </a:extLst>
            </p:cNvPr>
            <p:cNvSpPr/>
            <p:nvPr/>
          </p:nvSpPr>
          <p:spPr>
            <a:xfrm>
              <a:off x="7513202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2" name="椭圆 301">
              <a:extLst>
                <a:ext uri="{FF2B5EF4-FFF2-40B4-BE49-F238E27FC236}">
                  <a16:creationId xmlns:a16="http://schemas.microsoft.com/office/drawing/2014/main" id="{481E1184-4E63-2060-8550-DDD74870A681}"/>
                </a:ext>
              </a:extLst>
            </p:cNvPr>
            <p:cNvSpPr/>
            <p:nvPr/>
          </p:nvSpPr>
          <p:spPr>
            <a:xfrm>
              <a:off x="5192083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3" name="椭圆 302">
              <a:extLst>
                <a:ext uri="{FF2B5EF4-FFF2-40B4-BE49-F238E27FC236}">
                  <a16:creationId xmlns:a16="http://schemas.microsoft.com/office/drawing/2014/main" id="{A4ADCE1A-6850-79D0-24BC-2FB0B2D1FBCD}"/>
                </a:ext>
              </a:extLst>
            </p:cNvPr>
            <p:cNvSpPr/>
            <p:nvPr/>
          </p:nvSpPr>
          <p:spPr>
            <a:xfrm>
              <a:off x="5450327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B9E061DE-C384-73AB-ED77-708805F39A73}"/>
                </a:ext>
              </a:extLst>
            </p:cNvPr>
            <p:cNvSpPr/>
            <p:nvPr/>
          </p:nvSpPr>
          <p:spPr>
            <a:xfrm>
              <a:off x="5708571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5" name="椭圆 304">
              <a:extLst>
                <a:ext uri="{FF2B5EF4-FFF2-40B4-BE49-F238E27FC236}">
                  <a16:creationId xmlns:a16="http://schemas.microsoft.com/office/drawing/2014/main" id="{62A9F919-1ED9-CE31-9B9E-32CA0E6B7692}"/>
                </a:ext>
              </a:extLst>
            </p:cNvPr>
            <p:cNvSpPr/>
            <p:nvPr/>
          </p:nvSpPr>
          <p:spPr>
            <a:xfrm>
              <a:off x="5966815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9DC6C072-9111-36F9-908E-D5C306F7D1E0}"/>
                </a:ext>
              </a:extLst>
            </p:cNvPr>
            <p:cNvSpPr/>
            <p:nvPr/>
          </p:nvSpPr>
          <p:spPr>
            <a:xfrm>
              <a:off x="6225059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7" name="椭圆 306">
              <a:extLst>
                <a:ext uri="{FF2B5EF4-FFF2-40B4-BE49-F238E27FC236}">
                  <a16:creationId xmlns:a16="http://schemas.microsoft.com/office/drawing/2014/main" id="{9EA96D55-0579-FAE5-22EF-8D0DF59557FE}"/>
                </a:ext>
              </a:extLst>
            </p:cNvPr>
            <p:cNvSpPr/>
            <p:nvPr/>
          </p:nvSpPr>
          <p:spPr>
            <a:xfrm>
              <a:off x="6480226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8" name="椭圆 307">
              <a:extLst>
                <a:ext uri="{FF2B5EF4-FFF2-40B4-BE49-F238E27FC236}">
                  <a16:creationId xmlns:a16="http://schemas.microsoft.com/office/drawing/2014/main" id="{C35D11D3-8A4E-CC1E-D2E0-7A3B7D95715F}"/>
                </a:ext>
              </a:extLst>
            </p:cNvPr>
            <p:cNvSpPr/>
            <p:nvPr/>
          </p:nvSpPr>
          <p:spPr>
            <a:xfrm>
              <a:off x="6738470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2EE0857F-38BE-EDA7-6668-15910C1AF760}"/>
                </a:ext>
              </a:extLst>
            </p:cNvPr>
            <p:cNvSpPr/>
            <p:nvPr/>
          </p:nvSpPr>
          <p:spPr>
            <a:xfrm>
              <a:off x="6996714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3500527A-A698-AC79-3F01-8F54B0EBDD8C}"/>
                </a:ext>
              </a:extLst>
            </p:cNvPr>
            <p:cNvSpPr/>
            <p:nvPr/>
          </p:nvSpPr>
          <p:spPr>
            <a:xfrm>
              <a:off x="7254958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1" name="椭圆 310">
              <a:extLst>
                <a:ext uri="{FF2B5EF4-FFF2-40B4-BE49-F238E27FC236}">
                  <a16:creationId xmlns:a16="http://schemas.microsoft.com/office/drawing/2014/main" id="{D8F56D81-013D-DC32-5D34-5AB606AD03BF}"/>
                </a:ext>
              </a:extLst>
            </p:cNvPr>
            <p:cNvSpPr/>
            <p:nvPr/>
          </p:nvSpPr>
          <p:spPr>
            <a:xfrm>
              <a:off x="7513202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2" name="椭圆 311">
              <a:extLst>
                <a:ext uri="{FF2B5EF4-FFF2-40B4-BE49-F238E27FC236}">
                  <a16:creationId xmlns:a16="http://schemas.microsoft.com/office/drawing/2014/main" id="{CC0A0B83-6D5C-F465-B076-34E94F635E05}"/>
                </a:ext>
              </a:extLst>
            </p:cNvPr>
            <p:cNvSpPr/>
            <p:nvPr/>
          </p:nvSpPr>
          <p:spPr>
            <a:xfrm>
              <a:off x="5192083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3" name="椭圆 312">
              <a:extLst>
                <a:ext uri="{FF2B5EF4-FFF2-40B4-BE49-F238E27FC236}">
                  <a16:creationId xmlns:a16="http://schemas.microsoft.com/office/drawing/2014/main" id="{B7F15FB3-16E9-A069-578D-797F339FE8C8}"/>
                </a:ext>
              </a:extLst>
            </p:cNvPr>
            <p:cNvSpPr/>
            <p:nvPr/>
          </p:nvSpPr>
          <p:spPr>
            <a:xfrm>
              <a:off x="5450327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4" name="椭圆 313">
              <a:extLst>
                <a:ext uri="{FF2B5EF4-FFF2-40B4-BE49-F238E27FC236}">
                  <a16:creationId xmlns:a16="http://schemas.microsoft.com/office/drawing/2014/main" id="{50838CD6-64E0-711F-9DF5-A730300D5587}"/>
                </a:ext>
              </a:extLst>
            </p:cNvPr>
            <p:cNvSpPr/>
            <p:nvPr/>
          </p:nvSpPr>
          <p:spPr>
            <a:xfrm>
              <a:off x="5708571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9DBB26FE-F4E4-327B-0397-DA87E273F338}"/>
                </a:ext>
              </a:extLst>
            </p:cNvPr>
            <p:cNvSpPr/>
            <p:nvPr/>
          </p:nvSpPr>
          <p:spPr>
            <a:xfrm>
              <a:off x="5966815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6" name="椭圆 315">
              <a:extLst>
                <a:ext uri="{FF2B5EF4-FFF2-40B4-BE49-F238E27FC236}">
                  <a16:creationId xmlns:a16="http://schemas.microsoft.com/office/drawing/2014/main" id="{72CED88B-58CB-B175-310F-EFD3F81D4BBE}"/>
                </a:ext>
              </a:extLst>
            </p:cNvPr>
            <p:cNvSpPr/>
            <p:nvPr/>
          </p:nvSpPr>
          <p:spPr>
            <a:xfrm>
              <a:off x="6225059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7" name="椭圆 316">
              <a:extLst>
                <a:ext uri="{FF2B5EF4-FFF2-40B4-BE49-F238E27FC236}">
                  <a16:creationId xmlns:a16="http://schemas.microsoft.com/office/drawing/2014/main" id="{958027A0-DC33-5F78-B981-090B545AD546}"/>
                </a:ext>
              </a:extLst>
            </p:cNvPr>
            <p:cNvSpPr/>
            <p:nvPr/>
          </p:nvSpPr>
          <p:spPr>
            <a:xfrm>
              <a:off x="6480226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8" name="椭圆 317">
              <a:extLst>
                <a:ext uri="{FF2B5EF4-FFF2-40B4-BE49-F238E27FC236}">
                  <a16:creationId xmlns:a16="http://schemas.microsoft.com/office/drawing/2014/main" id="{56F512F1-B763-9A67-D52E-74F46FE79329}"/>
                </a:ext>
              </a:extLst>
            </p:cNvPr>
            <p:cNvSpPr/>
            <p:nvPr/>
          </p:nvSpPr>
          <p:spPr>
            <a:xfrm>
              <a:off x="6738470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10B3F277-2B27-C0E5-4F57-EBA4300CFAE4}"/>
                </a:ext>
              </a:extLst>
            </p:cNvPr>
            <p:cNvSpPr/>
            <p:nvPr/>
          </p:nvSpPr>
          <p:spPr>
            <a:xfrm>
              <a:off x="6996714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0" name="椭圆 319">
              <a:extLst>
                <a:ext uri="{FF2B5EF4-FFF2-40B4-BE49-F238E27FC236}">
                  <a16:creationId xmlns:a16="http://schemas.microsoft.com/office/drawing/2014/main" id="{96975D4A-9AB0-4D2F-BE2F-F9EDC75ACA66}"/>
                </a:ext>
              </a:extLst>
            </p:cNvPr>
            <p:cNvSpPr/>
            <p:nvPr/>
          </p:nvSpPr>
          <p:spPr>
            <a:xfrm>
              <a:off x="7254958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DDE92B5B-FF0F-C941-0B2A-D07E32309FD6}"/>
                </a:ext>
              </a:extLst>
            </p:cNvPr>
            <p:cNvSpPr/>
            <p:nvPr/>
          </p:nvSpPr>
          <p:spPr>
            <a:xfrm>
              <a:off x="7513202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2" name="椭圆 321">
              <a:extLst>
                <a:ext uri="{FF2B5EF4-FFF2-40B4-BE49-F238E27FC236}">
                  <a16:creationId xmlns:a16="http://schemas.microsoft.com/office/drawing/2014/main" id="{8330F501-3FAB-B67C-79AE-D4D4019263EB}"/>
                </a:ext>
              </a:extLst>
            </p:cNvPr>
            <p:cNvSpPr/>
            <p:nvPr/>
          </p:nvSpPr>
          <p:spPr>
            <a:xfrm>
              <a:off x="5192083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92A34725-E8DD-8664-1DF0-05DA3A8701BC}"/>
                </a:ext>
              </a:extLst>
            </p:cNvPr>
            <p:cNvSpPr/>
            <p:nvPr/>
          </p:nvSpPr>
          <p:spPr>
            <a:xfrm>
              <a:off x="5450327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4" name="椭圆 323">
              <a:extLst>
                <a:ext uri="{FF2B5EF4-FFF2-40B4-BE49-F238E27FC236}">
                  <a16:creationId xmlns:a16="http://schemas.microsoft.com/office/drawing/2014/main" id="{DFDD680C-E721-C91B-FA7D-A00E6760E4D1}"/>
                </a:ext>
              </a:extLst>
            </p:cNvPr>
            <p:cNvSpPr/>
            <p:nvPr/>
          </p:nvSpPr>
          <p:spPr>
            <a:xfrm>
              <a:off x="5708571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F48EB850-719C-037F-E3F5-245C2A30F35A}"/>
                </a:ext>
              </a:extLst>
            </p:cNvPr>
            <p:cNvSpPr/>
            <p:nvPr/>
          </p:nvSpPr>
          <p:spPr>
            <a:xfrm>
              <a:off x="5966815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6" name="椭圆 325">
              <a:extLst>
                <a:ext uri="{FF2B5EF4-FFF2-40B4-BE49-F238E27FC236}">
                  <a16:creationId xmlns:a16="http://schemas.microsoft.com/office/drawing/2014/main" id="{BB939FE6-AEEC-1AF4-1670-E21C4D9E5123}"/>
                </a:ext>
              </a:extLst>
            </p:cNvPr>
            <p:cNvSpPr/>
            <p:nvPr/>
          </p:nvSpPr>
          <p:spPr>
            <a:xfrm>
              <a:off x="6225059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4522816C-5ACA-B78B-3AA8-A23227DCABD5}"/>
                </a:ext>
              </a:extLst>
            </p:cNvPr>
            <p:cNvSpPr/>
            <p:nvPr/>
          </p:nvSpPr>
          <p:spPr>
            <a:xfrm>
              <a:off x="6480226" y="547592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8" name="椭圆 327">
              <a:extLst>
                <a:ext uri="{FF2B5EF4-FFF2-40B4-BE49-F238E27FC236}">
                  <a16:creationId xmlns:a16="http://schemas.microsoft.com/office/drawing/2014/main" id="{19E0071E-197A-83FC-2E48-C18E58070AAC}"/>
                </a:ext>
              </a:extLst>
            </p:cNvPr>
            <p:cNvSpPr/>
            <p:nvPr/>
          </p:nvSpPr>
          <p:spPr>
            <a:xfrm>
              <a:off x="6738470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9" name="椭圆 328">
              <a:extLst>
                <a:ext uri="{FF2B5EF4-FFF2-40B4-BE49-F238E27FC236}">
                  <a16:creationId xmlns:a16="http://schemas.microsoft.com/office/drawing/2014/main" id="{4EFED8C9-BBF8-4C55-52DE-26C37B5764BF}"/>
                </a:ext>
              </a:extLst>
            </p:cNvPr>
            <p:cNvSpPr/>
            <p:nvPr/>
          </p:nvSpPr>
          <p:spPr>
            <a:xfrm>
              <a:off x="6996714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0" name="椭圆 329">
              <a:extLst>
                <a:ext uri="{FF2B5EF4-FFF2-40B4-BE49-F238E27FC236}">
                  <a16:creationId xmlns:a16="http://schemas.microsoft.com/office/drawing/2014/main" id="{5601550C-84D2-D70F-5796-3B9B7F9E2923}"/>
                </a:ext>
              </a:extLst>
            </p:cNvPr>
            <p:cNvSpPr/>
            <p:nvPr/>
          </p:nvSpPr>
          <p:spPr>
            <a:xfrm>
              <a:off x="7254958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F62CED1E-71BC-7318-D67C-BADF343811FC}"/>
                </a:ext>
              </a:extLst>
            </p:cNvPr>
            <p:cNvSpPr/>
            <p:nvPr/>
          </p:nvSpPr>
          <p:spPr>
            <a:xfrm>
              <a:off x="7513202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2" name="椭圆 331">
              <a:extLst>
                <a:ext uri="{FF2B5EF4-FFF2-40B4-BE49-F238E27FC236}">
                  <a16:creationId xmlns:a16="http://schemas.microsoft.com/office/drawing/2014/main" id="{DC050F13-CBDB-CB7E-972F-23A7B62ED477}"/>
                </a:ext>
              </a:extLst>
            </p:cNvPr>
            <p:cNvSpPr/>
            <p:nvPr/>
          </p:nvSpPr>
          <p:spPr>
            <a:xfrm>
              <a:off x="5192083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3" name="椭圆 332">
              <a:extLst>
                <a:ext uri="{FF2B5EF4-FFF2-40B4-BE49-F238E27FC236}">
                  <a16:creationId xmlns:a16="http://schemas.microsoft.com/office/drawing/2014/main" id="{BB2B1D80-352C-ADE5-9060-7FB4F504AD71}"/>
                </a:ext>
              </a:extLst>
            </p:cNvPr>
            <p:cNvSpPr/>
            <p:nvPr/>
          </p:nvSpPr>
          <p:spPr>
            <a:xfrm>
              <a:off x="5450327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4" name="椭圆 333">
              <a:extLst>
                <a:ext uri="{FF2B5EF4-FFF2-40B4-BE49-F238E27FC236}">
                  <a16:creationId xmlns:a16="http://schemas.microsoft.com/office/drawing/2014/main" id="{FAA04236-A170-D222-853D-1AFD667E12B9}"/>
                </a:ext>
              </a:extLst>
            </p:cNvPr>
            <p:cNvSpPr/>
            <p:nvPr/>
          </p:nvSpPr>
          <p:spPr>
            <a:xfrm>
              <a:off x="5708571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484A33C4-A2B9-21F7-F1CF-A46E6099B028}"/>
                </a:ext>
              </a:extLst>
            </p:cNvPr>
            <p:cNvSpPr/>
            <p:nvPr/>
          </p:nvSpPr>
          <p:spPr>
            <a:xfrm>
              <a:off x="5966815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6" name="椭圆 335">
              <a:extLst>
                <a:ext uri="{FF2B5EF4-FFF2-40B4-BE49-F238E27FC236}">
                  <a16:creationId xmlns:a16="http://schemas.microsoft.com/office/drawing/2014/main" id="{105E4F9A-8380-BE51-962E-E4DE0393F447}"/>
                </a:ext>
              </a:extLst>
            </p:cNvPr>
            <p:cNvSpPr/>
            <p:nvPr/>
          </p:nvSpPr>
          <p:spPr>
            <a:xfrm>
              <a:off x="6225059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94C9E558-AAC8-E584-3038-19B340DDE116}"/>
                </a:ext>
              </a:extLst>
            </p:cNvPr>
            <p:cNvSpPr/>
            <p:nvPr/>
          </p:nvSpPr>
          <p:spPr>
            <a:xfrm>
              <a:off x="6480226" y="5721439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8" name="椭圆 337">
              <a:extLst>
                <a:ext uri="{FF2B5EF4-FFF2-40B4-BE49-F238E27FC236}">
                  <a16:creationId xmlns:a16="http://schemas.microsoft.com/office/drawing/2014/main" id="{338F15A3-CF3D-E80E-71E8-DF9E189703BE}"/>
                </a:ext>
              </a:extLst>
            </p:cNvPr>
            <p:cNvSpPr/>
            <p:nvPr/>
          </p:nvSpPr>
          <p:spPr>
            <a:xfrm>
              <a:off x="6738470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9" name="椭圆 338">
              <a:extLst>
                <a:ext uri="{FF2B5EF4-FFF2-40B4-BE49-F238E27FC236}">
                  <a16:creationId xmlns:a16="http://schemas.microsoft.com/office/drawing/2014/main" id="{08EC1712-A9D2-932B-AD50-80ABF3AD3405}"/>
                </a:ext>
              </a:extLst>
            </p:cNvPr>
            <p:cNvSpPr/>
            <p:nvPr/>
          </p:nvSpPr>
          <p:spPr>
            <a:xfrm>
              <a:off x="6996714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0" name="椭圆 339">
              <a:extLst>
                <a:ext uri="{FF2B5EF4-FFF2-40B4-BE49-F238E27FC236}">
                  <a16:creationId xmlns:a16="http://schemas.microsoft.com/office/drawing/2014/main" id="{C0BD7667-C178-575F-2FEA-A27A4C4408C7}"/>
                </a:ext>
              </a:extLst>
            </p:cNvPr>
            <p:cNvSpPr/>
            <p:nvPr/>
          </p:nvSpPr>
          <p:spPr>
            <a:xfrm>
              <a:off x="7254958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DF088943-1098-533F-67E0-9F82A91425E6}"/>
                </a:ext>
              </a:extLst>
            </p:cNvPr>
            <p:cNvSpPr/>
            <p:nvPr/>
          </p:nvSpPr>
          <p:spPr>
            <a:xfrm>
              <a:off x="7513202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2" name="椭圆 341">
              <a:extLst>
                <a:ext uri="{FF2B5EF4-FFF2-40B4-BE49-F238E27FC236}">
                  <a16:creationId xmlns:a16="http://schemas.microsoft.com/office/drawing/2014/main" id="{A8199472-11CE-6E8E-CF72-85939D8A3149}"/>
                </a:ext>
              </a:extLst>
            </p:cNvPr>
            <p:cNvSpPr/>
            <p:nvPr/>
          </p:nvSpPr>
          <p:spPr>
            <a:xfrm>
              <a:off x="5192083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F365BDB3-CBC0-C2DD-5B22-7784C05932D4}"/>
                </a:ext>
              </a:extLst>
            </p:cNvPr>
            <p:cNvSpPr/>
            <p:nvPr/>
          </p:nvSpPr>
          <p:spPr>
            <a:xfrm>
              <a:off x="5450327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4" name="椭圆 343">
              <a:extLst>
                <a:ext uri="{FF2B5EF4-FFF2-40B4-BE49-F238E27FC236}">
                  <a16:creationId xmlns:a16="http://schemas.microsoft.com/office/drawing/2014/main" id="{54BE7BE9-AE6F-DCF3-0667-342CE8477C63}"/>
                </a:ext>
              </a:extLst>
            </p:cNvPr>
            <p:cNvSpPr/>
            <p:nvPr/>
          </p:nvSpPr>
          <p:spPr>
            <a:xfrm>
              <a:off x="5708571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DC743502-9EDD-796F-FA9A-7C57BFA48D8A}"/>
                </a:ext>
              </a:extLst>
            </p:cNvPr>
            <p:cNvSpPr/>
            <p:nvPr/>
          </p:nvSpPr>
          <p:spPr>
            <a:xfrm>
              <a:off x="5966815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D75CEEE8-EEEB-B1EF-24A5-3DF3257D40D3}"/>
                </a:ext>
              </a:extLst>
            </p:cNvPr>
            <p:cNvSpPr/>
            <p:nvPr/>
          </p:nvSpPr>
          <p:spPr>
            <a:xfrm>
              <a:off x="6225059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482E8E6E-13EB-819A-0E1D-6A978EB08F21}"/>
                </a:ext>
              </a:extLst>
            </p:cNvPr>
            <p:cNvSpPr/>
            <p:nvPr/>
          </p:nvSpPr>
          <p:spPr>
            <a:xfrm>
              <a:off x="6480226" y="5966957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8" name="椭圆 347">
              <a:extLst>
                <a:ext uri="{FF2B5EF4-FFF2-40B4-BE49-F238E27FC236}">
                  <a16:creationId xmlns:a16="http://schemas.microsoft.com/office/drawing/2014/main" id="{72FF595C-9DB8-F212-C6BF-15941D4D03F6}"/>
                </a:ext>
              </a:extLst>
            </p:cNvPr>
            <p:cNvSpPr/>
            <p:nvPr/>
          </p:nvSpPr>
          <p:spPr>
            <a:xfrm>
              <a:off x="6738470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9" name="椭圆 348">
              <a:extLst>
                <a:ext uri="{FF2B5EF4-FFF2-40B4-BE49-F238E27FC236}">
                  <a16:creationId xmlns:a16="http://schemas.microsoft.com/office/drawing/2014/main" id="{BC8EF14D-83E6-85B7-BA1A-6E42F6F420CB}"/>
                </a:ext>
              </a:extLst>
            </p:cNvPr>
            <p:cNvSpPr/>
            <p:nvPr/>
          </p:nvSpPr>
          <p:spPr>
            <a:xfrm>
              <a:off x="6996714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0" name="椭圆 349">
              <a:extLst>
                <a:ext uri="{FF2B5EF4-FFF2-40B4-BE49-F238E27FC236}">
                  <a16:creationId xmlns:a16="http://schemas.microsoft.com/office/drawing/2014/main" id="{FD6941B3-2C09-5677-56DE-CB856CD259EA}"/>
                </a:ext>
              </a:extLst>
            </p:cNvPr>
            <p:cNvSpPr/>
            <p:nvPr/>
          </p:nvSpPr>
          <p:spPr>
            <a:xfrm>
              <a:off x="7254958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7519F226-E58C-AF07-8500-3842EB1955E1}"/>
                </a:ext>
              </a:extLst>
            </p:cNvPr>
            <p:cNvSpPr/>
            <p:nvPr/>
          </p:nvSpPr>
          <p:spPr>
            <a:xfrm>
              <a:off x="7513202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52" name="组合 351">
            <a:extLst>
              <a:ext uri="{FF2B5EF4-FFF2-40B4-BE49-F238E27FC236}">
                <a16:creationId xmlns:a16="http://schemas.microsoft.com/office/drawing/2014/main" id="{CEF56713-1FC8-7025-2D60-108550AD6DF6}"/>
              </a:ext>
            </a:extLst>
          </p:cNvPr>
          <p:cNvGrpSpPr/>
          <p:nvPr/>
        </p:nvGrpSpPr>
        <p:grpSpPr>
          <a:xfrm>
            <a:off x="6468090" y="3812328"/>
            <a:ext cx="1123302" cy="1058127"/>
            <a:chOff x="5192083" y="3788281"/>
            <a:chExt cx="2531927" cy="2385022"/>
          </a:xfrm>
          <a:solidFill>
            <a:srgbClr val="E1E1E1"/>
          </a:solidFill>
        </p:grpSpPr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73E46960-E253-4282-CFE0-3DE91D10768D}"/>
                </a:ext>
              </a:extLst>
            </p:cNvPr>
            <p:cNvSpPr/>
            <p:nvPr/>
          </p:nvSpPr>
          <p:spPr>
            <a:xfrm>
              <a:off x="5192083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258783F6-8E8F-ABB5-1C27-A1CD9D72949E}"/>
                </a:ext>
              </a:extLst>
            </p:cNvPr>
            <p:cNvSpPr/>
            <p:nvPr/>
          </p:nvSpPr>
          <p:spPr>
            <a:xfrm>
              <a:off x="5450327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4BA9D667-48E5-F3E4-FE9C-26DFC8F7612E}"/>
                </a:ext>
              </a:extLst>
            </p:cNvPr>
            <p:cNvSpPr/>
            <p:nvPr/>
          </p:nvSpPr>
          <p:spPr>
            <a:xfrm>
              <a:off x="5708571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6" name="椭圆 355">
              <a:extLst>
                <a:ext uri="{FF2B5EF4-FFF2-40B4-BE49-F238E27FC236}">
                  <a16:creationId xmlns:a16="http://schemas.microsoft.com/office/drawing/2014/main" id="{8A1251B6-487E-9217-25D0-F70D0922710F}"/>
                </a:ext>
              </a:extLst>
            </p:cNvPr>
            <p:cNvSpPr/>
            <p:nvPr/>
          </p:nvSpPr>
          <p:spPr>
            <a:xfrm>
              <a:off x="5966815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162F4CDF-9EF7-0BB3-B2F8-B4E126DEA52B}"/>
                </a:ext>
              </a:extLst>
            </p:cNvPr>
            <p:cNvSpPr/>
            <p:nvPr/>
          </p:nvSpPr>
          <p:spPr>
            <a:xfrm>
              <a:off x="6225059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8" name="椭圆 357">
              <a:extLst>
                <a:ext uri="{FF2B5EF4-FFF2-40B4-BE49-F238E27FC236}">
                  <a16:creationId xmlns:a16="http://schemas.microsoft.com/office/drawing/2014/main" id="{0181E16F-C865-E822-5CFD-E94E80418E19}"/>
                </a:ext>
              </a:extLst>
            </p:cNvPr>
            <p:cNvSpPr/>
            <p:nvPr/>
          </p:nvSpPr>
          <p:spPr>
            <a:xfrm>
              <a:off x="6480226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5971EFB5-7FED-CCDE-E9E8-C587AACA7C6F}"/>
                </a:ext>
              </a:extLst>
            </p:cNvPr>
            <p:cNvSpPr/>
            <p:nvPr/>
          </p:nvSpPr>
          <p:spPr>
            <a:xfrm>
              <a:off x="6738470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51C8E815-A4D5-68C7-EF71-DA75A6DBB75C}"/>
                </a:ext>
              </a:extLst>
            </p:cNvPr>
            <p:cNvSpPr/>
            <p:nvPr/>
          </p:nvSpPr>
          <p:spPr>
            <a:xfrm>
              <a:off x="6996714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3E642C8B-6212-C10F-8F61-C3C0809AAAE4}"/>
                </a:ext>
              </a:extLst>
            </p:cNvPr>
            <p:cNvSpPr/>
            <p:nvPr/>
          </p:nvSpPr>
          <p:spPr>
            <a:xfrm>
              <a:off x="7254958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650249AC-83D8-92FB-56CE-26EA2ED023F2}"/>
                </a:ext>
              </a:extLst>
            </p:cNvPr>
            <p:cNvSpPr/>
            <p:nvPr/>
          </p:nvSpPr>
          <p:spPr>
            <a:xfrm>
              <a:off x="7513202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E11EF327-E06F-DD03-AEA0-0B7462E8E37E}"/>
                </a:ext>
              </a:extLst>
            </p:cNvPr>
            <p:cNvSpPr/>
            <p:nvPr/>
          </p:nvSpPr>
          <p:spPr>
            <a:xfrm>
              <a:off x="5192083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0A3B059E-5653-2539-485F-48DD6790FF12}"/>
                </a:ext>
              </a:extLst>
            </p:cNvPr>
            <p:cNvSpPr/>
            <p:nvPr/>
          </p:nvSpPr>
          <p:spPr>
            <a:xfrm>
              <a:off x="5450327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6F14FDC6-F0B5-17FD-F66A-F39053C1C0D9}"/>
                </a:ext>
              </a:extLst>
            </p:cNvPr>
            <p:cNvSpPr/>
            <p:nvPr/>
          </p:nvSpPr>
          <p:spPr>
            <a:xfrm>
              <a:off x="5708571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ED005C86-0B54-5972-CB09-5EB42DE52FA8}"/>
                </a:ext>
              </a:extLst>
            </p:cNvPr>
            <p:cNvSpPr/>
            <p:nvPr/>
          </p:nvSpPr>
          <p:spPr>
            <a:xfrm>
              <a:off x="5966815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AF3D51E6-21E0-604B-5212-D852FDE88292}"/>
                </a:ext>
              </a:extLst>
            </p:cNvPr>
            <p:cNvSpPr/>
            <p:nvPr/>
          </p:nvSpPr>
          <p:spPr>
            <a:xfrm>
              <a:off x="6225059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1565AE0E-405B-39A2-5C08-B6AD56E0F9FE}"/>
                </a:ext>
              </a:extLst>
            </p:cNvPr>
            <p:cNvSpPr/>
            <p:nvPr/>
          </p:nvSpPr>
          <p:spPr>
            <a:xfrm>
              <a:off x="6480226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5C0A9D82-3D33-FC3D-4024-4E1EA72CACCD}"/>
                </a:ext>
              </a:extLst>
            </p:cNvPr>
            <p:cNvSpPr/>
            <p:nvPr/>
          </p:nvSpPr>
          <p:spPr>
            <a:xfrm>
              <a:off x="6738470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303A115C-934F-22D9-C0B4-6695047ABBF4}"/>
                </a:ext>
              </a:extLst>
            </p:cNvPr>
            <p:cNvSpPr/>
            <p:nvPr/>
          </p:nvSpPr>
          <p:spPr>
            <a:xfrm>
              <a:off x="6996714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1" name="椭圆 370">
              <a:extLst>
                <a:ext uri="{FF2B5EF4-FFF2-40B4-BE49-F238E27FC236}">
                  <a16:creationId xmlns:a16="http://schemas.microsoft.com/office/drawing/2014/main" id="{9C5EB263-6999-BD45-898B-3C53B34C3F30}"/>
                </a:ext>
              </a:extLst>
            </p:cNvPr>
            <p:cNvSpPr/>
            <p:nvPr/>
          </p:nvSpPr>
          <p:spPr>
            <a:xfrm>
              <a:off x="7254958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0D1D0BB6-0091-BF9A-ACA9-205BF9158DEC}"/>
                </a:ext>
              </a:extLst>
            </p:cNvPr>
            <p:cNvSpPr/>
            <p:nvPr/>
          </p:nvSpPr>
          <p:spPr>
            <a:xfrm>
              <a:off x="7513202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B7DE25AA-2DDA-9424-C7E9-AF82F6D092B1}"/>
                </a:ext>
              </a:extLst>
            </p:cNvPr>
            <p:cNvSpPr/>
            <p:nvPr/>
          </p:nvSpPr>
          <p:spPr>
            <a:xfrm>
              <a:off x="5192083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6558A0E0-F34B-D4BD-36F4-61833639267F}"/>
                </a:ext>
              </a:extLst>
            </p:cNvPr>
            <p:cNvSpPr/>
            <p:nvPr/>
          </p:nvSpPr>
          <p:spPr>
            <a:xfrm>
              <a:off x="5450327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F30E1228-8F86-74E5-41A6-191C8B30EFC5}"/>
                </a:ext>
              </a:extLst>
            </p:cNvPr>
            <p:cNvSpPr/>
            <p:nvPr/>
          </p:nvSpPr>
          <p:spPr>
            <a:xfrm>
              <a:off x="5708571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226473B7-73AB-9146-BD46-0CEE706A2FEA}"/>
                </a:ext>
              </a:extLst>
            </p:cNvPr>
            <p:cNvSpPr/>
            <p:nvPr/>
          </p:nvSpPr>
          <p:spPr>
            <a:xfrm>
              <a:off x="5966815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F2AAE0C4-CBBE-94EF-35E9-C39E9D91C5FF}"/>
                </a:ext>
              </a:extLst>
            </p:cNvPr>
            <p:cNvSpPr/>
            <p:nvPr/>
          </p:nvSpPr>
          <p:spPr>
            <a:xfrm>
              <a:off x="6225059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C455E93A-C847-FCD4-2A1F-CE9AD74EAA58}"/>
                </a:ext>
              </a:extLst>
            </p:cNvPr>
            <p:cNvSpPr/>
            <p:nvPr/>
          </p:nvSpPr>
          <p:spPr>
            <a:xfrm>
              <a:off x="6480226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9" name="椭圆 378">
              <a:extLst>
                <a:ext uri="{FF2B5EF4-FFF2-40B4-BE49-F238E27FC236}">
                  <a16:creationId xmlns:a16="http://schemas.microsoft.com/office/drawing/2014/main" id="{DFEA5422-3AF8-8BA3-B66A-5E620F87B921}"/>
                </a:ext>
              </a:extLst>
            </p:cNvPr>
            <p:cNvSpPr/>
            <p:nvPr/>
          </p:nvSpPr>
          <p:spPr>
            <a:xfrm>
              <a:off x="6738470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CA72FC94-51DB-D552-DC4E-ECD1D4B6FD88}"/>
                </a:ext>
              </a:extLst>
            </p:cNvPr>
            <p:cNvSpPr/>
            <p:nvPr/>
          </p:nvSpPr>
          <p:spPr>
            <a:xfrm>
              <a:off x="6996714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F3B39BC3-CF29-5483-3471-A633BB4807EC}"/>
                </a:ext>
              </a:extLst>
            </p:cNvPr>
            <p:cNvSpPr/>
            <p:nvPr/>
          </p:nvSpPr>
          <p:spPr>
            <a:xfrm>
              <a:off x="7254958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EEA8CBE8-2E0E-2903-78B8-0038CFDE3A15}"/>
                </a:ext>
              </a:extLst>
            </p:cNvPr>
            <p:cNvSpPr/>
            <p:nvPr/>
          </p:nvSpPr>
          <p:spPr>
            <a:xfrm>
              <a:off x="7513202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449D793F-645A-CD0F-6359-380699E903F8}"/>
                </a:ext>
              </a:extLst>
            </p:cNvPr>
            <p:cNvSpPr/>
            <p:nvPr/>
          </p:nvSpPr>
          <p:spPr>
            <a:xfrm>
              <a:off x="5192083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F23C6DAB-9C74-6357-97C4-9C62E36A9F48}"/>
                </a:ext>
              </a:extLst>
            </p:cNvPr>
            <p:cNvSpPr/>
            <p:nvPr/>
          </p:nvSpPr>
          <p:spPr>
            <a:xfrm>
              <a:off x="5450327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5" name="椭圆 384">
              <a:extLst>
                <a:ext uri="{FF2B5EF4-FFF2-40B4-BE49-F238E27FC236}">
                  <a16:creationId xmlns:a16="http://schemas.microsoft.com/office/drawing/2014/main" id="{699401A2-E81D-15E6-144C-1473FCBA4533}"/>
                </a:ext>
              </a:extLst>
            </p:cNvPr>
            <p:cNvSpPr/>
            <p:nvPr/>
          </p:nvSpPr>
          <p:spPr>
            <a:xfrm>
              <a:off x="5708571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6206BDA6-8D1F-79CD-FAB3-D4B4A7120856}"/>
                </a:ext>
              </a:extLst>
            </p:cNvPr>
            <p:cNvSpPr/>
            <p:nvPr/>
          </p:nvSpPr>
          <p:spPr>
            <a:xfrm>
              <a:off x="5966815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7" name="椭圆 386">
              <a:extLst>
                <a:ext uri="{FF2B5EF4-FFF2-40B4-BE49-F238E27FC236}">
                  <a16:creationId xmlns:a16="http://schemas.microsoft.com/office/drawing/2014/main" id="{8D1A3812-7970-6499-02D5-C34CAB1E8902}"/>
                </a:ext>
              </a:extLst>
            </p:cNvPr>
            <p:cNvSpPr/>
            <p:nvPr/>
          </p:nvSpPr>
          <p:spPr>
            <a:xfrm>
              <a:off x="6225059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74456F3A-0D38-5D43-D41D-ED8E779B5735}"/>
                </a:ext>
              </a:extLst>
            </p:cNvPr>
            <p:cNvSpPr/>
            <p:nvPr/>
          </p:nvSpPr>
          <p:spPr>
            <a:xfrm>
              <a:off x="6480226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9" name="椭圆 388">
              <a:extLst>
                <a:ext uri="{FF2B5EF4-FFF2-40B4-BE49-F238E27FC236}">
                  <a16:creationId xmlns:a16="http://schemas.microsoft.com/office/drawing/2014/main" id="{36EBC129-4217-E047-13B0-A97BEDCCE456}"/>
                </a:ext>
              </a:extLst>
            </p:cNvPr>
            <p:cNvSpPr/>
            <p:nvPr/>
          </p:nvSpPr>
          <p:spPr>
            <a:xfrm>
              <a:off x="6738470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0E5B7737-006D-59E5-A7FC-3C10F6ED58D5}"/>
                </a:ext>
              </a:extLst>
            </p:cNvPr>
            <p:cNvSpPr/>
            <p:nvPr/>
          </p:nvSpPr>
          <p:spPr>
            <a:xfrm>
              <a:off x="6996714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1" name="椭圆 390">
              <a:extLst>
                <a:ext uri="{FF2B5EF4-FFF2-40B4-BE49-F238E27FC236}">
                  <a16:creationId xmlns:a16="http://schemas.microsoft.com/office/drawing/2014/main" id="{4F3AFC4A-8722-82F1-4DBB-C2900F754010}"/>
                </a:ext>
              </a:extLst>
            </p:cNvPr>
            <p:cNvSpPr/>
            <p:nvPr/>
          </p:nvSpPr>
          <p:spPr>
            <a:xfrm>
              <a:off x="7254958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2" name="椭圆 391">
              <a:extLst>
                <a:ext uri="{FF2B5EF4-FFF2-40B4-BE49-F238E27FC236}">
                  <a16:creationId xmlns:a16="http://schemas.microsoft.com/office/drawing/2014/main" id="{405DFD3F-69AB-9968-4988-5C6339176669}"/>
                </a:ext>
              </a:extLst>
            </p:cNvPr>
            <p:cNvSpPr/>
            <p:nvPr/>
          </p:nvSpPr>
          <p:spPr>
            <a:xfrm>
              <a:off x="7513202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9A8CA212-F572-9DEB-5E43-489FDB7FF765}"/>
                </a:ext>
              </a:extLst>
            </p:cNvPr>
            <p:cNvSpPr/>
            <p:nvPr/>
          </p:nvSpPr>
          <p:spPr>
            <a:xfrm>
              <a:off x="5192083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4" name="椭圆 393">
              <a:extLst>
                <a:ext uri="{FF2B5EF4-FFF2-40B4-BE49-F238E27FC236}">
                  <a16:creationId xmlns:a16="http://schemas.microsoft.com/office/drawing/2014/main" id="{4B04232E-DDFB-6B62-3197-75699CF529F9}"/>
                </a:ext>
              </a:extLst>
            </p:cNvPr>
            <p:cNvSpPr/>
            <p:nvPr/>
          </p:nvSpPr>
          <p:spPr>
            <a:xfrm>
              <a:off x="5450327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5" name="椭圆 394">
              <a:extLst>
                <a:ext uri="{FF2B5EF4-FFF2-40B4-BE49-F238E27FC236}">
                  <a16:creationId xmlns:a16="http://schemas.microsoft.com/office/drawing/2014/main" id="{2361416E-DDF6-E3A8-C09F-1BAD887D21B7}"/>
                </a:ext>
              </a:extLst>
            </p:cNvPr>
            <p:cNvSpPr/>
            <p:nvPr/>
          </p:nvSpPr>
          <p:spPr>
            <a:xfrm>
              <a:off x="5708571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F787F1F8-24E6-8888-3003-5DB82C25D2E0}"/>
                </a:ext>
              </a:extLst>
            </p:cNvPr>
            <p:cNvSpPr/>
            <p:nvPr/>
          </p:nvSpPr>
          <p:spPr>
            <a:xfrm>
              <a:off x="5966815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7" name="椭圆 396">
              <a:extLst>
                <a:ext uri="{FF2B5EF4-FFF2-40B4-BE49-F238E27FC236}">
                  <a16:creationId xmlns:a16="http://schemas.microsoft.com/office/drawing/2014/main" id="{68F0DA6E-1436-F78C-969F-CB66568D177A}"/>
                </a:ext>
              </a:extLst>
            </p:cNvPr>
            <p:cNvSpPr/>
            <p:nvPr/>
          </p:nvSpPr>
          <p:spPr>
            <a:xfrm>
              <a:off x="6225059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1DD7516C-CB31-12C3-F0EB-24FA4CD223AE}"/>
                </a:ext>
              </a:extLst>
            </p:cNvPr>
            <p:cNvSpPr/>
            <p:nvPr/>
          </p:nvSpPr>
          <p:spPr>
            <a:xfrm>
              <a:off x="6480226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B467BFA3-31A3-7F0F-8A49-C82B2380F69E}"/>
                </a:ext>
              </a:extLst>
            </p:cNvPr>
            <p:cNvSpPr/>
            <p:nvPr/>
          </p:nvSpPr>
          <p:spPr>
            <a:xfrm>
              <a:off x="6738470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0" name="椭圆 399">
              <a:extLst>
                <a:ext uri="{FF2B5EF4-FFF2-40B4-BE49-F238E27FC236}">
                  <a16:creationId xmlns:a16="http://schemas.microsoft.com/office/drawing/2014/main" id="{EE1B371C-4E08-1CEF-4648-38A219405DDC}"/>
                </a:ext>
              </a:extLst>
            </p:cNvPr>
            <p:cNvSpPr/>
            <p:nvPr/>
          </p:nvSpPr>
          <p:spPr>
            <a:xfrm>
              <a:off x="6996714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1" name="椭圆 400">
              <a:extLst>
                <a:ext uri="{FF2B5EF4-FFF2-40B4-BE49-F238E27FC236}">
                  <a16:creationId xmlns:a16="http://schemas.microsoft.com/office/drawing/2014/main" id="{EA5C72A9-475C-1C87-E6C2-ABF32DB68D9C}"/>
                </a:ext>
              </a:extLst>
            </p:cNvPr>
            <p:cNvSpPr/>
            <p:nvPr/>
          </p:nvSpPr>
          <p:spPr>
            <a:xfrm>
              <a:off x="7254958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78E19C19-1AF6-11B5-0F17-C8FDCA774161}"/>
                </a:ext>
              </a:extLst>
            </p:cNvPr>
            <p:cNvSpPr/>
            <p:nvPr/>
          </p:nvSpPr>
          <p:spPr>
            <a:xfrm>
              <a:off x="7513202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3" name="椭圆 402">
              <a:extLst>
                <a:ext uri="{FF2B5EF4-FFF2-40B4-BE49-F238E27FC236}">
                  <a16:creationId xmlns:a16="http://schemas.microsoft.com/office/drawing/2014/main" id="{07806AFE-FB24-7B14-9E69-A0D1CBDC5211}"/>
                </a:ext>
              </a:extLst>
            </p:cNvPr>
            <p:cNvSpPr/>
            <p:nvPr/>
          </p:nvSpPr>
          <p:spPr>
            <a:xfrm>
              <a:off x="5192083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4" name="椭圆 403">
              <a:extLst>
                <a:ext uri="{FF2B5EF4-FFF2-40B4-BE49-F238E27FC236}">
                  <a16:creationId xmlns:a16="http://schemas.microsoft.com/office/drawing/2014/main" id="{F2F55C28-00F4-01B0-FDDE-4412088830AF}"/>
                </a:ext>
              </a:extLst>
            </p:cNvPr>
            <p:cNvSpPr/>
            <p:nvPr/>
          </p:nvSpPr>
          <p:spPr>
            <a:xfrm>
              <a:off x="5450327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5" name="椭圆 404">
              <a:extLst>
                <a:ext uri="{FF2B5EF4-FFF2-40B4-BE49-F238E27FC236}">
                  <a16:creationId xmlns:a16="http://schemas.microsoft.com/office/drawing/2014/main" id="{236BA985-462F-0365-A9F8-E34C118D558A}"/>
                </a:ext>
              </a:extLst>
            </p:cNvPr>
            <p:cNvSpPr/>
            <p:nvPr/>
          </p:nvSpPr>
          <p:spPr>
            <a:xfrm>
              <a:off x="5708571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6" name="椭圆 405">
              <a:extLst>
                <a:ext uri="{FF2B5EF4-FFF2-40B4-BE49-F238E27FC236}">
                  <a16:creationId xmlns:a16="http://schemas.microsoft.com/office/drawing/2014/main" id="{CF7C15ED-4B16-0C06-ABEC-C3540A835589}"/>
                </a:ext>
              </a:extLst>
            </p:cNvPr>
            <p:cNvSpPr/>
            <p:nvPr/>
          </p:nvSpPr>
          <p:spPr>
            <a:xfrm>
              <a:off x="5966815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7" name="椭圆 406">
              <a:extLst>
                <a:ext uri="{FF2B5EF4-FFF2-40B4-BE49-F238E27FC236}">
                  <a16:creationId xmlns:a16="http://schemas.microsoft.com/office/drawing/2014/main" id="{2F3EEFFB-AD5D-3943-4BAB-26A633C20BAE}"/>
                </a:ext>
              </a:extLst>
            </p:cNvPr>
            <p:cNvSpPr/>
            <p:nvPr/>
          </p:nvSpPr>
          <p:spPr>
            <a:xfrm>
              <a:off x="6225059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8" name="椭圆 407">
              <a:extLst>
                <a:ext uri="{FF2B5EF4-FFF2-40B4-BE49-F238E27FC236}">
                  <a16:creationId xmlns:a16="http://schemas.microsoft.com/office/drawing/2014/main" id="{CD4BF656-817D-7AFD-50C1-55A40E317321}"/>
                </a:ext>
              </a:extLst>
            </p:cNvPr>
            <p:cNvSpPr/>
            <p:nvPr/>
          </p:nvSpPr>
          <p:spPr>
            <a:xfrm>
              <a:off x="6480226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9" name="椭圆 408">
              <a:extLst>
                <a:ext uri="{FF2B5EF4-FFF2-40B4-BE49-F238E27FC236}">
                  <a16:creationId xmlns:a16="http://schemas.microsoft.com/office/drawing/2014/main" id="{DF7BEEA5-435D-CCF5-A4F3-200048F3AAA1}"/>
                </a:ext>
              </a:extLst>
            </p:cNvPr>
            <p:cNvSpPr/>
            <p:nvPr/>
          </p:nvSpPr>
          <p:spPr>
            <a:xfrm>
              <a:off x="6738470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0" name="椭圆 409">
              <a:extLst>
                <a:ext uri="{FF2B5EF4-FFF2-40B4-BE49-F238E27FC236}">
                  <a16:creationId xmlns:a16="http://schemas.microsoft.com/office/drawing/2014/main" id="{66E4B455-9655-06E6-0B88-A76593E949C8}"/>
                </a:ext>
              </a:extLst>
            </p:cNvPr>
            <p:cNvSpPr/>
            <p:nvPr/>
          </p:nvSpPr>
          <p:spPr>
            <a:xfrm>
              <a:off x="6996714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1" name="椭圆 410">
              <a:extLst>
                <a:ext uri="{FF2B5EF4-FFF2-40B4-BE49-F238E27FC236}">
                  <a16:creationId xmlns:a16="http://schemas.microsoft.com/office/drawing/2014/main" id="{07A50DC8-2004-999E-FD4C-2DE9E3661957}"/>
                </a:ext>
              </a:extLst>
            </p:cNvPr>
            <p:cNvSpPr/>
            <p:nvPr/>
          </p:nvSpPr>
          <p:spPr>
            <a:xfrm>
              <a:off x="7254958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2" name="椭圆 411">
              <a:extLst>
                <a:ext uri="{FF2B5EF4-FFF2-40B4-BE49-F238E27FC236}">
                  <a16:creationId xmlns:a16="http://schemas.microsoft.com/office/drawing/2014/main" id="{E9C17F59-5815-E939-6AA1-86DF271005AD}"/>
                </a:ext>
              </a:extLst>
            </p:cNvPr>
            <p:cNvSpPr/>
            <p:nvPr/>
          </p:nvSpPr>
          <p:spPr>
            <a:xfrm>
              <a:off x="7513202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3" name="椭圆 412">
              <a:extLst>
                <a:ext uri="{FF2B5EF4-FFF2-40B4-BE49-F238E27FC236}">
                  <a16:creationId xmlns:a16="http://schemas.microsoft.com/office/drawing/2014/main" id="{9A87F717-A0E8-C6DB-1E84-917AB09628ED}"/>
                </a:ext>
              </a:extLst>
            </p:cNvPr>
            <p:cNvSpPr/>
            <p:nvPr/>
          </p:nvSpPr>
          <p:spPr>
            <a:xfrm>
              <a:off x="5192083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4" name="椭圆 413">
              <a:extLst>
                <a:ext uri="{FF2B5EF4-FFF2-40B4-BE49-F238E27FC236}">
                  <a16:creationId xmlns:a16="http://schemas.microsoft.com/office/drawing/2014/main" id="{CF774282-616B-730A-EF7A-2B7BD83BCE5D}"/>
                </a:ext>
              </a:extLst>
            </p:cNvPr>
            <p:cNvSpPr/>
            <p:nvPr/>
          </p:nvSpPr>
          <p:spPr>
            <a:xfrm>
              <a:off x="5450327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5" name="椭圆 414">
              <a:extLst>
                <a:ext uri="{FF2B5EF4-FFF2-40B4-BE49-F238E27FC236}">
                  <a16:creationId xmlns:a16="http://schemas.microsoft.com/office/drawing/2014/main" id="{C8AA6B08-D3AD-1055-55B0-B3D04210A310}"/>
                </a:ext>
              </a:extLst>
            </p:cNvPr>
            <p:cNvSpPr/>
            <p:nvPr/>
          </p:nvSpPr>
          <p:spPr>
            <a:xfrm>
              <a:off x="5708571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CD879226-6529-7072-3F97-FE0DFFFC6310}"/>
                </a:ext>
              </a:extLst>
            </p:cNvPr>
            <p:cNvSpPr/>
            <p:nvPr/>
          </p:nvSpPr>
          <p:spPr>
            <a:xfrm>
              <a:off x="5966815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FAB89FA3-F04E-2AE0-7448-1C1EEF1F659B}"/>
                </a:ext>
              </a:extLst>
            </p:cNvPr>
            <p:cNvSpPr/>
            <p:nvPr/>
          </p:nvSpPr>
          <p:spPr>
            <a:xfrm>
              <a:off x="6225059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0F24D30D-7DE8-BA84-7E1B-4A5950DF04CB}"/>
                </a:ext>
              </a:extLst>
            </p:cNvPr>
            <p:cNvSpPr/>
            <p:nvPr/>
          </p:nvSpPr>
          <p:spPr>
            <a:xfrm>
              <a:off x="6480226" y="524011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9" name="椭圆 418">
              <a:extLst>
                <a:ext uri="{FF2B5EF4-FFF2-40B4-BE49-F238E27FC236}">
                  <a16:creationId xmlns:a16="http://schemas.microsoft.com/office/drawing/2014/main" id="{750A7E3C-3AC6-998E-7EA5-7FCFC1E7EAF9}"/>
                </a:ext>
              </a:extLst>
            </p:cNvPr>
            <p:cNvSpPr/>
            <p:nvPr/>
          </p:nvSpPr>
          <p:spPr>
            <a:xfrm>
              <a:off x="6738470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BAC3DE90-2188-B1A0-B6F1-A063FE246836}"/>
                </a:ext>
              </a:extLst>
            </p:cNvPr>
            <p:cNvSpPr/>
            <p:nvPr/>
          </p:nvSpPr>
          <p:spPr>
            <a:xfrm>
              <a:off x="6996714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6E480314-E414-B54D-79FE-A72008E60C21}"/>
                </a:ext>
              </a:extLst>
            </p:cNvPr>
            <p:cNvSpPr/>
            <p:nvPr/>
          </p:nvSpPr>
          <p:spPr>
            <a:xfrm>
              <a:off x="7254958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2366DE2E-C3AE-BF01-2AFF-A2D323116F1F}"/>
                </a:ext>
              </a:extLst>
            </p:cNvPr>
            <p:cNvSpPr/>
            <p:nvPr/>
          </p:nvSpPr>
          <p:spPr>
            <a:xfrm>
              <a:off x="7513202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F4AFBEA5-DD83-C108-0154-343AF7F8ECA4}"/>
                </a:ext>
              </a:extLst>
            </p:cNvPr>
            <p:cNvSpPr/>
            <p:nvPr/>
          </p:nvSpPr>
          <p:spPr>
            <a:xfrm>
              <a:off x="5192083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4" name="椭圆 423">
              <a:extLst>
                <a:ext uri="{FF2B5EF4-FFF2-40B4-BE49-F238E27FC236}">
                  <a16:creationId xmlns:a16="http://schemas.microsoft.com/office/drawing/2014/main" id="{EB7D5FFC-4776-AE5D-B64B-21DFC24B8622}"/>
                </a:ext>
              </a:extLst>
            </p:cNvPr>
            <p:cNvSpPr/>
            <p:nvPr/>
          </p:nvSpPr>
          <p:spPr>
            <a:xfrm>
              <a:off x="5450327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5" name="椭圆 424">
              <a:extLst>
                <a:ext uri="{FF2B5EF4-FFF2-40B4-BE49-F238E27FC236}">
                  <a16:creationId xmlns:a16="http://schemas.microsoft.com/office/drawing/2014/main" id="{154724E6-21D5-33BC-FEF3-8727EB279108}"/>
                </a:ext>
              </a:extLst>
            </p:cNvPr>
            <p:cNvSpPr/>
            <p:nvPr/>
          </p:nvSpPr>
          <p:spPr>
            <a:xfrm>
              <a:off x="5708571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1AC72465-DD08-EEE7-6542-151B9E71CCE7}"/>
                </a:ext>
              </a:extLst>
            </p:cNvPr>
            <p:cNvSpPr/>
            <p:nvPr/>
          </p:nvSpPr>
          <p:spPr>
            <a:xfrm>
              <a:off x="5966815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7" name="椭圆 426">
              <a:extLst>
                <a:ext uri="{FF2B5EF4-FFF2-40B4-BE49-F238E27FC236}">
                  <a16:creationId xmlns:a16="http://schemas.microsoft.com/office/drawing/2014/main" id="{2D98D899-F265-F688-DF4E-67A524DBCC7C}"/>
                </a:ext>
              </a:extLst>
            </p:cNvPr>
            <p:cNvSpPr/>
            <p:nvPr/>
          </p:nvSpPr>
          <p:spPr>
            <a:xfrm>
              <a:off x="6225059" y="547592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8" name="椭圆 427">
              <a:extLst>
                <a:ext uri="{FF2B5EF4-FFF2-40B4-BE49-F238E27FC236}">
                  <a16:creationId xmlns:a16="http://schemas.microsoft.com/office/drawing/2014/main" id="{78BAAD7F-0B58-B7D5-1542-493E902E8BC2}"/>
                </a:ext>
              </a:extLst>
            </p:cNvPr>
            <p:cNvSpPr/>
            <p:nvPr/>
          </p:nvSpPr>
          <p:spPr>
            <a:xfrm>
              <a:off x="6480226" y="547592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E1351DC0-3CA6-70B7-7732-50F45B5777F6}"/>
                </a:ext>
              </a:extLst>
            </p:cNvPr>
            <p:cNvSpPr/>
            <p:nvPr/>
          </p:nvSpPr>
          <p:spPr>
            <a:xfrm>
              <a:off x="6738470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0" name="椭圆 429">
              <a:extLst>
                <a:ext uri="{FF2B5EF4-FFF2-40B4-BE49-F238E27FC236}">
                  <a16:creationId xmlns:a16="http://schemas.microsoft.com/office/drawing/2014/main" id="{03E1EDE2-1183-228E-EF13-5D2D3573CDC7}"/>
                </a:ext>
              </a:extLst>
            </p:cNvPr>
            <p:cNvSpPr/>
            <p:nvPr/>
          </p:nvSpPr>
          <p:spPr>
            <a:xfrm>
              <a:off x="6996714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1" name="椭圆 430">
              <a:extLst>
                <a:ext uri="{FF2B5EF4-FFF2-40B4-BE49-F238E27FC236}">
                  <a16:creationId xmlns:a16="http://schemas.microsoft.com/office/drawing/2014/main" id="{6D5A01CE-9CDF-1A69-79EA-093EDFD3F585}"/>
                </a:ext>
              </a:extLst>
            </p:cNvPr>
            <p:cNvSpPr/>
            <p:nvPr/>
          </p:nvSpPr>
          <p:spPr>
            <a:xfrm>
              <a:off x="7254958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2" name="椭圆 431">
              <a:extLst>
                <a:ext uri="{FF2B5EF4-FFF2-40B4-BE49-F238E27FC236}">
                  <a16:creationId xmlns:a16="http://schemas.microsoft.com/office/drawing/2014/main" id="{9A037FD9-D01F-EB31-CDEA-BEC93C3E9329}"/>
                </a:ext>
              </a:extLst>
            </p:cNvPr>
            <p:cNvSpPr/>
            <p:nvPr/>
          </p:nvSpPr>
          <p:spPr>
            <a:xfrm>
              <a:off x="7513202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3" name="椭圆 432">
              <a:extLst>
                <a:ext uri="{FF2B5EF4-FFF2-40B4-BE49-F238E27FC236}">
                  <a16:creationId xmlns:a16="http://schemas.microsoft.com/office/drawing/2014/main" id="{6651731F-9D59-5073-A12A-6C5CA9E55CBF}"/>
                </a:ext>
              </a:extLst>
            </p:cNvPr>
            <p:cNvSpPr/>
            <p:nvPr/>
          </p:nvSpPr>
          <p:spPr>
            <a:xfrm>
              <a:off x="5192083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4" name="椭圆 433">
              <a:extLst>
                <a:ext uri="{FF2B5EF4-FFF2-40B4-BE49-F238E27FC236}">
                  <a16:creationId xmlns:a16="http://schemas.microsoft.com/office/drawing/2014/main" id="{9995A285-98A0-B36B-A8BA-6A28E51F7782}"/>
                </a:ext>
              </a:extLst>
            </p:cNvPr>
            <p:cNvSpPr/>
            <p:nvPr/>
          </p:nvSpPr>
          <p:spPr>
            <a:xfrm>
              <a:off x="5450327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5" name="椭圆 434">
              <a:extLst>
                <a:ext uri="{FF2B5EF4-FFF2-40B4-BE49-F238E27FC236}">
                  <a16:creationId xmlns:a16="http://schemas.microsoft.com/office/drawing/2014/main" id="{56774825-A361-6732-D67D-C97E41639384}"/>
                </a:ext>
              </a:extLst>
            </p:cNvPr>
            <p:cNvSpPr/>
            <p:nvPr/>
          </p:nvSpPr>
          <p:spPr>
            <a:xfrm>
              <a:off x="5708571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6" name="椭圆 435">
              <a:extLst>
                <a:ext uri="{FF2B5EF4-FFF2-40B4-BE49-F238E27FC236}">
                  <a16:creationId xmlns:a16="http://schemas.microsoft.com/office/drawing/2014/main" id="{AC5361DC-EC34-FFB1-07C7-1D5242DF4310}"/>
                </a:ext>
              </a:extLst>
            </p:cNvPr>
            <p:cNvSpPr/>
            <p:nvPr/>
          </p:nvSpPr>
          <p:spPr>
            <a:xfrm>
              <a:off x="5966815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7" name="椭圆 436">
              <a:extLst>
                <a:ext uri="{FF2B5EF4-FFF2-40B4-BE49-F238E27FC236}">
                  <a16:creationId xmlns:a16="http://schemas.microsoft.com/office/drawing/2014/main" id="{1565702A-F2D5-D974-D160-09835EE42FC2}"/>
                </a:ext>
              </a:extLst>
            </p:cNvPr>
            <p:cNvSpPr/>
            <p:nvPr/>
          </p:nvSpPr>
          <p:spPr>
            <a:xfrm>
              <a:off x="6225059" y="5721439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D6F5716E-B841-7F17-04FE-6E746A0F9C80}"/>
                </a:ext>
              </a:extLst>
            </p:cNvPr>
            <p:cNvSpPr/>
            <p:nvPr/>
          </p:nvSpPr>
          <p:spPr>
            <a:xfrm>
              <a:off x="6480226" y="5721439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9" name="椭圆 438">
              <a:extLst>
                <a:ext uri="{FF2B5EF4-FFF2-40B4-BE49-F238E27FC236}">
                  <a16:creationId xmlns:a16="http://schemas.microsoft.com/office/drawing/2014/main" id="{7463F07D-C2B3-3278-C541-66D28E3D8460}"/>
                </a:ext>
              </a:extLst>
            </p:cNvPr>
            <p:cNvSpPr/>
            <p:nvPr/>
          </p:nvSpPr>
          <p:spPr>
            <a:xfrm>
              <a:off x="6738470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0" name="椭圆 439">
              <a:extLst>
                <a:ext uri="{FF2B5EF4-FFF2-40B4-BE49-F238E27FC236}">
                  <a16:creationId xmlns:a16="http://schemas.microsoft.com/office/drawing/2014/main" id="{8E03E59E-FEFF-9AF9-5F68-A6FAECC6055C}"/>
                </a:ext>
              </a:extLst>
            </p:cNvPr>
            <p:cNvSpPr/>
            <p:nvPr/>
          </p:nvSpPr>
          <p:spPr>
            <a:xfrm>
              <a:off x="6996714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F8A0F85B-65F0-E828-792C-B84FEBDAC3E8}"/>
                </a:ext>
              </a:extLst>
            </p:cNvPr>
            <p:cNvSpPr/>
            <p:nvPr/>
          </p:nvSpPr>
          <p:spPr>
            <a:xfrm>
              <a:off x="7254958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2" name="椭圆 441">
              <a:extLst>
                <a:ext uri="{FF2B5EF4-FFF2-40B4-BE49-F238E27FC236}">
                  <a16:creationId xmlns:a16="http://schemas.microsoft.com/office/drawing/2014/main" id="{C155F2E6-4849-CD96-B997-057428357B3E}"/>
                </a:ext>
              </a:extLst>
            </p:cNvPr>
            <p:cNvSpPr/>
            <p:nvPr/>
          </p:nvSpPr>
          <p:spPr>
            <a:xfrm>
              <a:off x="7513202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3" name="椭圆 442">
              <a:extLst>
                <a:ext uri="{FF2B5EF4-FFF2-40B4-BE49-F238E27FC236}">
                  <a16:creationId xmlns:a16="http://schemas.microsoft.com/office/drawing/2014/main" id="{F7B143E0-B274-A62F-3FDD-88A0A9476E18}"/>
                </a:ext>
              </a:extLst>
            </p:cNvPr>
            <p:cNvSpPr/>
            <p:nvPr/>
          </p:nvSpPr>
          <p:spPr>
            <a:xfrm>
              <a:off x="5192083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F33D1640-F6E0-4895-BAEE-57CBC9C3D5F3}"/>
                </a:ext>
              </a:extLst>
            </p:cNvPr>
            <p:cNvSpPr/>
            <p:nvPr/>
          </p:nvSpPr>
          <p:spPr>
            <a:xfrm>
              <a:off x="5450327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5" name="椭圆 444">
              <a:extLst>
                <a:ext uri="{FF2B5EF4-FFF2-40B4-BE49-F238E27FC236}">
                  <a16:creationId xmlns:a16="http://schemas.microsoft.com/office/drawing/2014/main" id="{8900EE57-BECD-C824-4CCC-66A907D2FD85}"/>
                </a:ext>
              </a:extLst>
            </p:cNvPr>
            <p:cNvSpPr/>
            <p:nvPr/>
          </p:nvSpPr>
          <p:spPr>
            <a:xfrm>
              <a:off x="5708571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6" name="椭圆 445">
              <a:extLst>
                <a:ext uri="{FF2B5EF4-FFF2-40B4-BE49-F238E27FC236}">
                  <a16:creationId xmlns:a16="http://schemas.microsoft.com/office/drawing/2014/main" id="{5E4ED39C-593C-31E1-12AA-E0972ED68650}"/>
                </a:ext>
              </a:extLst>
            </p:cNvPr>
            <p:cNvSpPr/>
            <p:nvPr/>
          </p:nvSpPr>
          <p:spPr>
            <a:xfrm>
              <a:off x="5966815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32271C10-6B9D-0B8E-0802-112F5259EBEC}"/>
                </a:ext>
              </a:extLst>
            </p:cNvPr>
            <p:cNvSpPr/>
            <p:nvPr/>
          </p:nvSpPr>
          <p:spPr>
            <a:xfrm>
              <a:off x="6225059" y="5966957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8" name="椭圆 447">
              <a:extLst>
                <a:ext uri="{FF2B5EF4-FFF2-40B4-BE49-F238E27FC236}">
                  <a16:creationId xmlns:a16="http://schemas.microsoft.com/office/drawing/2014/main" id="{F9A6D490-56F0-F12A-61B9-8116229BA0C9}"/>
                </a:ext>
              </a:extLst>
            </p:cNvPr>
            <p:cNvSpPr/>
            <p:nvPr/>
          </p:nvSpPr>
          <p:spPr>
            <a:xfrm>
              <a:off x="6480226" y="5966957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9" name="椭圆 448">
              <a:extLst>
                <a:ext uri="{FF2B5EF4-FFF2-40B4-BE49-F238E27FC236}">
                  <a16:creationId xmlns:a16="http://schemas.microsoft.com/office/drawing/2014/main" id="{DBF2E948-C7FD-9C1A-8A82-F1570A275D8F}"/>
                </a:ext>
              </a:extLst>
            </p:cNvPr>
            <p:cNvSpPr/>
            <p:nvPr/>
          </p:nvSpPr>
          <p:spPr>
            <a:xfrm>
              <a:off x="6738470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F4616983-83BE-F1BF-E8A6-06BD0B3DB9FE}"/>
                </a:ext>
              </a:extLst>
            </p:cNvPr>
            <p:cNvSpPr/>
            <p:nvPr/>
          </p:nvSpPr>
          <p:spPr>
            <a:xfrm>
              <a:off x="6996714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1" name="椭圆 450">
              <a:extLst>
                <a:ext uri="{FF2B5EF4-FFF2-40B4-BE49-F238E27FC236}">
                  <a16:creationId xmlns:a16="http://schemas.microsoft.com/office/drawing/2014/main" id="{1BE37442-0F12-0B11-3A4C-6AF0E24ED893}"/>
                </a:ext>
              </a:extLst>
            </p:cNvPr>
            <p:cNvSpPr/>
            <p:nvPr/>
          </p:nvSpPr>
          <p:spPr>
            <a:xfrm>
              <a:off x="7254958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2" name="椭圆 451">
              <a:extLst>
                <a:ext uri="{FF2B5EF4-FFF2-40B4-BE49-F238E27FC236}">
                  <a16:creationId xmlns:a16="http://schemas.microsoft.com/office/drawing/2014/main" id="{FCC53EDB-8A9D-E76A-E2E0-301ECC9ABD26}"/>
                </a:ext>
              </a:extLst>
            </p:cNvPr>
            <p:cNvSpPr/>
            <p:nvPr/>
          </p:nvSpPr>
          <p:spPr>
            <a:xfrm>
              <a:off x="7513202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53" name="组合 452">
            <a:extLst>
              <a:ext uri="{FF2B5EF4-FFF2-40B4-BE49-F238E27FC236}">
                <a16:creationId xmlns:a16="http://schemas.microsoft.com/office/drawing/2014/main" id="{643534D6-2827-B4E0-AFBD-B0C1FF91FFC3}"/>
              </a:ext>
            </a:extLst>
          </p:cNvPr>
          <p:cNvGrpSpPr/>
          <p:nvPr/>
        </p:nvGrpSpPr>
        <p:grpSpPr>
          <a:xfrm>
            <a:off x="8358369" y="3808981"/>
            <a:ext cx="1123302" cy="1058127"/>
            <a:chOff x="5192083" y="3788281"/>
            <a:chExt cx="2531927" cy="2385022"/>
          </a:xfrm>
          <a:solidFill>
            <a:srgbClr val="E1E1E1"/>
          </a:solidFill>
        </p:grpSpPr>
        <p:sp>
          <p:nvSpPr>
            <p:cNvPr id="454" name="椭圆 453">
              <a:extLst>
                <a:ext uri="{FF2B5EF4-FFF2-40B4-BE49-F238E27FC236}">
                  <a16:creationId xmlns:a16="http://schemas.microsoft.com/office/drawing/2014/main" id="{75385412-D9BB-0983-776B-5B0C3B074AB3}"/>
                </a:ext>
              </a:extLst>
            </p:cNvPr>
            <p:cNvSpPr/>
            <p:nvPr/>
          </p:nvSpPr>
          <p:spPr>
            <a:xfrm>
              <a:off x="5192083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5" name="椭圆 454">
              <a:extLst>
                <a:ext uri="{FF2B5EF4-FFF2-40B4-BE49-F238E27FC236}">
                  <a16:creationId xmlns:a16="http://schemas.microsoft.com/office/drawing/2014/main" id="{9E7A7343-342F-D193-64FC-C98A11B6CD68}"/>
                </a:ext>
              </a:extLst>
            </p:cNvPr>
            <p:cNvSpPr/>
            <p:nvPr/>
          </p:nvSpPr>
          <p:spPr>
            <a:xfrm>
              <a:off x="5450327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F1905AFF-EAFB-1DCB-1587-3763508F7298}"/>
                </a:ext>
              </a:extLst>
            </p:cNvPr>
            <p:cNvSpPr/>
            <p:nvPr/>
          </p:nvSpPr>
          <p:spPr>
            <a:xfrm>
              <a:off x="5708571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7" name="椭圆 456">
              <a:extLst>
                <a:ext uri="{FF2B5EF4-FFF2-40B4-BE49-F238E27FC236}">
                  <a16:creationId xmlns:a16="http://schemas.microsoft.com/office/drawing/2014/main" id="{117D58C7-8FCF-0D25-3FE9-66AD40CB1981}"/>
                </a:ext>
              </a:extLst>
            </p:cNvPr>
            <p:cNvSpPr/>
            <p:nvPr/>
          </p:nvSpPr>
          <p:spPr>
            <a:xfrm>
              <a:off x="5966815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8" name="椭圆 457">
              <a:extLst>
                <a:ext uri="{FF2B5EF4-FFF2-40B4-BE49-F238E27FC236}">
                  <a16:creationId xmlns:a16="http://schemas.microsoft.com/office/drawing/2014/main" id="{E66C3CDF-4782-575E-DF18-99C2E40C168D}"/>
                </a:ext>
              </a:extLst>
            </p:cNvPr>
            <p:cNvSpPr/>
            <p:nvPr/>
          </p:nvSpPr>
          <p:spPr>
            <a:xfrm>
              <a:off x="6225059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BFB4AEF7-09A5-0406-2EF7-95DC9316765A}"/>
                </a:ext>
              </a:extLst>
            </p:cNvPr>
            <p:cNvSpPr/>
            <p:nvPr/>
          </p:nvSpPr>
          <p:spPr>
            <a:xfrm>
              <a:off x="6480226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0" name="椭圆 459">
              <a:extLst>
                <a:ext uri="{FF2B5EF4-FFF2-40B4-BE49-F238E27FC236}">
                  <a16:creationId xmlns:a16="http://schemas.microsoft.com/office/drawing/2014/main" id="{9F3AD683-FD96-3591-DDA7-E1A37767E077}"/>
                </a:ext>
              </a:extLst>
            </p:cNvPr>
            <p:cNvSpPr/>
            <p:nvPr/>
          </p:nvSpPr>
          <p:spPr>
            <a:xfrm>
              <a:off x="6738470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1" name="椭圆 460">
              <a:extLst>
                <a:ext uri="{FF2B5EF4-FFF2-40B4-BE49-F238E27FC236}">
                  <a16:creationId xmlns:a16="http://schemas.microsoft.com/office/drawing/2014/main" id="{3E5E0BE0-CE0A-2F25-645C-77335E29B1EC}"/>
                </a:ext>
              </a:extLst>
            </p:cNvPr>
            <p:cNvSpPr/>
            <p:nvPr/>
          </p:nvSpPr>
          <p:spPr>
            <a:xfrm>
              <a:off x="6996714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51728374-754B-7569-7035-5E30217C2BC1}"/>
                </a:ext>
              </a:extLst>
            </p:cNvPr>
            <p:cNvSpPr/>
            <p:nvPr/>
          </p:nvSpPr>
          <p:spPr>
            <a:xfrm>
              <a:off x="7254958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3" name="椭圆 462">
              <a:extLst>
                <a:ext uri="{FF2B5EF4-FFF2-40B4-BE49-F238E27FC236}">
                  <a16:creationId xmlns:a16="http://schemas.microsoft.com/office/drawing/2014/main" id="{4A9AE199-E723-0224-3134-275668FF585B}"/>
                </a:ext>
              </a:extLst>
            </p:cNvPr>
            <p:cNvSpPr/>
            <p:nvPr/>
          </p:nvSpPr>
          <p:spPr>
            <a:xfrm>
              <a:off x="7513202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4" name="椭圆 463">
              <a:extLst>
                <a:ext uri="{FF2B5EF4-FFF2-40B4-BE49-F238E27FC236}">
                  <a16:creationId xmlns:a16="http://schemas.microsoft.com/office/drawing/2014/main" id="{2DD7C546-23F7-CCBF-60E8-EFCEB39031FC}"/>
                </a:ext>
              </a:extLst>
            </p:cNvPr>
            <p:cNvSpPr/>
            <p:nvPr/>
          </p:nvSpPr>
          <p:spPr>
            <a:xfrm>
              <a:off x="5192083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5" name="椭圆 464">
              <a:extLst>
                <a:ext uri="{FF2B5EF4-FFF2-40B4-BE49-F238E27FC236}">
                  <a16:creationId xmlns:a16="http://schemas.microsoft.com/office/drawing/2014/main" id="{798A221B-9F04-1F61-F875-735FEF17972B}"/>
                </a:ext>
              </a:extLst>
            </p:cNvPr>
            <p:cNvSpPr/>
            <p:nvPr/>
          </p:nvSpPr>
          <p:spPr>
            <a:xfrm>
              <a:off x="5450327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6" name="椭圆 465">
              <a:extLst>
                <a:ext uri="{FF2B5EF4-FFF2-40B4-BE49-F238E27FC236}">
                  <a16:creationId xmlns:a16="http://schemas.microsoft.com/office/drawing/2014/main" id="{C7BC17EB-B499-8818-2EEA-DC6825119FE4}"/>
                </a:ext>
              </a:extLst>
            </p:cNvPr>
            <p:cNvSpPr/>
            <p:nvPr/>
          </p:nvSpPr>
          <p:spPr>
            <a:xfrm>
              <a:off x="5708571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7" name="椭圆 466">
              <a:extLst>
                <a:ext uri="{FF2B5EF4-FFF2-40B4-BE49-F238E27FC236}">
                  <a16:creationId xmlns:a16="http://schemas.microsoft.com/office/drawing/2014/main" id="{51436F03-7D60-1816-A281-38E372A21A47}"/>
                </a:ext>
              </a:extLst>
            </p:cNvPr>
            <p:cNvSpPr/>
            <p:nvPr/>
          </p:nvSpPr>
          <p:spPr>
            <a:xfrm>
              <a:off x="5966815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17CD484C-4BA5-AEE6-73F3-7381B5258167}"/>
                </a:ext>
              </a:extLst>
            </p:cNvPr>
            <p:cNvSpPr/>
            <p:nvPr/>
          </p:nvSpPr>
          <p:spPr>
            <a:xfrm>
              <a:off x="6225059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9" name="椭圆 468">
              <a:extLst>
                <a:ext uri="{FF2B5EF4-FFF2-40B4-BE49-F238E27FC236}">
                  <a16:creationId xmlns:a16="http://schemas.microsoft.com/office/drawing/2014/main" id="{00B704CD-4995-58B9-750D-FD3677C37A5A}"/>
                </a:ext>
              </a:extLst>
            </p:cNvPr>
            <p:cNvSpPr/>
            <p:nvPr/>
          </p:nvSpPr>
          <p:spPr>
            <a:xfrm>
              <a:off x="6480226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0" name="椭圆 469">
              <a:extLst>
                <a:ext uri="{FF2B5EF4-FFF2-40B4-BE49-F238E27FC236}">
                  <a16:creationId xmlns:a16="http://schemas.microsoft.com/office/drawing/2014/main" id="{745379C6-1B17-DEC3-F0FB-38073E75E14D}"/>
                </a:ext>
              </a:extLst>
            </p:cNvPr>
            <p:cNvSpPr/>
            <p:nvPr/>
          </p:nvSpPr>
          <p:spPr>
            <a:xfrm>
              <a:off x="6738470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1" name="椭圆 470">
              <a:extLst>
                <a:ext uri="{FF2B5EF4-FFF2-40B4-BE49-F238E27FC236}">
                  <a16:creationId xmlns:a16="http://schemas.microsoft.com/office/drawing/2014/main" id="{025867E0-F0B2-AF28-E96A-D2459BF2D4C0}"/>
                </a:ext>
              </a:extLst>
            </p:cNvPr>
            <p:cNvSpPr/>
            <p:nvPr/>
          </p:nvSpPr>
          <p:spPr>
            <a:xfrm>
              <a:off x="6996714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2" name="椭圆 471">
              <a:extLst>
                <a:ext uri="{FF2B5EF4-FFF2-40B4-BE49-F238E27FC236}">
                  <a16:creationId xmlns:a16="http://schemas.microsoft.com/office/drawing/2014/main" id="{746BD485-BFC8-560D-D1A0-4A60BA8BDB31}"/>
                </a:ext>
              </a:extLst>
            </p:cNvPr>
            <p:cNvSpPr/>
            <p:nvPr/>
          </p:nvSpPr>
          <p:spPr>
            <a:xfrm>
              <a:off x="7254958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3" name="椭圆 472">
              <a:extLst>
                <a:ext uri="{FF2B5EF4-FFF2-40B4-BE49-F238E27FC236}">
                  <a16:creationId xmlns:a16="http://schemas.microsoft.com/office/drawing/2014/main" id="{ACDA53FB-6983-7A02-5DE9-4A3E77AD80EC}"/>
                </a:ext>
              </a:extLst>
            </p:cNvPr>
            <p:cNvSpPr/>
            <p:nvPr/>
          </p:nvSpPr>
          <p:spPr>
            <a:xfrm>
              <a:off x="7513202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4" name="椭圆 473">
              <a:extLst>
                <a:ext uri="{FF2B5EF4-FFF2-40B4-BE49-F238E27FC236}">
                  <a16:creationId xmlns:a16="http://schemas.microsoft.com/office/drawing/2014/main" id="{6F166C95-CB12-764A-2EA3-E6C732CB7DFD}"/>
                </a:ext>
              </a:extLst>
            </p:cNvPr>
            <p:cNvSpPr/>
            <p:nvPr/>
          </p:nvSpPr>
          <p:spPr>
            <a:xfrm>
              <a:off x="5192083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5" name="椭圆 474">
              <a:extLst>
                <a:ext uri="{FF2B5EF4-FFF2-40B4-BE49-F238E27FC236}">
                  <a16:creationId xmlns:a16="http://schemas.microsoft.com/office/drawing/2014/main" id="{DFDD6DDB-02CE-F4D1-CC13-E041FA30AEFA}"/>
                </a:ext>
              </a:extLst>
            </p:cNvPr>
            <p:cNvSpPr/>
            <p:nvPr/>
          </p:nvSpPr>
          <p:spPr>
            <a:xfrm>
              <a:off x="5450327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6" name="椭圆 475">
              <a:extLst>
                <a:ext uri="{FF2B5EF4-FFF2-40B4-BE49-F238E27FC236}">
                  <a16:creationId xmlns:a16="http://schemas.microsoft.com/office/drawing/2014/main" id="{2D7F9DE4-BBF2-E568-CA95-3A2198764FE5}"/>
                </a:ext>
              </a:extLst>
            </p:cNvPr>
            <p:cNvSpPr/>
            <p:nvPr/>
          </p:nvSpPr>
          <p:spPr>
            <a:xfrm>
              <a:off x="5708571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6280B43E-7A6A-7792-A134-01E47BA8D6DE}"/>
                </a:ext>
              </a:extLst>
            </p:cNvPr>
            <p:cNvSpPr/>
            <p:nvPr/>
          </p:nvSpPr>
          <p:spPr>
            <a:xfrm>
              <a:off x="5966815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8" name="椭圆 477">
              <a:extLst>
                <a:ext uri="{FF2B5EF4-FFF2-40B4-BE49-F238E27FC236}">
                  <a16:creationId xmlns:a16="http://schemas.microsoft.com/office/drawing/2014/main" id="{816BE570-22BB-9134-0B1B-8436D7F21C1F}"/>
                </a:ext>
              </a:extLst>
            </p:cNvPr>
            <p:cNvSpPr/>
            <p:nvPr/>
          </p:nvSpPr>
          <p:spPr>
            <a:xfrm>
              <a:off x="6225059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9" name="椭圆 478">
              <a:extLst>
                <a:ext uri="{FF2B5EF4-FFF2-40B4-BE49-F238E27FC236}">
                  <a16:creationId xmlns:a16="http://schemas.microsoft.com/office/drawing/2014/main" id="{2EEF6237-60F9-BE45-333C-EA9363F105DC}"/>
                </a:ext>
              </a:extLst>
            </p:cNvPr>
            <p:cNvSpPr/>
            <p:nvPr/>
          </p:nvSpPr>
          <p:spPr>
            <a:xfrm>
              <a:off x="6480226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18A3C61B-E340-D405-7118-52E14AFB6E0A}"/>
                </a:ext>
              </a:extLst>
            </p:cNvPr>
            <p:cNvSpPr/>
            <p:nvPr/>
          </p:nvSpPr>
          <p:spPr>
            <a:xfrm>
              <a:off x="6738470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1" name="椭圆 480">
              <a:extLst>
                <a:ext uri="{FF2B5EF4-FFF2-40B4-BE49-F238E27FC236}">
                  <a16:creationId xmlns:a16="http://schemas.microsoft.com/office/drawing/2014/main" id="{6AECF5E8-8F43-7705-CAB0-9DFFDC14F5CD}"/>
                </a:ext>
              </a:extLst>
            </p:cNvPr>
            <p:cNvSpPr/>
            <p:nvPr/>
          </p:nvSpPr>
          <p:spPr>
            <a:xfrm>
              <a:off x="6996714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2" name="椭圆 481">
              <a:extLst>
                <a:ext uri="{FF2B5EF4-FFF2-40B4-BE49-F238E27FC236}">
                  <a16:creationId xmlns:a16="http://schemas.microsoft.com/office/drawing/2014/main" id="{5588E605-6E59-B7AD-D914-C96659AA9147}"/>
                </a:ext>
              </a:extLst>
            </p:cNvPr>
            <p:cNvSpPr/>
            <p:nvPr/>
          </p:nvSpPr>
          <p:spPr>
            <a:xfrm>
              <a:off x="7254958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B35BCD70-C3BD-C110-4446-3BD382A7FD7D}"/>
                </a:ext>
              </a:extLst>
            </p:cNvPr>
            <p:cNvSpPr/>
            <p:nvPr/>
          </p:nvSpPr>
          <p:spPr>
            <a:xfrm>
              <a:off x="7513202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4" name="椭圆 483">
              <a:extLst>
                <a:ext uri="{FF2B5EF4-FFF2-40B4-BE49-F238E27FC236}">
                  <a16:creationId xmlns:a16="http://schemas.microsoft.com/office/drawing/2014/main" id="{D4277271-A65F-E1BF-A047-88BAD220286C}"/>
                </a:ext>
              </a:extLst>
            </p:cNvPr>
            <p:cNvSpPr/>
            <p:nvPr/>
          </p:nvSpPr>
          <p:spPr>
            <a:xfrm>
              <a:off x="5192083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5" name="椭圆 484">
              <a:extLst>
                <a:ext uri="{FF2B5EF4-FFF2-40B4-BE49-F238E27FC236}">
                  <a16:creationId xmlns:a16="http://schemas.microsoft.com/office/drawing/2014/main" id="{D40A96E7-C4AC-E094-5827-08C8E450BC21}"/>
                </a:ext>
              </a:extLst>
            </p:cNvPr>
            <p:cNvSpPr/>
            <p:nvPr/>
          </p:nvSpPr>
          <p:spPr>
            <a:xfrm>
              <a:off x="5450327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D0FC1B24-AD45-B62C-EFCC-8A047C335A84}"/>
                </a:ext>
              </a:extLst>
            </p:cNvPr>
            <p:cNvSpPr/>
            <p:nvPr/>
          </p:nvSpPr>
          <p:spPr>
            <a:xfrm>
              <a:off x="5708571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804070D7-6429-6302-FECE-B85E400E27CF}"/>
                </a:ext>
              </a:extLst>
            </p:cNvPr>
            <p:cNvSpPr/>
            <p:nvPr/>
          </p:nvSpPr>
          <p:spPr>
            <a:xfrm>
              <a:off x="5966815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8" name="椭圆 487">
              <a:extLst>
                <a:ext uri="{FF2B5EF4-FFF2-40B4-BE49-F238E27FC236}">
                  <a16:creationId xmlns:a16="http://schemas.microsoft.com/office/drawing/2014/main" id="{502E2986-4016-4275-E49A-C0DD05F0B9CD}"/>
                </a:ext>
              </a:extLst>
            </p:cNvPr>
            <p:cNvSpPr/>
            <p:nvPr/>
          </p:nvSpPr>
          <p:spPr>
            <a:xfrm>
              <a:off x="6225059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9" name="椭圆 488">
              <a:extLst>
                <a:ext uri="{FF2B5EF4-FFF2-40B4-BE49-F238E27FC236}">
                  <a16:creationId xmlns:a16="http://schemas.microsoft.com/office/drawing/2014/main" id="{5620FD4F-A70C-966C-E873-98420C5FF1BD}"/>
                </a:ext>
              </a:extLst>
            </p:cNvPr>
            <p:cNvSpPr/>
            <p:nvPr/>
          </p:nvSpPr>
          <p:spPr>
            <a:xfrm>
              <a:off x="6480226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0" name="椭圆 489">
              <a:extLst>
                <a:ext uri="{FF2B5EF4-FFF2-40B4-BE49-F238E27FC236}">
                  <a16:creationId xmlns:a16="http://schemas.microsoft.com/office/drawing/2014/main" id="{6D718C8E-6960-6104-DFF4-95CA6DA80132}"/>
                </a:ext>
              </a:extLst>
            </p:cNvPr>
            <p:cNvSpPr/>
            <p:nvPr/>
          </p:nvSpPr>
          <p:spPr>
            <a:xfrm>
              <a:off x="6738470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EA38A1E2-1D1B-EE98-BE09-385EE83AB793}"/>
                </a:ext>
              </a:extLst>
            </p:cNvPr>
            <p:cNvSpPr/>
            <p:nvPr/>
          </p:nvSpPr>
          <p:spPr>
            <a:xfrm>
              <a:off x="6996714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2" name="椭圆 491">
              <a:extLst>
                <a:ext uri="{FF2B5EF4-FFF2-40B4-BE49-F238E27FC236}">
                  <a16:creationId xmlns:a16="http://schemas.microsoft.com/office/drawing/2014/main" id="{FFD86941-974A-4D54-0926-02ADB2A01326}"/>
                </a:ext>
              </a:extLst>
            </p:cNvPr>
            <p:cNvSpPr/>
            <p:nvPr/>
          </p:nvSpPr>
          <p:spPr>
            <a:xfrm>
              <a:off x="7254958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FC3399D9-F9F0-3B19-6147-65834C5DA073}"/>
                </a:ext>
              </a:extLst>
            </p:cNvPr>
            <p:cNvSpPr/>
            <p:nvPr/>
          </p:nvSpPr>
          <p:spPr>
            <a:xfrm>
              <a:off x="7513202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FEA7F80F-788A-CDCF-4E3E-686F18DD130A}"/>
                </a:ext>
              </a:extLst>
            </p:cNvPr>
            <p:cNvSpPr/>
            <p:nvPr/>
          </p:nvSpPr>
          <p:spPr>
            <a:xfrm>
              <a:off x="5192083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5919917E-BDEA-A9A2-A08F-6EF6C94F3665}"/>
                </a:ext>
              </a:extLst>
            </p:cNvPr>
            <p:cNvSpPr/>
            <p:nvPr/>
          </p:nvSpPr>
          <p:spPr>
            <a:xfrm>
              <a:off x="5450327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6" name="椭圆 495">
              <a:extLst>
                <a:ext uri="{FF2B5EF4-FFF2-40B4-BE49-F238E27FC236}">
                  <a16:creationId xmlns:a16="http://schemas.microsoft.com/office/drawing/2014/main" id="{557C7118-4890-EBC4-1C65-442FD4D85E59}"/>
                </a:ext>
              </a:extLst>
            </p:cNvPr>
            <p:cNvSpPr/>
            <p:nvPr/>
          </p:nvSpPr>
          <p:spPr>
            <a:xfrm>
              <a:off x="5708571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7" name="椭圆 496">
              <a:extLst>
                <a:ext uri="{FF2B5EF4-FFF2-40B4-BE49-F238E27FC236}">
                  <a16:creationId xmlns:a16="http://schemas.microsoft.com/office/drawing/2014/main" id="{423E696B-1343-80CD-C012-510456ADE493}"/>
                </a:ext>
              </a:extLst>
            </p:cNvPr>
            <p:cNvSpPr/>
            <p:nvPr/>
          </p:nvSpPr>
          <p:spPr>
            <a:xfrm>
              <a:off x="5966815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81AD2C6F-9F22-7D14-0E68-B6D59EB2814D}"/>
                </a:ext>
              </a:extLst>
            </p:cNvPr>
            <p:cNvSpPr/>
            <p:nvPr/>
          </p:nvSpPr>
          <p:spPr>
            <a:xfrm>
              <a:off x="6225059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F540F24D-0C4E-817C-05F2-4790F56068A0}"/>
                </a:ext>
              </a:extLst>
            </p:cNvPr>
            <p:cNvSpPr/>
            <p:nvPr/>
          </p:nvSpPr>
          <p:spPr>
            <a:xfrm>
              <a:off x="6480226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508E2C0C-0E1C-A3DE-DFD2-69E1E32F739B}"/>
                </a:ext>
              </a:extLst>
            </p:cNvPr>
            <p:cNvSpPr/>
            <p:nvPr/>
          </p:nvSpPr>
          <p:spPr>
            <a:xfrm>
              <a:off x="6738470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1DB2B74E-A108-62B6-09D6-46D82BAED941}"/>
                </a:ext>
              </a:extLst>
            </p:cNvPr>
            <p:cNvSpPr/>
            <p:nvPr/>
          </p:nvSpPr>
          <p:spPr>
            <a:xfrm>
              <a:off x="6996714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AD17508B-8FAD-4AF0-129D-A880D7EF6ED3}"/>
                </a:ext>
              </a:extLst>
            </p:cNvPr>
            <p:cNvSpPr/>
            <p:nvPr/>
          </p:nvSpPr>
          <p:spPr>
            <a:xfrm>
              <a:off x="7254958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06B1B54C-2386-BA7C-457D-D6EE86EDD4B6}"/>
                </a:ext>
              </a:extLst>
            </p:cNvPr>
            <p:cNvSpPr/>
            <p:nvPr/>
          </p:nvSpPr>
          <p:spPr>
            <a:xfrm>
              <a:off x="7513202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0235F254-B629-095C-4BC4-A76C8C992233}"/>
                </a:ext>
              </a:extLst>
            </p:cNvPr>
            <p:cNvSpPr/>
            <p:nvPr/>
          </p:nvSpPr>
          <p:spPr>
            <a:xfrm>
              <a:off x="5192083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E2C2CF1D-E521-4984-8450-6D432DE79216}"/>
                </a:ext>
              </a:extLst>
            </p:cNvPr>
            <p:cNvSpPr/>
            <p:nvPr/>
          </p:nvSpPr>
          <p:spPr>
            <a:xfrm>
              <a:off x="5450327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EA4DD70F-603F-B43C-44C3-B7D36A04A7DF}"/>
                </a:ext>
              </a:extLst>
            </p:cNvPr>
            <p:cNvSpPr/>
            <p:nvPr/>
          </p:nvSpPr>
          <p:spPr>
            <a:xfrm>
              <a:off x="5708571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7" name="椭圆 506">
              <a:extLst>
                <a:ext uri="{FF2B5EF4-FFF2-40B4-BE49-F238E27FC236}">
                  <a16:creationId xmlns:a16="http://schemas.microsoft.com/office/drawing/2014/main" id="{0A396565-9B67-E2D0-FEDA-0C8418E14630}"/>
                </a:ext>
              </a:extLst>
            </p:cNvPr>
            <p:cNvSpPr/>
            <p:nvPr/>
          </p:nvSpPr>
          <p:spPr>
            <a:xfrm>
              <a:off x="5966815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B5C341BD-F7B8-04FB-76A7-5EF2688B1DE8}"/>
                </a:ext>
              </a:extLst>
            </p:cNvPr>
            <p:cNvSpPr/>
            <p:nvPr/>
          </p:nvSpPr>
          <p:spPr>
            <a:xfrm>
              <a:off x="6225059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88DFCAFF-6567-3ECD-BFD4-8BF378891780}"/>
                </a:ext>
              </a:extLst>
            </p:cNvPr>
            <p:cNvSpPr/>
            <p:nvPr/>
          </p:nvSpPr>
          <p:spPr>
            <a:xfrm>
              <a:off x="6480226" y="4994591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0" name="椭圆 509">
              <a:extLst>
                <a:ext uri="{FF2B5EF4-FFF2-40B4-BE49-F238E27FC236}">
                  <a16:creationId xmlns:a16="http://schemas.microsoft.com/office/drawing/2014/main" id="{C888289B-2D0E-8975-C7CB-8029D2E0B818}"/>
                </a:ext>
              </a:extLst>
            </p:cNvPr>
            <p:cNvSpPr/>
            <p:nvPr/>
          </p:nvSpPr>
          <p:spPr>
            <a:xfrm>
              <a:off x="6738470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1" name="椭圆 510">
              <a:extLst>
                <a:ext uri="{FF2B5EF4-FFF2-40B4-BE49-F238E27FC236}">
                  <a16:creationId xmlns:a16="http://schemas.microsoft.com/office/drawing/2014/main" id="{F59CDF2B-9D01-F95B-B0C5-9AD40FF4631F}"/>
                </a:ext>
              </a:extLst>
            </p:cNvPr>
            <p:cNvSpPr/>
            <p:nvPr/>
          </p:nvSpPr>
          <p:spPr>
            <a:xfrm>
              <a:off x="6996714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2" name="椭圆 511">
              <a:extLst>
                <a:ext uri="{FF2B5EF4-FFF2-40B4-BE49-F238E27FC236}">
                  <a16:creationId xmlns:a16="http://schemas.microsoft.com/office/drawing/2014/main" id="{3E962D0D-D393-064A-AA7C-00DD4DEBC582}"/>
                </a:ext>
              </a:extLst>
            </p:cNvPr>
            <p:cNvSpPr/>
            <p:nvPr/>
          </p:nvSpPr>
          <p:spPr>
            <a:xfrm>
              <a:off x="7254958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3" name="椭圆 512">
              <a:extLst>
                <a:ext uri="{FF2B5EF4-FFF2-40B4-BE49-F238E27FC236}">
                  <a16:creationId xmlns:a16="http://schemas.microsoft.com/office/drawing/2014/main" id="{3332F9BB-6723-6786-E47D-9839C562055B}"/>
                </a:ext>
              </a:extLst>
            </p:cNvPr>
            <p:cNvSpPr/>
            <p:nvPr/>
          </p:nvSpPr>
          <p:spPr>
            <a:xfrm>
              <a:off x="7513202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4" name="椭圆 513">
              <a:extLst>
                <a:ext uri="{FF2B5EF4-FFF2-40B4-BE49-F238E27FC236}">
                  <a16:creationId xmlns:a16="http://schemas.microsoft.com/office/drawing/2014/main" id="{19CC9F98-859B-B71B-2349-F0F2CF730532}"/>
                </a:ext>
              </a:extLst>
            </p:cNvPr>
            <p:cNvSpPr/>
            <p:nvPr/>
          </p:nvSpPr>
          <p:spPr>
            <a:xfrm>
              <a:off x="5192083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5" name="椭圆 514">
              <a:extLst>
                <a:ext uri="{FF2B5EF4-FFF2-40B4-BE49-F238E27FC236}">
                  <a16:creationId xmlns:a16="http://schemas.microsoft.com/office/drawing/2014/main" id="{68BF3AD0-9A59-6ED5-F856-B08B9318F2F7}"/>
                </a:ext>
              </a:extLst>
            </p:cNvPr>
            <p:cNvSpPr/>
            <p:nvPr/>
          </p:nvSpPr>
          <p:spPr>
            <a:xfrm>
              <a:off x="5450327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6" name="椭圆 515">
              <a:extLst>
                <a:ext uri="{FF2B5EF4-FFF2-40B4-BE49-F238E27FC236}">
                  <a16:creationId xmlns:a16="http://schemas.microsoft.com/office/drawing/2014/main" id="{810F9A05-F7E5-3640-CCB0-E01E1C4EF8E6}"/>
                </a:ext>
              </a:extLst>
            </p:cNvPr>
            <p:cNvSpPr/>
            <p:nvPr/>
          </p:nvSpPr>
          <p:spPr>
            <a:xfrm>
              <a:off x="5708571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6CEAECBB-EA12-14C7-6DF5-62DBB2E9A55A}"/>
                </a:ext>
              </a:extLst>
            </p:cNvPr>
            <p:cNvSpPr/>
            <p:nvPr/>
          </p:nvSpPr>
          <p:spPr>
            <a:xfrm>
              <a:off x="5966815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8" name="椭圆 517">
              <a:extLst>
                <a:ext uri="{FF2B5EF4-FFF2-40B4-BE49-F238E27FC236}">
                  <a16:creationId xmlns:a16="http://schemas.microsoft.com/office/drawing/2014/main" id="{3C8AD2A4-C7EF-D0B7-DF67-22E87E8FF99A}"/>
                </a:ext>
              </a:extLst>
            </p:cNvPr>
            <p:cNvSpPr/>
            <p:nvPr/>
          </p:nvSpPr>
          <p:spPr>
            <a:xfrm>
              <a:off x="6225059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57EEE865-6616-BA4A-8920-D34E2A3149DF}"/>
                </a:ext>
              </a:extLst>
            </p:cNvPr>
            <p:cNvSpPr/>
            <p:nvPr/>
          </p:nvSpPr>
          <p:spPr>
            <a:xfrm>
              <a:off x="6480226" y="524011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0" name="椭圆 519">
              <a:extLst>
                <a:ext uri="{FF2B5EF4-FFF2-40B4-BE49-F238E27FC236}">
                  <a16:creationId xmlns:a16="http://schemas.microsoft.com/office/drawing/2014/main" id="{4E37DBF9-5379-E9CD-DDED-E01CBE174E99}"/>
                </a:ext>
              </a:extLst>
            </p:cNvPr>
            <p:cNvSpPr/>
            <p:nvPr/>
          </p:nvSpPr>
          <p:spPr>
            <a:xfrm>
              <a:off x="6738470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B1EC57FA-D5DE-3C2F-A78E-DA683E133721}"/>
                </a:ext>
              </a:extLst>
            </p:cNvPr>
            <p:cNvSpPr/>
            <p:nvPr/>
          </p:nvSpPr>
          <p:spPr>
            <a:xfrm>
              <a:off x="6996714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2" name="椭圆 521">
              <a:extLst>
                <a:ext uri="{FF2B5EF4-FFF2-40B4-BE49-F238E27FC236}">
                  <a16:creationId xmlns:a16="http://schemas.microsoft.com/office/drawing/2014/main" id="{7F4DF008-89DB-CC05-A64E-4D9A61AB98B8}"/>
                </a:ext>
              </a:extLst>
            </p:cNvPr>
            <p:cNvSpPr/>
            <p:nvPr/>
          </p:nvSpPr>
          <p:spPr>
            <a:xfrm>
              <a:off x="7254958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63B5403D-7CE2-02C6-602A-DA45B5101A5A}"/>
                </a:ext>
              </a:extLst>
            </p:cNvPr>
            <p:cNvSpPr/>
            <p:nvPr/>
          </p:nvSpPr>
          <p:spPr>
            <a:xfrm>
              <a:off x="7513202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2BE73FD2-192A-5DA9-80D1-5E7CA028BE04}"/>
                </a:ext>
              </a:extLst>
            </p:cNvPr>
            <p:cNvSpPr/>
            <p:nvPr/>
          </p:nvSpPr>
          <p:spPr>
            <a:xfrm>
              <a:off x="5192083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0601C664-EF4D-2A94-D15D-7A44109B7D9D}"/>
                </a:ext>
              </a:extLst>
            </p:cNvPr>
            <p:cNvSpPr/>
            <p:nvPr/>
          </p:nvSpPr>
          <p:spPr>
            <a:xfrm>
              <a:off x="5450327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963D9E84-9027-ED5E-F16A-D30CB228A0FB}"/>
                </a:ext>
              </a:extLst>
            </p:cNvPr>
            <p:cNvSpPr/>
            <p:nvPr/>
          </p:nvSpPr>
          <p:spPr>
            <a:xfrm>
              <a:off x="5708571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B7C67AAF-D562-FC0C-A228-9B14ACA27B31}"/>
                </a:ext>
              </a:extLst>
            </p:cNvPr>
            <p:cNvSpPr/>
            <p:nvPr/>
          </p:nvSpPr>
          <p:spPr>
            <a:xfrm>
              <a:off x="5966815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E40013C7-EA5E-F986-F69C-B7B5D38ED95D}"/>
                </a:ext>
              </a:extLst>
            </p:cNvPr>
            <p:cNvSpPr/>
            <p:nvPr/>
          </p:nvSpPr>
          <p:spPr>
            <a:xfrm>
              <a:off x="6225059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9" name="椭圆 528">
              <a:extLst>
                <a:ext uri="{FF2B5EF4-FFF2-40B4-BE49-F238E27FC236}">
                  <a16:creationId xmlns:a16="http://schemas.microsoft.com/office/drawing/2014/main" id="{2EC56F4A-9458-41D7-92FE-C3BC40CE853E}"/>
                </a:ext>
              </a:extLst>
            </p:cNvPr>
            <p:cNvSpPr/>
            <p:nvPr/>
          </p:nvSpPr>
          <p:spPr>
            <a:xfrm>
              <a:off x="6480226" y="5475920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0" name="椭圆 529">
              <a:extLst>
                <a:ext uri="{FF2B5EF4-FFF2-40B4-BE49-F238E27FC236}">
                  <a16:creationId xmlns:a16="http://schemas.microsoft.com/office/drawing/2014/main" id="{1A86D2FD-15CA-2CCC-45FA-A231DBD204C0}"/>
                </a:ext>
              </a:extLst>
            </p:cNvPr>
            <p:cNvSpPr/>
            <p:nvPr/>
          </p:nvSpPr>
          <p:spPr>
            <a:xfrm>
              <a:off x="6738470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1" name="椭圆 530">
              <a:extLst>
                <a:ext uri="{FF2B5EF4-FFF2-40B4-BE49-F238E27FC236}">
                  <a16:creationId xmlns:a16="http://schemas.microsoft.com/office/drawing/2014/main" id="{F3ABCFA6-8AE3-034B-0934-E9FEB5859D55}"/>
                </a:ext>
              </a:extLst>
            </p:cNvPr>
            <p:cNvSpPr/>
            <p:nvPr/>
          </p:nvSpPr>
          <p:spPr>
            <a:xfrm>
              <a:off x="6996714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2" name="椭圆 531">
              <a:extLst>
                <a:ext uri="{FF2B5EF4-FFF2-40B4-BE49-F238E27FC236}">
                  <a16:creationId xmlns:a16="http://schemas.microsoft.com/office/drawing/2014/main" id="{FCD6F500-86FF-57F7-DD8D-8C4EDE66EC53}"/>
                </a:ext>
              </a:extLst>
            </p:cNvPr>
            <p:cNvSpPr/>
            <p:nvPr/>
          </p:nvSpPr>
          <p:spPr>
            <a:xfrm>
              <a:off x="7254958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3" name="椭圆 532">
              <a:extLst>
                <a:ext uri="{FF2B5EF4-FFF2-40B4-BE49-F238E27FC236}">
                  <a16:creationId xmlns:a16="http://schemas.microsoft.com/office/drawing/2014/main" id="{8D8ACFFA-521E-7DAB-138F-8DFD109C712E}"/>
                </a:ext>
              </a:extLst>
            </p:cNvPr>
            <p:cNvSpPr/>
            <p:nvPr/>
          </p:nvSpPr>
          <p:spPr>
            <a:xfrm>
              <a:off x="7513202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4" name="椭圆 533">
              <a:extLst>
                <a:ext uri="{FF2B5EF4-FFF2-40B4-BE49-F238E27FC236}">
                  <a16:creationId xmlns:a16="http://schemas.microsoft.com/office/drawing/2014/main" id="{13431B72-6D79-7339-DF7E-A1FF0681F10F}"/>
                </a:ext>
              </a:extLst>
            </p:cNvPr>
            <p:cNvSpPr/>
            <p:nvPr/>
          </p:nvSpPr>
          <p:spPr>
            <a:xfrm>
              <a:off x="5192083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5" name="椭圆 534">
              <a:extLst>
                <a:ext uri="{FF2B5EF4-FFF2-40B4-BE49-F238E27FC236}">
                  <a16:creationId xmlns:a16="http://schemas.microsoft.com/office/drawing/2014/main" id="{3233135D-F310-DDB4-9956-28CEA18A6846}"/>
                </a:ext>
              </a:extLst>
            </p:cNvPr>
            <p:cNvSpPr/>
            <p:nvPr/>
          </p:nvSpPr>
          <p:spPr>
            <a:xfrm>
              <a:off x="5450327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6" name="椭圆 535">
              <a:extLst>
                <a:ext uri="{FF2B5EF4-FFF2-40B4-BE49-F238E27FC236}">
                  <a16:creationId xmlns:a16="http://schemas.microsoft.com/office/drawing/2014/main" id="{0B955849-A223-1418-02EC-BF8D47CC7467}"/>
                </a:ext>
              </a:extLst>
            </p:cNvPr>
            <p:cNvSpPr/>
            <p:nvPr/>
          </p:nvSpPr>
          <p:spPr>
            <a:xfrm>
              <a:off x="5708571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7" name="椭圆 536">
              <a:extLst>
                <a:ext uri="{FF2B5EF4-FFF2-40B4-BE49-F238E27FC236}">
                  <a16:creationId xmlns:a16="http://schemas.microsoft.com/office/drawing/2014/main" id="{D62B3005-DE54-186F-4EF0-7837DF71159E}"/>
                </a:ext>
              </a:extLst>
            </p:cNvPr>
            <p:cNvSpPr/>
            <p:nvPr/>
          </p:nvSpPr>
          <p:spPr>
            <a:xfrm>
              <a:off x="5966815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8" name="椭圆 537">
              <a:extLst>
                <a:ext uri="{FF2B5EF4-FFF2-40B4-BE49-F238E27FC236}">
                  <a16:creationId xmlns:a16="http://schemas.microsoft.com/office/drawing/2014/main" id="{ABF508DE-0BE2-B72B-1723-2FC3DF81D01A}"/>
                </a:ext>
              </a:extLst>
            </p:cNvPr>
            <p:cNvSpPr/>
            <p:nvPr/>
          </p:nvSpPr>
          <p:spPr>
            <a:xfrm>
              <a:off x="6225059" y="5721439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9" name="椭圆 538">
              <a:extLst>
                <a:ext uri="{FF2B5EF4-FFF2-40B4-BE49-F238E27FC236}">
                  <a16:creationId xmlns:a16="http://schemas.microsoft.com/office/drawing/2014/main" id="{4EAD4C02-3D25-7EF1-3D16-16FC1CE54C85}"/>
                </a:ext>
              </a:extLst>
            </p:cNvPr>
            <p:cNvSpPr/>
            <p:nvPr/>
          </p:nvSpPr>
          <p:spPr>
            <a:xfrm>
              <a:off x="6480226" y="5721439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0" name="椭圆 539">
              <a:extLst>
                <a:ext uri="{FF2B5EF4-FFF2-40B4-BE49-F238E27FC236}">
                  <a16:creationId xmlns:a16="http://schemas.microsoft.com/office/drawing/2014/main" id="{E7049230-AD41-D13F-FB74-760AA852B674}"/>
                </a:ext>
              </a:extLst>
            </p:cNvPr>
            <p:cNvSpPr/>
            <p:nvPr/>
          </p:nvSpPr>
          <p:spPr>
            <a:xfrm>
              <a:off x="6738470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1" name="椭圆 540">
              <a:extLst>
                <a:ext uri="{FF2B5EF4-FFF2-40B4-BE49-F238E27FC236}">
                  <a16:creationId xmlns:a16="http://schemas.microsoft.com/office/drawing/2014/main" id="{7F8D2B63-BBF1-BA4C-15DD-2C889A0017E7}"/>
                </a:ext>
              </a:extLst>
            </p:cNvPr>
            <p:cNvSpPr/>
            <p:nvPr/>
          </p:nvSpPr>
          <p:spPr>
            <a:xfrm>
              <a:off x="6996714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2" name="椭圆 541">
              <a:extLst>
                <a:ext uri="{FF2B5EF4-FFF2-40B4-BE49-F238E27FC236}">
                  <a16:creationId xmlns:a16="http://schemas.microsoft.com/office/drawing/2014/main" id="{974B76C5-1376-2A77-39DA-3361CA036080}"/>
                </a:ext>
              </a:extLst>
            </p:cNvPr>
            <p:cNvSpPr/>
            <p:nvPr/>
          </p:nvSpPr>
          <p:spPr>
            <a:xfrm>
              <a:off x="7254958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3" name="椭圆 542">
              <a:extLst>
                <a:ext uri="{FF2B5EF4-FFF2-40B4-BE49-F238E27FC236}">
                  <a16:creationId xmlns:a16="http://schemas.microsoft.com/office/drawing/2014/main" id="{59528373-7E80-23CC-01D6-929416160B3B}"/>
                </a:ext>
              </a:extLst>
            </p:cNvPr>
            <p:cNvSpPr/>
            <p:nvPr/>
          </p:nvSpPr>
          <p:spPr>
            <a:xfrm>
              <a:off x="7513202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4" name="椭圆 543">
              <a:extLst>
                <a:ext uri="{FF2B5EF4-FFF2-40B4-BE49-F238E27FC236}">
                  <a16:creationId xmlns:a16="http://schemas.microsoft.com/office/drawing/2014/main" id="{B775DD16-6E97-4BB1-BEB2-1BA3695E39F4}"/>
                </a:ext>
              </a:extLst>
            </p:cNvPr>
            <p:cNvSpPr/>
            <p:nvPr/>
          </p:nvSpPr>
          <p:spPr>
            <a:xfrm>
              <a:off x="5192083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5" name="椭圆 544">
              <a:extLst>
                <a:ext uri="{FF2B5EF4-FFF2-40B4-BE49-F238E27FC236}">
                  <a16:creationId xmlns:a16="http://schemas.microsoft.com/office/drawing/2014/main" id="{B7DE7EC2-E38B-B0FA-FB30-FF12277C0C20}"/>
                </a:ext>
              </a:extLst>
            </p:cNvPr>
            <p:cNvSpPr/>
            <p:nvPr/>
          </p:nvSpPr>
          <p:spPr>
            <a:xfrm>
              <a:off x="5450327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6" name="椭圆 545">
              <a:extLst>
                <a:ext uri="{FF2B5EF4-FFF2-40B4-BE49-F238E27FC236}">
                  <a16:creationId xmlns:a16="http://schemas.microsoft.com/office/drawing/2014/main" id="{0A3ADE69-F442-F7E4-2735-F6BF02ADD633}"/>
                </a:ext>
              </a:extLst>
            </p:cNvPr>
            <p:cNvSpPr/>
            <p:nvPr/>
          </p:nvSpPr>
          <p:spPr>
            <a:xfrm>
              <a:off x="5708571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7" name="椭圆 546">
              <a:extLst>
                <a:ext uri="{FF2B5EF4-FFF2-40B4-BE49-F238E27FC236}">
                  <a16:creationId xmlns:a16="http://schemas.microsoft.com/office/drawing/2014/main" id="{386556BF-5740-5731-34B7-584D908979BC}"/>
                </a:ext>
              </a:extLst>
            </p:cNvPr>
            <p:cNvSpPr/>
            <p:nvPr/>
          </p:nvSpPr>
          <p:spPr>
            <a:xfrm>
              <a:off x="5966815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8" name="椭圆 547">
              <a:extLst>
                <a:ext uri="{FF2B5EF4-FFF2-40B4-BE49-F238E27FC236}">
                  <a16:creationId xmlns:a16="http://schemas.microsoft.com/office/drawing/2014/main" id="{18F39C7A-EE2C-ABF8-F18C-0DE55E03E538}"/>
                </a:ext>
              </a:extLst>
            </p:cNvPr>
            <p:cNvSpPr/>
            <p:nvPr/>
          </p:nvSpPr>
          <p:spPr>
            <a:xfrm>
              <a:off x="6225059" y="5966957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9" name="椭圆 548">
              <a:extLst>
                <a:ext uri="{FF2B5EF4-FFF2-40B4-BE49-F238E27FC236}">
                  <a16:creationId xmlns:a16="http://schemas.microsoft.com/office/drawing/2014/main" id="{BDFEBFEE-4B44-184C-E152-9C8CED67E8B5}"/>
                </a:ext>
              </a:extLst>
            </p:cNvPr>
            <p:cNvSpPr/>
            <p:nvPr/>
          </p:nvSpPr>
          <p:spPr>
            <a:xfrm>
              <a:off x="6480226" y="5966957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0" name="椭圆 549">
              <a:extLst>
                <a:ext uri="{FF2B5EF4-FFF2-40B4-BE49-F238E27FC236}">
                  <a16:creationId xmlns:a16="http://schemas.microsoft.com/office/drawing/2014/main" id="{D4621030-3F51-331E-7200-D3A6C49D9F4F}"/>
                </a:ext>
              </a:extLst>
            </p:cNvPr>
            <p:cNvSpPr/>
            <p:nvPr/>
          </p:nvSpPr>
          <p:spPr>
            <a:xfrm>
              <a:off x="6738470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1" name="椭圆 550">
              <a:extLst>
                <a:ext uri="{FF2B5EF4-FFF2-40B4-BE49-F238E27FC236}">
                  <a16:creationId xmlns:a16="http://schemas.microsoft.com/office/drawing/2014/main" id="{8FB001C4-6BC1-BB9F-5D2E-A93326AD7EE9}"/>
                </a:ext>
              </a:extLst>
            </p:cNvPr>
            <p:cNvSpPr/>
            <p:nvPr/>
          </p:nvSpPr>
          <p:spPr>
            <a:xfrm>
              <a:off x="6996714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2" name="椭圆 551">
              <a:extLst>
                <a:ext uri="{FF2B5EF4-FFF2-40B4-BE49-F238E27FC236}">
                  <a16:creationId xmlns:a16="http://schemas.microsoft.com/office/drawing/2014/main" id="{5632E815-A6EF-DF7F-6636-AC7D8CD14554}"/>
                </a:ext>
              </a:extLst>
            </p:cNvPr>
            <p:cNvSpPr/>
            <p:nvPr/>
          </p:nvSpPr>
          <p:spPr>
            <a:xfrm>
              <a:off x="7254958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3" name="椭圆 552">
              <a:extLst>
                <a:ext uri="{FF2B5EF4-FFF2-40B4-BE49-F238E27FC236}">
                  <a16:creationId xmlns:a16="http://schemas.microsoft.com/office/drawing/2014/main" id="{45C3E01C-6CCB-AF77-634D-5E699900C680}"/>
                </a:ext>
              </a:extLst>
            </p:cNvPr>
            <p:cNvSpPr/>
            <p:nvPr/>
          </p:nvSpPr>
          <p:spPr>
            <a:xfrm>
              <a:off x="7513202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54" name="组合 553">
            <a:extLst>
              <a:ext uri="{FF2B5EF4-FFF2-40B4-BE49-F238E27FC236}">
                <a16:creationId xmlns:a16="http://schemas.microsoft.com/office/drawing/2014/main" id="{6FC0F147-216F-AABC-659E-3E54400A227E}"/>
              </a:ext>
            </a:extLst>
          </p:cNvPr>
          <p:cNvGrpSpPr/>
          <p:nvPr/>
        </p:nvGrpSpPr>
        <p:grpSpPr>
          <a:xfrm>
            <a:off x="10285096" y="3806205"/>
            <a:ext cx="1123302" cy="1058127"/>
            <a:chOff x="5192083" y="3788281"/>
            <a:chExt cx="2531927" cy="2385022"/>
          </a:xfrm>
          <a:solidFill>
            <a:srgbClr val="E1E1E1"/>
          </a:solidFill>
        </p:grpSpPr>
        <p:sp>
          <p:nvSpPr>
            <p:cNvPr id="555" name="椭圆 554">
              <a:extLst>
                <a:ext uri="{FF2B5EF4-FFF2-40B4-BE49-F238E27FC236}">
                  <a16:creationId xmlns:a16="http://schemas.microsoft.com/office/drawing/2014/main" id="{A942C26E-3141-ED50-7152-F043B0EFB759}"/>
                </a:ext>
              </a:extLst>
            </p:cNvPr>
            <p:cNvSpPr/>
            <p:nvPr/>
          </p:nvSpPr>
          <p:spPr>
            <a:xfrm>
              <a:off x="5192083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6" name="椭圆 555">
              <a:extLst>
                <a:ext uri="{FF2B5EF4-FFF2-40B4-BE49-F238E27FC236}">
                  <a16:creationId xmlns:a16="http://schemas.microsoft.com/office/drawing/2014/main" id="{C2EC6284-4C86-548D-7AB5-A85E15ABC6ED}"/>
                </a:ext>
              </a:extLst>
            </p:cNvPr>
            <p:cNvSpPr/>
            <p:nvPr/>
          </p:nvSpPr>
          <p:spPr>
            <a:xfrm>
              <a:off x="5450327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7" name="椭圆 556">
              <a:extLst>
                <a:ext uri="{FF2B5EF4-FFF2-40B4-BE49-F238E27FC236}">
                  <a16:creationId xmlns:a16="http://schemas.microsoft.com/office/drawing/2014/main" id="{515DCE98-C804-4901-D477-0A554779BF45}"/>
                </a:ext>
              </a:extLst>
            </p:cNvPr>
            <p:cNvSpPr/>
            <p:nvPr/>
          </p:nvSpPr>
          <p:spPr>
            <a:xfrm>
              <a:off x="5708571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5311B78C-FB75-C7C9-292F-5BB148C58570}"/>
                </a:ext>
              </a:extLst>
            </p:cNvPr>
            <p:cNvSpPr/>
            <p:nvPr/>
          </p:nvSpPr>
          <p:spPr>
            <a:xfrm>
              <a:off x="5966815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9" name="椭圆 558">
              <a:extLst>
                <a:ext uri="{FF2B5EF4-FFF2-40B4-BE49-F238E27FC236}">
                  <a16:creationId xmlns:a16="http://schemas.microsoft.com/office/drawing/2014/main" id="{2D9C39AC-6953-CD0B-E6B4-43C7A1DC4168}"/>
                </a:ext>
              </a:extLst>
            </p:cNvPr>
            <p:cNvSpPr/>
            <p:nvPr/>
          </p:nvSpPr>
          <p:spPr>
            <a:xfrm>
              <a:off x="6225059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0" name="椭圆 559">
              <a:extLst>
                <a:ext uri="{FF2B5EF4-FFF2-40B4-BE49-F238E27FC236}">
                  <a16:creationId xmlns:a16="http://schemas.microsoft.com/office/drawing/2014/main" id="{BA121626-7D59-D7F3-FD6F-AE0194A2831E}"/>
                </a:ext>
              </a:extLst>
            </p:cNvPr>
            <p:cNvSpPr/>
            <p:nvPr/>
          </p:nvSpPr>
          <p:spPr>
            <a:xfrm>
              <a:off x="6480226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1" name="椭圆 560">
              <a:extLst>
                <a:ext uri="{FF2B5EF4-FFF2-40B4-BE49-F238E27FC236}">
                  <a16:creationId xmlns:a16="http://schemas.microsoft.com/office/drawing/2014/main" id="{BBBDDF8E-FCBC-389F-0D41-C0A4E23F9C4D}"/>
                </a:ext>
              </a:extLst>
            </p:cNvPr>
            <p:cNvSpPr/>
            <p:nvPr/>
          </p:nvSpPr>
          <p:spPr>
            <a:xfrm>
              <a:off x="6738470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2" name="椭圆 561">
              <a:extLst>
                <a:ext uri="{FF2B5EF4-FFF2-40B4-BE49-F238E27FC236}">
                  <a16:creationId xmlns:a16="http://schemas.microsoft.com/office/drawing/2014/main" id="{B5DEA6AC-644F-32DE-3C06-ADAF20062DCD}"/>
                </a:ext>
              </a:extLst>
            </p:cNvPr>
            <p:cNvSpPr/>
            <p:nvPr/>
          </p:nvSpPr>
          <p:spPr>
            <a:xfrm>
              <a:off x="6996714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3" name="椭圆 562">
              <a:extLst>
                <a:ext uri="{FF2B5EF4-FFF2-40B4-BE49-F238E27FC236}">
                  <a16:creationId xmlns:a16="http://schemas.microsoft.com/office/drawing/2014/main" id="{6E97C02F-CD2F-1F62-DBEF-675111C65848}"/>
                </a:ext>
              </a:extLst>
            </p:cNvPr>
            <p:cNvSpPr/>
            <p:nvPr/>
          </p:nvSpPr>
          <p:spPr>
            <a:xfrm>
              <a:off x="7254958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4" name="椭圆 563">
              <a:extLst>
                <a:ext uri="{FF2B5EF4-FFF2-40B4-BE49-F238E27FC236}">
                  <a16:creationId xmlns:a16="http://schemas.microsoft.com/office/drawing/2014/main" id="{4A31A511-22A4-3602-9AD8-99351982BCA2}"/>
                </a:ext>
              </a:extLst>
            </p:cNvPr>
            <p:cNvSpPr/>
            <p:nvPr/>
          </p:nvSpPr>
          <p:spPr>
            <a:xfrm>
              <a:off x="7513202" y="378828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5" name="椭圆 564">
              <a:extLst>
                <a:ext uri="{FF2B5EF4-FFF2-40B4-BE49-F238E27FC236}">
                  <a16:creationId xmlns:a16="http://schemas.microsoft.com/office/drawing/2014/main" id="{5E90CD39-2B0A-F01B-034E-0EEC23291C6B}"/>
                </a:ext>
              </a:extLst>
            </p:cNvPr>
            <p:cNvSpPr/>
            <p:nvPr/>
          </p:nvSpPr>
          <p:spPr>
            <a:xfrm>
              <a:off x="5192083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6" name="椭圆 565">
              <a:extLst>
                <a:ext uri="{FF2B5EF4-FFF2-40B4-BE49-F238E27FC236}">
                  <a16:creationId xmlns:a16="http://schemas.microsoft.com/office/drawing/2014/main" id="{C2B0F4D2-FD51-2D28-595B-3300F342BBA8}"/>
                </a:ext>
              </a:extLst>
            </p:cNvPr>
            <p:cNvSpPr/>
            <p:nvPr/>
          </p:nvSpPr>
          <p:spPr>
            <a:xfrm>
              <a:off x="5450327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7" name="椭圆 566">
              <a:extLst>
                <a:ext uri="{FF2B5EF4-FFF2-40B4-BE49-F238E27FC236}">
                  <a16:creationId xmlns:a16="http://schemas.microsoft.com/office/drawing/2014/main" id="{1C0A6DA0-5E3B-1B4E-8435-915799BE6B79}"/>
                </a:ext>
              </a:extLst>
            </p:cNvPr>
            <p:cNvSpPr/>
            <p:nvPr/>
          </p:nvSpPr>
          <p:spPr>
            <a:xfrm>
              <a:off x="5708571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8" name="椭圆 567">
              <a:extLst>
                <a:ext uri="{FF2B5EF4-FFF2-40B4-BE49-F238E27FC236}">
                  <a16:creationId xmlns:a16="http://schemas.microsoft.com/office/drawing/2014/main" id="{3B387FF4-F5D9-BA19-81BA-FD186CFD6D33}"/>
                </a:ext>
              </a:extLst>
            </p:cNvPr>
            <p:cNvSpPr/>
            <p:nvPr/>
          </p:nvSpPr>
          <p:spPr>
            <a:xfrm>
              <a:off x="5966815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9" name="椭圆 568">
              <a:extLst>
                <a:ext uri="{FF2B5EF4-FFF2-40B4-BE49-F238E27FC236}">
                  <a16:creationId xmlns:a16="http://schemas.microsoft.com/office/drawing/2014/main" id="{7C759BCC-0D60-FF91-A402-2E684D67B09C}"/>
                </a:ext>
              </a:extLst>
            </p:cNvPr>
            <p:cNvSpPr/>
            <p:nvPr/>
          </p:nvSpPr>
          <p:spPr>
            <a:xfrm>
              <a:off x="6225059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0" name="椭圆 569">
              <a:extLst>
                <a:ext uri="{FF2B5EF4-FFF2-40B4-BE49-F238E27FC236}">
                  <a16:creationId xmlns:a16="http://schemas.microsoft.com/office/drawing/2014/main" id="{59578A9C-C77E-CD46-F518-975E6C81CC9D}"/>
                </a:ext>
              </a:extLst>
            </p:cNvPr>
            <p:cNvSpPr/>
            <p:nvPr/>
          </p:nvSpPr>
          <p:spPr>
            <a:xfrm>
              <a:off x="6480226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1" name="椭圆 570">
              <a:extLst>
                <a:ext uri="{FF2B5EF4-FFF2-40B4-BE49-F238E27FC236}">
                  <a16:creationId xmlns:a16="http://schemas.microsoft.com/office/drawing/2014/main" id="{B759F45B-0EEE-3983-DB71-B72BC2C33D50}"/>
                </a:ext>
              </a:extLst>
            </p:cNvPr>
            <p:cNvSpPr/>
            <p:nvPr/>
          </p:nvSpPr>
          <p:spPr>
            <a:xfrm>
              <a:off x="6738470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2" name="椭圆 571">
              <a:extLst>
                <a:ext uri="{FF2B5EF4-FFF2-40B4-BE49-F238E27FC236}">
                  <a16:creationId xmlns:a16="http://schemas.microsoft.com/office/drawing/2014/main" id="{0C590CC5-4F05-7997-006B-5782949FFF5C}"/>
                </a:ext>
              </a:extLst>
            </p:cNvPr>
            <p:cNvSpPr/>
            <p:nvPr/>
          </p:nvSpPr>
          <p:spPr>
            <a:xfrm>
              <a:off x="6996714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3" name="椭圆 572">
              <a:extLst>
                <a:ext uri="{FF2B5EF4-FFF2-40B4-BE49-F238E27FC236}">
                  <a16:creationId xmlns:a16="http://schemas.microsoft.com/office/drawing/2014/main" id="{B82E2437-7CD9-0A81-137D-1DC28B7CC231}"/>
                </a:ext>
              </a:extLst>
            </p:cNvPr>
            <p:cNvSpPr/>
            <p:nvPr/>
          </p:nvSpPr>
          <p:spPr>
            <a:xfrm>
              <a:off x="7254958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4" name="椭圆 573">
              <a:extLst>
                <a:ext uri="{FF2B5EF4-FFF2-40B4-BE49-F238E27FC236}">
                  <a16:creationId xmlns:a16="http://schemas.microsoft.com/office/drawing/2014/main" id="{B5D85CE3-5FC1-D5E4-3EF9-23E6FB258992}"/>
                </a:ext>
              </a:extLst>
            </p:cNvPr>
            <p:cNvSpPr/>
            <p:nvPr/>
          </p:nvSpPr>
          <p:spPr>
            <a:xfrm>
              <a:off x="7513202" y="403379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5" name="椭圆 574">
              <a:extLst>
                <a:ext uri="{FF2B5EF4-FFF2-40B4-BE49-F238E27FC236}">
                  <a16:creationId xmlns:a16="http://schemas.microsoft.com/office/drawing/2014/main" id="{183530BE-FAEF-BC52-B2B6-3A4F7E7F92A4}"/>
                </a:ext>
              </a:extLst>
            </p:cNvPr>
            <p:cNvSpPr/>
            <p:nvPr/>
          </p:nvSpPr>
          <p:spPr>
            <a:xfrm>
              <a:off x="5192083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6" name="椭圆 575">
              <a:extLst>
                <a:ext uri="{FF2B5EF4-FFF2-40B4-BE49-F238E27FC236}">
                  <a16:creationId xmlns:a16="http://schemas.microsoft.com/office/drawing/2014/main" id="{C6636CDB-7DDD-6808-032D-F6C90CC59D88}"/>
                </a:ext>
              </a:extLst>
            </p:cNvPr>
            <p:cNvSpPr/>
            <p:nvPr/>
          </p:nvSpPr>
          <p:spPr>
            <a:xfrm>
              <a:off x="5450327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7" name="椭圆 576">
              <a:extLst>
                <a:ext uri="{FF2B5EF4-FFF2-40B4-BE49-F238E27FC236}">
                  <a16:creationId xmlns:a16="http://schemas.microsoft.com/office/drawing/2014/main" id="{CC8E6D76-5583-A329-3359-EADC08460D3E}"/>
                </a:ext>
              </a:extLst>
            </p:cNvPr>
            <p:cNvSpPr/>
            <p:nvPr/>
          </p:nvSpPr>
          <p:spPr>
            <a:xfrm>
              <a:off x="5708571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8" name="椭圆 577">
              <a:extLst>
                <a:ext uri="{FF2B5EF4-FFF2-40B4-BE49-F238E27FC236}">
                  <a16:creationId xmlns:a16="http://schemas.microsoft.com/office/drawing/2014/main" id="{AF452289-16F9-AD99-5960-A7EAB65AF79C}"/>
                </a:ext>
              </a:extLst>
            </p:cNvPr>
            <p:cNvSpPr/>
            <p:nvPr/>
          </p:nvSpPr>
          <p:spPr>
            <a:xfrm>
              <a:off x="5966815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9" name="椭圆 578">
              <a:extLst>
                <a:ext uri="{FF2B5EF4-FFF2-40B4-BE49-F238E27FC236}">
                  <a16:creationId xmlns:a16="http://schemas.microsoft.com/office/drawing/2014/main" id="{9E82E455-F881-0A30-E880-27CB52ED730A}"/>
                </a:ext>
              </a:extLst>
            </p:cNvPr>
            <p:cNvSpPr/>
            <p:nvPr/>
          </p:nvSpPr>
          <p:spPr>
            <a:xfrm>
              <a:off x="6225059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18F4C817-B948-F39D-176A-7810B5AB4DF4}"/>
                </a:ext>
              </a:extLst>
            </p:cNvPr>
            <p:cNvSpPr/>
            <p:nvPr/>
          </p:nvSpPr>
          <p:spPr>
            <a:xfrm>
              <a:off x="6480226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1" name="椭圆 580">
              <a:extLst>
                <a:ext uri="{FF2B5EF4-FFF2-40B4-BE49-F238E27FC236}">
                  <a16:creationId xmlns:a16="http://schemas.microsoft.com/office/drawing/2014/main" id="{E9137772-3289-F316-59BB-5D2EAD64159F}"/>
                </a:ext>
              </a:extLst>
            </p:cNvPr>
            <p:cNvSpPr/>
            <p:nvPr/>
          </p:nvSpPr>
          <p:spPr>
            <a:xfrm>
              <a:off x="6738470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2" name="椭圆 581">
              <a:extLst>
                <a:ext uri="{FF2B5EF4-FFF2-40B4-BE49-F238E27FC236}">
                  <a16:creationId xmlns:a16="http://schemas.microsoft.com/office/drawing/2014/main" id="{0B48848A-5EF6-8B0D-6E6E-B509CBCAA39D}"/>
                </a:ext>
              </a:extLst>
            </p:cNvPr>
            <p:cNvSpPr/>
            <p:nvPr/>
          </p:nvSpPr>
          <p:spPr>
            <a:xfrm>
              <a:off x="6996714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3" name="椭圆 582">
              <a:extLst>
                <a:ext uri="{FF2B5EF4-FFF2-40B4-BE49-F238E27FC236}">
                  <a16:creationId xmlns:a16="http://schemas.microsoft.com/office/drawing/2014/main" id="{4BE2200A-B3B8-3837-BF64-EB23B96CC8C5}"/>
                </a:ext>
              </a:extLst>
            </p:cNvPr>
            <p:cNvSpPr/>
            <p:nvPr/>
          </p:nvSpPr>
          <p:spPr>
            <a:xfrm>
              <a:off x="7254958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4" name="椭圆 583">
              <a:extLst>
                <a:ext uri="{FF2B5EF4-FFF2-40B4-BE49-F238E27FC236}">
                  <a16:creationId xmlns:a16="http://schemas.microsoft.com/office/drawing/2014/main" id="{42C356AC-B4FC-A605-0839-3274869B19B3}"/>
                </a:ext>
              </a:extLst>
            </p:cNvPr>
            <p:cNvSpPr/>
            <p:nvPr/>
          </p:nvSpPr>
          <p:spPr>
            <a:xfrm>
              <a:off x="7513202" y="42696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5" name="椭圆 584">
              <a:extLst>
                <a:ext uri="{FF2B5EF4-FFF2-40B4-BE49-F238E27FC236}">
                  <a16:creationId xmlns:a16="http://schemas.microsoft.com/office/drawing/2014/main" id="{F7A2FC71-7830-AC55-393C-2866E96A4E06}"/>
                </a:ext>
              </a:extLst>
            </p:cNvPr>
            <p:cNvSpPr/>
            <p:nvPr/>
          </p:nvSpPr>
          <p:spPr>
            <a:xfrm>
              <a:off x="5192083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6" name="椭圆 585">
              <a:extLst>
                <a:ext uri="{FF2B5EF4-FFF2-40B4-BE49-F238E27FC236}">
                  <a16:creationId xmlns:a16="http://schemas.microsoft.com/office/drawing/2014/main" id="{50CF2601-7A79-22F8-EF7E-92D039D1EED4}"/>
                </a:ext>
              </a:extLst>
            </p:cNvPr>
            <p:cNvSpPr/>
            <p:nvPr/>
          </p:nvSpPr>
          <p:spPr>
            <a:xfrm>
              <a:off x="5450327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7" name="椭圆 586">
              <a:extLst>
                <a:ext uri="{FF2B5EF4-FFF2-40B4-BE49-F238E27FC236}">
                  <a16:creationId xmlns:a16="http://schemas.microsoft.com/office/drawing/2014/main" id="{C5D4A8BB-95E2-605D-9826-D70E265A3B9E}"/>
                </a:ext>
              </a:extLst>
            </p:cNvPr>
            <p:cNvSpPr/>
            <p:nvPr/>
          </p:nvSpPr>
          <p:spPr>
            <a:xfrm>
              <a:off x="5708571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8" name="椭圆 587">
              <a:extLst>
                <a:ext uri="{FF2B5EF4-FFF2-40B4-BE49-F238E27FC236}">
                  <a16:creationId xmlns:a16="http://schemas.microsoft.com/office/drawing/2014/main" id="{924E4D30-DE8B-C662-1FE5-E840BC792CB0}"/>
                </a:ext>
              </a:extLst>
            </p:cNvPr>
            <p:cNvSpPr/>
            <p:nvPr/>
          </p:nvSpPr>
          <p:spPr>
            <a:xfrm>
              <a:off x="5966815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9" name="椭圆 588">
              <a:extLst>
                <a:ext uri="{FF2B5EF4-FFF2-40B4-BE49-F238E27FC236}">
                  <a16:creationId xmlns:a16="http://schemas.microsoft.com/office/drawing/2014/main" id="{D63829A9-19BB-3776-83BC-A7B5643ACC64}"/>
                </a:ext>
              </a:extLst>
            </p:cNvPr>
            <p:cNvSpPr/>
            <p:nvPr/>
          </p:nvSpPr>
          <p:spPr>
            <a:xfrm>
              <a:off x="6225059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0" name="椭圆 589">
              <a:extLst>
                <a:ext uri="{FF2B5EF4-FFF2-40B4-BE49-F238E27FC236}">
                  <a16:creationId xmlns:a16="http://schemas.microsoft.com/office/drawing/2014/main" id="{D42AD4C6-F80C-DD59-8576-ED15C6EA77A4}"/>
                </a:ext>
              </a:extLst>
            </p:cNvPr>
            <p:cNvSpPr/>
            <p:nvPr/>
          </p:nvSpPr>
          <p:spPr>
            <a:xfrm>
              <a:off x="6480226" y="4515128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1" name="椭圆 590">
              <a:extLst>
                <a:ext uri="{FF2B5EF4-FFF2-40B4-BE49-F238E27FC236}">
                  <a16:creationId xmlns:a16="http://schemas.microsoft.com/office/drawing/2014/main" id="{2F564D98-77C3-45A5-0ECF-9D47BEBC305A}"/>
                </a:ext>
              </a:extLst>
            </p:cNvPr>
            <p:cNvSpPr/>
            <p:nvPr/>
          </p:nvSpPr>
          <p:spPr>
            <a:xfrm>
              <a:off x="6738470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2" name="椭圆 591">
              <a:extLst>
                <a:ext uri="{FF2B5EF4-FFF2-40B4-BE49-F238E27FC236}">
                  <a16:creationId xmlns:a16="http://schemas.microsoft.com/office/drawing/2014/main" id="{1E94C1DE-9F16-AE1B-4C6E-3C8E1B474317}"/>
                </a:ext>
              </a:extLst>
            </p:cNvPr>
            <p:cNvSpPr/>
            <p:nvPr/>
          </p:nvSpPr>
          <p:spPr>
            <a:xfrm>
              <a:off x="6996714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3" name="椭圆 592">
              <a:extLst>
                <a:ext uri="{FF2B5EF4-FFF2-40B4-BE49-F238E27FC236}">
                  <a16:creationId xmlns:a16="http://schemas.microsoft.com/office/drawing/2014/main" id="{8B3A176C-83EA-BD56-1195-AD20E2D7AAA5}"/>
                </a:ext>
              </a:extLst>
            </p:cNvPr>
            <p:cNvSpPr/>
            <p:nvPr/>
          </p:nvSpPr>
          <p:spPr>
            <a:xfrm>
              <a:off x="7254958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4" name="椭圆 593">
              <a:extLst>
                <a:ext uri="{FF2B5EF4-FFF2-40B4-BE49-F238E27FC236}">
                  <a16:creationId xmlns:a16="http://schemas.microsoft.com/office/drawing/2014/main" id="{733D7AB9-BDD9-4D23-85EE-AC3F748E5681}"/>
                </a:ext>
              </a:extLst>
            </p:cNvPr>
            <p:cNvSpPr/>
            <p:nvPr/>
          </p:nvSpPr>
          <p:spPr>
            <a:xfrm>
              <a:off x="7513202" y="4515128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5" name="椭圆 594">
              <a:extLst>
                <a:ext uri="{FF2B5EF4-FFF2-40B4-BE49-F238E27FC236}">
                  <a16:creationId xmlns:a16="http://schemas.microsoft.com/office/drawing/2014/main" id="{A9FF90CA-539C-FA8F-8FC4-4FF6C3DDD6CD}"/>
                </a:ext>
              </a:extLst>
            </p:cNvPr>
            <p:cNvSpPr/>
            <p:nvPr/>
          </p:nvSpPr>
          <p:spPr>
            <a:xfrm>
              <a:off x="5192083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6" name="椭圆 595">
              <a:extLst>
                <a:ext uri="{FF2B5EF4-FFF2-40B4-BE49-F238E27FC236}">
                  <a16:creationId xmlns:a16="http://schemas.microsoft.com/office/drawing/2014/main" id="{7504DE76-1AA9-91AF-614A-D54F8AFB0FCF}"/>
                </a:ext>
              </a:extLst>
            </p:cNvPr>
            <p:cNvSpPr/>
            <p:nvPr/>
          </p:nvSpPr>
          <p:spPr>
            <a:xfrm>
              <a:off x="5450327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7" name="椭圆 596">
              <a:extLst>
                <a:ext uri="{FF2B5EF4-FFF2-40B4-BE49-F238E27FC236}">
                  <a16:creationId xmlns:a16="http://schemas.microsoft.com/office/drawing/2014/main" id="{1040CDAA-98B0-45F2-215D-9159A86ABDB7}"/>
                </a:ext>
              </a:extLst>
            </p:cNvPr>
            <p:cNvSpPr/>
            <p:nvPr/>
          </p:nvSpPr>
          <p:spPr>
            <a:xfrm>
              <a:off x="5708571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8" name="椭圆 597">
              <a:extLst>
                <a:ext uri="{FF2B5EF4-FFF2-40B4-BE49-F238E27FC236}">
                  <a16:creationId xmlns:a16="http://schemas.microsoft.com/office/drawing/2014/main" id="{98B0367F-5758-9DCD-9E93-7A55F709D5A2}"/>
                </a:ext>
              </a:extLst>
            </p:cNvPr>
            <p:cNvSpPr/>
            <p:nvPr/>
          </p:nvSpPr>
          <p:spPr>
            <a:xfrm>
              <a:off x="5966815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9" name="椭圆 598">
              <a:extLst>
                <a:ext uri="{FF2B5EF4-FFF2-40B4-BE49-F238E27FC236}">
                  <a16:creationId xmlns:a16="http://schemas.microsoft.com/office/drawing/2014/main" id="{FC21C149-F829-F958-7A22-ADC12C9558F1}"/>
                </a:ext>
              </a:extLst>
            </p:cNvPr>
            <p:cNvSpPr/>
            <p:nvPr/>
          </p:nvSpPr>
          <p:spPr>
            <a:xfrm>
              <a:off x="6225059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0" name="椭圆 599">
              <a:extLst>
                <a:ext uri="{FF2B5EF4-FFF2-40B4-BE49-F238E27FC236}">
                  <a16:creationId xmlns:a16="http://schemas.microsoft.com/office/drawing/2014/main" id="{5BFC11FD-BD83-401A-90E8-D344444D245B}"/>
                </a:ext>
              </a:extLst>
            </p:cNvPr>
            <p:cNvSpPr/>
            <p:nvPr/>
          </p:nvSpPr>
          <p:spPr>
            <a:xfrm>
              <a:off x="6480226" y="4760646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1" name="椭圆 600">
              <a:extLst>
                <a:ext uri="{FF2B5EF4-FFF2-40B4-BE49-F238E27FC236}">
                  <a16:creationId xmlns:a16="http://schemas.microsoft.com/office/drawing/2014/main" id="{84F6DF0C-1573-2E0E-53B6-40C892B34B06}"/>
                </a:ext>
              </a:extLst>
            </p:cNvPr>
            <p:cNvSpPr/>
            <p:nvPr/>
          </p:nvSpPr>
          <p:spPr>
            <a:xfrm>
              <a:off x="6738470" y="4760646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2" name="椭圆 601">
              <a:extLst>
                <a:ext uri="{FF2B5EF4-FFF2-40B4-BE49-F238E27FC236}">
                  <a16:creationId xmlns:a16="http://schemas.microsoft.com/office/drawing/2014/main" id="{74E1C47C-D544-CE3D-7DDD-94760341E34C}"/>
                </a:ext>
              </a:extLst>
            </p:cNvPr>
            <p:cNvSpPr/>
            <p:nvPr/>
          </p:nvSpPr>
          <p:spPr>
            <a:xfrm>
              <a:off x="6996714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3" name="椭圆 602">
              <a:extLst>
                <a:ext uri="{FF2B5EF4-FFF2-40B4-BE49-F238E27FC236}">
                  <a16:creationId xmlns:a16="http://schemas.microsoft.com/office/drawing/2014/main" id="{5269AD44-7D9B-34C3-9DDC-1FDD256E8F34}"/>
                </a:ext>
              </a:extLst>
            </p:cNvPr>
            <p:cNvSpPr/>
            <p:nvPr/>
          </p:nvSpPr>
          <p:spPr>
            <a:xfrm>
              <a:off x="7254958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4" name="椭圆 603">
              <a:extLst>
                <a:ext uri="{FF2B5EF4-FFF2-40B4-BE49-F238E27FC236}">
                  <a16:creationId xmlns:a16="http://schemas.microsoft.com/office/drawing/2014/main" id="{78E25F1F-B41A-D8F5-6C74-1466ECA407DC}"/>
                </a:ext>
              </a:extLst>
            </p:cNvPr>
            <p:cNvSpPr/>
            <p:nvPr/>
          </p:nvSpPr>
          <p:spPr>
            <a:xfrm>
              <a:off x="7513202" y="4760646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5" name="椭圆 604">
              <a:extLst>
                <a:ext uri="{FF2B5EF4-FFF2-40B4-BE49-F238E27FC236}">
                  <a16:creationId xmlns:a16="http://schemas.microsoft.com/office/drawing/2014/main" id="{B6DFC2FC-4C1F-09C6-7786-2D32B0D69392}"/>
                </a:ext>
              </a:extLst>
            </p:cNvPr>
            <p:cNvSpPr/>
            <p:nvPr/>
          </p:nvSpPr>
          <p:spPr>
            <a:xfrm>
              <a:off x="5192083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6" name="椭圆 605">
              <a:extLst>
                <a:ext uri="{FF2B5EF4-FFF2-40B4-BE49-F238E27FC236}">
                  <a16:creationId xmlns:a16="http://schemas.microsoft.com/office/drawing/2014/main" id="{28561C12-306F-2501-0BF8-2746A9AFF118}"/>
                </a:ext>
              </a:extLst>
            </p:cNvPr>
            <p:cNvSpPr/>
            <p:nvPr/>
          </p:nvSpPr>
          <p:spPr>
            <a:xfrm>
              <a:off x="5450327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7" name="椭圆 606">
              <a:extLst>
                <a:ext uri="{FF2B5EF4-FFF2-40B4-BE49-F238E27FC236}">
                  <a16:creationId xmlns:a16="http://schemas.microsoft.com/office/drawing/2014/main" id="{79FF666D-C1DC-54BA-9EB2-9B377BC0F708}"/>
                </a:ext>
              </a:extLst>
            </p:cNvPr>
            <p:cNvSpPr/>
            <p:nvPr/>
          </p:nvSpPr>
          <p:spPr>
            <a:xfrm>
              <a:off x="5708571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8" name="椭圆 607">
              <a:extLst>
                <a:ext uri="{FF2B5EF4-FFF2-40B4-BE49-F238E27FC236}">
                  <a16:creationId xmlns:a16="http://schemas.microsoft.com/office/drawing/2014/main" id="{BFF81610-AAD7-510F-29FE-18CD5C95F454}"/>
                </a:ext>
              </a:extLst>
            </p:cNvPr>
            <p:cNvSpPr/>
            <p:nvPr/>
          </p:nvSpPr>
          <p:spPr>
            <a:xfrm>
              <a:off x="5966815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9" name="椭圆 608">
              <a:extLst>
                <a:ext uri="{FF2B5EF4-FFF2-40B4-BE49-F238E27FC236}">
                  <a16:creationId xmlns:a16="http://schemas.microsoft.com/office/drawing/2014/main" id="{DCD58EC0-1F6F-B68B-1E95-2CA7B1F7CA18}"/>
                </a:ext>
              </a:extLst>
            </p:cNvPr>
            <p:cNvSpPr/>
            <p:nvPr/>
          </p:nvSpPr>
          <p:spPr>
            <a:xfrm>
              <a:off x="6225059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0" name="椭圆 609">
              <a:extLst>
                <a:ext uri="{FF2B5EF4-FFF2-40B4-BE49-F238E27FC236}">
                  <a16:creationId xmlns:a16="http://schemas.microsoft.com/office/drawing/2014/main" id="{A6DBB7CC-3500-897D-3457-63452FC7CF9E}"/>
                </a:ext>
              </a:extLst>
            </p:cNvPr>
            <p:cNvSpPr/>
            <p:nvPr/>
          </p:nvSpPr>
          <p:spPr>
            <a:xfrm>
              <a:off x="6480226" y="4994591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1" name="椭圆 610">
              <a:extLst>
                <a:ext uri="{FF2B5EF4-FFF2-40B4-BE49-F238E27FC236}">
                  <a16:creationId xmlns:a16="http://schemas.microsoft.com/office/drawing/2014/main" id="{E143EFE8-22E5-9A49-D113-C5CB988DF06C}"/>
                </a:ext>
              </a:extLst>
            </p:cNvPr>
            <p:cNvSpPr/>
            <p:nvPr/>
          </p:nvSpPr>
          <p:spPr>
            <a:xfrm>
              <a:off x="6738470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2" name="椭圆 611">
              <a:extLst>
                <a:ext uri="{FF2B5EF4-FFF2-40B4-BE49-F238E27FC236}">
                  <a16:creationId xmlns:a16="http://schemas.microsoft.com/office/drawing/2014/main" id="{8C8D3664-1934-545C-89D5-494F98E9CAAF}"/>
                </a:ext>
              </a:extLst>
            </p:cNvPr>
            <p:cNvSpPr/>
            <p:nvPr/>
          </p:nvSpPr>
          <p:spPr>
            <a:xfrm>
              <a:off x="6996714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3" name="椭圆 612">
              <a:extLst>
                <a:ext uri="{FF2B5EF4-FFF2-40B4-BE49-F238E27FC236}">
                  <a16:creationId xmlns:a16="http://schemas.microsoft.com/office/drawing/2014/main" id="{18A7C6C3-E7CD-AC7F-653F-912747FC291B}"/>
                </a:ext>
              </a:extLst>
            </p:cNvPr>
            <p:cNvSpPr/>
            <p:nvPr/>
          </p:nvSpPr>
          <p:spPr>
            <a:xfrm>
              <a:off x="7254958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4" name="椭圆 613">
              <a:extLst>
                <a:ext uri="{FF2B5EF4-FFF2-40B4-BE49-F238E27FC236}">
                  <a16:creationId xmlns:a16="http://schemas.microsoft.com/office/drawing/2014/main" id="{BA1E6F01-8F59-89E7-2465-92BE3B52855D}"/>
                </a:ext>
              </a:extLst>
            </p:cNvPr>
            <p:cNvSpPr/>
            <p:nvPr/>
          </p:nvSpPr>
          <p:spPr>
            <a:xfrm>
              <a:off x="7513202" y="4994591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5" name="椭圆 614">
              <a:extLst>
                <a:ext uri="{FF2B5EF4-FFF2-40B4-BE49-F238E27FC236}">
                  <a16:creationId xmlns:a16="http://schemas.microsoft.com/office/drawing/2014/main" id="{ACED23E0-2980-D0DE-2CC7-D3C00C34E0EA}"/>
                </a:ext>
              </a:extLst>
            </p:cNvPr>
            <p:cNvSpPr/>
            <p:nvPr/>
          </p:nvSpPr>
          <p:spPr>
            <a:xfrm>
              <a:off x="5192083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6" name="椭圆 615">
              <a:extLst>
                <a:ext uri="{FF2B5EF4-FFF2-40B4-BE49-F238E27FC236}">
                  <a16:creationId xmlns:a16="http://schemas.microsoft.com/office/drawing/2014/main" id="{ADD2DC1B-8F43-0CFB-2559-8540062F79D8}"/>
                </a:ext>
              </a:extLst>
            </p:cNvPr>
            <p:cNvSpPr/>
            <p:nvPr/>
          </p:nvSpPr>
          <p:spPr>
            <a:xfrm>
              <a:off x="5450327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7" name="椭圆 616">
              <a:extLst>
                <a:ext uri="{FF2B5EF4-FFF2-40B4-BE49-F238E27FC236}">
                  <a16:creationId xmlns:a16="http://schemas.microsoft.com/office/drawing/2014/main" id="{B09EC708-4EC5-633E-08F6-56E83D084220}"/>
                </a:ext>
              </a:extLst>
            </p:cNvPr>
            <p:cNvSpPr/>
            <p:nvPr/>
          </p:nvSpPr>
          <p:spPr>
            <a:xfrm>
              <a:off x="5708571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8" name="椭圆 617">
              <a:extLst>
                <a:ext uri="{FF2B5EF4-FFF2-40B4-BE49-F238E27FC236}">
                  <a16:creationId xmlns:a16="http://schemas.microsoft.com/office/drawing/2014/main" id="{43EEBEA7-5702-25B1-269B-9B62C6747A81}"/>
                </a:ext>
              </a:extLst>
            </p:cNvPr>
            <p:cNvSpPr/>
            <p:nvPr/>
          </p:nvSpPr>
          <p:spPr>
            <a:xfrm>
              <a:off x="5966815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9" name="椭圆 618">
              <a:extLst>
                <a:ext uri="{FF2B5EF4-FFF2-40B4-BE49-F238E27FC236}">
                  <a16:creationId xmlns:a16="http://schemas.microsoft.com/office/drawing/2014/main" id="{F7ED5A15-D176-87C3-FDF6-FD1B5148D83F}"/>
                </a:ext>
              </a:extLst>
            </p:cNvPr>
            <p:cNvSpPr/>
            <p:nvPr/>
          </p:nvSpPr>
          <p:spPr>
            <a:xfrm>
              <a:off x="6225059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0" name="椭圆 619">
              <a:extLst>
                <a:ext uri="{FF2B5EF4-FFF2-40B4-BE49-F238E27FC236}">
                  <a16:creationId xmlns:a16="http://schemas.microsoft.com/office/drawing/2014/main" id="{2B3E1274-1DA8-2447-08F5-AF0FE9429D6B}"/>
                </a:ext>
              </a:extLst>
            </p:cNvPr>
            <p:cNvSpPr/>
            <p:nvPr/>
          </p:nvSpPr>
          <p:spPr>
            <a:xfrm>
              <a:off x="6480226" y="524011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1" name="椭圆 620">
              <a:extLst>
                <a:ext uri="{FF2B5EF4-FFF2-40B4-BE49-F238E27FC236}">
                  <a16:creationId xmlns:a16="http://schemas.microsoft.com/office/drawing/2014/main" id="{4568B35D-2586-FF37-1BCA-1FF62D25B477}"/>
                </a:ext>
              </a:extLst>
            </p:cNvPr>
            <p:cNvSpPr/>
            <p:nvPr/>
          </p:nvSpPr>
          <p:spPr>
            <a:xfrm>
              <a:off x="6738470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2" name="椭圆 621">
              <a:extLst>
                <a:ext uri="{FF2B5EF4-FFF2-40B4-BE49-F238E27FC236}">
                  <a16:creationId xmlns:a16="http://schemas.microsoft.com/office/drawing/2014/main" id="{220507CA-2F2F-1EEC-8CDD-96A9885055EA}"/>
                </a:ext>
              </a:extLst>
            </p:cNvPr>
            <p:cNvSpPr/>
            <p:nvPr/>
          </p:nvSpPr>
          <p:spPr>
            <a:xfrm>
              <a:off x="6996714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3" name="椭圆 622">
              <a:extLst>
                <a:ext uri="{FF2B5EF4-FFF2-40B4-BE49-F238E27FC236}">
                  <a16:creationId xmlns:a16="http://schemas.microsoft.com/office/drawing/2014/main" id="{44BDC4DB-8441-87F1-C85A-2E3CD6D01327}"/>
                </a:ext>
              </a:extLst>
            </p:cNvPr>
            <p:cNvSpPr/>
            <p:nvPr/>
          </p:nvSpPr>
          <p:spPr>
            <a:xfrm>
              <a:off x="7254958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4" name="椭圆 623">
              <a:extLst>
                <a:ext uri="{FF2B5EF4-FFF2-40B4-BE49-F238E27FC236}">
                  <a16:creationId xmlns:a16="http://schemas.microsoft.com/office/drawing/2014/main" id="{8BA16862-CE42-C6C7-572F-2C4D3590C303}"/>
                </a:ext>
              </a:extLst>
            </p:cNvPr>
            <p:cNvSpPr/>
            <p:nvPr/>
          </p:nvSpPr>
          <p:spPr>
            <a:xfrm>
              <a:off x="7513202" y="524011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5" name="椭圆 624">
              <a:extLst>
                <a:ext uri="{FF2B5EF4-FFF2-40B4-BE49-F238E27FC236}">
                  <a16:creationId xmlns:a16="http://schemas.microsoft.com/office/drawing/2014/main" id="{9CD9F062-253E-B044-4555-A8B66D312C06}"/>
                </a:ext>
              </a:extLst>
            </p:cNvPr>
            <p:cNvSpPr/>
            <p:nvPr/>
          </p:nvSpPr>
          <p:spPr>
            <a:xfrm>
              <a:off x="5192083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6" name="椭圆 625">
              <a:extLst>
                <a:ext uri="{FF2B5EF4-FFF2-40B4-BE49-F238E27FC236}">
                  <a16:creationId xmlns:a16="http://schemas.microsoft.com/office/drawing/2014/main" id="{D05006CA-5E03-8889-CB37-081DD2B7CC7F}"/>
                </a:ext>
              </a:extLst>
            </p:cNvPr>
            <p:cNvSpPr/>
            <p:nvPr/>
          </p:nvSpPr>
          <p:spPr>
            <a:xfrm>
              <a:off x="5450327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7" name="椭圆 626">
              <a:extLst>
                <a:ext uri="{FF2B5EF4-FFF2-40B4-BE49-F238E27FC236}">
                  <a16:creationId xmlns:a16="http://schemas.microsoft.com/office/drawing/2014/main" id="{9F11E089-14F7-7959-B181-9C11D1D45501}"/>
                </a:ext>
              </a:extLst>
            </p:cNvPr>
            <p:cNvSpPr/>
            <p:nvPr/>
          </p:nvSpPr>
          <p:spPr>
            <a:xfrm>
              <a:off x="5708571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8" name="椭圆 627">
              <a:extLst>
                <a:ext uri="{FF2B5EF4-FFF2-40B4-BE49-F238E27FC236}">
                  <a16:creationId xmlns:a16="http://schemas.microsoft.com/office/drawing/2014/main" id="{8CF513A8-9407-AD0D-7961-7B930898E187}"/>
                </a:ext>
              </a:extLst>
            </p:cNvPr>
            <p:cNvSpPr/>
            <p:nvPr/>
          </p:nvSpPr>
          <p:spPr>
            <a:xfrm>
              <a:off x="5966815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9" name="椭圆 628">
              <a:extLst>
                <a:ext uri="{FF2B5EF4-FFF2-40B4-BE49-F238E27FC236}">
                  <a16:creationId xmlns:a16="http://schemas.microsoft.com/office/drawing/2014/main" id="{EB2276D0-4AFC-D044-0B14-09E879662202}"/>
                </a:ext>
              </a:extLst>
            </p:cNvPr>
            <p:cNvSpPr/>
            <p:nvPr/>
          </p:nvSpPr>
          <p:spPr>
            <a:xfrm>
              <a:off x="6225059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0" name="椭圆 629">
              <a:extLst>
                <a:ext uri="{FF2B5EF4-FFF2-40B4-BE49-F238E27FC236}">
                  <a16:creationId xmlns:a16="http://schemas.microsoft.com/office/drawing/2014/main" id="{EF000483-B37B-4EB9-A510-B3D9C73B8E55}"/>
                </a:ext>
              </a:extLst>
            </p:cNvPr>
            <p:cNvSpPr/>
            <p:nvPr/>
          </p:nvSpPr>
          <p:spPr>
            <a:xfrm>
              <a:off x="6480226" y="5475920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1" name="椭圆 630">
              <a:extLst>
                <a:ext uri="{FF2B5EF4-FFF2-40B4-BE49-F238E27FC236}">
                  <a16:creationId xmlns:a16="http://schemas.microsoft.com/office/drawing/2014/main" id="{4BA2F00C-BF9C-4FD1-C151-677C99DD45B9}"/>
                </a:ext>
              </a:extLst>
            </p:cNvPr>
            <p:cNvSpPr/>
            <p:nvPr/>
          </p:nvSpPr>
          <p:spPr>
            <a:xfrm>
              <a:off x="6738470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C8242AA6-162D-45B3-025A-937F0828EB5B}"/>
                </a:ext>
              </a:extLst>
            </p:cNvPr>
            <p:cNvSpPr/>
            <p:nvPr/>
          </p:nvSpPr>
          <p:spPr>
            <a:xfrm>
              <a:off x="6996714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3" name="椭圆 632">
              <a:extLst>
                <a:ext uri="{FF2B5EF4-FFF2-40B4-BE49-F238E27FC236}">
                  <a16:creationId xmlns:a16="http://schemas.microsoft.com/office/drawing/2014/main" id="{70F47B04-2E8F-E2C3-02F6-0BA20F1B7392}"/>
                </a:ext>
              </a:extLst>
            </p:cNvPr>
            <p:cNvSpPr/>
            <p:nvPr/>
          </p:nvSpPr>
          <p:spPr>
            <a:xfrm>
              <a:off x="7254958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4" name="椭圆 633">
              <a:extLst>
                <a:ext uri="{FF2B5EF4-FFF2-40B4-BE49-F238E27FC236}">
                  <a16:creationId xmlns:a16="http://schemas.microsoft.com/office/drawing/2014/main" id="{B0612D55-F12E-6741-2372-4DA098849934}"/>
                </a:ext>
              </a:extLst>
            </p:cNvPr>
            <p:cNvSpPr/>
            <p:nvPr/>
          </p:nvSpPr>
          <p:spPr>
            <a:xfrm>
              <a:off x="7513202" y="5475920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5" name="椭圆 634">
              <a:extLst>
                <a:ext uri="{FF2B5EF4-FFF2-40B4-BE49-F238E27FC236}">
                  <a16:creationId xmlns:a16="http://schemas.microsoft.com/office/drawing/2014/main" id="{30AEA315-F298-65E5-3A4E-3CA868D448C3}"/>
                </a:ext>
              </a:extLst>
            </p:cNvPr>
            <p:cNvSpPr/>
            <p:nvPr/>
          </p:nvSpPr>
          <p:spPr>
            <a:xfrm>
              <a:off x="5192083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6" name="椭圆 635">
              <a:extLst>
                <a:ext uri="{FF2B5EF4-FFF2-40B4-BE49-F238E27FC236}">
                  <a16:creationId xmlns:a16="http://schemas.microsoft.com/office/drawing/2014/main" id="{1EE37232-820F-E440-82B7-9DD7E3300FD4}"/>
                </a:ext>
              </a:extLst>
            </p:cNvPr>
            <p:cNvSpPr/>
            <p:nvPr/>
          </p:nvSpPr>
          <p:spPr>
            <a:xfrm>
              <a:off x="5450327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7" name="椭圆 636">
              <a:extLst>
                <a:ext uri="{FF2B5EF4-FFF2-40B4-BE49-F238E27FC236}">
                  <a16:creationId xmlns:a16="http://schemas.microsoft.com/office/drawing/2014/main" id="{F3AEB0E6-FE52-4678-4C3B-D64F986E73FB}"/>
                </a:ext>
              </a:extLst>
            </p:cNvPr>
            <p:cNvSpPr/>
            <p:nvPr/>
          </p:nvSpPr>
          <p:spPr>
            <a:xfrm>
              <a:off x="5708571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8" name="椭圆 637">
              <a:extLst>
                <a:ext uri="{FF2B5EF4-FFF2-40B4-BE49-F238E27FC236}">
                  <a16:creationId xmlns:a16="http://schemas.microsoft.com/office/drawing/2014/main" id="{40803962-5C81-5F9A-5C8A-C2DC0B82773F}"/>
                </a:ext>
              </a:extLst>
            </p:cNvPr>
            <p:cNvSpPr/>
            <p:nvPr/>
          </p:nvSpPr>
          <p:spPr>
            <a:xfrm>
              <a:off x="5966815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9" name="椭圆 638">
              <a:extLst>
                <a:ext uri="{FF2B5EF4-FFF2-40B4-BE49-F238E27FC236}">
                  <a16:creationId xmlns:a16="http://schemas.microsoft.com/office/drawing/2014/main" id="{1031F8D1-14B1-B1B8-9421-3380521EB65F}"/>
                </a:ext>
              </a:extLst>
            </p:cNvPr>
            <p:cNvSpPr/>
            <p:nvPr/>
          </p:nvSpPr>
          <p:spPr>
            <a:xfrm>
              <a:off x="6225059" y="5721439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0" name="椭圆 639">
              <a:extLst>
                <a:ext uri="{FF2B5EF4-FFF2-40B4-BE49-F238E27FC236}">
                  <a16:creationId xmlns:a16="http://schemas.microsoft.com/office/drawing/2014/main" id="{87CE667A-9906-4377-B4D3-BB265EF5BE15}"/>
                </a:ext>
              </a:extLst>
            </p:cNvPr>
            <p:cNvSpPr/>
            <p:nvPr/>
          </p:nvSpPr>
          <p:spPr>
            <a:xfrm>
              <a:off x="6480226" y="5721439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1" name="椭圆 640">
              <a:extLst>
                <a:ext uri="{FF2B5EF4-FFF2-40B4-BE49-F238E27FC236}">
                  <a16:creationId xmlns:a16="http://schemas.microsoft.com/office/drawing/2014/main" id="{8286FCF4-44CB-FC0E-C213-76F896CE120C}"/>
                </a:ext>
              </a:extLst>
            </p:cNvPr>
            <p:cNvSpPr/>
            <p:nvPr/>
          </p:nvSpPr>
          <p:spPr>
            <a:xfrm>
              <a:off x="6738470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2" name="椭圆 641">
              <a:extLst>
                <a:ext uri="{FF2B5EF4-FFF2-40B4-BE49-F238E27FC236}">
                  <a16:creationId xmlns:a16="http://schemas.microsoft.com/office/drawing/2014/main" id="{958CB695-6496-FE5A-00EF-9F1B4F15C9A8}"/>
                </a:ext>
              </a:extLst>
            </p:cNvPr>
            <p:cNvSpPr/>
            <p:nvPr/>
          </p:nvSpPr>
          <p:spPr>
            <a:xfrm>
              <a:off x="6996714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3" name="椭圆 642">
              <a:extLst>
                <a:ext uri="{FF2B5EF4-FFF2-40B4-BE49-F238E27FC236}">
                  <a16:creationId xmlns:a16="http://schemas.microsoft.com/office/drawing/2014/main" id="{EA63E0D1-6739-E117-726D-7A7718553C6C}"/>
                </a:ext>
              </a:extLst>
            </p:cNvPr>
            <p:cNvSpPr/>
            <p:nvPr/>
          </p:nvSpPr>
          <p:spPr>
            <a:xfrm>
              <a:off x="7254958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4" name="椭圆 643">
              <a:extLst>
                <a:ext uri="{FF2B5EF4-FFF2-40B4-BE49-F238E27FC236}">
                  <a16:creationId xmlns:a16="http://schemas.microsoft.com/office/drawing/2014/main" id="{06184B13-1765-89AE-2904-1DBDF3750622}"/>
                </a:ext>
              </a:extLst>
            </p:cNvPr>
            <p:cNvSpPr/>
            <p:nvPr/>
          </p:nvSpPr>
          <p:spPr>
            <a:xfrm>
              <a:off x="7513202" y="5721439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5" name="椭圆 644">
              <a:extLst>
                <a:ext uri="{FF2B5EF4-FFF2-40B4-BE49-F238E27FC236}">
                  <a16:creationId xmlns:a16="http://schemas.microsoft.com/office/drawing/2014/main" id="{B6F98289-A39B-94A6-6486-E44570FACD41}"/>
                </a:ext>
              </a:extLst>
            </p:cNvPr>
            <p:cNvSpPr/>
            <p:nvPr/>
          </p:nvSpPr>
          <p:spPr>
            <a:xfrm>
              <a:off x="5192083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6" name="椭圆 645">
              <a:extLst>
                <a:ext uri="{FF2B5EF4-FFF2-40B4-BE49-F238E27FC236}">
                  <a16:creationId xmlns:a16="http://schemas.microsoft.com/office/drawing/2014/main" id="{17D7D83D-15DF-0F0B-0328-215320FDFE7F}"/>
                </a:ext>
              </a:extLst>
            </p:cNvPr>
            <p:cNvSpPr/>
            <p:nvPr/>
          </p:nvSpPr>
          <p:spPr>
            <a:xfrm>
              <a:off x="5450327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7" name="椭圆 646">
              <a:extLst>
                <a:ext uri="{FF2B5EF4-FFF2-40B4-BE49-F238E27FC236}">
                  <a16:creationId xmlns:a16="http://schemas.microsoft.com/office/drawing/2014/main" id="{83991262-871A-AA4A-09C2-1704665488B0}"/>
                </a:ext>
              </a:extLst>
            </p:cNvPr>
            <p:cNvSpPr/>
            <p:nvPr/>
          </p:nvSpPr>
          <p:spPr>
            <a:xfrm>
              <a:off x="5708571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8" name="椭圆 647">
              <a:extLst>
                <a:ext uri="{FF2B5EF4-FFF2-40B4-BE49-F238E27FC236}">
                  <a16:creationId xmlns:a16="http://schemas.microsoft.com/office/drawing/2014/main" id="{4674D6D8-C117-BDFD-9275-A0DB55DA7C7E}"/>
                </a:ext>
              </a:extLst>
            </p:cNvPr>
            <p:cNvSpPr/>
            <p:nvPr/>
          </p:nvSpPr>
          <p:spPr>
            <a:xfrm>
              <a:off x="5966815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9" name="椭圆 648">
              <a:extLst>
                <a:ext uri="{FF2B5EF4-FFF2-40B4-BE49-F238E27FC236}">
                  <a16:creationId xmlns:a16="http://schemas.microsoft.com/office/drawing/2014/main" id="{C5704263-465B-5236-9DF7-FA99C055D86D}"/>
                </a:ext>
              </a:extLst>
            </p:cNvPr>
            <p:cNvSpPr/>
            <p:nvPr/>
          </p:nvSpPr>
          <p:spPr>
            <a:xfrm>
              <a:off x="6225059" y="5966957"/>
              <a:ext cx="210808" cy="206346"/>
            </a:xfrm>
            <a:prstGeom prst="ellipse">
              <a:avLst/>
            </a:prstGeom>
            <a:solidFill>
              <a:srgbClr val="60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0" name="椭圆 649">
              <a:extLst>
                <a:ext uri="{FF2B5EF4-FFF2-40B4-BE49-F238E27FC236}">
                  <a16:creationId xmlns:a16="http://schemas.microsoft.com/office/drawing/2014/main" id="{2BD679F1-A0C4-4E0C-FD32-7C6A67689355}"/>
                </a:ext>
              </a:extLst>
            </p:cNvPr>
            <p:cNvSpPr/>
            <p:nvPr/>
          </p:nvSpPr>
          <p:spPr>
            <a:xfrm>
              <a:off x="6480226" y="5966957"/>
              <a:ext cx="210808" cy="206346"/>
            </a:xfrm>
            <a:prstGeom prst="ellipse">
              <a:avLst/>
            </a:prstGeom>
            <a:solidFill>
              <a:srgbClr val="E1E1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1" name="椭圆 650">
              <a:extLst>
                <a:ext uri="{FF2B5EF4-FFF2-40B4-BE49-F238E27FC236}">
                  <a16:creationId xmlns:a16="http://schemas.microsoft.com/office/drawing/2014/main" id="{3046A845-BD59-F363-CA2D-2129D2A082A6}"/>
                </a:ext>
              </a:extLst>
            </p:cNvPr>
            <p:cNvSpPr/>
            <p:nvPr/>
          </p:nvSpPr>
          <p:spPr>
            <a:xfrm>
              <a:off x="6738470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2" name="椭圆 651">
              <a:extLst>
                <a:ext uri="{FF2B5EF4-FFF2-40B4-BE49-F238E27FC236}">
                  <a16:creationId xmlns:a16="http://schemas.microsoft.com/office/drawing/2014/main" id="{4F1D1B29-917A-8133-C693-7BBA2D630418}"/>
                </a:ext>
              </a:extLst>
            </p:cNvPr>
            <p:cNvSpPr/>
            <p:nvPr/>
          </p:nvSpPr>
          <p:spPr>
            <a:xfrm>
              <a:off x="6996714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3" name="椭圆 652">
              <a:extLst>
                <a:ext uri="{FF2B5EF4-FFF2-40B4-BE49-F238E27FC236}">
                  <a16:creationId xmlns:a16="http://schemas.microsoft.com/office/drawing/2014/main" id="{E9C7D6CC-38AD-D98C-75D9-996A5A066F2D}"/>
                </a:ext>
              </a:extLst>
            </p:cNvPr>
            <p:cNvSpPr/>
            <p:nvPr/>
          </p:nvSpPr>
          <p:spPr>
            <a:xfrm>
              <a:off x="7254958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4" name="椭圆 653">
              <a:extLst>
                <a:ext uri="{FF2B5EF4-FFF2-40B4-BE49-F238E27FC236}">
                  <a16:creationId xmlns:a16="http://schemas.microsoft.com/office/drawing/2014/main" id="{816F9A9F-13B2-ACD2-D661-3278EBA5712B}"/>
                </a:ext>
              </a:extLst>
            </p:cNvPr>
            <p:cNvSpPr/>
            <p:nvPr/>
          </p:nvSpPr>
          <p:spPr>
            <a:xfrm>
              <a:off x="7513202" y="5966957"/>
              <a:ext cx="210808" cy="2063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240EBC7-F8E9-CDBF-B6E2-F1CA394D1258}"/>
              </a:ext>
            </a:extLst>
          </p:cNvPr>
          <p:cNvSpPr txBox="1"/>
          <p:nvPr/>
        </p:nvSpPr>
        <p:spPr>
          <a:xfrm>
            <a:off x="10676089" y="3472338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32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AC42D3-6665-B3C8-152E-45657DB0CE9F}"/>
              </a:ext>
            </a:extLst>
          </p:cNvPr>
          <p:cNvSpPr txBox="1"/>
          <p:nvPr/>
        </p:nvSpPr>
        <p:spPr>
          <a:xfrm>
            <a:off x="8749362" y="3473676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20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CF6AF4-B757-98E3-B87A-0C0A3BCF7BB0}"/>
              </a:ext>
            </a:extLst>
          </p:cNvPr>
          <p:cNvSpPr txBox="1"/>
          <p:nvPr/>
        </p:nvSpPr>
        <p:spPr>
          <a:xfrm>
            <a:off x="6857119" y="3470821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19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BCE978-7CD3-1EB3-6803-A72A40DABEC7}"/>
              </a:ext>
            </a:extLst>
          </p:cNvPr>
          <p:cNvSpPr txBox="1"/>
          <p:nvPr/>
        </p:nvSpPr>
        <p:spPr>
          <a:xfrm>
            <a:off x="5096974" y="3473740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30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18FC6CE-3900-75B4-5207-2F44CA2B909F}"/>
              </a:ext>
            </a:extLst>
          </p:cNvPr>
          <p:cNvSpPr txBox="1"/>
          <p:nvPr/>
        </p:nvSpPr>
        <p:spPr>
          <a:xfrm>
            <a:off x="3170247" y="3475078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28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51AF60CB-8659-0F2C-8B5C-5A3F5234D085}"/>
              </a:ext>
            </a:extLst>
          </p:cNvPr>
          <p:cNvSpPr txBox="1"/>
          <p:nvPr/>
        </p:nvSpPr>
        <p:spPr>
          <a:xfrm>
            <a:off x="1278004" y="347222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38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F4B4478-0C16-2CA5-0EFF-E361253D02CF}"/>
              </a:ext>
            </a:extLst>
          </p:cNvPr>
          <p:cNvSpPr txBox="1"/>
          <p:nvPr/>
        </p:nvSpPr>
        <p:spPr>
          <a:xfrm>
            <a:off x="10528957" y="4951553"/>
            <a:ext cx="683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Mexico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4B29A2BE-97E3-868F-9CE3-429A0A97B895}"/>
              </a:ext>
            </a:extLst>
          </p:cNvPr>
          <p:cNvSpPr txBox="1"/>
          <p:nvPr/>
        </p:nvSpPr>
        <p:spPr>
          <a:xfrm>
            <a:off x="8767261" y="4954661"/>
            <a:ext cx="38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US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1D127B6C-3AE2-BCF6-ABD4-736C3C422C77}"/>
              </a:ext>
            </a:extLst>
          </p:cNvPr>
          <p:cNvSpPr txBox="1"/>
          <p:nvPr/>
        </p:nvSpPr>
        <p:spPr>
          <a:xfrm>
            <a:off x="6854696" y="4951553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EU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2C8EBBA-A35F-4B03-AD1B-17D057D76888}"/>
              </a:ext>
            </a:extLst>
          </p:cNvPr>
          <p:cNvSpPr txBox="1"/>
          <p:nvPr/>
        </p:nvSpPr>
        <p:spPr>
          <a:xfrm>
            <a:off x="4957215" y="4951804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China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564B6CCF-8692-B6DC-669B-13AB1326A745}"/>
              </a:ext>
            </a:extLst>
          </p:cNvPr>
          <p:cNvSpPr txBox="1"/>
          <p:nvPr/>
        </p:nvSpPr>
        <p:spPr>
          <a:xfrm>
            <a:off x="3068722" y="4951805"/>
            <a:ext cx="572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Brazil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EE9102D8-FE38-520B-0914-0BE9A83E4FB5}"/>
              </a:ext>
            </a:extLst>
          </p:cNvPr>
          <p:cNvSpPr txBox="1"/>
          <p:nvPr/>
        </p:nvSpPr>
        <p:spPr>
          <a:xfrm>
            <a:off x="1198072" y="4951806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India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1CC0E116-000C-705E-E4AA-8EBA23421FA5}"/>
              </a:ext>
            </a:extLst>
          </p:cNvPr>
          <p:cNvSpPr txBox="1"/>
          <p:nvPr/>
        </p:nvSpPr>
        <p:spPr>
          <a:xfrm>
            <a:off x="505476" y="5316565"/>
            <a:ext cx="2946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Industries accessed digitally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 number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55" name="文本框 654">
            <a:extLst>
              <a:ext uri="{FF2B5EF4-FFF2-40B4-BE49-F238E27FC236}">
                <a16:creationId xmlns:a16="http://schemas.microsoft.com/office/drawing/2014/main" id="{497A9624-C06B-3A99-8746-55B6FEDC6EF7}"/>
              </a:ext>
            </a:extLst>
          </p:cNvPr>
          <p:cNvSpPr txBox="1"/>
          <p:nvPr/>
        </p:nvSpPr>
        <p:spPr>
          <a:xfrm>
            <a:off x="1193015" y="56448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4.5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6" name="文本框 655">
            <a:extLst>
              <a:ext uri="{FF2B5EF4-FFF2-40B4-BE49-F238E27FC236}">
                <a16:creationId xmlns:a16="http://schemas.microsoft.com/office/drawing/2014/main" id="{80342004-97A2-70B1-60CD-2229F1A61283}"/>
              </a:ext>
            </a:extLst>
          </p:cNvPr>
          <p:cNvSpPr txBox="1"/>
          <p:nvPr/>
        </p:nvSpPr>
        <p:spPr>
          <a:xfrm>
            <a:off x="3086471" y="563903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4.4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7" name="文本框 656">
            <a:extLst>
              <a:ext uri="{FF2B5EF4-FFF2-40B4-BE49-F238E27FC236}">
                <a16:creationId xmlns:a16="http://schemas.microsoft.com/office/drawing/2014/main" id="{C13BD78A-9D6E-1912-AD76-60CAE235A879}"/>
              </a:ext>
            </a:extLst>
          </p:cNvPr>
          <p:cNvSpPr txBox="1"/>
          <p:nvPr/>
        </p:nvSpPr>
        <p:spPr>
          <a:xfrm>
            <a:off x="4962832" y="56448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3.3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8" name="文本框 657">
            <a:extLst>
              <a:ext uri="{FF2B5EF4-FFF2-40B4-BE49-F238E27FC236}">
                <a16:creationId xmlns:a16="http://schemas.microsoft.com/office/drawing/2014/main" id="{CD8933BD-16FC-ABC7-5D08-BBD589A8A88C}"/>
              </a:ext>
            </a:extLst>
          </p:cNvPr>
          <p:cNvSpPr txBox="1"/>
          <p:nvPr/>
        </p:nvSpPr>
        <p:spPr>
          <a:xfrm>
            <a:off x="6839193" y="563903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4.0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61C1126-89E2-942F-66F7-242FB78607A8}"/>
              </a:ext>
            </a:extLst>
          </p:cNvPr>
          <p:cNvSpPr txBox="1"/>
          <p:nvPr/>
        </p:nvSpPr>
        <p:spPr>
          <a:xfrm>
            <a:off x="8758700" y="56448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3.8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60" name="文本框 659">
            <a:extLst>
              <a:ext uri="{FF2B5EF4-FFF2-40B4-BE49-F238E27FC236}">
                <a16:creationId xmlns:a16="http://schemas.microsoft.com/office/drawing/2014/main" id="{F707DDD5-02C8-2EA9-3C23-6EB7924844DD}"/>
              </a:ext>
            </a:extLst>
          </p:cNvPr>
          <p:cNvSpPr txBox="1"/>
          <p:nvPr/>
        </p:nvSpPr>
        <p:spPr>
          <a:xfrm>
            <a:off x="10652156" y="563903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4.0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61" name="文本框 660">
            <a:extLst>
              <a:ext uri="{FF2B5EF4-FFF2-40B4-BE49-F238E27FC236}">
                <a16:creationId xmlns:a16="http://schemas.microsoft.com/office/drawing/2014/main" id="{89386A8D-32BB-8CCD-99A7-4481B2398B7D}"/>
              </a:ext>
            </a:extLst>
          </p:cNvPr>
          <p:cNvSpPr txBox="1"/>
          <p:nvPr/>
        </p:nvSpPr>
        <p:spPr>
          <a:xfrm>
            <a:off x="490453" y="6088002"/>
            <a:ext cx="11256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Percentage of users surveyed who used at least 1 industry through digital or remote channels in the past 6 months, per country/region. Questions: Which of the following industries have you used or visited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remotely, online, or in person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 the past 6 months? How have you interacted with these industries in the past 6 months? Which of the following industries have you used or visited digitally for the first time in the past 6 months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Digital Sentiment Insights survey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62" name="椭圆 661">
            <a:extLst>
              <a:ext uri="{FF2B5EF4-FFF2-40B4-BE49-F238E27FC236}">
                <a16:creationId xmlns:a16="http://schemas.microsoft.com/office/drawing/2014/main" id="{5ACDE96B-5E5D-4E16-90B3-94406F381E6A}"/>
              </a:ext>
            </a:extLst>
          </p:cNvPr>
          <p:cNvSpPr/>
          <p:nvPr/>
        </p:nvSpPr>
        <p:spPr>
          <a:xfrm>
            <a:off x="7775549" y="1094229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3" name="文本框 662">
            <a:extLst>
              <a:ext uri="{FF2B5EF4-FFF2-40B4-BE49-F238E27FC236}">
                <a16:creationId xmlns:a16="http://schemas.microsoft.com/office/drawing/2014/main" id="{0A7C3FEE-C065-249D-2F03-F474F89E7E05}"/>
              </a:ext>
            </a:extLst>
          </p:cNvPr>
          <p:cNvSpPr txBox="1"/>
          <p:nvPr/>
        </p:nvSpPr>
        <p:spPr>
          <a:xfrm>
            <a:off x="7968195" y="1027694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Fully digital</a:t>
            </a:r>
            <a:endParaRPr lang="zh-CN" altLang="en-US" dirty="0"/>
          </a:p>
        </p:txBody>
      </p:sp>
      <p:sp>
        <p:nvSpPr>
          <p:cNvPr id="664" name="椭圆 663">
            <a:extLst>
              <a:ext uri="{FF2B5EF4-FFF2-40B4-BE49-F238E27FC236}">
                <a16:creationId xmlns:a16="http://schemas.microsoft.com/office/drawing/2014/main" id="{2A9634C4-A626-EA0B-F4F0-2C5A89A67789}"/>
              </a:ext>
            </a:extLst>
          </p:cNvPr>
          <p:cNvSpPr/>
          <p:nvPr/>
        </p:nvSpPr>
        <p:spPr>
          <a:xfrm>
            <a:off x="9144069" y="1097703"/>
            <a:ext cx="142362" cy="142362"/>
          </a:xfrm>
          <a:prstGeom prst="ellipse">
            <a:avLst/>
          </a:prstGeom>
          <a:solidFill>
            <a:srgbClr val="104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1CD8B750-B400-5F5C-2270-B14CAF1C95DE}"/>
              </a:ext>
            </a:extLst>
          </p:cNvPr>
          <p:cNvSpPr txBox="1"/>
          <p:nvPr/>
        </p:nvSpPr>
        <p:spPr>
          <a:xfrm>
            <a:off x="9336715" y="1031168"/>
            <a:ext cx="21259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Remote and assisted digital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77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4C186-0A94-3EC3-6287-9316E407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0C4C1BA-D65B-F077-01AF-ADE4488A1F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7772400" imgH="10058400" progId="TCLayout.ActiveDocument.1">
                  <p:embed/>
                </p:oleObj>
              </mc:Choice>
              <mc:Fallback>
                <p:oleObj name="think-cell 幻灯片" r:id="rId2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C4C1BA-D65B-F077-01AF-ADE4488A1F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354B71F-E35D-F0AC-76BE-A12A9B5D428F}"/>
              </a:ext>
            </a:extLst>
          </p:cNvPr>
          <p:cNvSpPr txBox="1"/>
          <p:nvPr/>
        </p:nvSpPr>
        <p:spPr>
          <a:xfrm>
            <a:off x="505476" y="283975"/>
            <a:ext cx="1125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The new digital user tends to be somewhat younger and slightly wealthier than other digital users.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DAE2FC-886C-C920-6155-C0FEA277583B}"/>
              </a:ext>
            </a:extLst>
          </p:cNvPr>
          <p:cNvSpPr txBox="1"/>
          <p:nvPr/>
        </p:nvSpPr>
        <p:spPr>
          <a:xfrm>
            <a:off x="505476" y="699542"/>
            <a:ext cx="4708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Demographics of digital users and new digital users,</a:t>
            </a:r>
            <a:r>
              <a:rPr kumimoji="1" lang="en-US" altLang="zh-CN" sz="14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 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61" name="文本框 660">
            <a:extLst>
              <a:ext uri="{FF2B5EF4-FFF2-40B4-BE49-F238E27FC236}">
                <a16:creationId xmlns:a16="http://schemas.microsoft.com/office/drawing/2014/main" id="{90A9627C-CCA6-F63D-FB77-4870C2CBBF4C}"/>
              </a:ext>
            </a:extLst>
          </p:cNvPr>
          <p:cNvSpPr txBox="1"/>
          <p:nvPr/>
        </p:nvSpPr>
        <p:spPr>
          <a:xfrm>
            <a:off x="490453" y="6088002"/>
            <a:ext cx="11380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Numbers may not sum to 100%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because of rounding.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Digital users“ are respondents who used at least 1 digital service in the past 6 months. “New digital users” are respondents who used at least 1 digital service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for the first time in the past 6 months.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Digital Sentiment Insights survey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740" name="Chart 3">
            <a:extLst>
              <a:ext uri="{FF2B5EF4-FFF2-40B4-BE49-F238E27FC236}">
                <a16:creationId xmlns:a16="http://schemas.microsoft.com/office/drawing/2014/main" id="{8AF6E989-8AA7-FC00-9BC3-0207DC23B125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163638" y="1376363"/>
          <a:ext cx="2182812" cy="4249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670" name="文本占位符 2">
            <a:extLst>
              <a:ext uri="{FF2B5EF4-FFF2-40B4-BE49-F238E27FC236}">
                <a16:creationId xmlns:a16="http://schemas.microsoft.com/office/drawing/2014/main" id="{5F13AC10-2E0F-266E-2C3F-D6CCDD5B4B7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85850" y="1801813"/>
            <a:ext cx="2619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D84843D-F558-4F10-B2D1-F6EAEAE84B33}" type="datetime'''6''''''''''''''''''''''''''''''''''''''''5''''''''+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65+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71" name="文本占位符 2">
            <a:extLst>
              <a:ext uri="{FF2B5EF4-FFF2-40B4-BE49-F238E27FC236}">
                <a16:creationId xmlns:a16="http://schemas.microsoft.com/office/drawing/2014/main" id="{0E438D94-7B11-96BA-EC3E-45A46CD88F5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23925" y="232092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CD909C7-8BD5-43F4-BCDC-FD8AC79D7AC6}" type="datetime'''''''5''5''-''''''''''''''6''''''4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55-64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72" name="文本占位符 2">
            <a:extLst>
              <a:ext uri="{FF2B5EF4-FFF2-40B4-BE49-F238E27FC236}">
                <a16:creationId xmlns:a16="http://schemas.microsoft.com/office/drawing/2014/main" id="{4B8055C6-9E55-0899-5C70-01F48B25C099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923925" y="30099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51442911-3FC5-475D-A655-026F9CBBCBD4}" type="datetime'''''''4''''''''''''''''5-''''''''''''''''''5''''''''4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45-54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66" name="文本占位符 2">
            <a:extLst>
              <a:ext uri="{FF2B5EF4-FFF2-40B4-BE49-F238E27FC236}">
                <a16:creationId xmlns:a16="http://schemas.microsoft.com/office/drawing/2014/main" id="{8521A215-6672-11DF-541B-C8C96398BA4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520825" y="5410200"/>
            <a:ext cx="4619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DEF0E0-6A5F-49A0-A373-F25319F73AFE}" type="datetime'D''''''''''igit''a''''''''l''''''''''''&#10;''''us''e''''''r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Digital
user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6" name="文本占位符 2">
            <a:extLst>
              <a:ext uri="{FF2B5EF4-FFF2-40B4-BE49-F238E27FC236}">
                <a16:creationId xmlns:a16="http://schemas.microsoft.com/office/drawing/2014/main" id="{7DC1011A-CBED-CE4E-8D75-76AD95C460C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23925" y="380841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A00A60D-14F6-47F3-899C-73E41879D8FB}" type="datetime'3''''''''''''''''''''5''''''-4''''''''''''''''''''4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35-44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7" name="文本占位符 2">
            <a:extLst>
              <a:ext uri="{FF2B5EF4-FFF2-40B4-BE49-F238E27FC236}">
                <a16:creationId xmlns:a16="http://schemas.microsoft.com/office/drawing/2014/main" id="{9D195AC4-52DF-3B19-6D31-BC61C33B34C6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23925" y="453231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4ADFF446-EF37-45D9-BC35-848D92C1E15F}" type="datetime'''2''''5-''''''''''3''4''''''''''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25-34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8" name="文本占位符 2">
            <a:extLst>
              <a:ext uri="{FF2B5EF4-FFF2-40B4-BE49-F238E27FC236}">
                <a16:creationId xmlns:a16="http://schemas.microsoft.com/office/drawing/2014/main" id="{0D7A2B3E-1814-F5C3-516B-59DE696C84C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923925" y="5072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369CD2E-BE47-45C9-94ED-3E83C10DBBEE}" type="datetime'''''''''''''''''1''''''''''8-''''''''''''24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18-24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0" name="文本占位符 2">
            <a:extLst>
              <a:ext uri="{FF2B5EF4-FFF2-40B4-BE49-F238E27FC236}">
                <a16:creationId xmlns:a16="http://schemas.microsoft.com/office/drawing/2014/main" id="{CCA8DD6D-97D9-8B3D-3112-D1AFE1F85A2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2359025" y="5410200"/>
            <a:ext cx="8016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F4435A1-71EE-49E6-B784-871669633B10}" type="datetime'N''''''''e''''w di''gi''''''ta''l&#10;''''''''''u''s''e''''r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New digital
user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38" name="文本框 737">
            <a:extLst>
              <a:ext uri="{FF2B5EF4-FFF2-40B4-BE49-F238E27FC236}">
                <a16:creationId xmlns:a16="http://schemas.microsoft.com/office/drawing/2014/main" id="{A7BD715D-DC24-AE98-B536-624FFBCEC201}"/>
              </a:ext>
            </a:extLst>
          </p:cNvPr>
          <p:cNvSpPr txBox="1"/>
          <p:nvPr/>
        </p:nvSpPr>
        <p:spPr>
          <a:xfrm>
            <a:off x="2000006" y="1146242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Age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781" name="Chart 3">
            <a:extLst>
              <a:ext uri="{FF2B5EF4-FFF2-40B4-BE49-F238E27FC236}">
                <a16:creationId xmlns:a16="http://schemas.microsoft.com/office/drawing/2014/main" id="{9C9C9266-4DC7-8617-4C52-912967A039F7}"/>
              </a:ext>
            </a:extLst>
          </p:cNvPr>
          <p:cNvGraphicFramePr/>
          <p:nvPr>
            <p:custDataLst>
              <p:tags r:id="rId11"/>
            </p:custDataLst>
          </p:nvPr>
        </p:nvGraphicFramePr>
        <p:xfrm>
          <a:off x="5068888" y="1376363"/>
          <a:ext cx="2181225" cy="4249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749" name="文本占位符 2">
            <a:extLst>
              <a:ext uri="{FF2B5EF4-FFF2-40B4-BE49-F238E27FC236}">
                <a16:creationId xmlns:a16="http://schemas.microsoft.com/office/drawing/2014/main" id="{98E2B222-E7D9-B4C0-EB7A-83B7AAC9F148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262688" y="5410200"/>
            <a:ext cx="8016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45C79CA-C56A-4C81-BE75-C1D7227942E0}" type="datetime'New ''''d''i''g''i''''''t''a''l''''''&#10;u''''s''''e''''r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New digital
user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2" name="文本占位符 2">
            <a:extLst>
              <a:ext uri="{FF2B5EF4-FFF2-40B4-BE49-F238E27FC236}">
                <a16:creationId xmlns:a16="http://schemas.microsoft.com/office/drawing/2014/main" id="{FEA39141-E83B-83A9-D7E9-EA606DC4476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4786313" y="1643063"/>
            <a:ext cx="4667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622D35A-DA0C-4645-82B7-AAD0815AD770}" type="datetime'''''''''''''''&gt;''''''4''''''''''''''''''''''''0''''''''''0%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&gt;400%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3" name="文本占位符 2">
            <a:extLst>
              <a:ext uri="{FF2B5EF4-FFF2-40B4-BE49-F238E27FC236}">
                <a16:creationId xmlns:a16="http://schemas.microsoft.com/office/drawing/2014/main" id="{B9FC0EE0-C7C1-0056-F117-F95684F54D4E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4537075" y="1987550"/>
            <a:ext cx="7159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CADF636-5EE0-46C1-882D-F07DD7A993C2}" type="datetime'''''''''''''''1''''''''''''''5''0''''''''''''-4''''''0''''0%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150-400%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5" name="文本占位符 2">
            <a:extLst>
              <a:ext uri="{FF2B5EF4-FFF2-40B4-BE49-F238E27FC236}">
                <a16:creationId xmlns:a16="http://schemas.microsoft.com/office/drawing/2014/main" id="{82F25ADC-F6A5-73DE-FB08-E634C6625263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5424488" y="5410200"/>
            <a:ext cx="4619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96F4B4-B7FE-44A5-82CC-1888BB579957}" type="datetime'''D''''ig''i''t''a''''l''''''''''&#10;''u''s''''''''e''''r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Digital
user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6" name="文本占位符 2">
            <a:extLst>
              <a:ext uri="{FF2B5EF4-FFF2-40B4-BE49-F238E27FC236}">
                <a16:creationId xmlns:a16="http://schemas.microsoft.com/office/drawing/2014/main" id="{B1D08593-4A60-97F6-D2D1-2B0A18A83DC7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4873625" y="4737100"/>
            <a:ext cx="3794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5EB318B-5C33-439A-96AB-FDB38664252D}" type="datetime'&lt;''''''''''''''5''0''''''''''''''''''''''''''%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&lt;50%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53" name="文本占位符 2">
            <a:extLst>
              <a:ext uri="{FF2B5EF4-FFF2-40B4-BE49-F238E27FC236}">
                <a16:creationId xmlns:a16="http://schemas.microsoft.com/office/drawing/2014/main" id="{2FECFAE4-48C1-00C1-776D-229595ED516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5589588" y="1616075"/>
            <a:ext cx="131763" cy="165100"/>
          </a:xfrm>
          <a:prstGeom prst="rect">
            <a:avLst/>
          </a:prstGeom>
          <a:solidFill>
            <a:srgbClr val="48E9FE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5C0F58D-8925-4386-9CF2-6E5DC438CD95}" type="datetime'''''''''''3''''''''''''''''''''''''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4" name="文本占位符 2">
            <a:extLst>
              <a:ext uri="{FF2B5EF4-FFF2-40B4-BE49-F238E27FC236}">
                <a16:creationId xmlns:a16="http://schemas.microsoft.com/office/drawing/2014/main" id="{7D8A15B4-F670-3B5D-2184-EF20EABCFAF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4624387" y="3251200"/>
            <a:ext cx="6286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02160681-D9AE-41EF-96FC-F9E07348CBE7}" type="datetime'5''''''''0''-''1''5''''''''''''''''''''''''0''''''''%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50-150%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82" name="文本框 781">
            <a:extLst>
              <a:ext uri="{FF2B5EF4-FFF2-40B4-BE49-F238E27FC236}">
                <a16:creationId xmlns:a16="http://schemas.microsoft.com/office/drawing/2014/main" id="{FAED5322-7278-635A-7D1F-4835E9737EC6}"/>
              </a:ext>
            </a:extLst>
          </p:cNvPr>
          <p:cNvSpPr txBox="1"/>
          <p:nvPr/>
        </p:nvSpPr>
        <p:spPr>
          <a:xfrm>
            <a:off x="4860106" y="1025566"/>
            <a:ext cx="2598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Earnings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average national income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805" name="Chart 3">
            <a:extLst>
              <a:ext uri="{FF2B5EF4-FFF2-40B4-BE49-F238E27FC236}">
                <a16:creationId xmlns:a16="http://schemas.microsoft.com/office/drawing/2014/main" id="{E33C2726-B99D-5F50-C3CF-C86398CF7464}"/>
              </a:ext>
            </a:extLst>
          </p:cNvPr>
          <p:cNvGraphicFramePr/>
          <p:nvPr>
            <p:custDataLst>
              <p:tags r:id="rId19"/>
            </p:custDataLst>
          </p:nvPr>
        </p:nvGraphicFramePr>
        <p:xfrm>
          <a:off x="8913813" y="1376363"/>
          <a:ext cx="2181225" cy="4249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787" name="文本占位符 2">
            <a:extLst>
              <a:ext uri="{FF2B5EF4-FFF2-40B4-BE49-F238E27FC236}">
                <a16:creationId xmlns:a16="http://schemas.microsoft.com/office/drawing/2014/main" id="{22B0F8FB-FF79-26FB-8C16-74EFBD2B823C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9269413" y="5410200"/>
            <a:ext cx="4619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6E2D98-8C3C-44D2-BB07-681CDE36B5E0}" type="datetime'''''D''i''''''''gi''''t''al''''''''&#10;u''''''s''er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Digital
user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84" name="文本占位符 2">
            <a:extLst>
              <a:ext uri="{FF2B5EF4-FFF2-40B4-BE49-F238E27FC236}">
                <a16:creationId xmlns:a16="http://schemas.microsoft.com/office/drawing/2014/main" id="{6F9CDD70-59D0-7989-80CE-271B6107FA72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10107613" y="5410200"/>
            <a:ext cx="8016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0EF4708-8C8C-4D46-9771-1A2BC0599366}" type="datetime'''N''''''e''w'''' ''''digit''a''''l''&#10;u''se''''''''r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New digital
user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90" name="文本占位符 2">
            <a:extLst>
              <a:ext uri="{FF2B5EF4-FFF2-40B4-BE49-F238E27FC236}">
                <a16:creationId xmlns:a16="http://schemas.microsoft.com/office/drawing/2014/main" id="{65FDBC80-97C9-9FF8-7A02-7160C6EA8850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8734425" y="2043113"/>
            <a:ext cx="3635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D912B9C-3A0A-44C5-B293-19328F798403}" type="datetime'''''''''''''''''Ru''''''''''''''''r''''''''''''al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Rural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88" name="文本占位符 2">
            <a:extLst>
              <a:ext uri="{FF2B5EF4-FFF2-40B4-BE49-F238E27FC236}">
                <a16:creationId xmlns:a16="http://schemas.microsoft.com/office/drawing/2014/main" id="{0CE393BB-80E4-932E-6B63-EF4771713107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8666162" y="3902075"/>
            <a:ext cx="4318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FEC215E-C5E7-44A0-A7DC-4BEC3E8DDEFF}" type="datetime'''''''''''''''''''U''r''''''''b''''''''''''a''n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Urban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06" name="文本框 805">
            <a:extLst>
              <a:ext uri="{FF2B5EF4-FFF2-40B4-BE49-F238E27FC236}">
                <a16:creationId xmlns:a16="http://schemas.microsoft.com/office/drawing/2014/main" id="{0F1796BB-1837-E373-1750-E8D505228CA5}"/>
              </a:ext>
            </a:extLst>
          </p:cNvPr>
          <p:cNvSpPr txBox="1"/>
          <p:nvPr/>
        </p:nvSpPr>
        <p:spPr>
          <a:xfrm>
            <a:off x="9556225" y="1146241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Location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6379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A1F94-F17F-E272-9C70-A1AD18A8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4EA073A-103C-28EB-77BB-8682B2B10D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EA073A-103C-28EB-77BB-8682B2B10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454B6A7-7BA0-E0B6-E17A-0A77F475D744}"/>
              </a:ext>
            </a:extLst>
          </p:cNvPr>
          <p:cNvSpPr txBox="1"/>
          <p:nvPr/>
        </p:nvSpPr>
        <p:spPr>
          <a:xfrm>
            <a:off x="505476" y="283975"/>
            <a:ext cx="1125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Some consumers were driven to digital channels because of the COVID-19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pandemic or for convenience, but others still prefer physical channels.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0216F1-B89F-32F8-69A0-787CB4F8DBC7}"/>
              </a:ext>
            </a:extLst>
          </p:cNvPr>
          <p:cNvSpPr txBox="1"/>
          <p:nvPr/>
        </p:nvSpPr>
        <p:spPr>
          <a:xfrm>
            <a:off x="505476" y="1014995"/>
            <a:ext cx="2650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Perspective on digital services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61" name="文本框 660">
            <a:extLst>
              <a:ext uri="{FF2B5EF4-FFF2-40B4-BE49-F238E27FC236}">
                <a16:creationId xmlns:a16="http://schemas.microsoft.com/office/drawing/2014/main" id="{CAEE8317-21E8-F745-6F29-4427EA70A175}"/>
              </a:ext>
            </a:extLst>
          </p:cNvPr>
          <p:cNvSpPr txBox="1"/>
          <p:nvPr/>
        </p:nvSpPr>
        <p:spPr>
          <a:xfrm>
            <a:off x="500317" y="5913076"/>
            <a:ext cx="11380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Question: Why did you start using these services digitally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Question: Why are you not using the following services digitally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Digital Sentiment Insights survey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FD21538-BB68-1482-BB62-40EDE0489885}"/>
              </a:ext>
            </a:extLst>
          </p:cNvPr>
          <p:cNvSpPr/>
          <p:nvPr/>
        </p:nvSpPr>
        <p:spPr>
          <a:xfrm>
            <a:off x="5275657" y="1097703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468629-59B5-48A8-518E-A34948947A9B}"/>
              </a:ext>
            </a:extLst>
          </p:cNvPr>
          <p:cNvSpPr txBox="1"/>
          <p:nvPr/>
        </p:nvSpPr>
        <p:spPr>
          <a:xfrm>
            <a:off x="5468303" y="1031168"/>
            <a:ext cx="2953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Industry more affected by given reason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0ED97FD-EEA9-B756-760A-36D120622D10}"/>
              </a:ext>
            </a:extLst>
          </p:cNvPr>
          <p:cNvSpPr/>
          <p:nvPr/>
        </p:nvSpPr>
        <p:spPr>
          <a:xfrm>
            <a:off x="8695088" y="1097703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65FB9E-ED54-1F70-061C-248F5CC0C1B2}"/>
              </a:ext>
            </a:extLst>
          </p:cNvPr>
          <p:cNvSpPr txBox="1"/>
          <p:nvPr/>
        </p:nvSpPr>
        <p:spPr>
          <a:xfrm>
            <a:off x="8887734" y="1031168"/>
            <a:ext cx="2813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Industry ess affected by given reason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7E6BD2-ACBB-C669-2E43-52882CF404B8}"/>
              </a:ext>
            </a:extLst>
          </p:cNvPr>
          <p:cNvSpPr txBox="1"/>
          <p:nvPr/>
        </p:nvSpPr>
        <p:spPr>
          <a:xfrm>
            <a:off x="727413" y="1601359"/>
            <a:ext cx="294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Main reasons to switch to digital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4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E9CE6BE-055E-A0BA-E4B6-9485A5EC9C48}"/>
              </a:ext>
            </a:extLst>
          </p:cNvPr>
          <p:cNvCxnSpPr/>
          <p:nvPr/>
        </p:nvCxnSpPr>
        <p:spPr>
          <a:xfrm>
            <a:off x="618726" y="1659061"/>
            <a:ext cx="0" cy="374520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A556301-988A-4259-0044-CD267AA46A1A}"/>
              </a:ext>
            </a:extLst>
          </p:cNvPr>
          <p:cNvSpPr txBox="1"/>
          <p:nvPr/>
        </p:nvSpPr>
        <p:spPr>
          <a:xfrm>
            <a:off x="723582" y="2156163"/>
            <a:ext cx="1029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45%</a:t>
            </a:r>
            <a:endParaRPr kumimoji="1" lang="zh-CN" altLang="en-US" sz="3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7F56D-DE7C-0506-F47B-F4F9441F5251}"/>
              </a:ext>
            </a:extLst>
          </p:cNvPr>
          <p:cNvSpPr txBox="1"/>
          <p:nvPr/>
        </p:nvSpPr>
        <p:spPr>
          <a:xfrm>
            <a:off x="723582" y="2918993"/>
            <a:ext cx="1875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COVID-19 pandemic</a:t>
            </a:r>
          </a:p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and related issues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6D29C31D-E4A6-9408-7459-1F0CC65B8276}"/>
              </a:ext>
            </a:extLst>
          </p:cNvPr>
          <p:cNvCxnSpPr>
            <a:cxnSpLocks/>
          </p:cNvCxnSpPr>
          <p:nvPr/>
        </p:nvCxnSpPr>
        <p:spPr>
          <a:xfrm>
            <a:off x="2636832" y="2204855"/>
            <a:ext cx="0" cy="320405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C2A07C8E-2709-3603-54ED-F6E473A8B89A}"/>
              </a:ext>
            </a:extLst>
          </p:cNvPr>
          <p:cNvSpPr/>
          <p:nvPr/>
        </p:nvSpPr>
        <p:spPr>
          <a:xfrm>
            <a:off x="799929" y="3582668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C0FB6BE-55BC-9DC8-56D0-F3CEAF047917}"/>
              </a:ext>
            </a:extLst>
          </p:cNvPr>
          <p:cNvSpPr/>
          <p:nvPr/>
        </p:nvSpPr>
        <p:spPr>
          <a:xfrm>
            <a:off x="799929" y="3811866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205C4C9-CD1C-2616-BA64-0D0E457BCE4A}"/>
              </a:ext>
            </a:extLst>
          </p:cNvPr>
          <p:cNvSpPr/>
          <p:nvPr/>
        </p:nvSpPr>
        <p:spPr>
          <a:xfrm>
            <a:off x="799929" y="4038737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CD63E0E-AC07-B8A6-FD86-322908FAE8B1}"/>
              </a:ext>
            </a:extLst>
          </p:cNvPr>
          <p:cNvSpPr/>
          <p:nvPr/>
        </p:nvSpPr>
        <p:spPr>
          <a:xfrm>
            <a:off x="799929" y="4267935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0D27EA9-9BC5-ADC6-FE55-D47A67525841}"/>
              </a:ext>
            </a:extLst>
          </p:cNvPr>
          <p:cNvSpPr/>
          <p:nvPr/>
        </p:nvSpPr>
        <p:spPr>
          <a:xfrm>
            <a:off x="799929" y="4497133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036CAE-99C0-060D-7656-56A24F6EACC3}"/>
              </a:ext>
            </a:extLst>
          </p:cNvPr>
          <p:cNvSpPr txBox="1"/>
          <p:nvPr/>
        </p:nvSpPr>
        <p:spPr>
          <a:xfrm>
            <a:off x="989840" y="3499103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Education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074458-019D-75E1-5BF9-D2F7A2C780D9}"/>
              </a:ext>
            </a:extLst>
          </p:cNvPr>
          <p:cNvSpPr txBox="1"/>
          <p:nvPr/>
        </p:nvSpPr>
        <p:spPr>
          <a:xfrm>
            <a:off x="989840" y="372915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Grocery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7E304D2-C6B0-EA6F-8E9B-6501D23DF660}"/>
              </a:ext>
            </a:extLst>
          </p:cNvPr>
          <p:cNvSpPr txBox="1"/>
          <p:nvPr/>
        </p:nvSpPr>
        <p:spPr>
          <a:xfrm>
            <a:off x="989840" y="3959985"/>
            <a:ext cx="1077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Healthcare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E303CE-3B9F-075F-836B-E2B2EA62CD3B}"/>
              </a:ext>
            </a:extLst>
          </p:cNvPr>
          <p:cNvSpPr txBox="1"/>
          <p:nvPr/>
        </p:nvSpPr>
        <p:spPr>
          <a:xfrm>
            <a:off x="989840" y="4190039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Entertainment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F17942-6B7C-9430-EF1E-DB96E0723239}"/>
              </a:ext>
            </a:extLst>
          </p:cNvPr>
          <p:cNvSpPr txBox="1"/>
          <p:nvPr/>
        </p:nvSpPr>
        <p:spPr>
          <a:xfrm>
            <a:off x="989839" y="4420636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Telco carriers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BB9FAD1-00B7-75F2-9D46-62DDCCD181D4}"/>
              </a:ext>
            </a:extLst>
          </p:cNvPr>
          <p:cNvSpPr txBox="1"/>
          <p:nvPr/>
        </p:nvSpPr>
        <p:spPr>
          <a:xfrm>
            <a:off x="2810710" y="2156163"/>
            <a:ext cx="1029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43%</a:t>
            </a:r>
            <a:endParaRPr kumimoji="1" lang="zh-CN" altLang="en-US" sz="3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3B83CFF-C8E8-F232-0B73-6BFE6B418115}"/>
              </a:ext>
            </a:extLst>
          </p:cNvPr>
          <p:cNvSpPr txBox="1"/>
          <p:nvPr/>
        </p:nvSpPr>
        <p:spPr>
          <a:xfrm>
            <a:off x="2799760" y="2918993"/>
            <a:ext cx="1875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Greater convenience</a:t>
            </a:r>
          </a:p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and availability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E87CBDAF-A785-CF89-4266-4611D79313FC}"/>
              </a:ext>
            </a:extLst>
          </p:cNvPr>
          <p:cNvSpPr/>
          <p:nvPr/>
        </p:nvSpPr>
        <p:spPr>
          <a:xfrm>
            <a:off x="2887057" y="3582668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4472505-F756-6587-0C1C-3DF90B6A4CA0}"/>
              </a:ext>
            </a:extLst>
          </p:cNvPr>
          <p:cNvSpPr/>
          <p:nvPr/>
        </p:nvSpPr>
        <p:spPr>
          <a:xfrm>
            <a:off x="2887057" y="3811866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1E2F66E-3311-E69E-F2D7-ACA2A5EE9696}"/>
              </a:ext>
            </a:extLst>
          </p:cNvPr>
          <p:cNvSpPr/>
          <p:nvPr/>
        </p:nvSpPr>
        <p:spPr>
          <a:xfrm>
            <a:off x="2887057" y="4038737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E361BAA-5319-43F8-07FA-009CC8999576}"/>
              </a:ext>
            </a:extLst>
          </p:cNvPr>
          <p:cNvSpPr/>
          <p:nvPr/>
        </p:nvSpPr>
        <p:spPr>
          <a:xfrm>
            <a:off x="2887057" y="4267935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FFC7322-6269-B37F-E70E-3B68E26F8C29}"/>
              </a:ext>
            </a:extLst>
          </p:cNvPr>
          <p:cNvSpPr/>
          <p:nvPr/>
        </p:nvSpPr>
        <p:spPr>
          <a:xfrm>
            <a:off x="2887057" y="4497133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66A1147-8053-40D4-06A6-1D596F875A5F}"/>
              </a:ext>
            </a:extLst>
          </p:cNvPr>
          <p:cNvSpPr txBox="1"/>
          <p:nvPr/>
        </p:nvSpPr>
        <p:spPr>
          <a:xfrm>
            <a:off x="3076968" y="3499103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Banking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A50ED58-4A19-893E-EE8B-77B405545939}"/>
              </a:ext>
            </a:extLst>
          </p:cNvPr>
          <p:cNvSpPr txBox="1"/>
          <p:nvPr/>
        </p:nvSpPr>
        <p:spPr>
          <a:xfrm>
            <a:off x="3076968" y="3729157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Entertainment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0C8430-EAD5-2484-EA54-A75028B0A43A}"/>
              </a:ext>
            </a:extLst>
          </p:cNvPr>
          <p:cNvSpPr txBox="1"/>
          <p:nvPr/>
        </p:nvSpPr>
        <p:spPr>
          <a:xfrm>
            <a:off x="3076968" y="3959985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Telco carriers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538F8B1-CCF1-E8FF-448C-9E51E70C026A}"/>
              </a:ext>
            </a:extLst>
          </p:cNvPr>
          <p:cNvSpPr txBox="1"/>
          <p:nvPr/>
        </p:nvSpPr>
        <p:spPr>
          <a:xfrm>
            <a:off x="3076968" y="4190039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Utilities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45142B3-BC42-D191-3EBC-B2768676DB0D}"/>
              </a:ext>
            </a:extLst>
          </p:cNvPr>
          <p:cNvSpPr txBox="1"/>
          <p:nvPr/>
        </p:nvSpPr>
        <p:spPr>
          <a:xfrm>
            <a:off x="3076967" y="4420636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Education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BD262F7-1040-3383-4901-7919505DB5D5}"/>
              </a:ext>
            </a:extLst>
          </p:cNvPr>
          <p:cNvSpPr/>
          <p:nvPr/>
        </p:nvSpPr>
        <p:spPr>
          <a:xfrm>
            <a:off x="2887057" y="4760735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15B00A1-6098-F6FD-14A5-F95A6078599E}"/>
              </a:ext>
            </a:extLst>
          </p:cNvPr>
          <p:cNvSpPr txBox="1"/>
          <p:nvPr/>
        </p:nvSpPr>
        <p:spPr>
          <a:xfrm>
            <a:off x="3076967" y="4684238"/>
            <a:ext cx="1077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Healthcare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80C5BD6E-D039-1708-A015-C21E7E72F92A}"/>
              </a:ext>
            </a:extLst>
          </p:cNvPr>
          <p:cNvCxnSpPr/>
          <p:nvPr/>
        </p:nvCxnSpPr>
        <p:spPr>
          <a:xfrm>
            <a:off x="4848572" y="1663406"/>
            <a:ext cx="0" cy="374520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83F44FF-5CCC-558F-DC4B-225E0FCCEF13}"/>
              </a:ext>
            </a:extLst>
          </p:cNvPr>
          <p:cNvSpPr txBox="1"/>
          <p:nvPr/>
        </p:nvSpPr>
        <p:spPr>
          <a:xfrm>
            <a:off x="5034081" y="2156163"/>
            <a:ext cx="1029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48%</a:t>
            </a:r>
            <a:endParaRPr kumimoji="1" lang="zh-CN" altLang="en-US" sz="3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4E6217C-84F3-8B3C-7066-060DE19125A8}"/>
              </a:ext>
            </a:extLst>
          </p:cNvPr>
          <p:cNvSpPr txBox="1"/>
          <p:nvPr/>
        </p:nvSpPr>
        <p:spPr>
          <a:xfrm>
            <a:off x="5034081" y="2918993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Prefer to go to</a:t>
            </a:r>
          </a:p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the store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86134E93-7129-12EB-23D3-88F127A3EA30}"/>
              </a:ext>
            </a:extLst>
          </p:cNvPr>
          <p:cNvSpPr/>
          <p:nvPr/>
        </p:nvSpPr>
        <p:spPr>
          <a:xfrm>
            <a:off x="5110428" y="3582668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13627217-64D2-9EEB-C7AD-6DE75A6E2285}"/>
              </a:ext>
            </a:extLst>
          </p:cNvPr>
          <p:cNvSpPr/>
          <p:nvPr/>
        </p:nvSpPr>
        <p:spPr>
          <a:xfrm>
            <a:off x="5110428" y="3811866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DD8B5177-3005-BAA9-2188-B15CB2627635}"/>
              </a:ext>
            </a:extLst>
          </p:cNvPr>
          <p:cNvSpPr/>
          <p:nvPr/>
        </p:nvSpPr>
        <p:spPr>
          <a:xfrm>
            <a:off x="5110428" y="4038737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B3A767A-CC46-901D-3602-CAB95A911768}"/>
              </a:ext>
            </a:extLst>
          </p:cNvPr>
          <p:cNvSpPr/>
          <p:nvPr/>
        </p:nvSpPr>
        <p:spPr>
          <a:xfrm>
            <a:off x="5110428" y="4267935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6024455-F93B-235E-7F72-C5BA94E14CC7}"/>
              </a:ext>
            </a:extLst>
          </p:cNvPr>
          <p:cNvSpPr/>
          <p:nvPr/>
        </p:nvSpPr>
        <p:spPr>
          <a:xfrm>
            <a:off x="5110428" y="4497133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FD56331-17D3-5C4E-F34A-D7358EA5948C}"/>
              </a:ext>
            </a:extLst>
          </p:cNvPr>
          <p:cNvSpPr txBox="1"/>
          <p:nvPr/>
        </p:nvSpPr>
        <p:spPr>
          <a:xfrm>
            <a:off x="5300339" y="3499103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Grocery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6262C52-7EF3-95D0-0147-F1AFCAB06EE3}"/>
              </a:ext>
            </a:extLst>
          </p:cNvPr>
          <p:cNvSpPr txBox="1"/>
          <p:nvPr/>
        </p:nvSpPr>
        <p:spPr>
          <a:xfrm>
            <a:off x="5300339" y="3729157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Retail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C16C2E5-3121-5F34-1646-D7DAC0C61A26}"/>
              </a:ext>
            </a:extLst>
          </p:cNvPr>
          <p:cNvSpPr txBox="1"/>
          <p:nvPr/>
        </p:nvSpPr>
        <p:spPr>
          <a:xfrm>
            <a:off x="5300339" y="3959985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Banking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EB44DA9-0C9A-5A28-0BFD-EB16CE0A61E9}"/>
              </a:ext>
            </a:extLst>
          </p:cNvPr>
          <p:cNvSpPr txBox="1"/>
          <p:nvPr/>
        </p:nvSpPr>
        <p:spPr>
          <a:xfrm>
            <a:off x="5300339" y="4190039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Travel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6743622-753C-9512-3EA4-60729BA3DD89}"/>
              </a:ext>
            </a:extLst>
          </p:cNvPr>
          <p:cNvSpPr txBox="1"/>
          <p:nvPr/>
        </p:nvSpPr>
        <p:spPr>
          <a:xfrm>
            <a:off x="5300338" y="4420636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Utilities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2ACD19D5-AC8E-A372-6818-178D2F835EEA}"/>
              </a:ext>
            </a:extLst>
          </p:cNvPr>
          <p:cNvCxnSpPr>
            <a:cxnSpLocks/>
          </p:cNvCxnSpPr>
          <p:nvPr/>
        </p:nvCxnSpPr>
        <p:spPr>
          <a:xfrm>
            <a:off x="7012226" y="2200218"/>
            <a:ext cx="0" cy="320405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EDB2CD5D-EE61-3231-ECE9-42BAB14D12EC}"/>
              </a:ext>
            </a:extLst>
          </p:cNvPr>
          <p:cNvSpPr txBox="1"/>
          <p:nvPr/>
        </p:nvSpPr>
        <p:spPr>
          <a:xfrm>
            <a:off x="7190232" y="2156163"/>
            <a:ext cx="1029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24%</a:t>
            </a:r>
            <a:endParaRPr kumimoji="1" lang="zh-CN" altLang="en-US" sz="3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BF76E75-E77C-FDEE-05EA-0AE8EB1FE487}"/>
              </a:ext>
            </a:extLst>
          </p:cNvPr>
          <p:cNvSpPr txBox="1"/>
          <p:nvPr/>
        </p:nvSpPr>
        <p:spPr>
          <a:xfrm>
            <a:off x="7190232" y="2918993"/>
            <a:ext cx="127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Favor talking</a:t>
            </a:r>
          </a:p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with a human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D0B82F15-D581-F967-1AEC-6A50DC3D645E}"/>
              </a:ext>
            </a:extLst>
          </p:cNvPr>
          <p:cNvSpPr/>
          <p:nvPr/>
        </p:nvSpPr>
        <p:spPr>
          <a:xfrm>
            <a:off x="7266579" y="3582668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8BB527F0-9FB5-8326-EDD5-E339369DF209}"/>
              </a:ext>
            </a:extLst>
          </p:cNvPr>
          <p:cNvSpPr/>
          <p:nvPr/>
        </p:nvSpPr>
        <p:spPr>
          <a:xfrm>
            <a:off x="7266579" y="3811866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EB516D9-272F-4604-4FA3-3893C7867E0B}"/>
              </a:ext>
            </a:extLst>
          </p:cNvPr>
          <p:cNvSpPr/>
          <p:nvPr/>
        </p:nvSpPr>
        <p:spPr>
          <a:xfrm>
            <a:off x="7266579" y="4038737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630011A3-09D8-F75A-DEB1-1D038952A7D9}"/>
              </a:ext>
            </a:extLst>
          </p:cNvPr>
          <p:cNvSpPr/>
          <p:nvPr/>
        </p:nvSpPr>
        <p:spPr>
          <a:xfrm>
            <a:off x="7266579" y="4267935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0" name="椭圆 639">
            <a:extLst>
              <a:ext uri="{FF2B5EF4-FFF2-40B4-BE49-F238E27FC236}">
                <a16:creationId xmlns:a16="http://schemas.microsoft.com/office/drawing/2014/main" id="{71FB4471-41BB-7C3D-1521-B2B5534CD614}"/>
              </a:ext>
            </a:extLst>
          </p:cNvPr>
          <p:cNvSpPr/>
          <p:nvPr/>
        </p:nvSpPr>
        <p:spPr>
          <a:xfrm>
            <a:off x="7266579" y="4497133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1" name="文本框 640">
            <a:extLst>
              <a:ext uri="{FF2B5EF4-FFF2-40B4-BE49-F238E27FC236}">
                <a16:creationId xmlns:a16="http://schemas.microsoft.com/office/drawing/2014/main" id="{5EBBF8E4-6ECF-FDD8-27C3-B5A1192A43D2}"/>
              </a:ext>
            </a:extLst>
          </p:cNvPr>
          <p:cNvSpPr txBox="1"/>
          <p:nvPr/>
        </p:nvSpPr>
        <p:spPr>
          <a:xfrm>
            <a:off x="7456490" y="3499103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Insurance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42" name="文本框 641">
            <a:extLst>
              <a:ext uri="{FF2B5EF4-FFF2-40B4-BE49-F238E27FC236}">
                <a16:creationId xmlns:a16="http://schemas.microsoft.com/office/drawing/2014/main" id="{12E29FD4-9CB8-7A54-D055-5AB0DD06D593}"/>
              </a:ext>
            </a:extLst>
          </p:cNvPr>
          <p:cNvSpPr txBox="1"/>
          <p:nvPr/>
        </p:nvSpPr>
        <p:spPr>
          <a:xfrm>
            <a:off x="7456490" y="3729157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Travel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43" name="文本框 642">
            <a:extLst>
              <a:ext uri="{FF2B5EF4-FFF2-40B4-BE49-F238E27FC236}">
                <a16:creationId xmlns:a16="http://schemas.microsoft.com/office/drawing/2014/main" id="{86381883-22C2-5934-BA33-14F3DB10B634}"/>
              </a:ext>
            </a:extLst>
          </p:cNvPr>
          <p:cNvSpPr txBox="1"/>
          <p:nvPr/>
        </p:nvSpPr>
        <p:spPr>
          <a:xfrm>
            <a:off x="7456490" y="3959985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Utilities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44" name="文本框 643">
            <a:extLst>
              <a:ext uri="{FF2B5EF4-FFF2-40B4-BE49-F238E27FC236}">
                <a16:creationId xmlns:a16="http://schemas.microsoft.com/office/drawing/2014/main" id="{BF73BAD2-61B9-57A0-A7EB-FD7C93792F2B}"/>
              </a:ext>
            </a:extLst>
          </p:cNvPr>
          <p:cNvSpPr txBox="1"/>
          <p:nvPr/>
        </p:nvSpPr>
        <p:spPr>
          <a:xfrm>
            <a:off x="7456490" y="419003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Grocery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45" name="文本框 644">
            <a:extLst>
              <a:ext uri="{FF2B5EF4-FFF2-40B4-BE49-F238E27FC236}">
                <a16:creationId xmlns:a16="http://schemas.microsoft.com/office/drawing/2014/main" id="{4B0E2C3D-DAE7-15FE-E80E-F141C86AE1B9}"/>
              </a:ext>
            </a:extLst>
          </p:cNvPr>
          <p:cNvSpPr txBox="1"/>
          <p:nvPr/>
        </p:nvSpPr>
        <p:spPr>
          <a:xfrm>
            <a:off x="7456489" y="4420636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Retail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648" name="直线连接符 647">
            <a:extLst>
              <a:ext uri="{FF2B5EF4-FFF2-40B4-BE49-F238E27FC236}">
                <a16:creationId xmlns:a16="http://schemas.microsoft.com/office/drawing/2014/main" id="{505468F6-D847-01CA-AAF2-063FBFC23AC4}"/>
              </a:ext>
            </a:extLst>
          </p:cNvPr>
          <p:cNvCxnSpPr>
            <a:cxnSpLocks/>
          </p:cNvCxnSpPr>
          <p:nvPr/>
        </p:nvCxnSpPr>
        <p:spPr>
          <a:xfrm>
            <a:off x="9168640" y="2209841"/>
            <a:ext cx="0" cy="320405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9" name="文本框 648">
            <a:extLst>
              <a:ext uri="{FF2B5EF4-FFF2-40B4-BE49-F238E27FC236}">
                <a16:creationId xmlns:a16="http://schemas.microsoft.com/office/drawing/2014/main" id="{C5C37FE5-C0CD-F2AA-49E7-D93F3278CE25}"/>
              </a:ext>
            </a:extLst>
          </p:cNvPr>
          <p:cNvSpPr txBox="1"/>
          <p:nvPr/>
        </p:nvSpPr>
        <p:spPr>
          <a:xfrm>
            <a:off x="9427880" y="2200218"/>
            <a:ext cx="7825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5%</a:t>
            </a:r>
            <a:endParaRPr kumimoji="1" lang="zh-CN" altLang="en-US" sz="3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0" name="文本框 649">
            <a:extLst>
              <a:ext uri="{FF2B5EF4-FFF2-40B4-BE49-F238E27FC236}">
                <a16:creationId xmlns:a16="http://schemas.microsoft.com/office/drawing/2014/main" id="{24427818-89A3-8560-EB9E-F5C9BBA42BDF}"/>
              </a:ext>
            </a:extLst>
          </p:cNvPr>
          <p:cNvSpPr txBox="1"/>
          <p:nvPr/>
        </p:nvSpPr>
        <p:spPr>
          <a:xfrm>
            <a:off x="9427880" y="2963048"/>
            <a:ext cx="133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Find digital</a:t>
            </a:r>
          </a:p>
          <a:p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difficult to use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51" name="椭圆 650">
            <a:extLst>
              <a:ext uri="{FF2B5EF4-FFF2-40B4-BE49-F238E27FC236}">
                <a16:creationId xmlns:a16="http://schemas.microsoft.com/office/drawing/2014/main" id="{528E00A0-FF52-221E-2830-794D02DB7CCC}"/>
              </a:ext>
            </a:extLst>
          </p:cNvPr>
          <p:cNvSpPr/>
          <p:nvPr/>
        </p:nvSpPr>
        <p:spPr>
          <a:xfrm>
            <a:off x="9504227" y="3626723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2" name="椭圆 651">
            <a:extLst>
              <a:ext uri="{FF2B5EF4-FFF2-40B4-BE49-F238E27FC236}">
                <a16:creationId xmlns:a16="http://schemas.microsoft.com/office/drawing/2014/main" id="{F2E0B5A2-F29B-BA27-F936-C463D026C4B6}"/>
              </a:ext>
            </a:extLst>
          </p:cNvPr>
          <p:cNvSpPr/>
          <p:nvPr/>
        </p:nvSpPr>
        <p:spPr>
          <a:xfrm>
            <a:off x="9504227" y="3855921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3" name="椭圆 652">
            <a:extLst>
              <a:ext uri="{FF2B5EF4-FFF2-40B4-BE49-F238E27FC236}">
                <a16:creationId xmlns:a16="http://schemas.microsoft.com/office/drawing/2014/main" id="{4E2842EC-A95A-7E83-EFBC-6DCBB478D05F}"/>
              </a:ext>
            </a:extLst>
          </p:cNvPr>
          <p:cNvSpPr/>
          <p:nvPr/>
        </p:nvSpPr>
        <p:spPr>
          <a:xfrm>
            <a:off x="9504227" y="4082792"/>
            <a:ext cx="142362" cy="142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4" name="椭圆 653">
            <a:extLst>
              <a:ext uri="{FF2B5EF4-FFF2-40B4-BE49-F238E27FC236}">
                <a16:creationId xmlns:a16="http://schemas.microsoft.com/office/drawing/2014/main" id="{B9F05702-A67B-8908-D5D6-F018D6634903}"/>
              </a:ext>
            </a:extLst>
          </p:cNvPr>
          <p:cNvSpPr/>
          <p:nvPr/>
        </p:nvSpPr>
        <p:spPr>
          <a:xfrm>
            <a:off x="9504227" y="4311990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5" name="椭圆 654">
            <a:extLst>
              <a:ext uri="{FF2B5EF4-FFF2-40B4-BE49-F238E27FC236}">
                <a16:creationId xmlns:a16="http://schemas.microsoft.com/office/drawing/2014/main" id="{C6A99E6F-2F47-4C90-7910-B78008E41120}"/>
              </a:ext>
            </a:extLst>
          </p:cNvPr>
          <p:cNvSpPr/>
          <p:nvPr/>
        </p:nvSpPr>
        <p:spPr>
          <a:xfrm>
            <a:off x="9504227" y="4541188"/>
            <a:ext cx="142362" cy="1423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6" name="文本框 655">
            <a:extLst>
              <a:ext uri="{FF2B5EF4-FFF2-40B4-BE49-F238E27FC236}">
                <a16:creationId xmlns:a16="http://schemas.microsoft.com/office/drawing/2014/main" id="{77BE2E17-ECF6-A26A-5941-6AC23710B92A}"/>
              </a:ext>
            </a:extLst>
          </p:cNvPr>
          <p:cNvSpPr txBox="1"/>
          <p:nvPr/>
        </p:nvSpPr>
        <p:spPr>
          <a:xfrm>
            <a:off x="9694138" y="3543158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Banking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7" name="文本框 656">
            <a:extLst>
              <a:ext uri="{FF2B5EF4-FFF2-40B4-BE49-F238E27FC236}">
                <a16:creationId xmlns:a16="http://schemas.microsoft.com/office/drawing/2014/main" id="{1F5964FC-CA6D-5BE8-60EC-C740BF59CF08}"/>
              </a:ext>
            </a:extLst>
          </p:cNvPr>
          <p:cNvSpPr txBox="1"/>
          <p:nvPr/>
        </p:nvSpPr>
        <p:spPr>
          <a:xfrm>
            <a:off x="9694138" y="3773212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Entertainment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8" name="文本框 657">
            <a:extLst>
              <a:ext uri="{FF2B5EF4-FFF2-40B4-BE49-F238E27FC236}">
                <a16:creationId xmlns:a16="http://schemas.microsoft.com/office/drawing/2014/main" id="{369489B1-A93C-057A-79C8-9B320E5D64CF}"/>
              </a:ext>
            </a:extLst>
          </p:cNvPr>
          <p:cNvSpPr txBox="1"/>
          <p:nvPr/>
        </p:nvSpPr>
        <p:spPr>
          <a:xfrm>
            <a:off x="9694138" y="400404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Utilities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9CFB494D-330E-AB4E-4C44-8202F0D532F4}"/>
              </a:ext>
            </a:extLst>
          </p:cNvPr>
          <p:cNvSpPr txBox="1"/>
          <p:nvPr/>
        </p:nvSpPr>
        <p:spPr>
          <a:xfrm>
            <a:off x="9694138" y="423409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Grocery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60" name="文本框 659">
            <a:extLst>
              <a:ext uri="{FF2B5EF4-FFF2-40B4-BE49-F238E27FC236}">
                <a16:creationId xmlns:a16="http://schemas.microsoft.com/office/drawing/2014/main" id="{160AF138-D1CE-8253-1514-49A62D3D6A98}"/>
              </a:ext>
            </a:extLst>
          </p:cNvPr>
          <p:cNvSpPr txBox="1"/>
          <p:nvPr/>
        </p:nvSpPr>
        <p:spPr>
          <a:xfrm>
            <a:off x="9694137" y="4464691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Retail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664" name="直线连接符 663">
            <a:extLst>
              <a:ext uri="{FF2B5EF4-FFF2-40B4-BE49-F238E27FC236}">
                <a16:creationId xmlns:a16="http://schemas.microsoft.com/office/drawing/2014/main" id="{13501320-7CE8-2A5D-92B4-8AA1312114E9}"/>
              </a:ext>
            </a:extLst>
          </p:cNvPr>
          <p:cNvCxnSpPr/>
          <p:nvPr/>
        </p:nvCxnSpPr>
        <p:spPr>
          <a:xfrm>
            <a:off x="11407247" y="1670554"/>
            <a:ext cx="0" cy="374520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1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214D-AA94-20C0-D342-4836BA35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08034BB-798A-46F9-0BC8-EC99B80C68C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7772400" imgH="10058400" progId="TCLayout.ActiveDocument.1">
                  <p:embed/>
                </p:oleObj>
              </mc:Choice>
              <mc:Fallback>
                <p:oleObj name="think-cell 幻灯片" r:id="rId1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8034BB-798A-46F9-0BC8-EC99B80C6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4C986A8-D7A4-8F76-9DF2-7C328D044F2F}"/>
              </a:ext>
            </a:extLst>
          </p:cNvPr>
          <p:cNvSpPr txBox="1"/>
          <p:nvPr/>
        </p:nvSpPr>
        <p:spPr>
          <a:xfrm>
            <a:off x="505476" y="283975"/>
            <a:ext cx="1125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In some industries, consumers say they will use digital channels less often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once the COVID-19 pandemic ends.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CC0B40-74BF-3CFE-70FE-E2F39EFDBAC7}"/>
              </a:ext>
            </a:extLst>
          </p:cNvPr>
          <p:cNvSpPr txBox="1"/>
          <p:nvPr/>
        </p:nvSpPr>
        <p:spPr>
          <a:xfrm>
            <a:off x="505476" y="927390"/>
            <a:ext cx="4041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Frequency of expected use after the COVID-19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pandemic ends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percentage-point change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61" name="文本框 660">
            <a:extLst>
              <a:ext uri="{FF2B5EF4-FFF2-40B4-BE49-F238E27FC236}">
                <a16:creationId xmlns:a16="http://schemas.microsoft.com/office/drawing/2014/main" id="{D09C8E38-EC72-9383-602E-6973499B95DC}"/>
              </a:ext>
            </a:extLst>
          </p:cNvPr>
          <p:cNvSpPr txBox="1"/>
          <p:nvPr/>
        </p:nvSpPr>
        <p:spPr>
          <a:xfrm>
            <a:off x="505476" y="5918820"/>
            <a:ext cx="113803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Average of all countries surveyed: Brazil, China, European countries, India, Mexico, and the United States. Question: How frequently do you plan to use these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digital services when the COVID-19 pandemic is over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Difference between users planning to increase use of an industry‘s digital channel compared with those planning to use it less frequently, holding aside those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who said that they will use it the same amount.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Digital Sentiment Insights survey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779" name="Chart 3">
            <a:extLst>
              <a:ext uri="{FF2B5EF4-FFF2-40B4-BE49-F238E27FC236}">
                <a16:creationId xmlns:a16="http://schemas.microsoft.com/office/drawing/2014/main" id="{5FE4E031-5221-CC65-9B73-3C268ED6378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677988" y="1384300"/>
          <a:ext cx="7778750" cy="469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610D6B7D-CB6C-36F9-EEB4-EDD36836E8C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582613" y="2135188"/>
            <a:ext cx="5667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3A40352-CAF0-4576-A79A-C24E9863AFB9}" type="datetime'''''''''''''''''Ba''''''''''nk''i''''''''ng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Banking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EE8CB1D4-6611-CD24-1F17-35CEA4487D8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82613" y="2513013"/>
            <a:ext cx="9334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E8D91D0-1435-4B2F-BBD1-9F5A66B13CC7}" type="datetime'T''''''''''''elc''''o'' c''''''a''rri''''e''''r''''''s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Telco carriers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79" name="文本占位符 2">
            <a:extLst>
              <a:ext uri="{FF2B5EF4-FFF2-40B4-BE49-F238E27FC236}">
                <a16:creationId xmlns:a16="http://schemas.microsoft.com/office/drawing/2014/main" id="{C1C05F4C-4315-4C16-FAD8-AD056B5F0B5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82613" y="2892425"/>
            <a:ext cx="9985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705EB67-A405-4263-B866-292E9CEB2306}" type="datetime'En''t''''e''''''r''''''t''''a''''inme''''n''''''t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Entertainment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0" name="文本占位符 2">
            <a:extLst>
              <a:ext uri="{FF2B5EF4-FFF2-40B4-BE49-F238E27FC236}">
                <a16:creationId xmlns:a16="http://schemas.microsoft.com/office/drawing/2014/main" id="{DDC3EED2-9961-43E6-89AE-5F2D1C71B9F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82613" y="3270250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A4A0ECB-3D7B-4275-BDAF-AF036F7D4568}" type="datetime'''''''''''''''''''''''G''''''r''''ocer''''y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Grocery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1" name="文本占位符 2">
            <a:extLst>
              <a:ext uri="{FF2B5EF4-FFF2-40B4-BE49-F238E27FC236}">
                <a16:creationId xmlns:a16="http://schemas.microsoft.com/office/drawing/2014/main" id="{9BB9FD2F-5722-D1DA-E5D6-5F86FB17755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82613" y="3649663"/>
            <a:ext cx="5222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16FE56A-8D1E-427B-9C4D-FB0D32D78F09}" type="datetime'U''''''''ti''''''''''''l''''''''''i''''t''i''''''''e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Utilities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1F6D123D-ADBE-CC31-6E5F-0B33768BAD5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82613" y="1755775"/>
            <a:ext cx="4254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1DA0ADD-3B4A-41E5-8C03-5426EA673D11}" type="datetime'''''''T''''''''''''''ra''''''''''''''''v''''''''''el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Travel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5" name="文本占位符 2">
            <a:extLst>
              <a:ext uri="{FF2B5EF4-FFF2-40B4-BE49-F238E27FC236}">
                <a16:creationId xmlns:a16="http://schemas.microsoft.com/office/drawing/2014/main" id="{E7BD8A7C-219A-9A91-0529-AB0D8110311A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82613" y="4406900"/>
            <a:ext cx="3937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0BDEDB6-51A2-4CF1-B4D2-734A5BFEE787}" type="datetime'''''''''''''''R''e''t''''''''''a''''''''''''''''il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Retail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8" name="文本占位符 2">
            <a:extLst>
              <a:ext uri="{FF2B5EF4-FFF2-40B4-BE49-F238E27FC236}">
                <a16:creationId xmlns:a16="http://schemas.microsoft.com/office/drawing/2014/main" id="{3F07FEF5-925D-3021-853F-0236DC6B491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82613" y="4784725"/>
            <a:ext cx="8921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683DAF2-0B45-4ADB-9331-3ADCF13848A7}" type="datetime'''''''''P''''''ubl''''''''i''c s''''''''''''''e''c''''tor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Public sector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1" name="文本占位符 2">
            <a:extLst>
              <a:ext uri="{FF2B5EF4-FFF2-40B4-BE49-F238E27FC236}">
                <a16:creationId xmlns:a16="http://schemas.microsoft.com/office/drawing/2014/main" id="{2037B678-BE44-E26A-00BD-9FB01B45B48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582613" y="5164138"/>
            <a:ext cx="700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299BE10-34F5-4ACC-8ED6-E2A8CCEDADAA}" type="datetime'''Ed''''''''''''uc''a''t''''''''i''''on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Education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4" name="文本占位符 2">
            <a:extLst>
              <a:ext uri="{FF2B5EF4-FFF2-40B4-BE49-F238E27FC236}">
                <a16:creationId xmlns:a16="http://schemas.microsoft.com/office/drawing/2014/main" id="{4663BCD3-FFD8-2DDE-40CD-B9E5B939CD4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82613" y="5541963"/>
            <a:ext cx="7604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89D071E-C548-4A32-BC75-B6683E75E3EC}" type="datetime'''H''e''a''''''''''''''''''''l''th''''''''''ca''''''''re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Healthcare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2" name="文本占位符 2">
            <a:extLst>
              <a:ext uri="{FF2B5EF4-FFF2-40B4-BE49-F238E27FC236}">
                <a16:creationId xmlns:a16="http://schemas.microsoft.com/office/drawing/2014/main" id="{54551AE5-42DE-ACC4-CE1D-ED5A7AD0608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82613" y="4027488"/>
            <a:ext cx="6746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CA44EF6-35AB-4DAD-A48B-35FF2C5F51E9}" type="datetime'I''''''''n''s''''''''''''''''''u''''r''a''n''c''''''e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Insurance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735" name="直线连接符 734">
            <a:extLst>
              <a:ext uri="{FF2B5EF4-FFF2-40B4-BE49-F238E27FC236}">
                <a16:creationId xmlns:a16="http://schemas.microsoft.com/office/drawing/2014/main" id="{95F75D03-F5A7-69DD-5BF1-7B68E3B783FB}"/>
              </a:ext>
            </a:extLst>
          </p:cNvPr>
          <p:cNvCxnSpPr/>
          <p:nvPr/>
        </p:nvCxnSpPr>
        <p:spPr>
          <a:xfrm>
            <a:off x="582613" y="2025919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直线连接符 735">
            <a:extLst>
              <a:ext uri="{FF2B5EF4-FFF2-40B4-BE49-F238E27FC236}">
                <a16:creationId xmlns:a16="http://schemas.microsoft.com/office/drawing/2014/main" id="{A643E793-7EB6-5675-66B4-159777BD8559}"/>
              </a:ext>
            </a:extLst>
          </p:cNvPr>
          <p:cNvCxnSpPr/>
          <p:nvPr/>
        </p:nvCxnSpPr>
        <p:spPr>
          <a:xfrm>
            <a:off x="594192" y="2408288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直线连接符 736">
            <a:extLst>
              <a:ext uri="{FF2B5EF4-FFF2-40B4-BE49-F238E27FC236}">
                <a16:creationId xmlns:a16="http://schemas.microsoft.com/office/drawing/2014/main" id="{9FF34314-4B3C-7105-1CCA-54167312C861}"/>
              </a:ext>
            </a:extLst>
          </p:cNvPr>
          <p:cNvCxnSpPr/>
          <p:nvPr/>
        </p:nvCxnSpPr>
        <p:spPr>
          <a:xfrm>
            <a:off x="594192" y="2791569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直线连接符 737">
            <a:extLst>
              <a:ext uri="{FF2B5EF4-FFF2-40B4-BE49-F238E27FC236}">
                <a16:creationId xmlns:a16="http://schemas.microsoft.com/office/drawing/2014/main" id="{216F5445-1973-013E-C51D-EE63D936494E}"/>
              </a:ext>
            </a:extLst>
          </p:cNvPr>
          <p:cNvCxnSpPr/>
          <p:nvPr/>
        </p:nvCxnSpPr>
        <p:spPr>
          <a:xfrm>
            <a:off x="594192" y="3163900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直线连接符 738">
            <a:extLst>
              <a:ext uri="{FF2B5EF4-FFF2-40B4-BE49-F238E27FC236}">
                <a16:creationId xmlns:a16="http://schemas.microsoft.com/office/drawing/2014/main" id="{A1F485A2-0A03-4BAA-99AD-8674E57D6EBD}"/>
              </a:ext>
            </a:extLst>
          </p:cNvPr>
          <p:cNvCxnSpPr/>
          <p:nvPr/>
        </p:nvCxnSpPr>
        <p:spPr>
          <a:xfrm>
            <a:off x="594192" y="3540793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直线连接符 739">
            <a:extLst>
              <a:ext uri="{FF2B5EF4-FFF2-40B4-BE49-F238E27FC236}">
                <a16:creationId xmlns:a16="http://schemas.microsoft.com/office/drawing/2014/main" id="{2B15D0FF-1B70-6B56-514D-3BF584388560}"/>
              </a:ext>
            </a:extLst>
          </p:cNvPr>
          <p:cNvCxnSpPr/>
          <p:nvPr/>
        </p:nvCxnSpPr>
        <p:spPr>
          <a:xfrm>
            <a:off x="594192" y="3924074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直线连接符 740">
            <a:extLst>
              <a:ext uri="{FF2B5EF4-FFF2-40B4-BE49-F238E27FC236}">
                <a16:creationId xmlns:a16="http://schemas.microsoft.com/office/drawing/2014/main" id="{F015DEED-145E-C263-5BED-EAF49D3A8132}"/>
              </a:ext>
            </a:extLst>
          </p:cNvPr>
          <p:cNvCxnSpPr/>
          <p:nvPr/>
        </p:nvCxnSpPr>
        <p:spPr>
          <a:xfrm>
            <a:off x="594192" y="4296405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直线连接符 741">
            <a:extLst>
              <a:ext uri="{FF2B5EF4-FFF2-40B4-BE49-F238E27FC236}">
                <a16:creationId xmlns:a16="http://schemas.microsoft.com/office/drawing/2014/main" id="{83F33BDB-4345-69C2-6F04-4C97A965049D}"/>
              </a:ext>
            </a:extLst>
          </p:cNvPr>
          <p:cNvCxnSpPr/>
          <p:nvPr/>
        </p:nvCxnSpPr>
        <p:spPr>
          <a:xfrm>
            <a:off x="582613" y="4674212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直线连接符 742">
            <a:extLst>
              <a:ext uri="{FF2B5EF4-FFF2-40B4-BE49-F238E27FC236}">
                <a16:creationId xmlns:a16="http://schemas.microsoft.com/office/drawing/2014/main" id="{A364BFC3-95E9-419E-4D6A-38C776027B35}"/>
              </a:ext>
            </a:extLst>
          </p:cNvPr>
          <p:cNvCxnSpPr/>
          <p:nvPr/>
        </p:nvCxnSpPr>
        <p:spPr>
          <a:xfrm>
            <a:off x="582613" y="5057493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直线连接符 743">
            <a:extLst>
              <a:ext uri="{FF2B5EF4-FFF2-40B4-BE49-F238E27FC236}">
                <a16:creationId xmlns:a16="http://schemas.microsoft.com/office/drawing/2014/main" id="{76EF8C7E-8A83-8EE1-6352-F4D7FF77F18F}"/>
              </a:ext>
            </a:extLst>
          </p:cNvPr>
          <p:cNvCxnSpPr/>
          <p:nvPr/>
        </p:nvCxnSpPr>
        <p:spPr>
          <a:xfrm>
            <a:off x="582613" y="5429824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直线连接符 744">
            <a:extLst>
              <a:ext uri="{FF2B5EF4-FFF2-40B4-BE49-F238E27FC236}">
                <a16:creationId xmlns:a16="http://schemas.microsoft.com/office/drawing/2014/main" id="{1986DFBA-D177-2296-46C8-534F425ECB15}"/>
              </a:ext>
            </a:extLst>
          </p:cNvPr>
          <p:cNvCxnSpPr/>
          <p:nvPr/>
        </p:nvCxnSpPr>
        <p:spPr>
          <a:xfrm>
            <a:off x="594192" y="5828619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直线连接符 745">
            <a:extLst>
              <a:ext uri="{FF2B5EF4-FFF2-40B4-BE49-F238E27FC236}">
                <a16:creationId xmlns:a16="http://schemas.microsoft.com/office/drawing/2014/main" id="{08822442-3154-D005-F0A3-58699410C167}"/>
              </a:ext>
            </a:extLst>
          </p:cNvPr>
          <p:cNvCxnSpPr>
            <a:cxnSpLocks/>
          </p:cNvCxnSpPr>
          <p:nvPr/>
        </p:nvCxnSpPr>
        <p:spPr>
          <a:xfrm>
            <a:off x="9801054" y="2025919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直线连接符 748">
            <a:extLst>
              <a:ext uri="{FF2B5EF4-FFF2-40B4-BE49-F238E27FC236}">
                <a16:creationId xmlns:a16="http://schemas.microsoft.com/office/drawing/2014/main" id="{B15CDD4B-E73F-B171-94D3-DD1EFFB9C44D}"/>
              </a:ext>
            </a:extLst>
          </p:cNvPr>
          <p:cNvCxnSpPr>
            <a:cxnSpLocks/>
          </p:cNvCxnSpPr>
          <p:nvPr/>
        </p:nvCxnSpPr>
        <p:spPr>
          <a:xfrm>
            <a:off x="9801054" y="2407376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直线连接符 749">
            <a:extLst>
              <a:ext uri="{FF2B5EF4-FFF2-40B4-BE49-F238E27FC236}">
                <a16:creationId xmlns:a16="http://schemas.microsoft.com/office/drawing/2014/main" id="{1F74B192-D612-46BB-2330-A33F1CDA0742}"/>
              </a:ext>
            </a:extLst>
          </p:cNvPr>
          <p:cNvCxnSpPr>
            <a:cxnSpLocks/>
          </p:cNvCxnSpPr>
          <p:nvPr/>
        </p:nvCxnSpPr>
        <p:spPr>
          <a:xfrm>
            <a:off x="9801054" y="2782443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直线连接符 750">
            <a:extLst>
              <a:ext uri="{FF2B5EF4-FFF2-40B4-BE49-F238E27FC236}">
                <a16:creationId xmlns:a16="http://schemas.microsoft.com/office/drawing/2014/main" id="{1EEF4892-914C-6A4D-FBF9-97AA6016B823}"/>
              </a:ext>
            </a:extLst>
          </p:cNvPr>
          <p:cNvCxnSpPr>
            <a:cxnSpLocks/>
          </p:cNvCxnSpPr>
          <p:nvPr/>
        </p:nvCxnSpPr>
        <p:spPr>
          <a:xfrm>
            <a:off x="9801054" y="3163900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直线连接符 751">
            <a:extLst>
              <a:ext uri="{FF2B5EF4-FFF2-40B4-BE49-F238E27FC236}">
                <a16:creationId xmlns:a16="http://schemas.microsoft.com/office/drawing/2014/main" id="{5835CA79-DB52-F08C-CE18-388D3529D281}"/>
              </a:ext>
            </a:extLst>
          </p:cNvPr>
          <p:cNvCxnSpPr>
            <a:cxnSpLocks/>
          </p:cNvCxnSpPr>
          <p:nvPr/>
        </p:nvCxnSpPr>
        <p:spPr>
          <a:xfrm>
            <a:off x="9801054" y="3540793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直线连接符 752">
            <a:extLst>
              <a:ext uri="{FF2B5EF4-FFF2-40B4-BE49-F238E27FC236}">
                <a16:creationId xmlns:a16="http://schemas.microsoft.com/office/drawing/2014/main" id="{95C4FCD2-F4F8-8F5A-AC6A-5E0F42D5883E}"/>
              </a:ext>
            </a:extLst>
          </p:cNvPr>
          <p:cNvCxnSpPr>
            <a:cxnSpLocks/>
          </p:cNvCxnSpPr>
          <p:nvPr/>
        </p:nvCxnSpPr>
        <p:spPr>
          <a:xfrm>
            <a:off x="9801054" y="3922250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直线连接符 753">
            <a:extLst>
              <a:ext uri="{FF2B5EF4-FFF2-40B4-BE49-F238E27FC236}">
                <a16:creationId xmlns:a16="http://schemas.microsoft.com/office/drawing/2014/main" id="{8AABDFE9-4492-B2B3-BD08-DC579AD9A05A}"/>
              </a:ext>
            </a:extLst>
          </p:cNvPr>
          <p:cNvCxnSpPr>
            <a:cxnSpLocks/>
          </p:cNvCxnSpPr>
          <p:nvPr/>
        </p:nvCxnSpPr>
        <p:spPr>
          <a:xfrm>
            <a:off x="9801054" y="4297317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直线连接符 754">
            <a:extLst>
              <a:ext uri="{FF2B5EF4-FFF2-40B4-BE49-F238E27FC236}">
                <a16:creationId xmlns:a16="http://schemas.microsoft.com/office/drawing/2014/main" id="{770F0A54-B5FD-4801-430B-50687A8142CF}"/>
              </a:ext>
            </a:extLst>
          </p:cNvPr>
          <p:cNvCxnSpPr>
            <a:cxnSpLocks/>
          </p:cNvCxnSpPr>
          <p:nvPr/>
        </p:nvCxnSpPr>
        <p:spPr>
          <a:xfrm>
            <a:off x="9801054" y="4678774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直线连接符 755">
            <a:extLst>
              <a:ext uri="{FF2B5EF4-FFF2-40B4-BE49-F238E27FC236}">
                <a16:creationId xmlns:a16="http://schemas.microsoft.com/office/drawing/2014/main" id="{F6A2E4DB-5D6C-2561-A8D5-09CCF523CE8C}"/>
              </a:ext>
            </a:extLst>
          </p:cNvPr>
          <p:cNvCxnSpPr>
            <a:cxnSpLocks/>
          </p:cNvCxnSpPr>
          <p:nvPr/>
        </p:nvCxnSpPr>
        <p:spPr>
          <a:xfrm>
            <a:off x="9801054" y="5057493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直线连接符 756">
            <a:extLst>
              <a:ext uri="{FF2B5EF4-FFF2-40B4-BE49-F238E27FC236}">
                <a16:creationId xmlns:a16="http://schemas.microsoft.com/office/drawing/2014/main" id="{26BFF21E-A092-C529-94E7-EDDD0AEE6FC4}"/>
              </a:ext>
            </a:extLst>
          </p:cNvPr>
          <p:cNvCxnSpPr>
            <a:cxnSpLocks/>
          </p:cNvCxnSpPr>
          <p:nvPr/>
        </p:nvCxnSpPr>
        <p:spPr>
          <a:xfrm>
            <a:off x="9801054" y="5438950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直线连接符 757">
            <a:extLst>
              <a:ext uri="{FF2B5EF4-FFF2-40B4-BE49-F238E27FC236}">
                <a16:creationId xmlns:a16="http://schemas.microsoft.com/office/drawing/2014/main" id="{E7612FD1-FB2A-3B7B-A0BD-4A851C13E022}"/>
              </a:ext>
            </a:extLst>
          </p:cNvPr>
          <p:cNvCxnSpPr>
            <a:cxnSpLocks/>
          </p:cNvCxnSpPr>
          <p:nvPr/>
        </p:nvCxnSpPr>
        <p:spPr>
          <a:xfrm>
            <a:off x="9801054" y="5814017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0" name="文本框 759">
            <a:extLst>
              <a:ext uri="{FF2B5EF4-FFF2-40B4-BE49-F238E27FC236}">
                <a16:creationId xmlns:a16="http://schemas.microsoft.com/office/drawing/2014/main" id="{C1D08FD6-8060-AC28-FF05-35188A7A4E01}"/>
              </a:ext>
            </a:extLst>
          </p:cNvPr>
          <p:cNvSpPr txBox="1"/>
          <p:nvPr/>
        </p:nvSpPr>
        <p:spPr>
          <a:xfrm>
            <a:off x="9791700" y="927390"/>
            <a:ext cx="1821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Same frequency</a:t>
            </a:r>
          </a:p>
          <a:p>
            <a:r>
              <a:rPr lang="en-US" altLang="zh-CN" dirty="0"/>
              <a:t>as prepandemic,</a:t>
            </a:r>
            <a:r>
              <a:rPr lang="en-US" altLang="zh-CN" baseline="30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761" name="直线连接符 760">
            <a:extLst>
              <a:ext uri="{FF2B5EF4-FFF2-40B4-BE49-F238E27FC236}">
                <a16:creationId xmlns:a16="http://schemas.microsoft.com/office/drawing/2014/main" id="{5D07F1AC-7845-E931-7AA8-DC939B63F431}"/>
              </a:ext>
            </a:extLst>
          </p:cNvPr>
          <p:cNvCxnSpPr/>
          <p:nvPr/>
        </p:nvCxnSpPr>
        <p:spPr>
          <a:xfrm>
            <a:off x="582613" y="1636249"/>
            <a:ext cx="8950144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直线连接符 761">
            <a:extLst>
              <a:ext uri="{FF2B5EF4-FFF2-40B4-BE49-F238E27FC236}">
                <a16:creationId xmlns:a16="http://schemas.microsoft.com/office/drawing/2014/main" id="{E4DF0697-59A3-7BB4-C202-AC6ECEDC65F1}"/>
              </a:ext>
            </a:extLst>
          </p:cNvPr>
          <p:cNvCxnSpPr>
            <a:cxnSpLocks/>
          </p:cNvCxnSpPr>
          <p:nvPr/>
        </p:nvCxnSpPr>
        <p:spPr>
          <a:xfrm>
            <a:off x="9801054" y="1636249"/>
            <a:ext cx="177952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3" name="文本框 762">
            <a:extLst>
              <a:ext uri="{FF2B5EF4-FFF2-40B4-BE49-F238E27FC236}">
                <a16:creationId xmlns:a16="http://schemas.microsoft.com/office/drawing/2014/main" id="{5192FC93-854B-8FF0-DD26-3DB8283D8BDA}"/>
              </a:ext>
            </a:extLst>
          </p:cNvPr>
          <p:cNvSpPr txBox="1"/>
          <p:nvPr/>
        </p:nvSpPr>
        <p:spPr>
          <a:xfrm>
            <a:off x="10495889" y="1688848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58</a:t>
            </a:r>
            <a:endParaRPr lang="zh-CN" altLang="en-US" dirty="0"/>
          </a:p>
        </p:txBody>
      </p:sp>
      <p:sp>
        <p:nvSpPr>
          <p:cNvPr id="764" name="文本框 763">
            <a:extLst>
              <a:ext uri="{FF2B5EF4-FFF2-40B4-BE49-F238E27FC236}">
                <a16:creationId xmlns:a16="http://schemas.microsoft.com/office/drawing/2014/main" id="{F7D2C87D-F2C8-9527-81E2-679B1D4006FB}"/>
              </a:ext>
            </a:extLst>
          </p:cNvPr>
          <p:cNvSpPr txBox="1"/>
          <p:nvPr/>
        </p:nvSpPr>
        <p:spPr>
          <a:xfrm>
            <a:off x="10507441" y="2065833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80</a:t>
            </a:r>
            <a:endParaRPr lang="zh-CN" altLang="en-US" dirty="0"/>
          </a:p>
        </p:txBody>
      </p:sp>
      <p:sp>
        <p:nvSpPr>
          <p:cNvPr id="765" name="文本框 764">
            <a:extLst>
              <a:ext uri="{FF2B5EF4-FFF2-40B4-BE49-F238E27FC236}">
                <a16:creationId xmlns:a16="http://schemas.microsoft.com/office/drawing/2014/main" id="{4507238A-45F2-522C-4A84-8A074E34AA8E}"/>
              </a:ext>
            </a:extLst>
          </p:cNvPr>
          <p:cNvSpPr txBox="1"/>
          <p:nvPr/>
        </p:nvSpPr>
        <p:spPr>
          <a:xfrm>
            <a:off x="10495889" y="2458517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80</a:t>
            </a:r>
            <a:endParaRPr lang="zh-CN" altLang="en-US" dirty="0"/>
          </a:p>
        </p:txBody>
      </p:sp>
      <p:sp>
        <p:nvSpPr>
          <p:cNvPr id="766" name="文本框 765">
            <a:extLst>
              <a:ext uri="{FF2B5EF4-FFF2-40B4-BE49-F238E27FC236}">
                <a16:creationId xmlns:a16="http://schemas.microsoft.com/office/drawing/2014/main" id="{3145B64A-2BCE-1233-013E-B66FB6DD6D3B}"/>
              </a:ext>
            </a:extLst>
          </p:cNvPr>
          <p:cNvSpPr txBox="1"/>
          <p:nvPr/>
        </p:nvSpPr>
        <p:spPr>
          <a:xfrm>
            <a:off x="10507441" y="2835502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77</a:t>
            </a:r>
            <a:endParaRPr lang="zh-CN" altLang="en-US" dirty="0"/>
          </a:p>
        </p:txBody>
      </p:sp>
      <p:sp>
        <p:nvSpPr>
          <p:cNvPr id="767" name="文本框 766">
            <a:extLst>
              <a:ext uri="{FF2B5EF4-FFF2-40B4-BE49-F238E27FC236}">
                <a16:creationId xmlns:a16="http://schemas.microsoft.com/office/drawing/2014/main" id="{A4C6785C-5DA6-79E4-7FF8-FFC4B0B5CBCF}"/>
              </a:ext>
            </a:extLst>
          </p:cNvPr>
          <p:cNvSpPr txBox="1"/>
          <p:nvPr/>
        </p:nvSpPr>
        <p:spPr>
          <a:xfrm>
            <a:off x="10514012" y="3225044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64</a:t>
            </a:r>
            <a:endParaRPr lang="zh-CN" altLang="en-US" dirty="0"/>
          </a:p>
        </p:txBody>
      </p:sp>
      <p:sp>
        <p:nvSpPr>
          <p:cNvPr id="768" name="文本框 767">
            <a:extLst>
              <a:ext uri="{FF2B5EF4-FFF2-40B4-BE49-F238E27FC236}">
                <a16:creationId xmlns:a16="http://schemas.microsoft.com/office/drawing/2014/main" id="{2484C206-65C7-3F0E-B040-1066296A6EAF}"/>
              </a:ext>
            </a:extLst>
          </p:cNvPr>
          <p:cNvSpPr txBox="1"/>
          <p:nvPr/>
        </p:nvSpPr>
        <p:spPr>
          <a:xfrm>
            <a:off x="10525564" y="360202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81</a:t>
            </a:r>
            <a:endParaRPr lang="zh-CN" altLang="en-US" dirty="0"/>
          </a:p>
        </p:txBody>
      </p:sp>
      <p:sp>
        <p:nvSpPr>
          <p:cNvPr id="769" name="文本框 768">
            <a:extLst>
              <a:ext uri="{FF2B5EF4-FFF2-40B4-BE49-F238E27FC236}">
                <a16:creationId xmlns:a16="http://schemas.microsoft.com/office/drawing/2014/main" id="{2C8723FF-E36F-FE53-5E6E-671D8AD6D30E}"/>
              </a:ext>
            </a:extLst>
          </p:cNvPr>
          <p:cNvSpPr txBox="1"/>
          <p:nvPr/>
        </p:nvSpPr>
        <p:spPr>
          <a:xfrm>
            <a:off x="10514012" y="3994713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78</a:t>
            </a:r>
            <a:endParaRPr lang="zh-CN" altLang="en-US" dirty="0"/>
          </a:p>
        </p:txBody>
      </p:sp>
      <p:sp>
        <p:nvSpPr>
          <p:cNvPr id="770" name="文本框 769">
            <a:extLst>
              <a:ext uri="{FF2B5EF4-FFF2-40B4-BE49-F238E27FC236}">
                <a16:creationId xmlns:a16="http://schemas.microsoft.com/office/drawing/2014/main" id="{50AEF6E3-E7FB-B672-1544-639C1AD1F36C}"/>
              </a:ext>
            </a:extLst>
          </p:cNvPr>
          <p:cNvSpPr txBox="1"/>
          <p:nvPr/>
        </p:nvSpPr>
        <p:spPr>
          <a:xfrm>
            <a:off x="10525564" y="4371698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70</a:t>
            </a:r>
            <a:endParaRPr lang="zh-CN" altLang="en-US" dirty="0"/>
          </a:p>
        </p:txBody>
      </p:sp>
      <p:sp>
        <p:nvSpPr>
          <p:cNvPr id="771" name="文本框 770">
            <a:extLst>
              <a:ext uri="{FF2B5EF4-FFF2-40B4-BE49-F238E27FC236}">
                <a16:creationId xmlns:a16="http://schemas.microsoft.com/office/drawing/2014/main" id="{74B70FEA-45DF-D8BB-D216-7D5C8E29F3E5}"/>
              </a:ext>
            </a:extLst>
          </p:cNvPr>
          <p:cNvSpPr txBox="1"/>
          <p:nvPr/>
        </p:nvSpPr>
        <p:spPr>
          <a:xfrm>
            <a:off x="10540534" y="4745682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73</a:t>
            </a:r>
            <a:endParaRPr lang="zh-CN" altLang="en-US" dirty="0"/>
          </a:p>
        </p:txBody>
      </p:sp>
      <p:sp>
        <p:nvSpPr>
          <p:cNvPr id="772" name="文本框 771">
            <a:extLst>
              <a:ext uri="{FF2B5EF4-FFF2-40B4-BE49-F238E27FC236}">
                <a16:creationId xmlns:a16="http://schemas.microsoft.com/office/drawing/2014/main" id="{3E9B1AB5-1A0F-B2C5-8A1E-C0D660CF6AC9}"/>
              </a:ext>
            </a:extLst>
          </p:cNvPr>
          <p:cNvSpPr txBox="1"/>
          <p:nvPr/>
        </p:nvSpPr>
        <p:spPr>
          <a:xfrm>
            <a:off x="10528982" y="5138366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67</a:t>
            </a:r>
            <a:endParaRPr lang="zh-CN" altLang="en-US" dirty="0"/>
          </a:p>
        </p:txBody>
      </p:sp>
      <p:sp>
        <p:nvSpPr>
          <p:cNvPr id="773" name="文本框 772">
            <a:extLst>
              <a:ext uri="{FF2B5EF4-FFF2-40B4-BE49-F238E27FC236}">
                <a16:creationId xmlns:a16="http://schemas.microsoft.com/office/drawing/2014/main" id="{A59203E5-29E6-A18D-5D6F-233419CD62F5}"/>
              </a:ext>
            </a:extLst>
          </p:cNvPr>
          <p:cNvSpPr txBox="1"/>
          <p:nvPr/>
        </p:nvSpPr>
        <p:spPr>
          <a:xfrm>
            <a:off x="10540534" y="5515351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55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42833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NikfW5QAUjVVIM8qIlx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PUJFqxxfdHF1MkJ.xjl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kfK.TCc5hfmFr6lBViQ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Hh.nWauMxm_E3a4DxxT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betNX6keF6Jy_4DgfP4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XqThD4uBaEkDw4qpsle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LlLAtnb7PfWHy6xVgzp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tJXTrTUq.efcHDUxI3Br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RLL97XeOwCIPbo2pCPe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BTeI5JZzhthw4NRK.L05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uMEz54IJaUl3Y0xuScD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t6WnO5DgTIqKHwrqd_I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bJibgTVsY8seItds1gD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thhHhSWBEaMRf610Mj3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WnqK2OgcX0X1SQuN1fC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EpkJa2IYG22UsA2BdcA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39YkC0rHHkI62DZ6SXHm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Q54Kh7DssQ8qVSentRe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nLQ2DEv3QMvCDgqcUSv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SJZJiNf6xwlOUn2Xu9u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zZ13F2lF3miGCbOKKUA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ahqJnYtWm.la5Hi2f.U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WXrwH78ouS3jpeSOerv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5PBCy9c2AXqctLXA3b2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ty9JStTqv8bg8cFKN2E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LT_VFfS8Nc4w7mVMkPk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2fYlJb6gXDSkN1_hizPd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IB1vdpXGm_rWWaahTBF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A5RFnZLscXdX0Hcpwt9a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oeihX.yHHB2E5meXf_T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fu3nmjkPYoVvi09Rep9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VjBOniDGTrTZtzOerTK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p4fsHJyQi0RBV19SkIt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LXCWbJNzUxwIVkJ5.sd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cSUIjfdVu8.OY_hKu4xJ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MkTxLzebHrZf2wfQ.AkR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aY9nIM5XAHJr3OagJtZ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Vw1O7HKnCUDaaPbyh8X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pTsLuQjEVYq6W8jQq9W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VTKejf.jzkRmdIocFcX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Lgr81oNJGIY5PdMqor0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dghvGqv1NBoUDHhgDwIG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ukFtxkuX51.WSoCXF_F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EaqKhTBfWzyOqfb.DrO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3bEJL4VDr627nlR.A0m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PjOj1u0_pEUVBALHaTf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UbZiZrgVJMuiFHY0_tp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pHro7_wXEAcKJB3k.Oy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.3nHea0wxVPFbk7pbUS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jOOdGxtVadc6uiFffob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NC7AiVmnrtP52.RoFUr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knlCAhdixdCOe5HRsd0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Ly5wX74I.UN8MGYoNm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M72ead4LVldJ4iry_Kq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KRI1X7nb3iseiIC64Mw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6jhvCogBNkX2H_vbIpq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UmtSmxXEV.b.0asLr0G4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q9qQMxIQXqZID_4NERr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.2sKXULNW3TaCSUmNKc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5clP._sRUGe0kbOPEfD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S6HVeFDY9Bj0T5vEJAV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r227q_AhLRYOagr914K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5wPZqMOxGRjSHIs_bxe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7Z.QW.bp2_fiPm5xQbm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N5X2fuQ2oQjh7TGRF65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AMuN._U5SJDdXiXfiX4q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0Ta6f1MeMQzTOcLDix0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esKOVXKP_d4tD5QHClc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xoXVQgvEcmAcoOKgceG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Nnm3RySahLxIiybFPHf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_4AUXzjk_w7trqkfbek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PuGhE9LA7VZSrJPqZyG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Di6yF16O3nWTfe3sfZo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9UEJjTdK7kwEdIQ_f9G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4i12EsaGrjmGJ6zpZM.m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GFxcLpuAo9p8m9GSuGo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6ss7YPUayxSTLu90zjk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LW.Z2o06Q4z5pU4xo7J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cVHZQLCPR9RP4D5JnIE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JnTmv9FZpd52rVFbBvd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q3zcPDoRF6fGGdHJGjy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n1iuuGRKX60Hc7q9Cbq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qUaUxUJRKeb5b0AmD6n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NIgr4DTLktny5zl5xWd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HuOX0AJPTRwqrV_H0Nrv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8dyYTlj2LDdx903e3L5v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Tj7cMABO9cc8PWZZNKQ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yaXWdBUo035yFST53Zr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AXl7VSNV9K.nl0_ENu0U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nYULfgnDjep97yUtSDN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XxSKAmj3unCHRTp3lS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TPLjnG40PkqH3Er416A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Q7PorDkTf1eDf1xLk1n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Atd_du6VCKNrr2hRt0.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BMhMeTEhcrEyfZk06bZy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y.bfOQj98HYz4rUFZTc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ApOS1UUOwunbTQY8LTd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cMAOnCEgLoOnZpFDLBD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RHx9t4PuVrQZD8EwP49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1dGJNKwGR126SErs6Qd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IYT5Dk77FtBclUGoC4q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9WOhD9_jJerjgXWwQFst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DpV9Tn7bDsWrqLw5yK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.lZweXINxK4kdsImTik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Gb3z3evs2bIoKYdJEfo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QWooECqf4d9gp0hn_XX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9XCe02TOUGA9LQlQX2k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DP9trL8_y1vtUS3P8cZ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2VdY9cKuzleWLQxU1Ft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.KYTq2Jwl38yTapljY_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6A9bSdFuS1gF5.3UTkyK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lo0JsbzbczpNG4WRvj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yf3CTEXrHwDOMQfPfUO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e4Is3KuWvWgyV6inATg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a95P10fLzJB9X.H_W30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IJITY39sjN6pUtT5OHS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JF.kpWnOloRm4srxFYx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Icg5wdOeMAgtzIvlLER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bGJ_Z3tn1qFtOjlgneY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.4KsL89BddedJTkImeF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NxFQmOeAI7W7zHKNgT8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9wMSvPtFbq60hLKylyU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MHYgcis84oUVbBA4sa4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IT4C4eI.D1EFpQEXl16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X8eVDKYAOQSoT4MdRgcv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.s4L5.QgiHoFlqbQ1WW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ka0953GZ1UX2jDxonJ6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gongsqR1wuxDOhyznWv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fgFD8_S6z3eiizB1eeM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7RerevS2WKMYzMRTVAOw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5kEUsfjv.xqizXIJag5C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WKgpi3yeP0E2gaXnkbt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p.1SaS2r5jPuXgZWsCow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1531</Words>
  <Application>Microsoft Macintosh PowerPoint</Application>
  <PresentationFormat>宽屏</PresentationFormat>
  <Paragraphs>410</Paragraphs>
  <Slides>11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HarmonyOS Sans SC</vt:lpstr>
      <vt:lpstr>HarmonyOS Sans SC Light</vt:lpstr>
      <vt:lpstr>HarmonyOS Sans SC Medium</vt:lpstr>
      <vt:lpstr>Source Han Serif CN Heavy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1</cp:revision>
  <dcterms:created xsi:type="dcterms:W3CDTF">2024-10-26T03:02:25Z</dcterms:created>
  <dcterms:modified xsi:type="dcterms:W3CDTF">2024-10-26T03:04:09Z</dcterms:modified>
</cp:coreProperties>
</file>